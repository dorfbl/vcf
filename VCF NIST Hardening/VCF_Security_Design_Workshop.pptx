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entation.xml" ContentType="application/vnd.openxmlformats-officedocument.presentationml.presentation.main+xml"/>
  <Override PartName="/ppt/diagrams/data1.xml" ContentType="application/vnd.openxmlformats-officedocument.drawingml.diagramData+xml"/>
  <Override PartName="/ppt/diagrams/data2.xml" ContentType="application/vnd.openxmlformats-officedocument.drawingml.diagramData+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Masters/notesMaster1.xml" ContentType="application/vnd.openxmlformats-officedocument.presentationml.notesMaster+xml"/>
  <Override PartName="/ppt/theme/theme3.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authors.xml" ContentType="application/vnd.ms-powerpoint.authors+xml"/>
  <Override PartName="/ppt/diagrams/drawing2.xml" ContentType="application/vnd.ms-office.drawingml.diagramDrawing+xml"/>
  <Override PartName="/ppt/diagrams/colors2.xml" ContentType="application/vnd.openxmlformats-officedocument.drawingml.diagramColors+xml"/>
  <Override PartName="/ppt/diagrams/quickStyle2.xml" ContentType="application/vnd.openxmlformats-officedocument.drawingml.diagramStyle+xml"/>
  <Override PartName="/ppt/diagrams/layout2.xml" ContentType="application/vnd.openxmlformats-officedocument.drawingml.diagramLayout+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 id="2147483714" r:id="rId2"/>
  </p:sldMasterIdLst>
  <p:notesMasterIdLst>
    <p:notesMasterId r:id="rId48"/>
  </p:notesMasterIdLst>
  <p:sldIdLst>
    <p:sldId id="256" r:id="rId3"/>
    <p:sldId id="257" r:id="rId4"/>
    <p:sldId id="263" r:id="rId5"/>
    <p:sldId id="318" r:id="rId6"/>
    <p:sldId id="317" r:id="rId7"/>
    <p:sldId id="305" r:id="rId8"/>
    <p:sldId id="2147483491" r:id="rId9"/>
    <p:sldId id="2147483584" r:id="rId10"/>
    <p:sldId id="2147483505" r:id="rId11"/>
    <p:sldId id="2147483388" r:id="rId12"/>
    <p:sldId id="2147483564" r:id="rId13"/>
    <p:sldId id="2147483566" r:id="rId14"/>
    <p:sldId id="2147483577" r:id="rId15"/>
    <p:sldId id="2147483390" r:id="rId16"/>
    <p:sldId id="2147483567" r:id="rId17"/>
    <p:sldId id="2147483568" r:id="rId18"/>
    <p:sldId id="2147483569" r:id="rId19"/>
    <p:sldId id="272" r:id="rId20"/>
    <p:sldId id="268" r:id="rId21"/>
    <p:sldId id="276" r:id="rId22"/>
    <p:sldId id="2147483570" r:id="rId23"/>
    <p:sldId id="2147483507" r:id="rId24"/>
    <p:sldId id="280" r:id="rId25"/>
    <p:sldId id="2147483562" r:id="rId26"/>
    <p:sldId id="2147483530" r:id="rId27"/>
    <p:sldId id="2147483333" r:id="rId28"/>
    <p:sldId id="2147483531" r:id="rId29"/>
    <p:sldId id="2147483528" r:id="rId30"/>
    <p:sldId id="2147483547" r:id="rId31"/>
    <p:sldId id="2147483548" r:id="rId32"/>
    <p:sldId id="2147483549" r:id="rId33"/>
    <p:sldId id="2147483557" r:id="rId34"/>
    <p:sldId id="2147483581" r:id="rId35"/>
    <p:sldId id="2147483556" r:id="rId36"/>
    <p:sldId id="2147483558" r:id="rId37"/>
    <p:sldId id="336" r:id="rId38"/>
    <p:sldId id="2147483578" r:id="rId39"/>
    <p:sldId id="2147483579" r:id="rId40"/>
    <p:sldId id="2147483580" r:id="rId41"/>
    <p:sldId id="2147483585" r:id="rId42"/>
    <p:sldId id="260" r:id="rId43"/>
    <p:sldId id="2147483589" r:id="rId44"/>
    <p:sldId id="2147483586" r:id="rId45"/>
    <p:sldId id="2147483583" r:id="rId46"/>
    <p:sldId id="311" r:id="rId47"/>
  </p:sldIdLst>
  <p:sldSz cx="12188825"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2" roundtripDataSignature="AMtx7miQUlXnkWhfW+Cf2od4zDJeqfmBY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9A4305-1763-CD73-9AC3-7D7D2B5B4CAF}" name="Jonathan McDonald" initials="" userId="S::jonathan.mcdonald@broadcom.com::4b125546-dcb3-4aeb-a85f-d65769bec12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4729A05-A551-4054-A71F-B9C2155864BA}">
  <a:tblStyle styleId="{C4729A05-A551-4054-A71F-B9C2155864BA}" styleName="Table_0">
    <a:wholeTbl>
      <a:tcTxStyle b="off" i="off">
        <a:font>
          <a:latin typeface="Metropolis"/>
          <a:ea typeface="Metropolis"/>
          <a:cs typeface="Metropolis"/>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25400" cap="flat" cmpd="sng">
              <a:solidFill>
                <a:schemeClr val="dk1"/>
              </a:solidFill>
              <a:prstDash val="solid"/>
              <a:round/>
              <a:headEnd type="none" w="sm" len="sm"/>
              <a:tailEnd type="none" w="sm" len="sm"/>
            </a:ln>
          </a:top>
          <a:bottom>
            <a:ln w="254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b="off" i="off"/>
      <a:tcStyle>
        <a:tcBdr/>
        <a:fill>
          <a:solidFill>
            <a:srgbClr val="EBEBEB"/>
          </a:solidFill>
        </a:fill>
      </a:tcStyle>
    </a:band1H>
    <a:band2H>
      <a:tcTxStyle b="off" i="off"/>
      <a:tcStyle>
        <a:tcBdr/>
      </a:tcStyle>
    </a:band2H>
    <a:band1V>
      <a:tcTxStyle b="off" i="off"/>
      <a:tcStyle>
        <a:tcBdr/>
        <a:fill>
          <a:solidFill>
            <a:srgbClr val="EBEBEB"/>
          </a:solidFill>
        </a:fill>
      </a:tcStyle>
    </a:band1V>
    <a:band2V>
      <a:tcTxStyle b="off" i="off"/>
      <a:tcStyle>
        <a:tcBdr/>
      </a:tcStyle>
    </a:band2V>
    <a:lastCol>
      <a:tcTxStyle b="on" i="off">
        <a:font>
          <a:latin typeface="Metropolis"/>
          <a:ea typeface="Metropolis"/>
          <a:cs typeface="Metropolis"/>
        </a:font>
        <a:schemeClr val="lt1"/>
      </a:tcTxStyle>
      <a:tcStyle>
        <a:tcBdr/>
        <a:fill>
          <a:solidFill>
            <a:schemeClr val="accent1"/>
          </a:solidFill>
        </a:fill>
      </a:tcStyle>
    </a:lastCol>
    <a:firstCol>
      <a:tcTxStyle b="on" i="off">
        <a:font>
          <a:latin typeface="Metropolis"/>
          <a:ea typeface="Metropolis"/>
          <a:cs typeface="Metropolis"/>
        </a:font>
        <a:schemeClr val="lt1"/>
      </a:tcTxStyle>
      <a:tcStyle>
        <a:tcBdr/>
        <a:fill>
          <a:solidFill>
            <a:schemeClr val="accent1"/>
          </a:solidFill>
        </a:fill>
      </a:tcStyle>
    </a:firstCol>
    <a:lastRow>
      <a:tcTxStyle b="on" i="off"/>
      <a:tcStyle>
        <a:tcBdr>
          <a:top>
            <a:ln w="50800" cap="flat" cmpd="sng">
              <a:solidFill>
                <a:schemeClr val="dk1"/>
              </a:solidFill>
              <a:prstDash val="solid"/>
              <a:round/>
              <a:headEnd type="none" w="sm" len="sm"/>
              <a:tailEnd type="none" w="sm" len="sm"/>
            </a:ln>
          </a:top>
        </a:tcBdr>
        <a:fill>
          <a:solidFill>
            <a:schemeClr val="lt1"/>
          </a:solidFill>
        </a:fill>
      </a:tcStyle>
    </a:lastRow>
    <a:seCell>
      <a:tcTxStyle b="on" i="off">
        <a:font>
          <a:latin typeface="Metropolis"/>
          <a:ea typeface="Metropolis"/>
          <a:cs typeface="Metropolis"/>
        </a:font>
        <a:schemeClr val="dk1"/>
      </a:tcTxStyle>
      <a:tcStyle>
        <a:tcBdr/>
      </a:tcStyle>
    </a:seCell>
    <a:swCell>
      <a:tcTxStyle b="on" i="off">
        <a:font>
          <a:latin typeface="Metropolis"/>
          <a:ea typeface="Metropolis"/>
          <a:cs typeface="Metropolis"/>
        </a:font>
        <a:schemeClr val="dk1"/>
      </a:tcTxStyle>
      <a:tcStyle>
        <a:tcBdr/>
      </a:tcStyle>
    </a:swCell>
    <a:firstRow>
      <a:tcTxStyle b="on" i="off">
        <a:font>
          <a:latin typeface="Metropolis"/>
          <a:ea typeface="Metropolis"/>
          <a:cs typeface="Metropolis"/>
        </a:font>
        <a:schemeClr val="lt1"/>
      </a:tcTxStyle>
      <a:tcStyle>
        <a:tcBdr>
          <a:bottom>
            <a:ln w="25400" cap="flat" cmpd="sng">
              <a:solidFill>
                <a:schemeClr val="dk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892" autoAdjust="0"/>
    <p:restoredTop sz="78752" autoAdjust="0"/>
  </p:normalViewPr>
  <p:slideViewPr>
    <p:cSldViewPr snapToGrid="0">
      <p:cViewPr varScale="1">
        <p:scale>
          <a:sx n="72" d="100"/>
          <a:sy n="72" d="100"/>
        </p:scale>
        <p:origin x="1338" y="78"/>
      </p:cViewPr>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76"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74" Type="http://schemas.openxmlformats.org/officeDocument/2006/relationships/viewProps" Target="viewProps.xml"/><Relationship Id="rId79" Type="http://schemas.openxmlformats.org/officeDocument/2006/relationships/customXml" Target="../customXml/item2.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77" Type="http://schemas.microsoft.com/office/2018/10/relationships/authors" Target="authors.xml"/><Relationship Id="rId8" Type="http://schemas.openxmlformats.org/officeDocument/2006/relationships/slide" Target="slides/slide6.xml"/><Relationship Id="rId72" Type="http://customschemas.google.com/relationships/presentationmetadata" Target="metadata"/><Relationship Id="rId80" Type="http://schemas.openxmlformats.org/officeDocument/2006/relationships/customXml" Target="../customXml/item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73" Type="http://schemas.openxmlformats.org/officeDocument/2006/relationships/presProps" Target="presProps.xml"/><Relationship Id="rId78" Type="http://schemas.openxmlformats.org/officeDocument/2006/relationships/customXml" Target="../customXml/item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F48192-5375-4341-B8E2-A097460CBD5B}" type="doc">
      <dgm:prSet loTypeId="urn:microsoft.com/office/officeart/2005/8/layout/venn1" loCatId="relationship" qsTypeId="urn:microsoft.com/office/officeart/2005/8/quickstyle/simple2" qsCatId="simple" csTypeId="urn:microsoft.com/office/officeart/2005/8/colors/colorful4" csCatId="colorful" phldr="1"/>
      <dgm:spPr/>
    </dgm:pt>
    <dgm:pt modelId="{4E35AB81-6591-47C3-A8B9-C8F518FD5A7C}">
      <dgm:prSet phldrT="[Text]"/>
      <dgm:spPr>
        <a:solidFill>
          <a:schemeClr val="accent4">
            <a:hueOff val="5517457"/>
            <a:satOff val="-28512"/>
            <a:lumOff val="4705"/>
            <a:alpha val="25000"/>
          </a:schemeClr>
        </a:solidFill>
      </dgm:spPr>
      <dgm:t>
        <a:bodyPr/>
        <a:lstStyle/>
        <a:p>
          <a:r>
            <a:rPr lang="en-US"/>
            <a:t> </a:t>
          </a:r>
        </a:p>
      </dgm:t>
    </dgm:pt>
    <dgm:pt modelId="{5F48AF11-5187-44C7-B8A4-AE619CD27ADF}" type="parTrans" cxnId="{9EB36749-582A-4832-9083-300D8C9A17E4}">
      <dgm:prSet/>
      <dgm:spPr/>
      <dgm:t>
        <a:bodyPr/>
        <a:lstStyle/>
        <a:p>
          <a:endParaRPr lang="en-US"/>
        </a:p>
      </dgm:t>
    </dgm:pt>
    <dgm:pt modelId="{A114CB5A-5AF8-4DCE-85A0-2F0124F78505}" type="sibTrans" cxnId="{9EB36749-582A-4832-9083-300D8C9A17E4}">
      <dgm:prSet/>
      <dgm:spPr/>
      <dgm:t>
        <a:bodyPr/>
        <a:lstStyle/>
        <a:p>
          <a:endParaRPr lang="en-US"/>
        </a:p>
      </dgm:t>
    </dgm:pt>
    <dgm:pt modelId="{9A11D317-3FA9-4C26-8821-F2A2CAE92337}">
      <dgm:prSet phldrT="[Text]"/>
      <dgm:spPr>
        <a:solidFill>
          <a:schemeClr val="accent4">
            <a:hueOff val="11034913"/>
            <a:satOff val="-57025"/>
            <a:lumOff val="9409"/>
            <a:alpha val="25000"/>
          </a:schemeClr>
        </a:solidFill>
      </dgm:spPr>
      <dgm:t>
        <a:bodyPr/>
        <a:lstStyle/>
        <a:p>
          <a:r>
            <a:rPr lang="en-US"/>
            <a:t> </a:t>
          </a:r>
        </a:p>
      </dgm:t>
    </dgm:pt>
    <dgm:pt modelId="{CC632E25-7950-4D2A-A61F-B7BB6EED3850}" type="sibTrans" cxnId="{187013E1-DF1D-45FF-AEA0-78AC4E2D75B7}">
      <dgm:prSet/>
      <dgm:spPr/>
      <dgm:t>
        <a:bodyPr/>
        <a:lstStyle/>
        <a:p>
          <a:endParaRPr lang="en-US"/>
        </a:p>
      </dgm:t>
    </dgm:pt>
    <dgm:pt modelId="{098CF36B-C44E-4095-8250-5A0EF9475E1C}" type="parTrans" cxnId="{187013E1-DF1D-45FF-AEA0-78AC4E2D75B7}">
      <dgm:prSet/>
      <dgm:spPr/>
      <dgm:t>
        <a:bodyPr/>
        <a:lstStyle/>
        <a:p>
          <a:endParaRPr lang="en-US"/>
        </a:p>
      </dgm:t>
    </dgm:pt>
    <dgm:pt modelId="{A775094F-9665-4749-84CD-60457BDED61B}">
      <dgm:prSet phldrT="[Text]"/>
      <dgm:spPr>
        <a:solidFill>
          <a:schemeClr val="accent4">
            <a:hueOff val="0"/>
            <a:satOff val="0"/>
            <a:lumOff val="0"/>
            <a:alpha val="25000"/>
          </a:schemeClr>
        </a:solidFill>
      </dgm:spPr>
      <dgm:t>
        <a:bodyPr/>
        <a:lstStyle/>
        <a:p>
          <a:endParaRPr lang="en-US">
            <a:solidFill>
              <a:schemeClr val="bg2">
                <a:lumMod val="10000"/>
              </a:schemeClr>
            </a:solidFill>
          </a:endParaRPr>
        </a:p>
      </dgm:t>
    </dgm:pt>
    <dgm:pt modelId="{9AB01084-585F-4DF5-B159-8087BA9FEB04}" type="sibTrans" cxnId="{D8BB6BE9-1D88-4923-BB6A-117DD4176327}">
      <dgm:prSet/>
      <dgm:spPr/>
      <dgm:t>
        <a:bodyPr/>
        <a:lstStyle/>
        <a:p>
          <a:endParaRPr lang="en-US"/>
        </a:p>
      </dgm:t>
    </dgm:pt>
    <dgm:pt modelId="{8D335598-8E09-4300-9962-5975D0C432A5}" type="parTrans" cxnId="{D8BB6BE9-1D88-4923-BB6A-117DD4176327}">
      <dgm:prSet/>
      <dgm:spPr/>
      <dgm:t>
        <a:bodyPr/>
        <a:lstStyle/>
        <a:p>
          <a:endParaRPr lang="en-US"/>
        </a:p>
      </dgm:t>
    </dgm:pt>
    <dgm:pt modelId="{8AC5204F-DFDB-4298-8C79-4205E29F3D7D}" type="pres">
      <dgm:prSet presAssocID="{3AF48192-5375-4341-B8E2-A097460CBD5B}" presName="compositeShape" presStyleCnt="0">
        <dgm:presLayoutVars>
          <dgm:chMax val="7"/>
          <dgm:dir/>
          <dgm:resizeHandles val="exact"/>
        </dgm:presLayoutVars>
      </dgm:prSet>
      <dgm:spPr/>
    </dgm:pt>
    <dgm:pt modelId="{05141183-0C08-4384-806F-B55ECF27CF92}" type="pres">
      <dgm:prSet presAssocID="{A775094F-9665-4749-84CD-60457BDED61B}" presName="circ1" presStyleLbl="vennNode1" presStyleIdx="0" presStyleCnt="3"/>
      <dgm:spPr/>
    </dgm:pt>
    <dgm:pt modelId="{2124009B-D2AC-4DC4-9481-B1DA9CEB3D8C}" type="pres">
      <dgm:prSet presAssocID="{A775094F-9665-4749-84CD-60457BDED61B}" presName="circ1Tx" presStyleLbl="revTx" presStyleIdx="0" presStyleCnt="0">
        <dgm:presLayoutVars>
          <dgm:chMax val="0"/>
          <dgm:chPref val="0"/>
          <dgm:bulletEnabled val="1"/>
        </dgm:presLayoutVars>
      </dgm:prSet>
      <dgm:spPr/>
    </dgm:pt>
    <dgm:pt modelId="{8A5EBD17-96E2-423C-BBF1-B8D513D9F2F7}" type="pres">
      <dgm:prSet presAssocID="{4E35AB81-6591-47C3-A8B9-C8F518FD5A7C}" presName="circ2" presStyleLbl="vennNode1" presStyleIdx="1" presStyleCnt="3"/>
      <dgm:spPr/>
    </dgm:pt>
    <dgm:pt modelId="{6D138904-8A86-43F3-AFB9-F69F8AE80D66}" type="pres">
      <dgm:prSet presAssocID="{4E35AB81-6591-47C3-A8B9-C8F518FD5A7C}" presName="circ2Tx" presStyleLbl="revTx" presStyleIdx="0" presStyleCnt="0">
        <dgm:presLayoutVars>
          <dgm:chMax val="0"/>
          <dgm:chPref val="0"/>
          <dgm:bulletEnabled val="1"/>
        </dgm:presLayoutVars>
      </dgm:prSet>
      <dgm:spPr/>
    </dgm:pt>
    <dgm:pt modelId="{F200155A-6512-4D2C-92E8-53E7E8F78ABE}" type="pres">
      <dgm:prSet presAssocID="{9A11D317-3FA9-4C26-8821-F2A2CAE92337}" presName="circ3" presStyleLbl="vennNode1" presStyleIdx="2" presStyleCnt="3"/>
      <dgm:spPr/>
    </dgm:pt>
    <dgm:pt modelId="{09B1C9FF-927F-469B-A488-401C882AFB3E}" type="pres">
      <dgm:prSet presAssocID="{9A11D317-3FA9-4C26-8821-F2A2CAE92337}" presName="circ3Tx" presStyleLbl="revTx" presStyleIdx="0" presStyleCnt="0">
        <dgm:presLayoutVars>
          <dgm:chMax val="0"/>
          <dgm:chPref val="0"/>
          <dgm:bulletEnabled val="1"/>
        </dgm:presLayoutVars>
      </dgm:prSet>
      <dgm:spPr/>
    </dgm:pt>
  </dgm:ptLst>
  <dgm:cxnLst>
    <dgm:cxn modelId="{9EB36749-582A-4832-9083-300D8C9A17E4}" srcId="{3AF48192-5375-4341-B8E2-A097460CBD5B}" destId="{4E35AB81-6591-47C3-A8B9-C8F518FD5A7C}" srcOrd="1" destOrd="0" parTransId="{5F48AF11-5187-44C7-B8A4-AE619CD27ADF}" sibTransId="{A114CB5A-5AF8-4DCE-85A0-2F0124F78505}"/>
    <dgm:cxn modelId="{29C4854D-6C67-4BF0-BAE0-E08DDD5AF502}" type="presOf" srcId="{9A11D317-3FA9-4C26-8821-F2A2CAE92337}" destId="{F200155A-6512-4D2C-92E8-53E7E8F78ABE}" srcOrd="0" destOrd="0" presId="urn:microsoft.com/office/officeart/2005/8/layout/venn1"/>
    <dgm:cxn modelId="{73CEF656-DED8-4105-9247-1D5A6D1D5E00}" type="presOf" srcId="{4E35AB81-6591-47C3-A8B9-C8F518FD5A7C}" destId="{6D138904-8A86-43F3-AFB9-F69F8AE80D66}" srcOrd="1" destOrd="0" presId="urn:microsoft.com/office/officeart/2005/8/layout/venn1"/>
    <dgm:cxn modelId="{224CEA7B-8780-484D-A254-B277DFC25C8A}" type="presOf" srcId="{9A11D317-3FA9-4C26-8821-F2A2CAE92337}" destId="{09B1C9FF-927F-469B-A488-401C882AFB3E}" srcOrd="1" destOrd="0" presId="urn:microsoft.com/office/officeart/2005/8/layout/venn1"/>
    <dgm:cxn modelId="{B7BF1598-3A83-4B74-8B72-24D17B7602B2}" type="presOf" srcId="{4E35AB81-6591-47C3-A8B9-C8F518FD5A7C}" destId="{8A5EBD17-96E2-423C-BBF1-B8D513D9F2F7}" srcOrd="0" destOrd="0" presId="urn:microsoft.com/office/officeart/2005/8/layout/venn1"/>
    <dgm:cxn modelId="{8E539DB5-ADB6-434D-AEFA-E7C25430802D}" type="presOf" srcId="{A775094F-9665-4749-84CD-60457BDED61B}" destId="{2124009B-D2AC-4DC4-9481-B1DA9CEB3D8C}" srcOrd="1" destOrd="0" presId="urn:microsoft.com/office/officeart/2005/8/layout/venn1"/>
    <dgm:cxn modelId="{61F66DDF-D337-4A7E-819C-CF484FF6C2F9}" type="presOf" srcId="{A775094F-9665-4749-84CD-60457BDED61B}" destId="{05141183-0C08-4384-806F-B55ECF27CF92}" srcOrd="0" destOrd="0" presId="urn:microsoft.com/office/officeart/2005/8/layout/venn1"/>
    <dgm:cxn modelId="{187013E1-DF1D-45FF-AEA0-78AC4E2D75B7}" srcId="{3AF48192-5375-4341-B8E2-A097460CBD5B}" destId="{9A11D317-3FA9-4C26-8821-F2A2CAE92337}" srcOrd="2" destOrd="0" parTransId="{098CF36B-C44E-4095-8250-5A0EF9475E1C}" sibTransId="{CC632E25-7950-4D2A-A61F-B7BB6EED3850}"/>
    <dgm:cxn modelId="{D8BB6BE9-1D88-4923-BB6A-117DD4176327}" srcId="{3AF48192-5375-4341-B8E2-A097460CBD5B}" destId="{A775094F-9665-4749-84CD-60457BDED61B}" srcOrd="0" destOrd="0" parTransId="{8D335598-8E09-4300-9962-5975D0C432A5}" sibTransId="{9AB01084-585F-4DF5-B159-8087BA9FEB04}"/>
    <dgm:cxn modelId="{5B2D7EEE-76AF-476D-B5B5-4393A9380441}" type="presOf" srcId="{3AF48192-5375-4341-B8E2-A097460CBD5B}" destId="{8AC5204F-DFDB-4298-8C79-4205E29F3D7D}" srcOrd="0" destOrd="0" presId="urn:microsoft.com/office/officeart/2005/8/layout/venn1"/>
    <dgm:cxn modelId="{E58FF5AA-530B-4839-AC36-C36F635B8249}" type="presParOf" srcId="{8AC5204F-DFDB-4298-8C79-4205E29F3D7D}" destId="{05141183-0C08-4384-806F-B55ECF27CF92}" srcOrd="0" destOrd="0" presId="urn:microsoft.com/office/officeart/2005/8/layout/venn1"/>
    <dgm:cxn modelId="{6FD54D42-7E95-4AAE-B896-2D8C113D9331}" type="presParOf" srcId="{8AC5204F-DFDB-4298-8C79-4205E29F3D7D}" destId="{2124009B-D2AC-4DC4-9481-B1DA9CEB3D8C}" srcOrd="1" destOrd="0" presId="urn:microsoft.com/office/officeart/2005/8/layout/venn1"/>
    <dgm:cxn modelId="{DC4033D1-EA5B-4E95-9D30-CD9DE8FFBC3B}" type="presParOf" srcId="{8AC5204F-DFDB-4298-8C79-4205E29F3D7D}" destId="{8A5EBD17-96E2-423C-BBF1-B8D513D9F2F7}" srcOrd="2" destOrd="0" presId="urn:microsoft.com/office/officeart/2005/8/layout/venn1"/>
    <dgm:cxn modelId="{D616EEE3-2252-45B7-BEC3-5FE2CBBBC883}" type="presParOf" srcId="{8AC5204F-DFDB-4298-8C79-4205E29F3D7D}" destId="{6D138904-8A86-43F3-AFB9-F69F8AE80D66}" srcOrd="3" destOrd="0" presId="urn:microsoft.com/office/officeart/2005/8/layout/venn1"/>
    <dgm:cxn modelId="{C6446DDC-79E0-4E26-8BF6-280434C0373D}" type="presParOf" srcId="{8AC5204F-DFDB-4298-8C79-4205E29F3D7D}" destId="{F200155A-6512-4D2C-92E8-53E7E8F78ABE}" srcOrd="4" destOrd="0" presId="urn:microsoft.com/office/officeart/2005/8/layout/venn1"/>
    <dgm:cxn modelId="{912D7F3E-F2CF-4F9F-B954-666ADAACDA8E}" type="presParOf" srcId="{8AC5204F-DFDB-4298-8C79-4205E29F3D7D}" destId="{09B1C9FF-927F-469B-A488-401C882AFB3E}"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AF48192-5375-4341-B8E2-A097460CBD5B}" type="doc">
      <dgm:prSet loTypeId="urn:microsoft.com/office/officeart/2005/8/layout/venn1" loCatId="relationship" qsTypeId="urn:microsoft.com/office/officeart/2005/8/quickstyle/simple2" qsCatId="simple" csTypeId="urn:microsoft.com/office/officeart/2005/8/colors/colorful4" csCatId="colorful" phldr="1"/>
      <dgm:spPr/>
    </dgm:pt>
    <dgm:pt modelId="{4E35AB81-6591-47C3-A8B9-C8F518FD5A7C}">
      <dgm:prSet phldrT="[Text]"/>
      <dgm:spPr>
        <a:solidFill>
          <a:schemeClr val="accent4">
            <a:hueOff val="5517457"/>
            <a:satOff val="-28512"/>
            <a:lumOff val="4705"/>
            <a:alpha val="25000"/>
          </a:schemeClr>
        </a:solidFill>
      </dgm:spPr>
      <dgm:t>
        <a:bodyPr/>
        <a:lstStyle/>
        <a:p>
          <a:r>
            <a:rPr lang="en-US"/>
            <a:t> </a:t>
          </a:r>
        </a:p>
      </dgm:t>
    </dgm:pt>
    <dgm:pt modelId="{5F48AF11-5187-44C7-B8A4-AE619CD27ADF}" type="parTrans" cxnId="{9EB36749-582A-4832-9083-300D8C9A17E4}">
      <dgm:prSet/>
      <dgm:spPr/>
      <dgm:t>
        <a:bodyPr/>
        <a:lstStyle/>
        <a:p>
          <a:endParaRPr lang="en-US"/>
        </a:p>
      </dgm:t>
    </dgm:pt>
    <dgm:pt modelId="{A114CB5A-5AF8-4DCE-85A0-2F0124F78505}" type="sibTrans" cxnId="{9EB36749-582A-4832-9083-300D8C9A17E4}">
      <dgm:prSet/>
      <dgm:spPr/>
      <dgm:t>
        <a:bodyPr/>
        <a:lstStyle/>
        <a:p>
          <a:endParaRPr lang="en-US"/>
        </a:p>
      </dgm:t>
    </dgm:pt>
    <dgm:pt modelId="{9A11D317-3FA9-4C26-8821-F2A2CAE92337}">
      <dgm:prSet phldrT="[Text]"/>
      <dgm:spPr>
        <a:solidFill>
          <a:schemeClr val="accent4">
            <a:hueOff val="11034913"/>
            <a:satOff val="-57025"/>
            <a:lumOff val="9409"/>
            <a:alpha val="25000"/>
          </a:schemeClr>
        </a:solidFill>
      </dgm:spPr>
      <dgm:t>
        <a:bodyPr/>
        <a:lstStyle/>
        <a:p>
          <a:r>
            <a:rPr lang="en-US"/>
            <a:t> </a:t>
          </a:r>
        </a:p>
      </dgm:t>
    </dgm:pt>
    <dgm:pt modelId="{CC632E25-7950-4D2A-A61F-B7BB6EED3850}" type="sibTrans" cxnId="{187013E1-DF1D-45FF-AEA0-78AC4E2D75B7}">
      <dgm:prSet/>
      <dgm:spPr/>
      <dgm:t>
        <a:bodyPr/>
        <a:lstStyle/>
        <a:p>
          <a:endParaRPr lang="en-US"/>
        </a:p>
      </dgm:t>
    </dgm:pt>
    <dgm:pt modelId="{098CF36B-C44E-4095-8250-5A0EF9475E1C}" type="parTrans" cxnId="{187013E1-DF1D-45FF-AEA0-78AC4E2D75B7}">
      <dgm:prSet/>
      <dgm:spPr/>
      <dgm:t>
        <a:bodyPr/>
        <a:lstStyle/>
        <a:p>
          <a:endParaRPr lang="en-US"/>
        </a:p>
      </dgm:t>
    </dgm:pt>
    <dgm:pt modelId="{A775094F-9665-4749-84CD-60457BDED61B}">
      <dgm:prSet phldrT="[Text]"/>
      <dgm:spPr>
        <a:solidFill>
          <a:schemeClr val="accent4">
            <a:hueOff val="0"/>
            <a:satOff val="0"/>
            <a:lumOff val="0"/>
            <a:alpha val="25000"/>
          </a:schemeClr>
        </a:solidFill>
      </dgm:spPr>
      <dgm:t>
        <a:bodyPr/>
        <a:lstStyle/>
        <a:p>
          <a:endParaRPr lang="en-US">
            <a:solidFill>
              <a:schemeClr val="bg2">
                <a:lumMod val="10000"/>
              </a:schemeClr>
            </a:solidFill>
          </a:endParaRPr>
        </a:p>
      </dgm:t>
    </dgm:pt>
    <dgm:pt modelId="{9AB01084-585F-4DF5-B159-8087BA9FEB04}" type="sibTrans" cxnId="{D8BB6BE9-1D88-4923-BB6A-117DD4176327}">
      <dgm:prSet/>
      <dgm:spPr/>
      <dgm:t>
        <a:bodyPr/>
        <a:lstStyle/>
        <a:p>
          <a:endParaRPr lang="en-US"/>
        </a:p>
      </dgm:t>
    </dgm:pt>
    <dgm:pt modelId="{8D335598-8E09-4300-9962-5975D0C432A5}" type="parTrans" cxnId="{D8BB6BE9-1D88-4923-BB6A-117DD4176327}">
      <dgm:prSet/>
      <dgm:spPr/>
      <dgm:t>
        <a:bodyPr/>
        <a:lstStyle/>
        <a:p>
          <a:endParaRPr lang="en-US"/>
        </a:p>
      </dgm:t>
    </dgm:pt>
    <dgm:pt modelId="{8AC5204F-DFDB-4298-8C79-4205E29F3D7D}" type="pres">
      <dgm:prSet presAssocID="{3AF48192-5375-4341-B8E2-A097460CBD5B}" presName="compositeShape" presStyleCnt="0">
        <dgm:presLayoutVars>
          <dgm:chMax val="7"/>
          <dgm:dir/>
          <dgm:resizeHandles val="exact"/>
        </dgm:presLayoutVars>
      </dgm:prSet>
      <dgm:spPr/>
    </dgm:pt>
    <dgm:pt modelId="{05141183-0C08-4384-806F-B55ECF27CF92}" type="pres">
      <dgm:prSet presAssocID="{A775094F-9665-4749-84CD-60457BDED61B}" presName="circ1" presStyleLbl="vennNode1" presStyleIdx="0" presStyleCnt="3"/>
      <dgm:spPr/>
    </dgm:pt>
    <dgm:pt modelId="{2124009B-D2AC-4DC4-9481-B1DA9CEB3D8C}" type="pres">
      <dgm:prSet presAssocID="{A775094F-9665-4749-84CD-60457BDED61B}" presName="circ1Tx" presStyleLbl="revTx" presStyleIdx="0" presStyleCnt="0">
        <dgm:presLayoutVars>
          <dgm:chMax val="0"/>
          <dgm:chPref val="0"/>
          <dgm:bulletEnabled val="1"/>
        </dgm:presLayoutVars>
      </dgm:prSet>
      <dgm:spPr/>
    </dgm:pt>
    <dgm:pt modelId="{8A5EBD17-96E2-423C-BBF1-B8D513D9F2F7}" type="pres">
      <dgm:prSet presAssocID="{4E35AB81-6591-47C3-A8B9-C8F518FD5A7C}" presName="circ2" presStyleLbl="vennNode1" presStyleIdx="1" presStyleCnt="3"/>
      <dgm:spPr/>
    </dgm:pt>
    <dgm:pt modelId="{6D138904-8A86-43F3-AFB9-F69F8AE80D66}" type="pres">
      <dgm:prSet presAssocID="{4E35AB81-6591-47C3-A8B9-C8F518FD5A7C}" presName="circ2Tx" presStyleLbl="revTx" presStyleIdx="0" presStyleCnt="0">
        <dgm:presLayoutVars>
          <dgm:chMax val="0"/>
          <dgm:chPref val="0"/>
          <dgm:bulletEnabled val="1"/>
        </dgm:presLayoutVars>
      </dgm:prSet>
      <dgm:spPr/>
    </dgm:pt>
    <dgm:pt modelId="{F200155A-6512-4D2C-92E8-53E7E8F78ABE}" type="pres">
      <dgm:prSet presAssocID="{9A11D317-3FA9-4C26-8821-F2A2CAE92337}" presName="circ3" presStyleLbl="vennNode1" presStyleIdx="2" presStyleCnt="3"/>
      <dgm:spPr/>
    </dgm:pt>
    <dgm:pt modelId="{09B1C9FF-927F-469B-A488-401C882AFB3E}" type="pres">
      <dgm:prSet presAssocID="{9A11D317-3FA9-4C26-8821-F2A2CAE92337}" presName="circ3Tx" presStyleLbl="revTx" presStyleIdx="0" presStyleCnt="0">
        <dgm:presLayoutVars>
          <dgm:chMax val="0"/>
          <dgm:chPref val="0"/>
          <dgm:bulletEnabled val="1"/>
        </dgm:presLayoutVars>
      </dgm:prSet>
      <dgm:spPr/>
    </dgm:pt>
  </dgm:ptLst>
  <dgm:cxnLst>
    <dgm:cxn modelId="{9EB36749-582A-4832-9083-300D8C9A17E4}" srcId="{3AF48192-5375-4341-B8E2-A097460CBD5B}" destId="{4E35AB81-6591-47C3-A8B9-C8F518FD5A7C}" srcOrd="1" destOrd="0" parTransId="{5F48AF11-5187-44C7-B8A4-AE619CD27ADF}" sibTransId="{A114CB5A-5AF8-4DCE-85A0-2F0124F78505}"/>
    <dgm:cxn modelId="{29C4854D-6C67-4BF0-BAE0-E08DDD5AF502}" type="presOf" srcId="{9A11D317-3FA9-4C26-8821-F2A2CAE92337}" destId="{F200155A-6512-4D2C-92E8-53E7E8F78ABE}" srcOrd="0" destOrd="0" presId="urn:microsoft.com/office/officeart/2005/8/layout/venn1"/>
    <dgm:cxn modelId="{73CEF656-DED8-4105-9247-1D5A6D1D5E00}" type="presOf" srcId="{4E35AB81-6591-47C3-A8B9-C8F518FD5A7C}" destId="{6D138904-8A86-43F3-AFB9-F69F8AE80D66}" srcOrd="1" destOrd="0" presId="urn:microsoft.com/office/officeart/2005/8/layout/venn1"/>
    <dgm:cxn modelId="{224CEA7B-8780-484D-A254-B277DFC25C8A}" type="presOf" srcId="{9A11D317-3FA9-4C26-8821-F2A2CAE92337}" destId="{09B1C9FF-927F-469B-A488-401C882AFB3E}" srcOrd="1" destOrd="0" presId="urn:microsoft.com/office/officeart/2005/8/layout/venn1"/>
    <dgm:cxn modelId="{B7BF1598-3A83-4B74-8B72-24D17B7602B2}" type="presOf" srcId="{4E35AB81-6591-47C3-A8B9-C8F518FD5A7C}" destId="{8A5EBD17-96E2-423C-BBF1-B8D513D9F2F7}" srcOrd="0" destOrd="0" presId="urn:microsoft.com/office/officeart/2005/8/layout/venn1"/>
    <dgm:cxn modelId="{8E539DB5-ADB6-434D-AEFA-E7C25430802D}" type="presOf" srcId="{A775094F-9665-4749-84CD-60457BDED61B}" destId="{2124009B-D2AC-4DC4-9481-B1DA9CEB3D8C}" srcOrd="1" destOrd="0" presId="urn:microsoft.com/office/officeart/2005/8/layout/venn1"/>
    <dgm:cxn modelId="{61F66DDF-D337-4A7E-819C-CF484FF6C2F9}" type="presOf" srcId="{A775094F-9665-4749-84CD-60457BDED61B}" destId="{05141183-0C08-4384-806F-B55ECF27CF92}" srcOrd="0" destOrd="0" presId="urn:microsoft.com/office/officeart/2005/8/layout/venn1"/>
    <dgm:cxn modelId="{187013E1-DF1D-45FF-AEA0-78AC4E2D75B7}" srcId="{3AF48192-5375-4341-B8E2-A097460CBD5B}" destId="{9A11D317-3FA9-4C26-8821-F2A2CAE92337}" srcOrd="2" destOrd="0" parTransId="{098CF36B-C44E-4095-8250-5A0EF9475E1C}" sibTransId="{CC632E25-7950-4D2A-A61F-B7BB6EED3850}"/>
    <dgm:cxn modelId="{D8BB6BE9-1D88-4923-BB6A-117DD4176327}" srcId="{3AF48192-5375-4341-B8E2-A097460CBD5B}" destId="{A775094F-9665-4749-84CD-60457BDED61B}" srcOrd="0" destOrd="0" parTransId="{8D335598-8E09-4300-9962-5975D0C432A5}" sibTransId="{9AB01084-585F-4DF5-B159-8087BA9FEB04}"/>
    <dgm:cxn modelId="{5B2D7EEE-76AF-476D-B5B5-4393A9380441}" type="presOf" srcId="{3AF48192-5375-4341-B8E2-A097460CBD5B}" destId="{8AC5204F-DFDB-4298-8C79-4205E29F3D7D}" srcOrd="0" destOrd="0" presId="urn:microsoft.com/office/officeart/2005/8/layout/venn1"/>
    <dgm:cxn modelId="{E58FF5AA-530B-4839-AC36-C36F635B8249}" type="presParOf" srcId="{8AC5204F-DFDB-4298-8C79-4205E29F3D7D}" destId="{05141183-0C08-4384-806F-B55ECF27CF92}" srcOrd="0" destOrd="0" presId="urn:microsoft.com/office/officeart/2005/8/layout/venn1"/>
    <dgm:cxn modelId="{6FD54D42-7E95-4AAE-B896-2D8C113D9331}" type="presParOf" srcId="{8AC5204F-DFDB-4298-8C79-4205E29F3D7D}" destId="{2124009B-D2AC-4DC4-9481-B1DA9CEB3D8C}" srcOrd="1" destOrd="0" presId="urn:microsoft.com/office/officeart/2005/8/layout/venn1"/>
    <dgm:cxn modelId="{DC4033D1-EA5B-4E95-9D30-CD9DE8FFBC3B}" type="presParOf" srcId="{8AC5204F-DFDB-4298-8C79-4205E29F3D7D}" destId="{8A5EBD17-96E2-423C-BBF1-B8D513D9F2F7}" srcOrd="2" destOrd="0" presId="urn:microsoft.com/office/officeart/2005/8/layout/venn1"/>
    <dgm:cxn modelId="{D616EEE3-2252-45B7-BEC3-5FE2CBBBC883}" type="presParOf" srcId="{8AC5204F-DFDB-4298-8C79-4205E29F3D7D}" destId="{6D138904-8A86-43F3-AFB9-F69F8AE80D66}" srcOrd="3" destOrd="0" presId="urn:microsoft.com/office/officeart/2005/8/layout/venn1"/>
    <dgm:cxn modelId="{C6446DDC-79E0-4E26-8BF6-280434C0373D}" type="presParOf" srcId="{8AC5204F-DFDB-4298-8C79-4205E29F3D7D}" destId="{F200155A-6512-4D2C-92E8-53E7E8F78ABE}" srcOrd="4" destOrd="0" presId="urn:microsoft.com/office/officeart/2005/8/layout/venn1"/>
    <dgm:cxn modelId="{912D7F3E-F2CF-4F9F-B954-666ADAACDA8E}" type="presParOf" srcId="{8AC5204F-DFDB-4298-8C79-4205E29F3D7D}" destId="{09B1C9FF-927F-469B-A488-401C882AFB3E}"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141183-0C08-4384-806F-B55ECF27CF92}">
      <dsp:nvSpPr>
        <dsp:cNvPr id="0" name=""/>
        <dsp:cNvSpPr/>
      </dsp:nvSpPr>
      <dsp:spPr>
        <a:xfrm>
          <a:off x="2771465" y="73700"/>
          <a:ext cx="3537637" cy="3537637"/>
        </a:xfrm>
        <a:prstGeom prst="ellipse">
          <a:avLst/>
        </a:prstGeom>
        <a:solidFill>
          <a:schemeClr val="accent4">
            <a:hueOff val="0"/>
            <a:satOff val="0"/>
            <a:lumOff val="0"/>
            <a:alpha val="25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endParaRPr lang="en-US" sz="6500" kern="1200">
            <a:solidFill>
              <a:schemeClr val="bg2">
                <a:lumMod val="10000"/>
              </a:schemeClr>
            </a:solidFill>
          </a:endParaRPr>
        </a:p>
      </dsp:txBody>
      <dsp:txXfrm>
        <a:off x="3243150" y="692787"/>
        <a:ext cx="2594267" cy="1591936"/>
      </dsp:txXfrm>
    </dsp:sp>
    <dsp:sp modelId="{8A5EBD17-96E2-423C-BBF1-B8D513D9F2F7}">
      <dsp:nvSpPr>
        <dsp:cNvPr id="0" name=""/>
        <dsp:cNvSpPr/>
      </dsp:nvSpPr>
      <dsp:spPr>
        <a:xfrm>
          <a:off x="4047963" y="2284724"/>
          <a:ext cx="3537637" cy="3537637"/>
        </a:xfrm>
        <a:prstGeom prst="ellipse">
          <a:avLst/>
        </a:prstGeom>
        <a:solidFill>
          <a:schemeClr val="accent4">
            <a:hueOff val="5517457"/>
            <a:satOff val="-28512"/>
            <a:lumOff val="4705"/>
            <a:alpha val="25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n-US" sz="6500" kern="1200"/>
            <a:t> </a:t>
          </a:r>
        </a:p>
      </dsp:txBody>
      <dsp:txXfrm>
        <a:off x="5129890" y="3198613"/>
        <a:ext cx="2122582" cy="1945700"/>
      </dsp:txXfrm>
    </dsp:sp>
    <dsp:sp modelId="{F200155A-6512-4D2C-92E8-53E7E8F78ABE}">
      <dsp:nvSpPr>
        <dsp:cNvPr id="0" name=""/>
        <dsp:cNvSpPr/>
      </dsp:nvSpPr>
      <dsp:spPr>
        <a:xfrm>
          <a:off x="1494968" y="2284724"/>
          <a:ext cx="3537637" cy="3537637"/>
        </a:xfrm>
        <a:prstGeom prst="ellipse">
          <a:avLst/>
        </a:prstGeom>
        <a:solidFill>
          <a:schemeClr val="accent4">
            <a:hueOff val="11034913"/>
            <a:satOff val="-57025"/>
            <a:lumOff val="9409"/>
            <a:alpha val="25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n-US" sz="6500" kern="1200"/>
            <a:t> </a:t>
          </a:r>
        </a:p>
      </dsp:txBody>
      <dsp:txXfrm>
        <a:off x="1828095" y="3198613"/>
        <a:ext cx="2122582" cy="19457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141183-0C08-4384-806F-B55ECF27CF92}">
      <dsp:nvSpPr>
        <dsp:cNvPr id="0" name=""/>
        <dsp:cNvSpPr/>
      </dsp:nvSpPr>
      <dsp:spPr>
        <a:xfrm>
          <a:off x="2771465" y="73700"/>
          <a:ext cx="3537637" cy="3537637"/>
        </a:xfrm>
        <a:prstGeom prst="ellipse">
          <a:avLst/>
        </a:prstGeom>
        <a:solidFill>
          <a:schemeClr val="accent4">
            <a:hueOff val="0"/>
            <a:satOff val="0"/>
            <a:lumOff val="0"/>
            <a:alpha val="25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endParaRPr lang="en-US" sz="6500" kern="1200">
            <a:solidFill>
              <a:schemeClr val="bg2">
                <a:lumMod val="10000"/>
              </a:schemeClr>
            </a:solidFill>
          </a:endParaRPr>
        </a:p>
      </dsp:txBody>
      <dsp:txXfrm>
        <a:off x="3243150" y="692787"/>
        <a:ext cx="2594267" cy="1591936"/>
      </dsp:txXfrm>
    </dsp:sp>
    <dsp:sp modelId="{8A5EBD17-96E2-423C-BBF1-B8D513D9F2F7}">
      <dsp:nvSpPr>
        <dsp:cNvPr id="0" name=""/>
        <dsp:cNvSpPr/>
      </dsp:nvSpPr>
      <dsp:spPr>
        <a:xfrm>
          <a:off x="4047963" y="2284724"/>
          <a:ext cx="3537637" cy="3537637"/>
        </a:xfrm>
        <a:prstGeom prst="ellipse">
          <a:avLst/>
        </a:prstGeom>
        <a:solidFill>
          <a:schemeClr val="accent4">
            <a:hueOff val="5517457"/>
            <a:satOff val="-28512"/>
            <a:lumOff val="4705"/>
            <a:alpha val="25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n-US" sz="6500" kern="1200"/>
            <a:t> </a:t>
          </a:r>
        </a:p>
      </dsp:txBody>
      <dsp:txXfrm>
        <a:off x="5129890" y="3198613"/>
        <a:ext cx="2122582" cy="1945700"/>
      </dsp:txXfrm>
    </dsp:sp>
    <dsp:sp modelId="{F200155A-6512-4D2C-92E8-53E7E8F78ABE}">
      <dsp:nvSpPr>
        <dsp:cNvPr id="0" name=""/>
        <dsp:cNvSpPr/>
      </dsp:nvSpPr>
      <dsp:spPr>
        <a:xfrm>
          <a:off x="1494968" y="2284724"/>
          <a:ext cx="3537637" cy="3537637"/>
        </a:xfrm>
        <a:prstGeom prst="ellipse">
          <a:avLst/>
        </a:prstGeom>
        <a:solidFill>
          <a:schemeClr val="accent4">
            <a:hueOff val="11034913"/>
            <a:satOff val="-57025"/>
            <a:lumOff val="9409"/>
            <a:alpha val="25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n-US" sz="6500" kern="1200"/>
            <a:t> </a:t>
          </a:r>
        </a:p>
      </dsp:txBody>
      <dsp:txXfrm>
        <a:off x="1828095" y="3198613"/>
        <a:ext cx="2122582" cy="1945700"/>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p11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978" name="Google Shape;978;p11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p11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985" name="Google Shape;985;p11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p11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134" name="Google Shape;1134;p11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6"/>
        <p:cNvGrpSpPr/>
        <p:nvPr/>
      </p:nvGrpSpPr>
      <p:grpSpPr>
        <a:xfrm>
          <a:off x="0" y="0"/>
          <a:ext cx="0" cy="0"/>
          <a:chOff x="0" y="0"/>
          <a:chExt cx="0" cy="0"/>
        </a:xfrm>
      </p:grpSpPr>
      <p:sp>
        <p:nvSpPr>
          <p:cNvPr id="1577" name="Google Shape;1577;g3604b1193ee_0_320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8" name="Google Shape;1578;g3604b1193ee_0_320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 b="1">
                <a:latin typeface="Arial"/>
                <a:ea typeface="Arial"/>
                <a:cs typeface="Arial"/>
                <a:sym typeface="Arial"/>
              </a:rPr>
              <a:t>Talk Track:</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This slide outlines the key elements that constitute a modern private cloud. The core pillars—Security Governance and Compliance, Management, Automated Operations, Data Protection and Recovery, and Virtualized Infrastructure—form the backbone of the private cloud. While the specific sub-components can be tailored to meet different needs, the general construct remains the same. This flexibility allows organizations to build a private cloud that is secure, efficient, and resilient, tailored to their specific requirements.</a:t>
            </a:r>
            <a:br>
              <a:rPr lang="en">
                <a:solidFill>
                  <a:srgbClr val="0E0E0E"/>
                </a:solidFill>
                <a:latin typeface="Arial"/>
                <a:ea typeface="Arial"/>
                <a:cs typeface="Arial"/>
                <a:sym typeface="Arial"/>
              </a:rPr>
            </a:br>
            <a:br>
              <a:rPr lang="en">
                <a:solidFill>
                  <a:srgbClr val="0E0E0E"/>
                </a:solidFill>
                <a:latin typeface="Arial"/>
                <a:ea typeface="Arial"/>
                <a:cs typeface="Arial"/>
                <a:sym typeface="Arial"/>
              </a:rPr>
            </a:br>
            <a:r>
              <a:rPr lang="en" b="1">
                <a:solidFill>
                  <a:srgbClr val="0E0E0E"/>
                </a:solidFill>
                <a:latin typeface="Arial"/>
                <a:ea typeface="Arial"/>
                <a:cs typeface="Arial"/>
                <a:sym typeface="Arial"/>
              </a:rPr>
              <a:t>Security Governance and Compliance</a:t>
            </a:r>
            <a:br>
              <a:rPr lang="en">
                <a:solidFill>
                  <a:srgbClr val="0E0E0E"/>
                </a:solidFill>
                <a:latin typeface="Arial"/>
                <a:ea typeface="Arial"/>
                <a:cs typeface="Arial"/>
                <a:sym typeface="Arial"/>
              </a:rPr>
            </a:b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Identity and RBAC (Role-Based Access Control)</a:t>
            </a:r>
            <a:r>
              <a:rPr lang="en">
                <a:solidFill>
                  <a:srgbClr val="0E0E0E"/>
                </a:solidFill>
                <a:latin typeface="Arial"/>
                <a:ea typeface="Arial"/>
                <a:cs typeface="Arial"/>
                <a:sym typeface="Arial"/>
              </a:rPr>
              <a:t>: Ensures secure access management.</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Auditing and SIEM (Security Information and Event Management)</a:t>
            </a:r>
            <a:r>
              <a:rPr lang="en">
                <a:solidFill>
                  <a:srgbClr val="0E0E0E"/>
                </a:solidFill>
                <a:latin typeface="Arial"/>
                <a:ea typeface="Arial"/>
                <a:cs typeface="Arial"/>
                <a:sym typeface="Arial"/>
              </a:rPr>
              <a:t>: Provides monitoring and auditing capabilities.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Constraint-Based Management</a:t>
            </a:r>
            <a:r>
              <a:rPr lang="en">
                <a:solidFill>
                  <a:srgbClr val="0E0E0E"/>
                </a:solidFill>
                <a:latin typeface="Arial"/>
                <a:ea typeface="Arial"/>
                <a:cs typeface="Arial"/>
                <a:sym typeface="Arial"/>
              </a:rPr>
              <a:t>: Enforces policies and constraints for compliance.</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Data Governance</a:t>
            </a:r>
            <a:r>
              <a:rPr lang="en">
                <a:solidFill>
                  <a:srgbClr val="0E0E0E"/>
                </a:solidFill>
                <a:latin typeface="Arial"/>
                <a:ea typeface="Arial"/>
                <a:cs typeface="Arial"/>
                <a:sym typeface="Arial"/>
              </a:rPr>
              <a:t>: Manages data integrity and privacy.</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Compliance Enforcement</a:t>
            </a:r>
            <a:r>
              <a:rPr lang="en">
                <a:solidFill>
                  <a:srgbClr val="0E0E0E"/>
                </a:solidFill>
                <a:latin typeface="Arial"/>
                <a:ea typeface="Arial"/>
                <a:cs typeface="Arial"/>
                <a:sym typeface="Arial"/>
              </a:rPr>
              <a:t>: Ensures adherence to regulatory standards.</a:t>
            </a:r>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br>
              <a:rPr lang="en">
                <a:solidFill>
                  <a:srgbClr val="0E0E0E"/>
                </a:solidFill>
                <a:latin typeface="Arial"/>
                <a:ea typeface="Arial"/>
                <a:cs typeface="Arial"/>
                <a:sym typeface="Arial"/>
              </a:rPr>
            </a:br>
            <a:r>
              <a:rPr lang="en" b="1">
                <a:solidFill>
                  <a:srgbClr val="0E0E0E"/>
                </a:solidFill>
                <a:latin typeface="Arial"/>
                <a:ea typeface="Arial"/>
                <a:cs typeface="Arial"/>
                <a:sym typeface="Arial"/>
              </a:rPr>
              <a:t>Management</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Self-Service Portal</a:t>
            </a:r>
            <a:r>
              <a:rPr lang="en">
                <a:solidFill>
                  <a:srgbClr val="0E0E0E"/>
                </a:solidFill>
                <a:latin typeface="Arial"/>
                <a:ea typeface="Arial"/>
                <a:cs typeface="Arial"/>
                <a:sym typeface="Arial"/>
              </a:rPr>
              <a:t>: Allows users to access and manage resources independently.</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API | CLI | CI/CD</a:t>
            </a:r>
            <a:r>
              <a:rPr lang="en">
                <a:solidFill>
                  <a:srgbClr val="0E0E0E"/>
                </a:solidFill>
                <a:latin typeface="Arial"/>
                <a:ea typeface="Arial"/>
                <a:cs typeface="Arial"/>
                <a:sym typeface="Arial"/>
              </a:rPr>
              <a:t>: Facilitates automation and integration through various interfaces.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Infra-as-Code</a:t>
            </a:r>
            <a:r>
              <a:rPr lang="en">
                <a:solidFill>
                  <a:srgbClr val="0E0E0E"/>
                </a:solidFill>
                <a:latin typeface="Arial"/>
                <a:ea typeface="Arial"/>
                <a:cs typeface="Arial"/>
                <a:sym typeface="Arial"/>
              </a:rPr>
              <a:t>: Enables infrastructure management through code for consistency and repeatability.</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Data Services</a:t>
            </a:r>
            <a:r>
              <a:rPr lang="en">
                <a:solidFill>
                  <a:srgbClr val="0E0E0E"/>
                </a:solidFill>
                <a:latin typeface="Arial"/>
                <a:ea typeface="Arial"/>
                <a:cs typeface="Arial"/>
                <a:sym typeface="Arial"/>
              </a:rPr>
              <a:t>: Manages data storage and retrieval.</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App Runtime Services</a:t>
            </a:r>
            <a:r>
              <a:rPr lang="en">
                <a:solidFill>
                  <a:srgbClr val="0E0E0E"/>
                </a:solidFill>
                <a:latin typeface="Arial"/>
                <a:ea typeface="Arial"/>
                <a:cs typeface="Arial"/>
                <a:sym typeface="Arial"/>
              </a:rPr>
              <a:t>: Provides environments for running applications.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AI/ML Services</a:t>
            </a:r>
            <a:r>
              <a:rPr lang="en">
                <a:solidFill>
                  <a:srgbClr val="0E0E0E"/>
                </a:solidFill>
                <a:latin typeface="Arial"/>
                <a:ea typeface="Arial"/>
                <a:cs typeface="Arial"/>
                <a:sym typeface="Arial"/>
              </a:rPr>
              <a:t>: Supports artificial intelligence and machine learning workloads.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LBaaS Services</a:t>
            </a:r>
            <a:r>
              <a:rPr lang="en">
                <a:solidFill>
                  <a:srgbClr val="0E0E0E"/>
                </a:solidFill>
                <a:latin typeface="Arial"/>
                <a:ea typeface="Arial"/>
                <a:cs typeface="Arial"/>
                <a:sym typeface="Arial"/>
              </a:rPr>
              <a:t>: Offers Load Balancer as a Service for optimal traffic distribution.</a:t>
            </a:r>
            <a:endParaRPr/>
          </a:p>
          <a:p>
            <a:pPr marL="0" lvl="0" indent="0" algn="l" rtl="0">
              <a:spcBef>
                <a:spcPts val="0"/>
              </a:spcBef>
              <a:spcAft>
                <a:spcPts val="0"/>
              </a:spcAft>
              <a:buNone/>
            </a:pPr>
            <a:br>
              <a:rPr lang="en">
                <a:solidFill>
                  <a:srgbClr val="0E0E0E"/>
                </a:solidFill>
                <a:latin typeface="Arial"/>
                <a:ea typeface="Arial"/>
                <a:cs typeface="Arial"/>
                <a:sym typeface="Arial"/>
              </a:rPr>
            </a:br>
            <a:endParaRPr>
              <a:solidFill>
                <a:srgbClr val="0E0E0E"/>
              </a:solidFill>
              <a:latin typeface="Arial"/>
              <a:ea typeface="Arial"/>
              <a:cs typeface="Arial"/>
              <a:sym typeface="Arial"/>
            </a:endParaRPr>
          </a:p>
          <a:p>
            <a:pPr marL="0" lvl="0" indent="0" algn="l" rtl="0">
              <a:spcBef>
                <a:spcPts val="0"/>
              </a:spcBef>
              <a:spcAft>
                <a:spcPts val="0"/>
              </a:spcAft>
              <a:buNone/>
            </a:pPr>
            <a:r>
              <a:rPr lang="en" b="1">
                <a:solidFill>
                  <a:srgbClr val="0E0E0E"/>
                </a:solidFill>
                <a:latin typeface="Arial"/>
                <a:ea typeface="Arial"/>
                <a:cs typeface="Arial"/>
                <a:sym typeface="Arial"/>
              </a:rPr>
              <a:t>Automated Operations</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Performance Optimization</a:t>
            </a:r>
            <a:r>
              <a:rPr lang="en">
                <a:solidFill>
                  <a:srgbClr val="0E0E0E"/>
                </a:solidFill>
                <a:latin typeface="Arial"/>
                <a:ea typeface="Arial"/>
                <a:cs typeface="Arial"/>
                <a:sym typeface="Arial"/>
              </a:rPr>
              <a:t>: Enhances system performance.</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Visibility and Observability</a:t>
            </a:r>
            <a:r>
              <a:rPr lang="en">
                <a:solidFill>
                  <a:srgbClr val="0E0E0E"/>
                </a:solidFill>
                <a:latin typeface="Arial"/>
                <a:ea typeface="Arial"/>
                <a:cs typeface="Arial"/>
                <a:sym typeface="Arial"/>
              </a:rPr>
              <a:t>: Provides insights into system health and operations.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Analytics and Reporting</a:t>
            </a:r>
            <a:r>
              <a:rPr lang="en">
                <a:solidFill>
                  <a:srgbClr val="0E0E0E"/>
                </a:solidFill>
                <a:latin typeface="Arial"/>
                <a:ea typeface="Arial"/>
                <a:cs typeface="Arial"/>
                <a:sym typeface="Arial"/>
              </a:rPr>
              <a:t>: Delivers actionable data insights.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Cost Efficiency Management</a:t>
            </a:r>
            <a:r>
              <a:rPr lang="en">
                <a:solidFill>
                  <a:srgbClr val="0E0E0E"/>
                </a:solidFill>
                <a:latin typeface="Arial"/>
                <a:ea typeface="Arial"/>
                <a:cs typeface="Arial"/>
                <a:sym typeface="Arial"/>
              </a:rPr>
              <a:t>: Controls and reduces operational costs.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Capacity Management</a:t>
            </a:r>
            <a:r>
              <a:rPr lang="en">
                <a:solidFill>
                  <a:srgbClr val="0E0E0E"/>
                </a:solidFill>
                <a:latin typeface="Arial"/>
                <a:ea typeface="Arial"/>
                <a:cs typeface="Arial"/>
                <a:sym typeface="Arial"/>
              </a:rPr>
              <a:t>: Ensures adequate resource provisioning.</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Configuration Management</a:t>
            </a:r>
            <a:r>
              <a:rPr lang="en">
                <a:solidFill>
                  <a:srgbClr val="0E0E0E"/>
                </a:solidFill>
                <a:latin typeface="Arial"/>
                <a:ea typeface="Arial"/>
                <a:cs typeface="Arial"/>
                <a:sym typeface="Arial"/>
              </a:rPr>
              <a:t>: Maintains and manages system configurations.</a:t>
            </a:r>
            <a:endParaRPr/>
          </a:p>
          <a:p>
            <a:pPr marL="0" lvl="0" indent="0" algn="l" rtl="0">
              <a:spcBef>
                <a:spcPts val="0"/>
              </a:spcBef>
              <a:spcAft>
                <a:spcPts val="0"/>
              </a:spcAft>
              <a:buNone/>
            </a:pPr>
            <a:br>
              <a:rPr lang="en">
                <a:solidFill>
                  <a:srgbClr val="0E0E0E"/>
                </a:solidFill>
                <a:latin typeface="Arial"/>
                <a:ea typeface="Arial"/>
                <a:cs typeface="Arial"/>
                <a:sym typeface="Arial"/>
              </a:rPr>
            </a:br>
            <a:endParaRPr>
              <a:solidFill>
                <a:srgbClr val="0E0E0E"/>
              </a:solidFill>
              <a:latin typeface="Arial"/>
              <a:ea typeface="Arial"/>
              <a:cs typeface="Arial"/>
              <a:sym typeface="Arial"/>
            </a:endParaRPr>
          </a:p>
          <a:p>
            <a:pPr marL="0" lvl="0" indent="0" algn="l" rtl="0">
              <a:spcBef>
                <a:spcPts val="0"/>
              </a:spcBef>
              <a:spcAft>
                <a:spcPts val="0"/>
              </a:spcAft>
              <a:buNone/>
            </a:pPr>
            <a:r>
              <a:rPr lang="en" b="1">
                <a:solidFill>
                  <a:srgbClr val="0E0E0E"/>
                </a:solidFill>
                <a:latin typeface="Arial"/>
                <a:ea typeface="Arial"/>
                <a:cs typeface="Arial"/>
                <a:sym typeface="Arial"/>
              </a:rPr>
              <a:t>Data Protection and Recovery</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Data Protection</a:t>
            </a:r>
            <a:r>
              <a:rPr lang="en">
                <a:solidFill>
                  <a:srgbClr val="0E0E0E"/>
                </a:solidFill>
                <a:latin typeface="Arial"/>
                <a:ea typeface="Arial"/>
                <a:cs typeface="Arial"/>
                <a:sym typeface="Arial"/>
              </a:rPr>
              <a:t>: Safeguards data against loss and breaches.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Disaster Recovery</a:t>
            </a:r>
            <a:r>
              <a:rPr lang="en">
                <a:solidFill>
                  <a:srgbClr val="0E0E0E"/>
                </a:solidFill>
                <a:latin typeface="Arial"/>
                <a:ea typeface="Arial"/>
                <a:cs typeface="Arial"/>
                <a:sym typeface="Arial"/>
              </a:rPr>
              <a:t>: Plans for quick recovery from disruptions.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Disaster Avoidance</a:t>
            </a:r>
            <a:r>
              <a:rPr lang="en">
                <a:solidFill>
                  <a:srgbClr val="0E0E0E"/>
                </a:solidFill>
                <a:latin typeface="Arial"/>
                <a:ea typeface="Arial"/>
                <a:cs typeface="Arial"/>
                <a:sym typeface="Arial"/>
              </a:rPr>
              <a:t>: Proactively prevents potential disasters.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Ransomware Recovery</a:t>
            </a:r>
            <a:r>
              <a:rPr lang="en">
                <a:solidFill>
                  <a:srgbClr val="0E0E0E"/>
                </a:solidFill>
                <a:latin typeface="Arial"/>
                <a:ea typeface="Arial"/>
                <a:cs typeface="Arial"/>
                <a:sym typeface="Arial"/>
              </a:rPr>
              <a:t>: Specialized recovery procedures for ransomware attacks.</a:t>
            </a:r>
            <a:endParaRPr/>
          </a:p>
          <a:p>
            <a:pPr marL="0" lvl="0" indent="0" algn="l" rtl="0">
              <a:spcBef>
                <a:spcPts val="0"/>
              </a:spcBef>
              <a:spcAft>
                <a:spcPts val="0"/>
              </a:spcAft>
              <a:buNone/>
            </a:pPr>
            <a:br>
              <a:rPr lang="en">
                <a:solidFill>
                  <a:srgbClr val="0E0E0E"/>
                </a:solidFill>
                <a:latin typeface="Arial"/>
                <a:ea typeface="Arial"/>
                <a:cs typeface="Arial"/>
                <a:sym typeface="Arial"/>
              </a:rPr>
            </a:br>
            <a:endParaRPr>
              <a:solidFill>
                <a:srgbClr val="0E0E0E"/>
              </a:solidFill>
              <a:latin typeface="Arial"/>
              <a:ea typeface="Arial"/>
              <a:cs typeface="Arial"/>
              <a:sym typeface="Arial"/>
            </a:endParaRPr>
          </a:p>
          <a:p>
            <a:pPr marL="0" lvl="0" indent="0" algn="l" rtl="0">
              <a:spcBef>
                <a:spcPts val="0"/>
              </a:spcBef>
              <a:spcAft>
                <a:spcPts val="0"/>
              </a:spcAft>
              <a:buNone/>
            </a:pPr>
            <a:r>
              <a:rPr lang="en" b="1">
                <a:solidFill>
                  <a:srgbClr val="0E0E0E"/>
                </a:solidFill>
                <a:latin typeface="Arial"/>
                <a:ea typeface="Arial"/>
                <a:cs typeface="Arial"/>
                <a:sym typeface="Arial"/>
              </a:rPr>
              <a:t>Virtualized Infrastructure</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Compute (vSphere)</a:t>
            </a:r>
            <a:r>
              <a:rPr lang="en">
                <a:solidFill>
                  <a:srgbClr val="0E0E0E"/>
                </a:solidFill>
                <a:latin typeface="Arial"/>
                <a:ea typeface="Arial"/>
                <a:cs typeface="Arial"/>
                <a:sym typeface="Arial"/>
              </a:rPr>
              <a:t>: Provides virtualized computing resources.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Storage (vSAN)</a:t>
            </a:r>
            <a:r>
              <a:rPr lang="en">
                <a:solidFill>
                  <a:srgbClr val="0E0E0E"/>
                </a:solidFill>
                <a:latin typeface="Arial"/>
                <a:ea typeface="Arial"/>
                <a:cs typeface="Arial"/>
                <a:sym typeface="Arial"/>
              </a:rPr>
              <a:t>: Offers scalable storage solutions.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Network (NSX)</a:t>
            </a:r>
            <a:r>
              <a:rPr lang="en">
                <a:solidFill>
                  <a:srgbClr val="0E0E0E"/>
                </a:solidFill>
                <a:latin typeface="Arial"/>
                <a:ea typeface="Arial"/>
                <a:cs typeface="Arial"/>
                <a:sym typeface="Arial"/>
              </a:rPr>
              <a:t>: Delivers comprehensive network virtualization and security.</a:t>
            </a:r>
            <a:endParaRPr/>
          </a:p>
          <a:p>
            <a:pPr marL="0" lvl="0" indent="0" algn="l" rtl="0">
              <a:spcBef>
                <a:spcPts val="0"/>
              </a:spcBef>
              <a:spcAft>
                <a:spcPts val="0"/>
              </a:spcAft>
              <a:buNone/>
            </a:pPr>
            <a:endParaRPr>
              <a:solidFill>
                <a:srgbClr val="0E0E0E"/>
              </a:solidFill>
              <a:latin typeface="Arial"/>
              <a:ea typeface="Arial"/>
              <a:cs typeface="Arial"/>
              <a:sym typeface="Arial"/>
            </a:endParaRPr>
          </a:p>
        </p:txBody>
      </p:sp>
      <p:sp>
        <p:nvSpPr>
          <p:cNvPr id="1579" name="Google Shape;1579;g3604b1193ee_0_320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Arial"/>
              <a:buNone/>
            </a:pPr>
            <a:fld id="{00000000-1234-1234-1234-123412341234}" type="slidenum">
              <a:rPr lang="e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31F3C-4898-9D39-EC06-38D105165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3304A-84DE-BBC9-48D1-624AD1A643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68C938-09AC-039A-3800-FEE0536C930D}"/>
              </a:ext>
            </a:extLst>
          </p:cNvPr>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ea typeface="+mn-ea"/>
                <a:cs typeface="+mn-cs"/>
              </a:rPr>
              <a:t>Presenter Note – this slide contains animation.</a:t>
            </a:r>
          </a:p>
          <a:p>
            <a:pPr marL="0" indent="0">
              <a:buNone/>
            </a:pPr>
            <a:endParaRPr lang="en-US" sz="1200" b="1" dirty="0">
              <a:solidFill>
                <a:schemeClr val="tx1"/>
              </a:solidFill>
              <a:latin typeface="Arial" panose="020B0604020202020204" pitchFamily="34" charset="0"/>
            </a:endParaRPr>
          </a:p>
          <a:p>
            <a:r>
              <a:rPr lang="en-US" b="1" dirty="0"/>
              <a:t>Key Message:</a:t>
            </a:r>
            <a:br>
              <a:rPr lang="en-US" dirty="0"/>
            </a:br>
            <a:r>
              <a:rPr lang="en-US" dirty="0"/>
              <a:t>VCF Architecture can be defined following three (3) private cloud constructs.</a:t>
            </a:r>
            <a:br>
              <a:rPr lang="en-US" dirty="0"/>
            </a:br>
            <a:br>
              <a:rPr lang="en-US" dirty="0"/>
            </a:br>
            <a:r>
              <a:rPr lang="en-US" b="1" dirty="0"/>
              <a:t>Talk Track:</a:t>
            </a:r>
            <a:br>
              <a:rPr lang="en-US" dirty="0"/>
            </a:br>
            <a:r>
              <a:rPr lang="en-US" dirty="0"/>
              <a:t>In order to understand the constructs of a VCF Private Cloud, you need to be familiar with VCF Instances and VCF Fleets.</a:t>
            </a:r>
            <a:br>
              <a:rPr lang="en-US" dirty="0"/>
            </a:br>
            <a:br>
              <a:rPr lang="en-US" dirty="0"/>
            </a:br>
            <a:r>
              <a:rPr lang="en-US" dirty="0"/>
              <a:t>The first vSphere cluster of a VCF instance is configured as part of a management domain and is used to host the management components. The SDDC Manager appliance is deployed to the management domain.</a:t>
            </a:r>
          </a:p>
          <a:p>
            <a:endParaRPr lang="en-US" dirty="0"/>
          </a:p>
          <a:p>
            <a:r>
              <a:rPr lang="en-US" dirty="0"/>
              <a:t>&lt;click 1&gt;</a:t>
            </a:r>
          </a:p>
          <a:p>
            <a:r>
              <a:rPr lang="en-US" dirty="0"/>
              <a:t>Additional workload domains can be created to scale a deployment which are each configured with their own vCenter server and a single or shared NSX instance.  </a:t>
            </a:r>
          </a:p>
          <a:p>
            <a:endParaRPr lang="en-US" dirty="0"/>
          </a:p>
          <a:p>
            <a:r>
              <a:rPr lang="en-US" dirty="0"/>
              <a:t>&lt;click 2&gt;</a:t>
            </a:r>
          </a:p>
          <a:p>
            <a:r>
              <a:rPr lang="en-US" dirty="0"/>
              <a:t>A VCF Fleet can be comprised of one of more VCF instances and is managed by a single set of fleet-level management components. Fleet management components comprise of a single instance of VCF Operations and a single instance of VCF Automation.  The VCF Operations and VCF Automation instances can be used across all domains within a VCF instance and across one or more VCF instances.  A VCF Fleet can be deployed across a single region or a dual region deployment.</a:t>
            </a:r>
          </a:p>
          <a:p>
            <a:endParaRPr lang="en-US" dirty="0"/>
          </a:p>
          <a:p>
            <a:r>
              <a:rPr lang="en-US" dirty="0"/>
              <a:t>&lt;click 3&gt;</a:t>
            </a:r>
          </a:p>
          <a:p>
            <a:r>
              <a:rPr lang="en-US" dirty="0"/>
              <a:t>A VCF Private Cloud is the highest level of management and consumption for the underlying software defined data center resources.  A VCF Private Cloud can contain one of more VCF Fleets.</a:t>
            </a:r>
            <a:br>
              <a:rPr lang="en-US" dirty="0"/>
            </a:br>
            <a:br>
              <a:rPr lang="en-US" dirty="0"/>
            </a:br>
            <a:r>
              <a:rPr lang="en-US" b="1" dirty="0"/>
              <a:t>Notes:</a:t>
            </a:r>
          </a:p>
          <a:p>
            <a:endParaRPr lang="en-US" dirty="0"/>
          </a:p>
          <a:p>
            <a:r>
              <a:rPr lang="en-US" b="1" dirty="0"/>
              <a:t>Resources: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Arial" panose="020B0604020202020204" pitchFamily="34" charset="0"/>
                <a:ea typeface="+mn-ea"/>
                <a:cs typeface="+mn-cs"/>
              </a:rPr>
              <a:t>Refer to the VMware Cloud Foundation Design Guide for further information</a:t>
            </a:r>
            <a:br>
              <a:rPr lang="en-US" sz="1200" b="0" u="none" strike="noStrike" kern="1200" dirty="0">
                <a:solidFill>
                  <a:schemeClr val="tx1"/>
                </a:solidFill>
                <a:effectLst/>
                <a:latin typeface="Arial" panose="020B0604020202020204" pitchFamily="34" charset="0"/>
                <a:ea typeface="+mn-ea"/>
                <a:cs typeface="+mn-cs"/>
              </a:rPr>
            </a:br>
            <a:r>
              <a:rPr lang="en-AU" dirty="0">
                <a:effectLst/>
                <a:latin typeface="Helvetica Neue" panose="02000503000000020004" pitchFamily="2" charset="0"/>
                <a:hlinkClick r:id="rId3"/>
              </a:rPr>
              <a:t>https://techdocs.broadcom.com/us/en/vmware-cis/vcf.html</a:t>
            </a:r>
            <a:r>
              <a:rPr lang="en-AU" dirty="0">
                <a:effectLst/>
                <a:latin typeface="Helvetica Neue" panose="02000503000000020004" pitchFamily="2" charset="0"/>
              </a:rPr>
              <a:t> </a:t>
            </a:r>
          </a:p>
          <a:p>
            <a:endParaRPr lang="en-US" b="1" dirty="0"/>
          </a:p>
        </p:txBody>
      </p:sp>
      <p:sp>
        <p:nvSpPr>
          <p:cNvPr id="4" name="Slide Number Placeholder 3">
            <a:extLst>
              <a:ext uri="{FF2B5EF4-FFF2-40B4-BE49-F238E27FC236}">
                <a16:creationId xmlns:a16="http://schemas.microsoft.com/office/drawing/2014/main" id="{FE9301D1-A843-E81E-8475-B4357528A6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2069550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2"/>
        <p:cNvGrpSpPr/>
        <p:nvPr/>
      </p:nvGrpSpPr>
      <p:grpSpPr>
        <a:xfrm>
          <a:off x="0" y="0"/>
          <a:ext cx="0" cy="0"/>
          <a:chOff x="0" y="0"/>
          <a:chExt cx="0" cy="0"/>
        </a:xfrm>
      </p:grpSpPr>
      <p:sp>
        <p:nvSpPr>
          <p:cNvPr id="1503" name="Google Shape;1503;p13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504" name="Google Shape;1504;p13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VCF 9 Security Configuration Guide contains over two hundred security configuration recommendations. </a:t>
            </a:r>
          </a:p>
          <a:p>
            <a:endParaRPr lang="en-US" sz="1200" dirty="0"/>
          </a:p>
          <a:p>
            <a:r>
              <a:rPr lang="en-US" sz="1200" b="1" dirty="0"/>
              <a:t>VCF Base:</a:t>
            </a:r>
          </a:p>
          <a:p>
            <a:r>
              <a:rPr lang="en-US" sz="1200" b="0" dirty="0"/>
              <a:t>9 total controls that are relevant to multiple VCF products/components.</a:t>
            </a:r>
          </a:p>
          <a:p>
            <a:endParaRPr lang="en-US" sz="1200" b="0" dirty="0"/>
          </a:p>
          <a:p>
            <a:r>
              <a:rPr lang="en-US" sz="1200" b="1" dirty="0"/>
              <a:t>ESX Hosts:</a:t>
            </a:r>
            <a:endParaRPr lang="en-US" sz="1200" b="0" dirty="0"/>
          </a:p>
          <a:p>
            <a:r>
              <a:rPr lang="en-US" sz="1200" b="0" dirty="0"/>
              <a:t>116 controls for securing ESX hosts including 24 VM related controls.</a:t>
            </a:r>
          </a:p>
          <a:p>
            <a:endParaRPr lang="en-US" sz="1200" b="0" dirty="0"/>
          </a:p>
          <a:p>
            <a:r>
              <a:rPr lang="en-US" sz="1200" b="1" dirty="0"/>
              <a:t>vCenter:</a:t>
            </a:r>
            <a:endParaRPr lang="en-US" sz="1200" b="0" dirty="0"/>
          </a:p>
          <a:p>
            <a:r>
              <a:rPr lang="en-US" sz="1200" b="0" dirty="0"/>
              <a:t>52 vCenter controls.</a:t>
            </a:r>
          </a:p>
          <a:p>
            <a:endParaRPr lang="en-US" sz="1200" b="0" dirty="0"/>
          </a:p>
          <a:p>
            <a:r>
              <a:rPr lang="en-US" sz="1200" b="1" dirty="0" err="1"/>
              <a:t>vSAN</a:t>
            </a:r>
            <a:r>
              <a:rPr lang="en-US" sz="1200" b="1" dirty="0"/>
              <a:t>:</a:t>
            </a:r>
          </a:p>
          <a:p>
            <a:r>
              <a:rPr lang="en-US" sz="1200" b="0" dirty="0"/>
              <a:t>14 </a:t>
            </a:r>
            <a:r>
              <a:rPr lang="en-US" sz="1200" b="0" dirty="0" err="1"/>
              <a:t>vSAN</a:t>
            </a:r>
            <a:r>
              <a:rPr lang="en-US" sz="1200" b="0" dirty="0"/>
              <a:t> controls.</a:t>
            </a:r>
          </a:p>
          <a:p>
            <a:endParaRPr lang="en-US" sz="1200" b="0" dirty="0"/>
          </a:p>
          <a:p>
            <a:r>
              <a:rPr lang="en-US" sz="1200" b="1" dirty="0"/>
              <a:t>NSX:</a:t>
            </a:r>
            <a:endParaRPr lang="en-US" sz="1200" b="0" dirty="0"/>
          </a:p>
          <a:p>
            <a:r>
              <a:rPr lang="en-US" sz="1200" b="0" dirty="0"/>
              <a:t>14 NSX controls for the NSX Manager and Edge Nodes.</a:t>
            </a:r>
          </a:p>
          <a:p>
            <a:endParaRPr lang="en-US" sz="1200" b="0" dirty="0"/>
          </a:p>
          <a:p>
            <a:r>
              <a:rPr lang="en-US" sz="1200" b="1" dirty="0"/>
              <a:t>Operations:</a:t>
            </a:r>
            <a:endParaRPr lang="en-US" sz="1200" b="0" dirty="0"/>
          </a:p>
          <a:p>
            <a:r>
              <a:rPr lang="en-US" sz="1200" b="0" dirty="0"/>
              <a:t>21 controls for VCF Operations, VCF Operations for Logs, VCF Operations for Networks and Fleet Management. </a:t>
            </a:r>
          </a:p>
          <a:p>
            <a:endParaRPr lang="en-US" sz="1200" b="0" dirty="0"/>
          </a:p>
          <a:p>
            <a:r>
              <a:rPr lang="en-US" sz="1200" b="0" dirty="0"/>
              <a:t>References:</a:t>
            </a:r>
          </a:p>
          <a:p>
            <a:r>
              <a:rPr lang="en-US" sz="1200" b="0" dirty="0"/>
              <a:t>https://github-vcf.devops.broadcom.net/vcf/Internal-VCF-Security</a:t>
            </a:r>
          </a:p>
          <a:p>
            <a:r>
              <a:rPr lang="en-US" sz="1200" b="0"/>
              <a:t>https://github.com/vmware/vcf-security-and-compliance-guidelines/tree/main/security-configuration-hardening-guide/cloud-foundation/9.0</a:t>
            </a:r>
            <a:endParaRPr lang="en-US" sz="1200" b="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srgbClr val="717074"/>
              </a:solidFill>
              <a:effectLst/>
              <a:uLnTx/>
              <a:uFillTx/>
              <a:latin typeface="Figtree"/>
              <a:ea typeface="+mn-ea"/>
              <a:cs typeface="+mn-cs"/>
            </a:endParaRPr>
          </a:p>
        </p:txBody>
      </p:sp>
    </p:spTree>
    <p:extLst>
      <p:ext uri="{BB962C8B-B14F-4D97-AF65-F5344CB8AC3E}">
        <p14:creationId xmlns:p14="http://schemas.microsoft.com/office/powerpoint/2010/main" val="33991679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2">
          <a:extLst>
            <a:ext uri="{FF2B5EF4-FFF2-40B4-BE49-F238E27FC236}">
              <a16:creationId xmlns:a16="http://schemas.microsoft.com/office/drawing/2014/main" id="{2BC5CCEC-8FD0-723E-DF5F-43A0962581A8}"/>
            </a:ext>
          </a:extLst>
        </p:cNvPr>
        <p:cNvGrpSpPr/>
        <p:nvPr/>
      </p:nvGrpSpPr>
      <p:grpSpPr>
        <a:xfrm>
          <a:off x="0" y="0"/>
          <a:ext cx="0" cy="0"/>
          <a:chOff x="0" y="0"/>
          <a:chExt cx="0" cy="0"/>
        </a:xfrm>
      </p:grpSpPr>
      <p:sp>
        <p:nvSpPr>
          <p:cNvPr id="1503" name="Google Shape;1503;p134:notes">
            <a:extLst>
              <a:ext uri="{FF2B5EF4-FFF2-40B4-BE49-F238E27FC236}">
                <a16:creationId xmlns:a16="http://schemas.microsoft.com/office/drawing/2014/main" id="{89578FA4-52E0-6483-1C33-A8648491AB08}"/>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504" name="Google Shape;1504;p134:notes">
            <a:extLst>
              <a:ext uri="{FF2B5EF4-FFF2-40B4-BE49-F238E27FC236}">
                <a16:creationId xmlns:a16="http://schemas.microsoft.com/office/drawing/2014/main" id="{E91C2F36-512C-FCB0-8D45-2F018EA03395}"/>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050953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Understand the three main goals of VCF security that make us different (and better) than the public cloud and other on-premises vendors.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endParaRPr lang="en-US" sz="1200" b="0"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***ANIMATED***</a:t>
            </a:r>
          </a:p>
          <a:p>
            <a:endParaRPr lang="en-US" dirty="0"/>
          </a:p>
          <a:p>
            <a:r>
              <a:rPr lang="en-US" dirty="0"/>
              <a:t>When we think about cloud infrastructure security there are three main goals we are trying to achieve. First, we want you to be secure quickly, and stay that way. We provide all the capabilities you will need and turn them on by default, but also remain flexible to meet the needs of any workload. No security or compliance effort ever survives contact with real workloads, especially older ones, and having flexibility to meet their needs in a bespoke, tailored fashion is important. One size does not fit all with security.</a:t>
            </a:r>
          </a:p>
          <a:p>
            <a:endParaRPr lang="en-US" dirty="0"/>
          </a:p>
          <a:p>
            <a:r>
              <a:rPr lang="en-US" dirty="0"/>
              <a:t>**CLICK** The second thing we strive for is to drive trust in your infrastructure. And actually, one of the ways to do that is to replace trust with verification and validation, so that you know what the state of your environment is at any given time. You don’t have to take someone else’s word for it, because you control the situation from the ground up.</a:t>
            </a:r>
          </a:p>
          <a:p>
            <a:endParaRPr lang="en-US" dirty="0"/>
          </a:p>
          <a:p>
            <a:r>
              <a:rPr lang="en-US" dirty="0"/>
              <a:t>**CLICK** Third thing is to enable you to be resilient, easily. Resilience has been the primary feature of VMware products since 2005 when vMotion first shipped, and it’s finally getting attention with some of the new compliance standards, like DORA and NIS2. Being resilient to small problems, big problems, ransomware, hurricanes, system failures, disk failures, human error, and more is important, and with VCF you are well-equipped to deal with all of those situations.</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This is important to understand our approach to security. This space is large and talking about specific features can take days, so we approach it from the high level and drill in.</a:t>
            </a:r>
          </a:p>
          <a:p>
            <a:pPr marL="0" lvl="0" indent="0" algn="l" rtl="0">
              <a:lnSpc>
                <a:spcPct val="80000"/>
              </a:lnSpc>
              <a:spcBef>
                <a:spcPts val="0"/>
              </a:spcBef>
              <a:spcAft>
                <a:spcPts val="0"/>
              </a:spcAft>
              <a:buNone/>
            </a:pPr>
            <a:endParaRPr lang="en-US" sz="1200" b="1"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3849906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Understand the three main pillars of information security as a foundation for our approach to security.</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endParaRPr lang="en-US" sz="1200" b="0" i="0" u="none" strike="noStrike" dirty="0">
              <a:solidFill>
                <a:schemeClr val="dk1"/>
              </a:solidFill>
              <a:ea typeface="Arial"/>
              <a:cs typeface="Arial"/>
              <a:sym typeface="Arial"/>
            </a:endParaRPr>
          </a:p>
          <a:p>
            <a:r>
              <a:rPr lang="en-US" dirty="0"/>
              <a:t>One of the other ways we think about security in VCF is through the core tenets to information security, known as the CIA Triad.</a:t>
            </a:r>
          </a:p>
          <a:p>
            <a:endParaRPr lang="en-US" dirty="0"/>
          </a:p>
          <a:p>
            <a:r>
              <a:rPr lang="en-US" dirty="0"/>
              <a:t>Confidentiality means that unauthorized people don’t have access to your data. This is traditionally what people consider security, but there’s actually two other pillars that are really important, too…</a:t>
            </a:r>
          </a:p>
          <a:p>
            <a:endParaRPr lang="en-US" dirty="0"/>
          </a:p>
          <a:p>
            <a:r>
              <a:rPr lang="en-US" dirty="0"/>
              <a:t>…like integrity. Integrity means that our data doesn’t change on us, like if an attacker is able to deposit malware on systems. It also means that we have protections from things that aren’t an attack, per se, like a failing storage device which corrupts data while it fails.</a:t>
            </a:r>
          </a:p>
          <a:p>
            <a:endParaRPr lang="en-US" dirty="0"/>
          </a:p>
          <a:p>
            <a:r>
              <a:rPr lang="en-US" dirty="0"/>
              <a:t>Last is availability. If our data isn’t available to us when we need it, what’s the point of these systems? Availability problems can come from things like ransomware, or even from day-to-day work going on, and we can </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This is important to understand our approach to security. Many IT practitioners do not actually think in this way, and a short overview is helpful as a foundation for both security and compliance.</a:t>
            </a:r>
          </a:p>
          <a:p>
            <a:pPr marL="0" lvl="0" indent="0" algn="l" rtl="0">
              <a:lnSpc>
                <a:spcPct val="80000"/>
              </a:lnSpc>
              <a:spcBef>
                <a:spcPts val="0"/>
              </a:spcBef>
              <a:spcAft>
                <a:spcPts val="0"/>
              </a:spcAft>
              <a:buNone/>
            </a:pPr>
            <a:endParaRPr lang="en-US" sz="1200" b="1"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795841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EA172-3381-5263-2F8E-42CA49A018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1871D0-8C75-C3A0-B518-59581E3D39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76BD5F-2C16-2693-4602-039181BFEB47}"/>
              </a:ext>
            </a:extLst>
          </p:cNvPr>
          <p:cNvSpPr>
            <a:spLocks noGrp="1"/>
          </p:cNvSpPr>
          <p:nvPr>
            <p:ph type="body" idx="1"/>
          </p:nvPr>
        </p:nvSpPr>
        <p:spPr/>
        <p:txBody>
          <a:bodyPr>
            <a:normAutofit/>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Understand how the three main pillars of information security inform the VCF feature set itself.</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***ANIMATED***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a:cs typeface="Arial"/>
              <a:sym typeface="Arial"/>
            </a:endParaRPr>
          </a:p>
          <a:p>
            <a:r>
              <a:rPr lang="en-US" dirty="0"/>
              <a:t>Seen through the lenses of the CIA triad, every feature in Cloud Foundation can be mapped to one or more of those pillars.</a:t>
            </a:r>
          </a:p>
          <a:p>
            <a:endParaRPr lang="en-US" dirty="0"/>
          </a:p>
          <a:p>
            <a:r>
              <a:rPr lang="en-US" dirty="0"/>
              <a:t>**CLICK** This certainly isn’t a complete list of features, but you get the idea here – every feature is, in some way, a security feature, and even more importantly…</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Not a complete list of features and functionality. Wouldn’t fit on the slide.</a:t>
            </a:r>
          </a:p>
          <a:p>
            <a:pPr marL="0" lvl="0" indent="0" algn="l" rtl="0">
              <a:lnSpc>
                <a:spcPct val="80000"/>
              </a:lnSpc>
              <a:spcBef>
                <a:spcPts val="0"/>
              </a:spcBef>
              <a:spcAft>
                <a:spcPts val="0"/>
              </a:spcAft>
              <a:buNone/>
            </a:pPr>
            <a:endParaRPr lang="en-US" sz="1200" b="1"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pPr marL="0" marR="0">
              <a:lnSpc>
                <a:spcPct val="107000"/>
              </a:lnSpc>
              <a:spcBef>
                <a:spcPts val="0"/>
              </a:spcBef>
              <a:spcAft>
                <a:spcPts val="800"/>
              </a:spcAft>
            </a:pPr>
            <a:endParaRPr lang="en-US" dirty="0"/>
          </a:p>
        </p:txBody>
      </p:sp>
      <p:sp>
        <p:nvSpPr>
          <p:cNvPr id="4" name="Slide Number Placeholder 3">
            <a:extLst>
              <a:ext uri="{FF2B5EF4-FFF2-40B4-BE49-F238E27FC236}">
                <a16:creationId xmlns:a16="http://schemas.microsoft.com/office/drawing/2014/main" id="{1BEE5146-0A5F-00C9-898A-306DD668DB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3366155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65958-EDC0-79DC-1F84-0EBD321912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A55355-1789-038C-BD2E-3AC6B0A07E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E7A747-9CCB-2950-3D81-FF2A1C9F40E4}"/>
              </a:ext>
            </a:extLst>
          </p:cNvPr>
          <p:cNvSpPr>
            <a:spLocks noGrp="1"/>
          </p:cNvSpPr>
          <p:nvPr>
            <p:ph type="body" idx="1"/>
          </p:nvPr>
        </p:nvSpPr>
        <p:spPr/>
        <p:txBody>
          <a:bodyPr>
            <a:normAutofit/>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Understand how the three main pillars of information security inform the VCF feature set itself.</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ea typeface="Arial"/>
                <a:cs typeface="Arial"/>
                <a:sym typeface="Arial"/>
              </a:rPr>
              <a:t>Put another way, security is an inherent property of Cloud Foundation. It’s baked in and not bolted on after the fact.</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Not a complete list of features and functionality. Wouldn’t fit on the slide.</a:t>
            </a:r>
          </a:p>
          <a:p>
            <a:pPr marL="0" lvl="0" indent="0" algn="l" rtl="0">
              <a:lnSpc>
                <a:spcPct val="80000"/>
              </a:lnSpc>
              <a:spcBef>
                <a:spcPts val="0"/>
              </a:spcBef>
              <a:spcAft>
                <a:spcPts val="0"/>
              </a:spcAft>
              <a:buNone/>
            </a:pPr>
            <a:endParaRPr lang="en-US" sz="1200" b="1"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pPr marL="0" marR="0">
              <a:lnSpc>
                <a:spcPct val="107000"/>
              </a:lnSpc>
              <a:spcBef>
                <a:spcPts val="0"/>
              </a:spcBef>
              <a:spcAft>
                <a:spcPts val="800"/>
              </a:spcAft>
            </a:pPr>
            <a:endParaRPr lang="en-US" dirty="0"/>
          </a:p>
        </p:txBody>
      </p:sp>
      <p:sp>
        <p:nvSpPr>
          <p:cNvPr id="4" name="Slide Number Placeholder 3">
            <a:extLst>
              <a:ext uri="{FF2B5EF4-FFF2-40B4-BE49-F238E27FC236}">
                <a16:creationId xmlns:a16="http://schemas.microsoft.com/office/drawing/2014/main" id="{BC984C77-3E7B-B05C-FC17-78EDEE49A0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2589946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69EE7-EA02-C246-BB98-A2BABEDE2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6D153-30B8-B3E8-68D9-EAD409B7B7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F0C338-6CE0-0497-54EA-96EE428DA047}"/>
              </a:ext>
            </a:extLst>
          </p:cNvPr>
          <p:cNvSpPr>
            <a:spLocks noGrp="1"/>
          </p:cNvSpPr>
          <p:nvPr>
            <p:ph type="body" idx="1"/>
          </p:nvPr>
        </p:nvSpPr>
        <p:spPr/>
        <p:txBody>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Security isn’t bolted on to VCF, it’s baked in at every layer of the stack</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every feature in VCF is a security feature we could spend days talking about it (and if you’d like that, let us know!). But you get the idea, though – good security is in every layer of the stack, from the hardware itself, up to the hypervisor, through storage and vCenter, protecting workloads, and enabling ease of management at the Cloud Foundation level. We do this because threats exist at all those levels, and each level – both above and below – can help their neighbors out.</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Again, not a complete list of features and functionality.</a:t>
            </a:r>
          </a:p>
          <a:p>
            <a:pPr marL="0" lvl="0" indent="0" algn="l" rtl="0">
              <a:lnSpc>
                <a:spcPct val="80000"/>
              </a:lnSpc>
              <a:spcBef>
                <a:spcPts val="0"/>
              </a:spcBef>
              <a:spcAft>
                <a:spcPts val="0"/>
              </a:spcAft>
              <a:buNone/>
            </a:pPr>
            <a:endParaRPr lang="en-US" sz="1200" b="1"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pPr marL="0" marR="0">
              <a:lnSpc>
                <a:spcPct val="107000"/>
              </a:lnSpc>
              <a:spcBef>
                <a:spcPts val="0"/>
              </a:spcBef>
              <a:spcAft>
                <a:spcPts val="800"/>
              </a:spcAft>
            </a:pPr>
            <a:endParaRPr lang="en-US" dirty="0"/>
          </a:p>
        </p:txBody>
      </p:sp>
      <p:sp>
        <p:nvSpPr>
          <p:cNvPr id="4" name="Slide Number Placeholder 3">
            <a:extLst>
              <a:ext uri="{FF2B5EF4-FFF2-40B4-BE49-F238E27FC236}">
                <a16:creationId xmlns:a16="http://schemas.microsoft.com/office/drawing/2014/main" id="{0DD95C68-2CA1-2409-F5B5-1662D2480F5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14461740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7400" y="609600"/>
            <a:ext cx="5283200" cy="2971800"/>
          </a:xfrm>
        </p:spPr>
      </p:sp>
      <p:sp>
        <p:nvSpPr>
          <p:cNvPr id="3" name="Notes Placeholder 2"/>
          <p:cNvSpPr>
            <a:spLocks noGrp="1"/>
          </p:cNvSpPr>
          <p:nvPr>
            <p:ph type="body" idx="1"/>
          </p:nvPr>
        </p:nvSpPr>
        <p:spPr/>
        <p:txBody>
          <a:bodyPr>
            <a:normAutofit lnSpcReduction="10000"/>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Security is important but resilience is the thing organizations really want, in the face of any sort of issue.</a:t>
            </a:r>
            <a:r>
              <a:rPr lang="en-US" sz="1200" b="0" i="0" u="none" strike="noStrike" dirty="0">
                <a:solidFill>
                  <a:schemeClr val="tx1"/>
                </a:solidFill>
                <a:cs typeface="+mn-cs"/>
                <a:sym typeface="Arial"/>
              </a:rPr>
              <a:t> </a:t>
            </a:r>
            <a:r>
              <a:rPr lang="en-US" sz="1200" b="0" i="0" u="none" strike="noStrike" dirty="0">
                <a:solidFill>
                  <a:schemeClr val="dk1"/>
                </a:solidFill>
                <a:cs typeface="Arial"/>
                <a:sym typeface="Arial"/>
              </a:rPr>
              <a:t>The idea of resilience is woven into our platforms, and not an afterthought.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this all ties back to operational resilience, which is really what most organizations want. The ability to use the platform to avoid, prevent, and recover quickly from issues, whether they are a failed application update, human error, ransomware attack, or a hurricane, with predictable results and costs, has been a hallmark of VMware products for decades.</a:t>
            </a:r>
          </a:p>
          <a:p>
            <a:endParaRPr lang="en-US" dirty="0"/>
          </a:p>
          <a:p>
            <a:r>
              <a:rPr lang="en-US" dirty="0"/>
              <a:t>This is the US National Institute of Standards and Technology’s Cybersecurity Framework 2.0, which does a good job of enumerating the idea of resilience, and again mapping Cloud Foundation functionality to the different parts. The latest version of the cybersecurity framework depicts this as a circle, with one more concept that applies to everything: governance. Governance is very important in an organization, to make sure that what the organization is doing aligns with its mission, ensure that processes are followed, inventory is kept, and so on. Doubly so now with AI technology. Not only does Cloud Foundation have all these deep resilience features, but it also has powerful governance tools through components like Aria Automation.</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Again, not a complete list of features and functionality.</a:t>
            </a:r>
          </a:p>
          <a:p>
            <a:pPr marL="0" lvl="0" indent="0" algn="l" rtl="0">
              <a:lnSpc>
                <a:spcPct val="80000"/>
              </a:lnSpc>
              <a:spcBef>
                <a:spcPts val="0"/>
              </a:spcBef>
              <a:spcAft>
                <a:spcPts val="0"/>
              </a:spcAft>
              <a:buNone/>
            </a:pPr>
            <a:endParaRPr lang="en-US" sz="1200" b="1"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pPr marL="0" marR="0">
              <a:lnSpc>
                <a:spcPct val="107000"/>
              </a:lnSpc>
              <a:spcBef>
                <a:spcPts val="0"/>
              </a:spcBef>
              <a:spcAft>
                <a:spcPts val="800"/>
              </a:spcAft>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3940788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Security inside Cloud Foundation is layered, both for flexibility and for defense-in-depth.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r>
              <a:rPr lang="en-US" dirty="0"/>
              <a:t>So what does this security look like inside the product stack itself?</a:t>
            </a:r>
          </a:p>
          <a:p>
            <a:endParaRPr lang="en-US" dirty="0"/>
          </a:p>
          <a:p>
            <a:r>
              <a:rPr lang="en-US" dirty="0"/>
              <a:t>We create defense-in-depth by weaving a web of security features at every level of Cloud Foundation. There’s a metaphor that is used in the infosec space, comparing defense in depth to slices of Swiss cheese. You line up the layers so that the holes don’t match up and you can detect and prevent things from passing through.</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N/A</a:t>
            </a:r>
          </a:p>
          <a:p>
            <a:pPr marL="0" lvl="0" indent="0" algn="l" rtl="0">
              <a:lnSpc>
                <a:spcPct val="80000"/>
              </a:lnSpc>
              <a:spcBef>
                <a:spcPts val="0"/>
              </a:spcBef>
              <a:spcAft>
                <a:spcPts val="0"/>
              </a:spcAft>
              <a:buNone/>
            </a:pP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p:txBody>
      </p:sp>
      <p:sp>
        <p:nvSpPr>
          <p:cNvPr id="4" name="Slide Number Placeholder 3"/>
          <p:cNvSpPr>
            <a:spLocks noGrp="1"/>
          </p:cNvSpPr>
          <p:nvPr>
            <p:ph type="sldNum" sz="quarter" idx="5"/>
          </p:nvPr>
        </p:nvSpPr>
        <p:spPr/>
        <p:txBody>
          <a:bodyPr/>
          <a:lstStyle/>
          <a:p>
            <a:fld id="{9F4FBC3A-A12C-40F9-BB8D-BC30C7901396}" type="slidenum">
              <a:rPr lang="en-US" smtClean="0"/>
              <a:pPr/>
              <a:t>15</a:t>
            </a:fld>
            <a:endParaRPr lang="en-US" dirty="0"/>
          </a:p>
        </p:txBody>
      </p:sp>
    </p:spTree>
    <p:extLst>
      <p:ext uri="{BB962C8B-B14F-4D97-AF65-F5344CB8AC3E}">
        <p14:creationId xmlns:p14="http://schemas.microsoft.com/office/powerpoint/2010/main" val="6044648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6827A-4527-2BAA-4841-B4442EBCF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A6D317-D7A4-7785-AD1E-0D54B75FF6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6F8B05-A27F-6D9E-BD47-F88C30CB5A7F}"/>
              </a:ext>
            </a:extLst>
          </p:cNvPr>
          <p:cNvSpPr>
            <a:spLocks noGrp="1"/>
          </p:cNvSpPr>
          <p:nvPr>
            <p:ph type="body" idx="1"/>
          </p:nvPr>
        </p:nvSpPr>
        <p:spPr/>
        <p:txBody>
          <a:bodyPr>
            <a:normAutofit/>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Security inside Cloud Foundation is layered, both for flexibility and for defense-in-depth.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r>
              <a:rPr lang="en-US" dirty="0"/>
              <a:t>At the hardware layer itself we take advantage of Secure Boot, Trusted Platform Modules or TPMs, hardware features like Reliable Memory, and CPU-level trust and data protections where they are enabled. Secure Boot and the capabilities of the TPM are important tools to prevent malware on hosts themselves.</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N/A</a:t>
            </a:r>
          </a:p>
          <a:p>
            <a:pPr marL="0" lvl="0" indent="0" algn="l" rtl="0">
              <a:lnSpc>
                <a:spcPct val="80000"/>
              </a:lnSpc>
              <a:spcBef>
                <a:spcPts val="0"/>
              </a:spcBef>
              <a:spcAft>
                <a:spcPts val="0"/>
              </a:spcAft>
              <a:buNone/>
            </a:pP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p:txBody>
      </p:sp>
      <p:sp>
        <p:nvSpPr>
          <p:cNvPr id="4" name="Slide Number Placeholder 3">
            <a:extLst>
              <a:ext uri="{FF2B5EF4-FFF2-40B4-BE49-F238E27FC236}">
                <a16:creationId xmlns:a16="http://schemas.microsoft.com/office/drawing/2014/main" id="{C402488E-264B-2713-E66C-F41FC11B98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33719849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99270-A88C-0CA1-9D21-A9EB807F8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534AC-310A-D333-8BB8-833A43BD5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0CBABF-8327-82CD-8DE3-17F5A07C1F3F}"/>
              </a:ext>
            </a:extLst>
          </p:cNvPr>
          <p:cNvSpPr>
            <a:spLocks noGrp="1"/>
          </p:cNvSpPr>
          <p:nvPr>
            <p:ph type="body" idx="1"/>
          </p:nvPr>
        </p:nvSpPr>
        <p:spPr/>
        <p:txBody>
          <a:bodyPr>
            <a:normAutofit lnSpcReduction="10000"/>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Security inside Cloud Foundation is layered, both for flexibility and for defense-in-depth.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r>
              <a:rPr lang="en-US" dirty="0"/>
              <a:t>Going up a level, </a:t>
            </a:r>
            <a:r>
              <a:rPr lang="en-US" dirty="0" err="1"/>
              <a:t>ESXi</a:t>
            </a:r>
            <a:r>
              <a:rPr lang="en-US" dirty="0"/>
              <a:t> builds on the foundation by enabling signed code execution, helping to ensure that binaries that run on the platform were installed from trusted sources.</a:t>
            </a:r>
          </a:p>
          <a:p>
            <a:endParaRPr lang="en-US" dirty="0"/>
          </a:p>
          <a:p>
            <a:r>
              <a:rPr lang="en-US" dirty="0" err="1"/>
              <a:t>ESXi</a:t>
            </a:r>
            <a:r>
              <a:rPr lang="en-US" dirty="0"/>
              <a:t> encrypts its configuration data, avoiding writing secrets into the clear on flash media (which is effectively </a:t>
            </a:r>
            <a:r>
              <a:rPr lang="en-US" dirty="0" err="1"/>
              <a:t>unsanitize</a:t>
            </a:r>
            <a:r>
              <a:rPr lang="en-US" dirty="0"/>
              <a:t>-able). </a:t>
            </a:r>
          </a:p>
          <a:p>
            <a:endParaRPr lang="en-US" dirty="0"/>
          </a:p>
          <a:p>
            <a:r>
              <a:rPr lang="en-US" dirty="0" err="1"/>
              <a:t>ESXi</a:t>
            </a:r>
            <a:r>
              <a:rPr lang="en-US" dirty="0"/>
              <a:t> seals its encryption keys and other secrets into the TPM, making them very difficult to retrieve and aiding customers with hardware lifecycle operations.</a:t>
            </a:r>
          </a:p>
          <a:p>
            <a:endParaRPr lang="en-US" dirty="0"/>
          </a:p>
          <a:p>
            <a:r>
              <a:rPr lang="en-US" dirty="0"/>
              <a:t>CPU vulnerabilities are flaws in the CPU hardware, and aren’t VMware’s problem, per se, but we have different CPU schedulers to help customers balance the performance impacts of those issues, whether they want to ignore them completely or remediate them fully.</a:t>
            </a:r>
          </a:p>
          <a:p>
            <a:endParaRPr lang="en-US" dirty="0"/>
          </a:p>
          <a:p>
            <a:r>
              <a:rPr lang="en-US" dirty="0"/>
              <a:t>Last on this list, </a:t>
            </a:r>
            <a:r>
              <a:rPr lang="en-US" dirty="0" err="1"/>
              <a:t>ESXi</a:t>
            </a:r>
            <a:r>
              <a:rPr lang="en-US" dirty="0"/>
              <a:t> encapsulates workloads in what we call the “sandbox” which is effectively a firewall for system calls to the hypervisor. If an attacker does something unexpected the sandbox will notice and shut the VM down.</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N/A</a:t>
            </a:r>
          </a:p>
          <a:p>
            <a:pPr marL="0" lvl="0" indent="0" algn="l" rtl="0">
              <a:lnSpc>
                <a:spcPct val="80000"/>
              </a:lnSpc>
              <a:spcBef>
                <a:spcPts val="0"/>
              </a:spcBef>
              <a:spcAft>
                <a:spcPts val="0"/>
              </a:spcAft>
              <a:buNone/>
            </a:pP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endParaRPr lang="en-US" dirty="0"/>
          </a:p>
        </p:txBody>
      </p:sp>
      <p:sp>
        <p:nvSpPr>
          <p:cNvPr id="4" name="Slide Number Placeholder 3">
            <a:extLst>
              <a:ext uri="{FF2B5EF4-FFF2-40B4-BE49-F238E27FC236}">
                <a16:creationId xmlns:a16="http://schemas.microsoft.com/office/drawing/2014/main" id="{AA8053A5-EA34-612E-FCBB-80856FBDB19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30276339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F98CD-F2B4-A816-4E29-A45A5CC2D1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143958-A338-0DDD-D06E-C12D8469BD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F23BF0-5ACE-5DD9-15A7-22E5CBBD2958}"/>
              </a:ext>
            </a:extLst>
          </p:cNvPr>
          <p:cNvSpPr>
            <a:spLocks noGrp="1"/>
          </p:cNvSpPr>
          <p:nvPr>
            <p:ph type="body" idx="1"/>
          </p:nvPr>
        </p:nvSpPr>
        <p:spPr/>
        <p:txBody>
          <a:bodyPr>
            <a:normAutofit fontScale="92500" lnSpcReduction="10000"/>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Security inside Cloud Foundation is layered, both for flexibility and for defense-in-depth.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r>
              <a:rPr lang="en-US" dirty="0"/>
              <a:t>Going up another level, adding vCenter to ESXi to make it what was traditionally known as vSphere, we get other capabilities. We can use the combination of Secure Boot with the Trusted Platform Modules for Measured Boot and determine if the boot configuration of the host is valid or not. If it is, vCenter can attest it, and if it isn’t we can issue alarms to have a human come along and fix it.</a:t>
            </a:r>
          </a:p>
          <a:p>
            <a:endParaRPr lang="en-US" dirty="0"/>
          </a:p>
          <a:p>
            <a:r>
              <a:rPr lang="en-US" dirty="0"/>
              <a:t>vCenter adds a robust set of permissions as role-based access control, helping ensure that you can give people only the privileges they need.</a:t>
            </a:r>
          </a:p>
          <a:p>
            <a:endParaRPr lang="en-US" dirty="0"/>
          </a:p>
          <a:p>
            <a:r>
              <a:rPr lang="en-US" dirty="0"/>
              <a:t>vCenter adds the capability to do VM and vSAN encryption for data-at-rest protections, either using an external KMS or entirely within VCF using Native Key Provider.</a:t>
            </a:r>
          </a:p>
          <a:p>
            <a:endParaRPr lang="en-US" dirty="0"/>
          </a:p>
          <a:p>
            <a:r>
              <a:rPr lang="en-US" dirty="0"/>
              <a:t>The identity federation and services in vSphere enable customers to attach their environments to LDAP sources, as well as use ADFS or Okta or Entra ID or Ping sources directly, enabling multifactor authentication. This can also be done across the whole VCF suite.</a:t>
            </a:r>
          </a:p>
          <a:p>
            <a:endParaRPr lang="en-US" dirty="0"/>
          </a:p>
          <a:p>
            <a:r>
              <a:rPr lang="en-US" dirty="0"/>
              <a:t>Last, we also get things like vMotion, DRS, High Availability, and Fault Tolerance, which we often don’t think about as security features, but they absolutely are. Recall that information security’s three main tenets are confidentiality, integrity, and availability – known as the CIA triad -- and those features speak to availability. They also enable patching, which is the only way to remove a vulnerability from an environment.</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N/A</a:t>
            </a:r>
          </a:p>
          <a:p>
            <a:pPr marL="0" lvl="0" indent="0" algn="l" rtl="0">
              <a:lnSpc>
                <a:spcPct val="80000"/>
              </a:lnSpc>
              <a:spcBef>
                <a:spcPts val="0"/>
              </a:spcBef>
              <a:spcAft>
                <a:spcPts val="0"/>
              </a:spcAft>
              <a:buNone/>
            </a:pP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endParaRPr lang="en-US" dirty="0"/>
          </a:p>
        </p:txBody>
      </p:sp>
      <p:sp>
        <p:nvSpPr>
          <p:cNvPr id="4" name="Slide Number Placeholder 3">
            <a:extLst>
              <a:ext uri="{FF2B5EF4-FFF2-40B4-BE49-F238E27FC236}">
                <a16:creationId xmlns:a16="http://schemas.microsoft.com/office/drawing/2014/main" id="{8A9253E4-CACA-F336-F1B9-47D5E714A5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29950735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F9EB9-C392-1088-E57F-6884E243A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954AFA-AFD4-CE86-8E75-E763343A90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00D9D3-0A58-0C88-290D-2D13D20B284A}"/>
              </a:ext>
            </a:extLst>
          </p:cNvPr>
          <p:cNvSpPr>
            <a:spLocks noGrp="1"/>
          </p:cNvSpPr>
          <p:nvPr>
            <p:ph type="body" idx="1"/>
          </p:nvPr>
        </p:nvSpPr>
        <p:spPr/>
        <p:txBody>
          <a:bodyPr>
            <a:normAutofit fontScale="92500"/>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Security inside Cloud Foundation is layered, both for flexibility and for defense-in-depth.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r>
              <a:rPr lang="en-US" dirty="0"/>
              <a:t>vSAN has a ton of data protection capabilities, more than we can cover in a single slide. The newest Data Protection features are pretty nice, allowing remote storage of snapshots, as well as very efficient snapshot storage, so that you can protect against many issues like a failed application update, guest OS patching risks, and more.</a:t>
            </a:r>
          </a:p>
          <a:p>
            <a:endParaRPr lang="en-US" dirty="0"/>
          </a:p>
          <a:p>
            <a:r>
              <a:rPr lang="en-US" dirty="0"/>
              <a:t>There’s encryption at rest in vSAN, and it is incredibly easy to enable. There’s also encryption in transit, so instead of figuring out complicated network isolation and encryption… it’s just a simple switch. Turn it on, move on with your life. These two features have saved organizations immense amounts of time and money and made what looked like a hard problem into a really easy one.</a:t>
            </a:r>
          </a:p>
          <a:p>
            <a:endParaRPr lang="en-US" dirty="0"/>
          </a:p>
          <a:p>
            <a:r>
              <a:rPr lang="en-US" dirty="0"/>
              <a:t>Stretched clusters let organizations configure replication and fault domains which work with vSphere High Availability and DRS to ensure your data is always protected, again in a way that takes very little staff time to maintain.</a:t>
            </a:r>
          </a:p>
          <a:p>
            <a:endParaRPr lang="en-US" dirty="0"/>
          </a:p>
          <a:p>
            <a:r>
              <a:rPr lang="en-US" dirty="0"/>
              <a:t>And the flexibility of vSAN policies make it a terrific choice. Not all workloads are the same, so you can save money by assigning them different storage policies, and ensure compliance with things like data-at-rest encryption by simply defining it in the policy and letting the system figure it out.</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N/A</a:t>
            </a:r>
          </a:p>
          <a:p>
            <a:pPr marL="0" lvl="0" indent="0" algn="l" rtl="0">
              <a:lnSpc>
                <a:spcPct val="80000"/>
              </a:lnSpc>
              <a:spcBef>
                <a:spcPts val="0"/>
              </a:spcBef>
              <a:spcAft>
                <a:spcPts val="0"/>
              </a:spcAft>
              <a:buNone/>
            </a:pP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endParaRPr lang="en-US" dirty="0"/>
          </a:p>
        </p:txBody>
      </p:sp>
      <p:sp>
        <p:nvSpPr>
          <p:cNvPr id="4" name="Slide Number Placeholder 3">
            <a:extLst>
              <a:ext uri="{FF2B5EF4-FFF2-40B4-BE49-F238E27FC236}">
                <a16:creationId xmlns:a16="http://schemas.microsoft.com/office/drawing/2014/main" id="{816A416B-53FD-DC55-F0ED-1091E1085E8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12134690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6D2B5-35A3-5F18-736D-0D03F99D2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D2416-1A82-BA50-FDEE-5396535473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CCA562-687A-B399-F842-07CA93F7F89E}"/>
              </a:ext>
            </a:extLst>
          </p:cNvPr>
          <p:cNvSpPr>
            <a:spLocks noGrp="1"/>
          </p:cNvSpPr>
          <p:nvPr>
            <p:ph type="body" idx="1"/>
          </p:nvPr>
        </p:nvSpPr>
        <p:spPr/>
        <p:txBody>
          <a:bodyPr>
            <a:normAutofit lnSpcReduction="10000"/>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Security inside Cloud Foundation is layered, both for flexibility and for defense-in-depth.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r>
              <a:rPr lang="en-US" dirty="0"/>
              <a:t>On top of all of this most organizations run workloads, and we have some workload-specific things we offer. First, a virtual trusted platform module that helps the workloads store secrets securely.</a:t>
            </a:r>
          </a:p>
          <a:p>
            <a:endParaRPr lang="en-US" dirty="0"/>
          </a:p>
          <a:p>
            <a:r>
              <a:rPr lang="en-US" dirty="0"/>
              <a:t>We can replicate workload data either using the vSphere Replication tools, or Live Recovery Site Recovery, or using the vSAN stretched clusters we just talked about. There are also snapshots which can help de-risk certain types of operations like workload patching and updates.</a:t>
            </a:r>
          </a:p>
          <a:p>
            <a:endParaRPr lang="en-US" dirty="0"/>
          </a:p>
          <a:p>
            <a:r>
              <a:rPr lang="en-US" dirty="0"/>
              <a:t>Virtualization-Based Security is a Microsoft tool that we support and enables Device Guard and Credential Guard, so that Windows guests can be very secure.</a:t>
            </a:r>
          </a:p>
          <a:p>
            <a:endParaRPr lang="en-US" dirty="0"/>
          </a:p>
          <a:p>
            <a:r>
              <a:rPr lang="en-US" dirty="0"/>
              <a:t>We support confidential computing technologies like AMD SEV-SNP and SEV-ES, and Intel TDX and SGX.</a:t>
            </a:r>
          </a:p>
          <a:p>
            <a:endParaRPr lang="en-US" dirty="0"/>
          </a:p>
          <a:p>
            <a:r>
              <a:rPr lang="en-US" dirty="0"/>
              <a:t>Last, we can do high availability for a workload at the platform level, either using vSphere HA or the vSphere Kubernetes Services, too.</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N/A</a:t>
            </a:r>
          </a:p>
          <a:p>
            <a:pPr marL="0" lvl="0" indent="0" algn="l" rtl="0">
              <a:lnSpc>
                <a:spcPct val="80000"/>
              </a:lnSpc>
              <a:spcBef>
                <a:spcPts val="0"/>
              </a:spcBef>
              <a:spcAft>
                <a:spcPts val="0"/>
              </a:spcAft>
              <a:buNone/>
            </a:pP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endParaRPr lang="en-US" dirty="0"/>
          </a:p>
        </p:txBody>
      </p:sp>
      <p:sp>
        <p:nvSpPr>
          <p:cNvPr id="4" name="Slide Number Placeholder 3">
            <a:extLst>
              <a:ext uri="{FF2B5EF4-FFF2-40B4-BE49-F238E27FC236}">
                <a16:creationId xmlns:a16="http://schemas.microsoft.com/office/drawing/2014/main" id="{3516ADE1-A9E5-CFBB-1B81-487E00A2C7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20803200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A14F6-0713-FB72-C6EE-592C21CC65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CC235-5AFD-8E36-7C49-727EE37BBF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E015FC-2311-8444-BCC3-D261A9CDF9B5}"/>
              </a:ext>
            </a:extLst>
          </p:cNvPr>
          <p:cNvSpPr>
            <a:spLocks noGrp="1"/>
          </p:cNvSpPr>
          <p:nvPr>
            <p:ph type="body" idx="1"/>
          </p:nvPr>
        </p:nvSpPr>
        <p:spPr/>
        <p:txBody>
          <a:bodyPr>
            <a:normAutofit/>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Security inside Cloud Foundation is layered, both for flexibility and for defense-in-depth.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Finally, we get up to the level of Cloud Foundation, with the addition of SDDC Manager. SDDC Manager manages the whole fleet together, to drive standardization and patching in common ways across your whole enterprise.</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N/A</a:t>
            </a:r>
          </a:p>
          <a:p>
            <a:pPr marL="0" lvl="0" indent="0" algn="l" rtl="0">
              <a:lnSpc>
                <a:spcPct val="80000"/>
              </a:lnSpc>
              <a:spcBef>
                <a:spcPts val="0"/>
              </a:spcBef>
              <a:spcAft>
                <a:spcPts val="0"/>
              </a:spcAft>
              <a:buNone/>
            </a:pP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endParaRPr lang="en-US" dirty="0"/>
          </a:p>
        </p:txBody>
      </p:sp>
      <p:sp>
        <p:nvSpPr>
          <p:cNvPr id="4" name="Slide Number Placeholder 3">
            <a:extLst>
              <a:ext uri="{FF2B5EF4-FFF2-40B4-BE49-F238E27FC236}">
                <a16:creationId xmlns:a16="http://schemas.microsoft.com/office/drawing/2014/main" id="{2E31D0B0-BFE0-935B-080E-2B370D5216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37770534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5429E-3E67-124D-3DB3-A429EA0F9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4C514-1E78-BE6F-2FCF-3770B2D850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7479DF-C329-A9C7-F484-CB2751C77818}"/>
              </a:ext>
            </a:extLst>
          </p:cNvPr>
          <p:cNvSpPr>
            <a:spLocks noGrp="1"/>
          </p:cNvSpPr>
          <p:nvPr>
            <p:ph type="body" idx="1"/>
          </p:nvPr>
        </p:nvSpPr>
        <p:spPr/>
        <p:txBody>
          <a:bodyPr>
            <a:normAutofit/>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Security inside Cloud Foundation is layered, both for flexibility and for defense-in-depth.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Finally, we get up to the level of Cloud Foundation, with the addition of SDDC Manager. SDDC Manager manages the whole fleet together, to drive standardization and patching in common ways across your whole enterprise.</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N/A</a:t>
            </a:r>
          </a:p>
          <a:p>
            <a:pPr marL="0" lvl="0" indent="0" algn="l" rtl="0">
              <a:lnSpc>
                <a:spcPct val="80000"/>
              </a:lnSpc>
              <a:spcBef>
                <a:spcPts val="0"/>
              </a:spcBef>
              <a:spcAft>
                <a:spcPts val="0"/>
              </a:spcAft>
              <a:buNone/>
            </a:pP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endParaRPr lang="en-US" dirty="0"/>
          </a:p>
        </p:txBody>
      </p:sp>
      <p:sp>
        <p:nvSpPr>
          <p:cNvPr id="4" name="Slide Number Placeholder 3">
            <a:extLst>
              <a:ext uri="{FF2B5EF4-FFF2-40B4-BE49-F238E27FC236}">
                <a16:creationId xmlns:a16="http://schemas.microsoft.com/office/drawing/2014/main" id="{4C188FBD-A6D2-036F-34C2-DBD873A9BE3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3987843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9"/>
        <p:cNvGrpSpPr/>
        <p:nvPr/>
      </p:nvGrpSpPr>
      <p:grpSpPr>
        <a:xfrm>
          <a:off x="0" y="0"/>
          <a:ext cx="0" cy="0"/>
          <a:chOff x="0" y="0"/>
          <a:chExt cx="0" cy="0"/>
        </a:xfrm>
      </p:grpSpPr>
      <p:sp>
        <p:nvSpPr>
          <p:cNvPr id="5550" name="Google Shape;5550;p25: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51" name="Google Shape;5551;p25: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Key Message:</a:t>
            </a:r>
            <a:endParaRPr dirty="0"/>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Organizations that use Cloud Foundation spend less time securing things, and more time being secure.</a:t>
            </a:r>
            <a:endParaRPr dirty="0"/>
          </a:p>
          <a:p>
            <a:pPr marL="0" marR="0" lvl="0" indent="0" algn="l" rtl="0">
              <a:lnSpc>
                <a:spcPct val="100000"/>
              </a:lnSpc>
              <a:spcBef>
                <a:spcPts val="0"/>
              </a:spcBef>
              <a:spcAft>
                <a:spcPts val="0"/>
              </a:spcAft>
              <a:buClr>
                <a:schemeClr val="dk1"/>
              </a:buClr>
              <a:buSzPts val="1200"/>
              <a:buFont typeface="Arial"/>
              <a:buNone/>
            </a:pPr>
            <a:endParaRPr sz="1200" b="1" i="0" u="none" strike="noStrike" dirty="0">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dirty="0"/>
          </a:p>
          <a:p>
            <a:pPr marL="0" lvl="0" indent="0" algn="l" rtl="0">
              <a:spcBef>
                <a:spcPts val="0"/>
              </a:spcBef>
              <a:spcAft>
                <a:spcPts val="0"/>
              </a:spcAft>
              <a:buNone/>
            </a:pPr>
            <a:r>
              <a:rPr lang="en-US" dirty="0"/>
              <a:t>At the end of the day organizations that use Cloud Foundation spend less time chasing security, and more time actually being secure and resilient. That’s important, because security is all overhead. That isn’t to say it’s not important – it’s very important – but it rarely is the primary mission of the organization. It’s more like an insurance policy. You’ve seen that Cloud Foundation has a deep bench of tools to help organizations get this stuff done, with features enabled by default, and designed intentionally to be very easy to use and maintain.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And, when your security and resilience is good, it’s also easy to explain – and show -- to auditors for your regulatory compliance validations, so you can keep your organization moving forward.</a:t>
            </a:r>
            <a:endParaRPr dirty="0"/>
          </a:p>
          <a:p>
            <a:pPr marL="0" lvl="0" indent="0" algn="l" rtl="0">
              <a:spcBef>
                <a:spcPts val="0"/>
              </a:spcBef>
              <a:spcAft>
                <a:spcPts val="0"/>
              </a:spcAft>
              <a:buNone/>
            </a:pPr>
            <a:endParaRPr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dirty="0"/>
          </a:p>
          <a:p>
            <a:pPr marL="0" lvl="0" indent="0" algn="l" rtl="0">
              <a:lnSpc>
                <a:spcPct val="80000"/>
              </a:lnSpc>
              <a:spcBef>
                <a:spcPts val="0"/>
              </a:spcBef>
              <a:spcAft>
                <a:spcPts val="0"/>
              </a:spcAft>
              <a:buClr>
                <a:schemeClr val="dk1"/>
              </a:buClr>
              <a:buSzPts val="1200"/>
              <a:buFont typeface="Arial"/>
              <a:buNone/>
            </a:pPr>
            <a:endParaRPr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dirty="0"/>
          </a:p>
          <a:p>
            <a:pPr marL="0" lvl="0" indent="0" algn="l" rtl="0">
              <a:spcBef>
                <a:spcPts val="0"/>
              </a:spcBef>
              <a:spcAft>
                <a:spcPts val="0"/>
              </a:spcAft>
              <a:buNone/>
            </a:pPr>
            <a:r>
              <a:rPr lang="en-US" dirty="0"/>
              <a:t>https://</a:t>
            </a:r>
            <a:r>
              <a:rPr lang="en-US" dirty="0" err="1"/>
              <a:t>brcm.tech</a:t>
            </a:r>
            <a:r>
              <a:rPr lang="en-US" dirty="0"/>
              <a:t>/</a:t>
            </a:r>
            <a:r>
              <a:rPr lang="en-US" dirty="0" err="1"/>
              <a:t>vcf</a:t>
            </a:r>
            <a:r>
              <a:rPr lang="en-US" dirty="0"/>
              <a:t>-security, https://sales-</a:t>
            </a:r>
            <a:r>
              <a:rPr lang="en-US" dirty="0" err="1"/>
              <a:t>resources.broadcom.com</a:t>
            </a:r>
            <a:r>
              <a:rPr lang="en-US" dirty="0"/>
              <a:t>/group/</a:t>
            </a:r>
            <a:r>
              <a:rPr lang="en-US" dirty="0" err="1"/>
              <a:t>vcf</a:t>
            </a:r>
            <a:r>
              <a:rPr lang="en-US" dirty="0"/>
              <a:t>/security-compliance</a:t>
            </a:r>
            <a:endParaRPr dirty="0"/>
          </a:p>
          <a:p>
            <a:pPr marL="0" marR="0" lvl="0" indent="0" algn="l" rtl="0">
              <a:lnSpc>
                <a:spcPct val="107000"/>
              </a:lnSpc>
              <a:spcBef>
                <a:spcPts val="0"/>
              </a:spcBef>
              <a:spcAft>
                <a:spcPts val="0"/>
              </a:spcAft>
              <a:buNone/>
            </a:pPr>
            <a:endParaRPr dirty="0"/>
          </a:p>
          <a:p>
            <a:pPr marL="0" lvl="0" indent="0" algn="l" rtl="0">
              <a:spcBef>
                <a:spcPts val="80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552" name="Google Shape;5552;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Let’s look at some of what’s new in VMware Cloud Foundation 9.0.</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p:txBody>
      </p:sp>
      <p:sp>
        <p:nvSpPr>
          <p:cNvPr id="4" name="Slide Number Placeholder 3"/>
          <p:cNvSpPr>
            <a:spLocks noGrp="1"/>
          </p:cNvSpPr>
          <p:nvPr>
            <p:ph type="sldNum" sz="quarter" idx="5"/>
          </p:nvPr>
        </p:nvSpPr>
        <p:spPr/>
        <p:txBody>
          <a:bodyPr/>
          <a:lstStyle/>
          <a:p>
            <a:fld id="{9F4FBC3A-A12C-40F9-BB8D-BC30C7901396}" type="slidenum">
              <a:rPr lang="en-US" smtClean="0"/>
              <a:pPr/>
              <a:t>24</a:t>
            </a:fld>
            <a:endParaRPr lang="en-US" dirty="0"/>
          </a:p>
        </p:txBody>
      </p:sp>
    </p:spTree>
    <p:extLst>
      <p:ext uri="{BB962C8B-B14F-4D97-AF65-F5344CB8AC3E}">
        <p14:creationId xmlns:p14="http://schemas.microsoft.com/office/powerpoint/2010/main" val="28355032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You all know that we have been transitioning from Update Manager to Lifecycle Manager over the last couple major versions. That transition is complete in 9.0, and incorporates an absolute ton of feedback from customers to make it a great way to manage the state of your clusters. To start, acknowledgement that not all clusters look the same, and sometimes you need to have different hardware in the same cluster. That works well now.</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One of the trouble spots for years during updates was with add-ons, and coordinating the updates for those. In particular, we often recommended that HA be disabled during patching. No need for that now. All that stuff ships with the base ESX image itself, and is patched together, which is great. Also means it is tested together, too.</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 started working on operational support for GPU-enabled workloads 10 years ago, basically foreseeing the future with these LLMs and AI, and it means that VCF is a terrific platform to run those types of workloads. We keep making it better, too – the ability to vMotion a GPU workload is an amazing thing for IT operations teams, preventing them from having to go negotiate to take a workload offline. Just move it. And capabilities like those keep getting better.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Live Patching – we introduced it in vSphere 8 Update 3, and we’ll talk about it in a second.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Finally, custom EVC profiles. EVC is Enhanced vMotion Compatibility and many organizations don’t use it, because if you didn’t turn it on right away when you built a cluster it was hard to turn on. Plus, CPUs now all are a little different. So you can define a custom EVC profile now based on your actual CPU and apply it to VMs that booted on those CPUs with the native feature sets. Problem solved.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are many other improvements to patching as well, these are just the ones that I like the most from a security perspective. Patching is all overhead, and often unplanned, and we’re cognizant of that, which is why we’re trying to make it a low-effort and high-trust operation. Get it done, get back to normal.</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p:txBody>
      </p:sp>
      <p:sp>
        <p:nvSpPr>
          <p:cNvPr id="4" name="Slide Number Placeholder 3"/>
          <p:cNvSpPr>
            <a:spLocks noGrp="1"/>
          </p:cNvSpPr>
          <p:nvPr>
            <p:ph type="sldNum" sz="quarter" idx="5"/>
          </p:nvPr>
        </p:nvSpPr>
        <p:spPr/>
        <p:txBody>
          <a:bodyPr/>
          <a:lstStyle/>
          <a:p>
            <a:fld id="{9F4FBC3A-A12C-40F9-BB8D-BC30C7901396}" type="slidenum">
              <a:rPr lang="en-US" smtClean="0"/>
              <a:pPr/>
              <a:t>25</a:t>
            </a:fld>
            <a:endParaRPr lang="en-US" dirty="0"/>
          </a:p>
        </p:txBody>
      </p:sp>
    </p:spTree>
    <p:extLst>
      <p:ext uri="{BB962C8B-B14F-4D97-AF65-F5344CB8AC3E}">
        <p14:creationId xmlns:p14="http://schemas.microsoft.com/office/powerpoint/2010/main" val="33130265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1200" b="1" dirty="0">
                <a:solidFill>
                  <a:schemeClr val="tx1"/>
                </a:solidFill>
                <a:latin typeface="Arial" panose="020B0604020202020204" pitchFamily="34" charset="0"/>
              </a:rPr>
              <a:t>Presenter Note:  [This slide contains animation]</a:t>
            </a:r>
          </a:p>
          <a:p>
            <a:pPr>
              <a:lnSpc>
                <a:spcPct val="100000"/>
              </a:lnSpc>
            </a:pPr>
            <a:endParaRPr lang="en-IE" sz="1200" dirty="0">
              <a:solidFill>
                <a:schemeClr val="tx1"/>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E" sz="1200" b="1" dirty="0">
                <a:solidFill>
                  <a:schemeClr val="tx1"/>
                </a:solidFill>
                <a:latin typeface="Arial" panose="020B0604020202020204" pitchFamily="34" charset="0"/>
              </a:rPr>
              <a:t>Talk Track</a:t>
            </a:r>
            <a:r>
              <a:rPr lang="en-IE" sz="1200" dirty="0">
                <a:solidFill>
                  <a:schemeClr val="tx1"/>
                </a:solidFill>
                <a:latin typeface="Arial" panose="020B0604020202020204" pitchFamily="34" charset="0"/>
              </a:rPr>
              <a:t>:</a:t>
            </a:r>
          </a:p>
          <a:p>
            <a:pPr rtl="0">
              <a:lnSpc>
                <a:spcPct val="100000"/>
              </a:lnSpc>
              <a:spcAft>
                <a:spcPts val="600"/>
              </a:spcAft>
            </a:pPr>
            <a:r>
              <a:rPr lang="en-IE" sz="1200" u="none" strike="noStrike" dirty="0">
                <a:solidFill>
                  <a:schemeClr val="tx1"/>
                </a:solidFill>
                <a:effectLst/>
                <a:latin typeface="Arial" panose="020B0604020202020204" pitchFamily="34" charset="0"/>
              </a:rPr>
              <a:t>Live Patch is extended to more of the ESX image, including vmkernel and NSX components. Increasing the frequency that patches can leverage live patch.</a:t>
            </a:r>
          </a:p>
          <a:p>
            <a:pPr rtl="0">
              <a:lnSpc>
                <a:spcPct val="100000"/>
              </a:lnSpc>
              <a:spcAft>
                <a:spcPts val="600"/>
              </a:spcAft>
            </a:pPr>
            <a:endParaRPr lang="en-IE" sz="1200" dirty="0">
              <a:solidFill>
                <a:schemeClr val="tx1"/>
              </a:solidFill>
              <a:effectLst/>
              <a:latin typeface="Arial" panose="020B0604020202020204" pitchFamily="34" charset="0"/>
            </a:endParaRPr>
          </a:p>
          <a:p>
            <a:pPr rtl="0">
              <a:lnSpc>
                <a:spcPct val="100000"/>
              </a:lnSpc>
              <a:spcAft>
                <a:spcPts val="600"/>
              </a:spcAft>
            </a:pPr>
            <a:r>
              <a:rPr lang="en-IE" sz="1200" u="none" strike="noStrike" dirty="0">
                <a:solidFill>
                  <a:schemeClr val="tx1"/>
                </a:solidFill>
                <a:effectLst/>
                <a:latin typeface="Arial" panose="020B0604020202020204" pitchFamily="34" charset="0"/>
              </a:rPr>
              <a:t>NSX components, now part of the base ESX image, can be patched using the live patch process without hosts entering maintenance mode and needing VMs to evacuate the hosts. </a:t>
            </a:r>
          </a:p>
          <a:p>
            <a:pPr rtl="0">
              <a:lnSpc>
                <a:spcPct val="100000"/>
              </a:lnSpc>
              <a:spcAft>
                <a:spcPts val="600"/>
              </a:spcAft>
            </a:pPr>
            <a:endParaRPr lang="en-IE" sz="1200" dirty="0">
              <a:solidFill>
                <a:schemeClr val="tx1"/>
              </a:solidFill>
              <a:effectLst/>
              <a:latin typeface="Arial" panose="020B0604020202020204" pitchFamily="34" charset="0"/>
            </a:endParaRPr>
          </a:p>
          <a:p>
            <a:pPr rtl="0">
              <a:lnSpc>
                <a:spcPct val="100000"/>
              </a:lnSpc>
              <a:spcAft>
                <a:spcPts val="600"/>
              </a:spcAft>
            </a:pPr>
            <a:r>
              <a:rPr lang="en-IE" sz="1200" u="none" strike="noStrike" dirty="0">
                <a:solidFill>
                  <a:schemeClr val="tx1"/>
                </a:solidFill>
                <a:effectLst/>
                <a:latin typeface="Arial" panose="020B0604020202020204" pitchFamily="34" charset="0"/>
              </a:rPr>
              <a:t>Vmkernel, user-space and </a:t>
            </a:r>
            <a:r>
              <a:rPr lang="en-IE" sz="1200" u="none" strike="noStrike" dirty="0" err="1">
                <a:solidFill>
                  <a:schemeClr val="tx1"/>
                </a:solidFill>
                <a:effectLst/>
                <a:latin typeface="Arial" panose="020B0604020202020204" pitchFamily="34" charset="0"/>
              </a:rPr>
              <a:t>vmx</a:t>
            </a:r>
            <a:r>
              <a:rPr lang="en-IE" sz="1200" u="none" strike="noStrike" dirty="0">
                <a:solidFill>
                  <a:schemeClr val="tx1"/>
                </a:solidFill>
                <a:effectLst/>
                <a:latin typeface="Arial" panose="020B0604020202020204" pitchFamily="34" charset="0"/>
              </a:rPr>
              <a:t> (virtual machine execution) components can also leverage live patch. ESX services (for example </a:t>
            </a:r>
            <a:r>
              <a:rPr lang="en-IE" sz="1200" u="none" strike="noStrike" dirty="0" err="1">
                <a:solidFill>
                  <a:schemeClr val="tx1"/>
                </a:solidFill>
                <a:effectLst/>
                <a:latin typeface="Arial" panose="020B0604020202020204" pitchFamily="34" charset="0"/>
              </a:rPr>
              <a:t>hostd</a:t>
            </a:r>
            <a:r>
              <a:rPr lang="en-IE" sz="1200" u="none" strike="noStrike" dirty="0">
                <a:solidFill>
                  <a:schemeClr val="tx1"/>
                </a:solidFill>
                <a:effectLst/>
                <a:latin typeface="Arial" panose="020B0604020202020204" pitchFamily="34" charset="0"/>
              </a:rPr>
              <a:t>) might require a restart during a live patch which can cause ESX hosts to briefly disconnect from vCenter. This is expected behaviour and does not impact the running virtual machines. vSphere Lifecycle Manager reports what services or daemons will be restarted as part of the live patch remediation.</a:t>
            </a:r>
          </a:p>
          <a:p>
            <a:pPr rtl="0">
              <a:lnSpc>
                <a:spcPct val="100000"/>
              </a:lnSpc>
              <a:spcAft>
                <a:spcPts val="600"/>
              </a:spcAft>
            </a:pPr>
            <a:endParaRPr lang="en-IE" sz="1200" dirty="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IE" sz="1200" u="none" strike="noStrike" dirty="0">
                <a:solidFill>
                  <a:schemeClr val="tx1"/>
                </a:solidFill>
                <a:effectLst/>
                <a:latin typeface="Arial" panose="020B0604020202020204" pitchFamily="34" charset="0"/>
              </a:rPr>
              <a:t>If the </a:t>
            </a:r>
            <a:r>
              <a:rPr lang="en-IE" sz="1200" u="none" strike="noStrike" dirty="0" err="1">
                <a:solidFill>
                  <a:schemeClr val="tx1"/>
                </a:solidFill>
                <a:effectLst/>
                <a:latin typeface="Arial" panose="020B0604020202020204" pitchFamily="34" charset="0"/>
              </a:rPr>
              <a:t>vmx</a:t>
            </a:r>
            <a:r>
              <a:rPr lang="en-IE" sz="1200" u="none" strike="noStrike" dirty="0">
                <a:solidFill>
                  <a:schemeClr val="tx1"/>
                </a:solidFill>
                <a:effectLst/>
                <a:latin typeface="Arial" panose="020B0604020202020204" pitchFamily="34" charset="0"/>
              </a:rPr>
              <a:t> (virtual machine execution) environment is being live patches, running VMs will perform a Fast-Suspend-Resume (FSR). Live patch is compatible with vSAN clusters. vSAN witness nodes are not compatible with live patch and will undergo full reboots when patching. </a:t>
            </a:r>
          </a:p>
          <a:p>
            <a:pPr marL="0" marR="0" lvl="0" indent="0" algn="l" defTabSz="914400" rtl="0" eaLnBrk="1" fontAlgn="auto" latinLnBrk="0" hangingPunct="1">
              <a:lnSpc>
                <a:spcPct val="100000"/>
              </a:lnSpc>
              <a:spcBef>
                <a:spcPts val="0"/>
              </a:spcBef>
              <a:spcAft>
                <a:spcPts val="600"/>
              </a:spcAft>
              <a:buClrTx/>
              <a:buSzTx/>
              <a:buFontTx/>
              <a:buNone/>
              <a:tabLst/>
              <a:defRPr/>
            </a:pPr>
            <a:endParaRPr lang="en-IE" sz="1200" u="none" strike="noStrike" dirty="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IE" sz="1200" u="none" strike="noStrike" dirty="0">
                <a:solidFill>
                  <a:schemeClr val="tx1"/>
                </a:solidFill>
                <a:effectLst/>
                <a:latin typeface="Arial" panose="020B0604020202020204" pitchFamily="34" charset="0"/>
              </a:rPr>
              <a:t>FSR performs significantly faster for </a:t>
            </a:r>
            <a:r>
              <a:rPr lang="en-IE" sz="1200" u="none" strike="noStrike" dirty="0" err="1">
                <a:solidFill>
                  <a:schemeClr val="tx1"/>
                </a:solidFill>
                <a:effectLst/>
                <a:latin typeface="Arial" panose="020B0604020202020204" pitchFamily="34" charset="0"/>
              </a:rPr>
              <a:t>vGPU</a:t>
            </a:r>
            <a:r>
              <a:rPr lang="en-IE" sz="1200" u="none" strike="noStrike" dirty="0">
                <a:solidFill>
                  <a:schemeClr val="tx1"/>
                </a:solidFill>
                <a:effectLst/>
                <a:latin typeface="Arial" panose="020B0604020202020204" pitchFamily="34" charset="0"/>
              </a:rPr>
              <a:t> enabled VMs. Previously FSR for two L40 GPUs each with 48GB memory would take ~84 seconds. Now this takes ~4 seconds.</a:t>
            </a:r>
          </a:p>
          <a:p>
            <a:pPr rtl="0">
              <a:lnSpc>
                <a:spcPct val="100000"/>
              </a:lnSpc>
              <a:spcAft>
                <a:spcPts val="600"/>
              </a:spcAft>
            </a:pPr>
            <a:endParaRPr lang="en-IE" sz="1200" dirty="0">
              <a:solidFill>
                <a:schemeClr val="tx1"/>
              </a:solidFill>
              <a:effectLst/>
              <a:latin typeface="Arial" panose="020B0604020202020204" pitchFamily="34" charset="0"/>
            </a:endParaRPr>
          </a:p>
          <a:p>
            <a:pPr rtl="0">
              <a:lnSpc>
                <a:spcPct val="100000"/>
              </a:lnSpc>
              <a:spcAft>
                <a:spcPts val="600"/>
              </a:spcAft>
            </a:pPr>
            <a:r>
              <a:rPr lang="en-IE" sz="1200" u="none" strike="noStrike" dirty="0">
                <a:solidFill>
                  <a:schemeClr val="tx1"/>
                </a:solidFill>
                <a:effectLst/>
                <a:latin typeface="Arial" panose="020B0604020202020204" pitchFamily="34" charset="0"/>
              </a:rPr>
              <a:t>Update releases (for example ESX 9 Update 1) are expected to require a full reboot as the entire ESX system is being updated.</a:t>
            </a:r>
            <a:endParaRPr lang="en-IE" sz="1200" dirty="0">
              <a:solidFill>
                <a:schemeClr val="tx1"/>
              </a:solidFill>
              <a:effectLst/>
              <a:latin typeface="Arial" panose="020B0604020202020204" pitchFamily="34" charset="0"/>
            </a:endParaRPr>
          </a:p>
          <a:p>
            <a:pPr rtl="0">
              <a:lnSpc>
                <a:spcPct val="100000"/>
              </a:lnSpc>
              <a:spcAft>
                <a:spcPts val="600"/>
              </a:spcAft>
            </a:pPr>
            <a:r>
              <a:rPr lang="en-IE" sz="1200" u="none" strike="noStrike" dirty="0">
                <a:solidFill>
                  <a:schemeClr val="tx1"/>
                </a:solidFill>
                <a:effectLst/>
                <a:latin typeface="Arial" panose="020B0604020202020204" pitchFamily="34" charset="0"/>
              </a:rPr>
              <a:t>Hosts using TPM and/or DPU devices are not compatible with live patching.</a:t>
            </a:r>
            <a:endParaRPr lang="en-IE" sz="1200" dirty="0">
              <a:solidFill>
                <a:schemeClr val="tx1"/>
              </a:solidFill>
              <a:effectLst/>
              <a:latin typeface="Arial" panose="020B0604020202020204" pitchFamily="34" charset="0"/>
            </a:endParaRPr>
          </a:p>
          <a:p>
            <a:pPr>
              <a:lnSpc>
                <a:spcPct val="100000"/>
              </a:lnSpc>
            </a:pPr>
            <a:br>
              <a:rPr lang="en-IE" sz="1200" dirty="0">
                <a:solidFill>
                  <a:schemeClr val="tx1"/>
                </a:solidFill>
                <a:latin typeface="Arial" panose="020B0604020202020204" pitchFamily="34" charset="0"/>
              </a:rPr>
            </a:br>
            <a:endParaRPr lang="en-IE" sz="1200" u="none" strike="noStrike" dirty="0">
              <a:solidFill>
                <a:schemeClr val="tx1"/>
              </a:solidFill>
              <a:effectLst/>
              <a:latin typeface="Arial" panose="020B0604020202020204" pitchFamily="34" charset="0"/>
            </a:endParaRPr>
          </a:p>
          <a:p>
            <a:pPr rtl="0">
              <a:lnSpc>
                <a:spcPct val="100000"/>
              </a:lnSpc>
              <a:spcBef>
                <a:spcPts val="0"/>
              </a:spcBef>
              <a:spcAft>
                <a:spcPts val="0"/>
              </a:spcAft>
            </a:pPr>
            <a:r>
              <a:rPr lang="en-IE" sz="1200" b="1" u="none" strike="noStrike" dirty="0">
                <a:solidFill>
                  <a:schemeClr val="tx1"/>
                </a:solidFill>
                <a:effectLst/>
                <a:latin typeface="Arial" panose="020B0604020202020204" pitchFamily="34" charset="0"/>
              </a:rPr>
              <a:t>Notes</a:t>
            </a:r>
            <a:r>
              <a:rPr lang="en-IE" sz="1200" u="none" strike="noStrike" dirty="0">
                <a:solidFill>
                  <a:schemeClr val="tx1"/>
                </a:solidFill>
                <a:effectLst/>
                <a:latin typeface="Arial" panose="020B0604020202020204" pitchFamily="34" charset="0"/>
              </a:rPr>
              <a:t>:</a:t>
            </a:r>
          </a:p>
          <a:p>
            <a:pPr>
              <a:lnSpc>
                <a:spcPct val="100000"/>
              </a:lnSpc>
              <a:spcAft>
                <a:spcPts val="1800"/>
              </a:spcAft>
            </a:pPr>
            <a:r>
              <a:rPr lang="en-US" sz="1200" dirty="0">
                <a:solidFill>
                  <a:schemeClr val="tx1"/>
                </a:solidFill>
                <a:latin typeface="Arial" panose="020B0604020202020204" pitchFamily="34" charset="0"/>
              </a:rPr>
              <a:t>1. Host enters partial maintenance mode</a:t>
            </a:r>
          </a:p>
          <a:p>
            <a:pPr>
              <a:lnSpc>
                <a:spcPct val="100000"/>
              </a:lnSpc>
              <a:spcAft>
                <a:spcPts val="1800"/>
              </a:spcAft>
            </a:pPr>
            <a:r>
              <a:rPr lang="en-US" sz="1200" dirty="0">
                <a:solidFill>
                  <a:schemeClr val="tx1"/>
                </a:solidFill>
                <a:latin typeface="Arial" panose="020B0604020202020204" pitchFamily="34" charset="0"/>
              </a:rPr>
              <a:t>2. New mount revision loaded</a:t>
            </a:r>
          </a:p>
          <a:p>
            <a:pPr>
              <a:lnSpc>
                <a:spcPct val="100000"/>
              </a:lnSpc>
              <a:spcAft>
                <a:spcPts val="1800"/>
              </a:spcAft>
            </a:pPr>
            <a:r>
              <a:rPr lang="en-US" sz="1200" dirty="0">
                <a:solidFill>
                  <a:schemeClr val="tx1"/>
                </a:solidFill>
                <a:latin typeface="Arial" panose="020B0604020202020204" pitchFamily="34" charset="0"/>
              </a:rPr>
              <a:t>3. New mount revision patched</a:t>
            </a:r>
          </a:p>
          <a:p>
            <a:pPr>
              <a:lnSpc>
                <a:spcPct val="100000"/>
              </a:lnSpc>
              <a:spcAft>
                <a:spcPts val="1800"/>
              </a:spcAft>
            </a:pPr>
            <a:r>
              <a:rPr lang="en-US" sz="1200" dirty="0">
                <a:solidFill>
                  <a:schemeClr val="tx1"/>
                </a:solidFill>
                <a:latin typeface="Arial" panose="020B0604020202020204" pitchFamily="34" charset="0"/>
              </a:rPr>
              <a:t>4. VMs fast-suspend-resume to consume patched mount revision</a:t>
            </a:r>
          </a:p>
          <a:p>
            <a:pPr rtl="0">
              <a:lnSpc>
                <a:spcPct val="100000"/>
              </a:lnSpc>
              <a:spcBef>
                <a:spcPts val="0"/>
              </a:spcBef>
              <a:spcAft>
                <a:spcPts val="0"/>
              </a:spcAft>
            </a:pPr>
            <a:endParaRPr lang="en-IE" sz="1200" u="none" strike="noStrike" dirty="0">
              <a:solidFill>
                <a:schemeClr val="tx1"/>
              </a:solidFill>
              <a:effectLst/>
              <a:latin typeface="Arial" panose="020B0604020202020204" pitchFamily="34" charset="0"/>
            </a:endParaRPr>
          </a:p>
          <a:p>
            <a:pPr rtl="0">
              <a:lnSpc>
                <a:spcPct val="100000"/>
              </a:lnSpc>
              <a:spcBef>
                <a:spcPts val="0"/>
              </a:spcBef>
              <a:spcAft>
                <a:spcPts val="0"/>
              </a:spcAft>
            </a:pPr>
            <a:r>
              <a:rPr lang="en-IE" sz="1200" u="none" strike="noStrike" dirty="0">
                <a:solidFill>
                  <a:schemeClr val="tx1"/>
                </a:solidFill>
                <a:effectLst/>
                <a:latin typeface="Arial" panose="020B0604020202020204" pitchFamily="34" charset="0"/>
              </a:rPr>
              <a:t>Some virtual machines are not compatible with FSR. VMs configured with vSphere Fault Tolerance, VMs using Direct Path I/O and vSphere Pods cannot use FSR and need to be manually remediated. Manual remediation can either be done by migrating the virtual machine or by power cycling the virtual machine.</a:t>
            </a:r>
            <a:br>
              <a:rPr lang="en-IE" sz="1200" dirty="0">
                <a:solidFill>
                  <a:schemeClr val="tx1"/>
                </a:solidFill>
                <a:effectLst/>
                <a:latin typeface="Arial" panose="020B0604020202020204" pitchFamily="34" charset="0"/>
              </a:rPr>
            </a:br>
            <a:endParaRPr lang="en-IE" sz="1200" dirty="0">
              <a:solidFill>
                <a:schemeClr val="tx1"/>
              </a:solidFill>
              <a:latin typeface="Arial" panose="020B0604020202020204" pitchFamily="34" charset="0"/>
            </a:endParaRPr>
          </a:p>
          <a:p>
            <a:pPr>
              <a:lnSpc>
                <a:spcPct val="100000"/>
              </a:lnSpc>
            </a:pPr>
            <a:r>
              <a:rPr lang="en-IE" sz="1200" dirty="0">
                <a:solidFill>
                  <a:schemeClr val="tx1"/>
                </a:solidFill>
                <a:latin typeface="Arial" panose="020B0604020202020204" pitchFamily="34" charset="0"/>
              </a:rPr>
              <a:t>Virtual machines that do not support FSR include VMs configured for vSphere Fault Tolerance, VMs configured with VM </a:t>
            </a:r>
            <a:r>
              <a:rPr lang="en-IE" sz="1200" dirty="0" err="1">
                <a:solidFill>
                  <a:schemeClr val="tx1"/>
                </a:solidFill>
                <a:latin typeface="Arial" panose="020B0604020202020204" pitchFamily="34" charset="0"/>
              </a:rPr>
              <a:t>DirectPath</a:t>
            </a:r>
            <a:r>
              <a:rPr lang="en-IE" sz="1200" dirty="0">
                <a:solidFill>
                  <a:schemeClr val="tx1"/>
                </a:solidFill>
                <a:latin typeface="Arial" panose="020B0604020202020204" pitchFamily="34" charset="0"/>
              </a:rPr>
              <a:t> I/O devices, vSphere Pods (container pods). </a:t>
            </a:r>
          </a:p>
          <a:p>
            <a:pPr marL="0" marR="0" lvl="0" indent="0" algn="l" defTabSz="914400" rtl="0" eaLnBrk="1" fontAlgn="auto" latinLnBrk="0" hangingPunct="1">
              <a:lnSpc>
                <a:spcPct val="100000"/>
              </a:lnSpc>
              <a:spcBef>
                <a:spcPts val="0"/>
              </a:spcBef>
              <a:spcAft>
                <a:spcPts val="0"/>
              </a:spcAft>
              <a:buClrTx/>
              <a:buSzTx/>
              <a:buFontTx/>
              <a:buNone/>
              <a:tabLst/>
              <a:defRPr/>
            </a:pPr>
            <a:r>
              <a:rPr lang="en-IE" sz="1200" dirty="0">
                <a:solidFill>
                  <a:schemeClr val="tx1"/>
                </a:solidFill>
                <a:latin typeface="Arial" panose="020B0604020202020204" pitchFamily="34" charset="0"/>
              </a:rPr>
              <a:t>These VMs must be manually migrated using vSphere vMotion or power cycled to pick up a new patched </a:t>
            </a:r>
            <a:r>
              <a:rPr lang="en-IE" sz="1200" dirty="0" err="1">
                <a:solidFill>
                  <a:schemeClr val="tx1"/>
                </a:solidFill>
                <a:latin typeface="Arial" panose="020B0604020202020204" pitchFamily="34" charset="0"/>
              </a:rPr>
              <a:t>vmx</a:t>
            </a:r>
            <a:r>
              <a:rPr lang="en-IE" sz="1200" dirty="0">
                <a:solidFill>
                  <a:schemeClr val="tx1"/>
                </a:solidFill>
                <a:latin typeface="Arial" panose="020B0604020202020204" pitchFamily="34" charset="0"/>
              </a:rPr>
              <a:t> instance. </a:t>
            </a:r>
          </a:p>
          <a:p>
            <a:pPr marL="0" marR="0" lvl="0" indent="0" algn="l" defTabSz="914400" rtl="0" eaLnBrk="1" fontAlgn="auto" latinLnBrk="0" hangingPunct="1">
              <a:lnSpc>
                <a:spcPct val="100000"/>
              </a:lnSpc>
              <a:spcBef>
                <a:spcPts val="0"/>
              </a:spcBef>
              <a:spcAft>
                <a:spcPts val="0"/>
              </a:spcAft>
              <a:buClrTx/>
              <a:buSzTx/>
              <a:buFontTx/>
              <a:buNone/>
              <a:tabLst/>
              <a:defRPr/>
            </a:pPr>
            <a:br>
              <a:rPr lang="en-IE" sz="1200" dirty="0">
                <a:solidFill>
                  <a:schemeClr val="tx1"/>
                </a:solidFill>
                <a:latin typeface="Arial" panose="020B0604020202020204" pitchFamily="34" charset="0"/>
              </a:rPr>
            </a:br>
            <a:r>
              <a:rPr lang="en-IE" sz="1200" b="1" dirty="0">
                <a:solidFill>
                  <a:schemeClr val="tx1"/>
                </a:solidFill>
                <a:latin typeface="Arial" panose="020B0604020202020204" pitchFamily="34" charset="0"/>
              </a:rPr>
              <a:t>Resources</a:t>
            </a:r>
            <a:r>
              <a:rPr lang="en-IE" sz="1200" dirty="0">
                <a:solidFill>
                  <a:schemeClr val="tx1"/>
                </a:solidFill>
                <a:latin typeface="Arial" panose="020B0604020202020204" pitchFamily="34" charset="0"/>
              </a:rPr>
              <a:t>:</a:t>
            </a:r>
          </a:p>
        </p:txBody>
      </p:sp>
      <p:sp>
        <p:nvSpPr>
          <p:cNvPr id="4" name="Slide Number Placeholder 3"/>
          <p:cNvSpPr>
            <a:spLocks noGrp="1"/>
          </p:cNvSpPr>
          <p:nvPr>
            <p:ph type="sldNum" sz="quarter" idx="5"/>
          </p:nvPr>
        </p:nvSpPr>
        <p:spPr/>
        <p:txBody>
          <a:bodyPr/>
          <a:lstStyle/>
          <a:p>
            <a:fld id="{9F4FBC3A-A12C-40F9-BB8D-BC30C7901396}" type="slidenum">
              <a:rPr lang="en-US" smtClean="0"/>
              <a:pPr/>
              <a:t>26</a:t>
            </a:fld>
            <a:endParaRPr lang="en-US" dirty="0"/>
          </a:p>
        </p:txBody>
      </p:sp>
    </p:spTree>
    <p:extLst>
      <p:ext uri="{BB962C8B-B14F-4D97-AF65-F5344CB8AC3E}">
        <p14:creationId xmlns:p14="http://schemas.microsoft.com/office/powerpoint/2010/main" val="3202330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46EE0-3D11-8AF9-30E9-DD25DD3D60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9352FF-0229-99EA-F290-8972704793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3914D7-3777-1451-87DE-97CDD26763F4}"/>
              </a:ext>
            </a:extLst>
          </p:cNvPr>
          <p:cNvSpPr>
            <a:spLocks noGrp="1"/>
          </p:cNvSpPr>
          <p:nvPr>
            <p:ph type="body" idx="1"/>
          </p:nvPr>
        </p:nvSpPr>
        <p:spPr/>
        <p:txBody>
          <a:bodyPr>
            <a:normAutofit fontScale="77500" lnSpcReduction="20000"/>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Remember the Swiss cheese metaphor I used earlier in this talk, to talk about defense-in-depth? We continue to improve things deep inside the stack itself to help add to those defenses. We have lots of stuff to stop attackers outside the infrastructure, but as much as we don’t like to admit it, sometimes they get in, and we want to make life very difficult for them so they have to do things that get noticed. No more creeping around inside systems.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We’ll talk about code signing and Confidential Computing in a second. As part of the patching and cluster management improvements we’ve made it so you don’t have to use that shell script on ESX to enable secure boot anymore. It’s an option in Configuration Manager. You still have to turn it on in your hardware firmware, but server vendors have that automated now – just call an API on the iDRAC or iLO and restart the host.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You’ll see mention of ULM – the User-Level Monitor. The Monitor is the term for the process that implements virtual machines, a virtual machine monitor or VMM. When you SSH into an ESX host and type ‘</a:t>
            </a:r>
            <a:r>
              <a:rPr lang="en-US" dirty="0" err="1"/>
              <a:t>ps</a:t>
            </a:r>
            <a:r>
              <a:rPr lang="en-US" dirty="0"/>
              <a:t>’ you’ll see all those processes that correspond to the running VMs, and that’s it. In CPUs and also in operating systems, like ESX but also Linux and Windows, there are different security levels. The two main levels or modes are kernel mode and user mode. Kernel mode is privileged, and has access to the whole system. User mode does not have access to the whole system. You might say “well, why don’t we use user mode then?” but, like everything in security, there are tradeoffs with performance and capabilities, and switching between modes slows things down. But, there have been a number of advancements with compute hardware that help that. So with 9.0 we are introducing a user-level monitor, where instead of running a VM as privileged, we can run it in user mode instead. That way, if something bad is going on inside the VM – think VM escape – we can contain it better because it doesn’t have privileged access to the system by default.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is new, and you’ll only see it if you turn on Memory Tiering or Confidential Computing. There are some advanced parameters you can set on ESX to turn it on manually if you want, but over the course of the next few releases our goal is to make it the default, and just as performant and capable as the older-style virtual machine monitor that’s been with us for decades. You shouldn’t notice any difference now, but we’re a cautious group of folks, and want to ease our way into it. But I mention it because, frankly, it’s pretty darn cool and a major step forward.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Another major step forward is what we call </a:t>
            </a:r>
            <a:r>
              <a:rPr lang="en-US" dirty="0" err="1"/>
              <a:t>vmkaccess</a:t>
            </a:r>
            <a:r>
              <a:rPr lang="en-US" dirty="0"/>
              <a:t>, or the sandboxes around processes on ESX. In the past that sandbox was reserved for the virtual machine monitor itself, and it’s worked really well. In fact, security researchers tell us it gets in their way, which is the whole point. We’ve extended that to all the other processes on ESX, too.</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p:txBody>
      </p:sp>
      <p:sp>
        <p:nvSpPr>
          <p:cNvPr id="4" name="Slide Number Placeholder 3">
            <a:extLst>
              <a:ext uri="{FF2B5EF4-FFF2-40B4-BE49-F238E27FC236}">
                <a16:creationId xmlns:a16="http://schemas.microsoft.com/office/drawing/2014/main" id="{84B61860-A86B-AF8A-090C-A3A8AE968B02}"/>
              </a:ext>
            </a:extLst>
          </p:cNvPr>
          <p:cNvSpPr>
            <a:spLocks noGrp="1"/>
          </p:cNvSpPr>
          <p:nvPr>
            <p:ph type="sldNum" sz="quarter" idx="5"/>
          </p:nvPr>
        </p:nvSpPr>
        <p:spPr/>
        <p:txBody>
          <a:bodyPr/>
          <a:lstStyle/>
          <a:p>
            <a:fld id="{9F4FBC3A-A12C-40F9-BB8D-BC30C7901396}" type="slidenum">
              <a:rPr lang="en-US" smtClean="0"/>
              <a:pPr/>
              <a:t>27</a:t>
            </a:fld>
            <a:endParaRPr lang="en-US" dirty="0"/>
          </a:p>
        </p:txBody>
      </p:sp>
    </p:spTree>
    <p:extLst>
      <p:ext uri="{BB962C8B-B14F-4D97-AF65-F5344CB8AC3E}">
        <p14:creationId xmlns:p14="http://schemas.microsoft.com/office/powerpoint/2010/main" val="14635744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We’ve been talking about code signing enforcement on ESX for a few versions now, and it’s been a process on a few fronts, especially getting the whole ecosystem aligned with code signing. Our ecosystem is big, as you know, and that’s good but it comes with an inertia to it, too. So to do this we started with adding the option, then making it the default but it was still able to be shut off. Now we’re making it more enforceable. There’s only one parameter now, and you can still shut it off, but if you do there will be an </a:t>
            </a:r>
            <a:r>
              <a:rPr lang="en-US" dirty="0" err="1"/>
              <a:t>undismissable</a:t>
            </a:r>
            <a:r>
              <a:rPr lang="en-US" dirty="0"/>
              <a:t> warning that you have a security problem. Which is true. Anyone that tells you to shut it off should be told to sign their code correctly instead.</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28</a:t>
            </a:fld>
            <a:endParaRPr lang="en-US" dirty="0"/>
          </a:p>
        </p:txBody>
      </p:sp>
    </p:spTree>
    <p:extLst>
      <p:ext uri="{BB962C8B-B14F-4D97-AF65-F5344CB8AC3E}">
        <p14:creationId xmlns:p14="http://schemas.microsoft.com/office/powerpoint/2010/main" val="27192014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a:buNone/>
            </a:pPr>
            <a:r>
              <a:rPr lang="en-US" sz="1800" dirty="0">
                <a:effectLst/>
                <a:latin typeface="Segoe UI" panose="020B0502040204020203" pitchFamily="34" charset="0"/>
              </a:rPr>
              <a:t>One big thing we’ve added to VCF 9.0 is more Confidential Computing capabilities, specifically the initial support for AMD SEV-SNP and Intel TDX. If you aren’t familiar with it, Confidential Computing is an attempt to not trust the hardware you run on, by using encryption and code signing and attestation. Confidential Computing is something that you hear a lot about in the public cloud space, because public cloud providers really need you to trust them, often quite blindly, and things like hardware vulnerabilities where information leaks between workloads are sometimes impossible to mitigate in those environments. So how can you protect yourself from a malicious neighboring VM on a shared host? You need something more. </a:t>
            </a:r>
          </a:p>
          <a:p>
            <a:pPr>
              <a:buNone/>
            </a:pPr>
            <a:endParaRPr lang="en-US" sz="1800" dirty="0">
              <a:effectLst/>
              <a:latin typeface="Segoe UI" panose="020B0502040204020203" pitchFamily="34" charset="0"/>
            </a:endParaRPr>
          </a:p>
          <a:p>
            <a:pPr>
              <a:buNone/>
            </a:pPr>
            <a:r>
              <a:rPr lang="en-US" sz="1800" dirty="0">
                <a:effectLst/>
                <a:latin typeface="Segoe UI" panose="020B0502040204020203" pitchFamily="34" charset="0"/>
              </a:rPr>
              <a:t>VMware environments don’t typically have that problem, because the whole compute stack can be managed by you, and that builds trust. You know what’s been mitigated in server firmware because you’re able to directly verify it. We've had support for SEV-ES and SGX for quite a while now, but adoption of those technologies has been low. That’s for a couple reasons, but mostly because they really curtail infrastructure operations by blocking vMotion and other platform services. That makes sense, though. These technologies are intended to keep secrets, and unfortunately when you keep secrets from the hypervisor it can’t help you.</a:t>
            </a:r>
          </a:p>
          <a:p>
            <a:pPr>
              <a:buNone/>
            </a:pPr>
            <a:endParaRPr lang="en-US" sz="1800" dirty="0">
              <a:effectLst/>
              <a:latin typeface="Segoe UI" panose="020B0502040204020203" pitchFamily="34" charset="0"/>
            </a:endParaRPr>
          </a:p>
          <a:p>
            <a:r>
              <a:rPr lang="en-US" sz="1800" dirty="0">
                <a:effectLst/>
                <a:latin typeface="Segoe UI" panose="020B0502040204020203" pitchFamily="34" charset="0"/>
              </a:rPr>
              <a:t>Which is why both AMD and Intel have follow-on tech -- SEV-SNP and TDX -- that allows the hypervisor to participate, so you can get some of those features back. That’s the path we’re on, and the first stop for us is core support for these technologies. We’re releasing it so people can use it if they want, but know that there’s more to come on this roadmap, because when the hypervisor can participate that’s a huge win for IT operations. Especially day-to-day resilience and operations </a:t>
            </a:r>
            <a:r>
              <a:rPr lang="en-US" sz="1800">
                <a:effectLst/>
                <a:latin typeface="Segoe UI" panose="020B0502040204020203" pitchFamily="34" charset="0"/>
              </a:rPr>
              <a:t>like patching.</a:t>
            </a:r>
            <a:endParaRPr lang="en-US" sz="1800" dirty="0">
              <a:effectLst/>
              <a:latin typeface="Segoe UI" panose="020B0502040204020203" pitchFamily="34" charset="0"/>
            </a:endParaRPr>
          </a:p>
          <a:p>
            <a:r>
              <a:rPr lang="en-US" sz="1800" dirty="0">
                <a:effectLst/>
                <a:latin typeface="Segoe UI" panose="020B0502040204020203" pitchFamily="34" charset="0"/>
              </a:rPr>
              <a:t>.</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29</a:t>
            </a:fld>
            <a:endParaRPr lang="en-US" dirty="0"/>
          </a:p>
        </p:txBody>
      </p:sp>
    </p:spTree>
    <p:extLst>
      <p:ext uri="{BB962C8B-B14F-4D97-AF65-F5344CB8AC3E}">
        <p14:creationId xmlns:p14="http://schemas.microsoft.com/office/powerpoint/2010/main" val="25357792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All the infrastructure is great, but the whole point is to run workloads, right? And keeping them safe is a huge part of what we do, both from attack as well as being able to restore them.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One thing we’ve been asked about over the past couple years is the ability to use custom VM secure boot certificates. VMs work fine out of the proverbial box with commercial operating systems, but some organizations want to build their own Linux kernels, and have their own PKI infrastructure to sign them. We now have a straightforward way to support that.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Microsoft’s Black Lotus vulnerability – a problem where the signing key for Windows operating systems was leaked – has caused some changes in how Windows VMs need to boot. At Microsoft’s request we’ve updated the default Secure Boot certificate revocation list, which means that if you try to install Windows on a newer virtual hardware version VM you’ll need recent Microsoft install media. Not that big of a deal, but something to keep in mind when you wonder why it’s not booting.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Virtual USB is great but we’ve made a bunch of improvements, based on findings from security researchers. Another huge argument for keeping things up to date, both with VMware Tools drivers and virtual hardware versions.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Last on this list, forensic snapshots. We always want to guarantee that a snapshot of a VM can run the VM again, make it crash-consistent, which just means that it looks like the workload lost power. All OSes, databases, most apps know what to do in that situation. However, digital forensics and incident response teams really don’t need to run the VM again, they just want a snapshot that they can put in their analysis tools. We’ve made that easier to create for them, so VCF admins can get them what they need faster. This helps speed situations like recovery after an attack.</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30</a:t>
            </a:fld>
            <a:endParaRPr lang="en-US" dirty="0"/>
          </a:p>
        </p:txBody>
      </p:sp>
    </p:spTree>
    <p:extLst>
      <p:ext uri="{BB962C8B-B14F-4D97-AF65-F5344CB8AC3E}">
        <p14:creationId xmlns:p14="http://schemas.microsoft.com/office/powerpoint/2010/main" val="6352500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65F84-2558-082E-91B7-90E163209B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D88043-0768-AF14-AF52-9A0E9D06A0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EEA424-363C-41B7-CE48-BD7082D65F38}"/>
              </a:ext>
            </a:extLst>
          </p:cNvPr>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It always seems like we talk about certificates and cipher suites, but it’s changing. People are worried about post-quantum cryptography, compliance, and we’ve all got the CA/Browser forum saying that browsers will only honor certificates for 47 days moving forward. This means we need some automation. We’ll talk about TLS and FIPS and certificate management in a minute, but we continue to make certificate replacement non-disruptive throughout the stack so these tasks aren’t troublesome.</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a:p>
            <a:endParaRPr lang="en-US" dirty="0"/>
          </a:p>
        </p:txBody>
      </p:sp>
      <p:sp>
        <p:nvSpPr>
          <p:cNvPr id="4" name="Slide Number Placeholder 3">
            <a:extLst>
              <a:ext uri="{FF2B5EF4-FFF2-40B4-BE49-F238E27FC236}">
                <a16:creationId xmlns:a16="http://schemas.microsoft.com/office/drawing/2014/main" id="{167D51AF-23FF-DAF0-80BA-C7B20D836E3F}"/>
              </a:ext>
            </a:extLst>
          </p:cNvPr>
          <p:cNvSpPr>
            <a:spLocks noGrp="1"/>
          </p:cNvSpPr>
          <p:nvPr>
            <p:ph type="sldNum" sz="quarter" idx="5"/>
          </p:nvPr>
        </p:nvSpPr>
        <p:spPr/>
        <p:txBody>
          <a:bodyPr/>
          <a:lstStyle/>
          <a:p>
            <a:fld id="{9F4FBC3A-A12C-40F9-BB8D-BC30C7901396}" type="slidenum">
              <a:rPr lang="en-US" smtClean="0"/>
              <a:pPr/>
              <a:t>31</a:t>
            </a:fld>
            <a:endParaRPr lang="en-US" dirty="0"/>
          </a:p>
        </p:txBody>
      </p:sp>
    </p:spTree>
    <p:extLst>
      <p:ext uri="{BB962C8B-B14F-4D97-AF65-F5344CB8AC3E}">
        <p14:creationId xmlns:p14="http://schemas.microsoft.com/office/powerpoint/2010/main" val="2989627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I promised I’d talk about TLS and FIPS. Let’s start with FIPS. As the US Government sunsets FIPS 140-2 we are re-validating everything against FIPS 140-3, and largely enabling it everywhere. There are some places it isn’t set up yet, but the documentation and our security GitHub repository has information on that.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TLS 1.3 is available everywhere, though, and it’s the default for communication inside VCF 9.0. TLS 1.2 is still there and responding by default, too, for backwards compatibility, but if you don’t need that you can shut it off. You do that by selecting the TLS Profile. NIST_2024 is the best TLS 1.3 and 1.2 ciphers, and NIST_2024_TLS_13_ONLY is… you guessed it… the same but TLS 1.3 only.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You’ll have to find something else to talk to the GRC auditors in your environment now. Sorry. I suggest sports, weather, or how difficult it is to keep up with the ever-changing state of global regulatory compliance.</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32</a:t>
            </a:fld>
            <a:endParaRPr lang="en-US" dirty="0"/>
          </a:p>
        </p:txBody>
      </p:sp>
    </p:spTree>
    <p:extLst>
      <p:ext uri="{BB962C8B-B14F-4D97-AF65-F5344CB8AC3E}">
        <p14:creationId xmlns:p14="http://schemas.microsoft.com/office/powerpoint/2010/main" val="5706508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lnSpc>
                <a:spcPct val="100000"/>
              </a:lnSpc>
            </a:pPr>
            <a:r>
              <a:rPr lang="en-US" sz="1200" b="1" u="none" strike="noStrike" kern="1200" dirty="0">
                <a:solidFill>
                  <a:schemeClr val="tx1"/>
                </a:solidFill>
                <a:effectLst/>
              </a:rPr>
              <a:t>Key Message:</a:t>
            </a:r>
            <a:endParaRPr lang="en-US" sz="1200" u="none" strike="noStrike" kern="1200" dirty="0">
              <a:solidFill>
                <a:schemeClr val="tx1"/>
              </a:solidFill>
              <a:effectLst/>
            </a:endParaRPr>
          </a:p>
          <a:p>
            <a:pPr>
              <a:lnSpc>
                <a:spcPct val="100000"/>
              </a:lnSpc>
            </a:pPr>
            <a:r>
              <a:rPr lang="en-US" sz="1200" dirty="0">
                <a:solidFill>
                  <a:schemeClr val="tx1"/>
                </a:solidFill>
              </a:rPr>
              <a:t>VMware Cloud Foundation 9 Delivers A Powerful New Approach to Certificate Management</a:t>
            </a:r>
          </a:p>
          <a:p>
            <a:pPr>
              <a:lnSpc>
                <a:spcPct val="100000"/>
              </a:lnSpc>
            </a:pPr>
            <a:endParaRPr lang="en-US" sz="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Talk Track: </a:t>
            </a:r>
            <a:endParaRPr lang="en-US" sz="1200" dirty="0">
              <a:solidFill>
                <a:schemeClr val="tx1"/>
              </a:solidFill>
            </a:endParaRPr>
          </a:p>
          <a:p>
            <a:pPr>
              <a:lnSpc>
                <a:spcPct val="100000"/>
              </a:lnSpc>
            </a:pPr>
            <a:r>
              <a:rPr lang="en-US" sz="1200" dirty="0">
                <a:solidFill>
                  <a:schemeClr val="tx1"/>
                </a:solidFill>
              </a:rPr>
              <a:t>In VMware Cloud Foundation 9, we're excited to introduce a completely revamped certificate management experience, bringing both the infrastructure and management components under one umbrella. Administrators now have greater flexibility in their certificate management approach, with the ability to leverage existing Microsoft Active Directory Certificate Services CAs, utilize the open-source OpenSSL for certificate generation, or even generate certificate requests for use with external CAs.</a:t>
            </a:r>
          </a:p>
          <a:p>
            <a:pPr>
              <a:lnSpc>
                <a:spcPct val="100000"/>
              </a:lnSpc>
            </a:pPr>
            <a:endParaRPr lang="en-US" sz="1200" dirty="0">
              <a:solidFill>
                <a:schemeClr val="tx1"/>
              </a:solidFill>
            </a:endParaRPr>
          </a:p>
          <a:p>
            <a:pPr>
              <a:lnSpc>
                <a:spcPct val="100000"/>
              </a:lnSpc>
            </a:pPr>
            <a:r>
              <a:rPr lang="en-US" sz="1200" dirty="0">
                <a:solidFill>
                  <a:schemeClr val="tx1"/>
                </a:solidFill>
              </a:rPr>
              <a:t>One of the key enhancements in VCF 9 is the automatic certificate renewal functionality when using integrated CAs. This streamlines the process, ensuring certificates are automatically renewed and replaced for compatible components, eliminating the need for manual intervention. The new certificate management infrastructure also integrates with VCF Operations alerts, providing timely notifications about expiring certificates and upcoming renewals, enabling proactive management and minimizing potential disruptions.</a:t>
            </a:r>
          </a:p>
          <a:p>
            <a:pPr>
              <a:lnSpc>
                <a:spcPct val="100000"/>
              </a:lnSpc>
            </a:pPr>
            <a:endParaRPr lang="en-US" sz="1200" dirty="0">
              <a:solidFill>
                <a:schemeClr val="tx1"/>
              </a:solidFill>
            </a:endParaRPr>
          </a:p>
          <a:p>
            <a:pPr>
              <a:lnSpc>
                <a:spcPct val="100000"/>
              </a:lnSpc>
            </a:pPr>
            <a:r>
              <a:rPr lang="en-US" sz="1200" dirty="0">
                <a:solidFill>
                  <a:schemeClr val="tx1"/>
                </a:solidFill>
              </a:rPr>
              <a:t>For organizations with high compliance requirements, VCF 9 also introduces the ability to issue signed certificates to VMware ESXi hosts. This ensures that your virtualized environment is compliant with the most stringent security standards, further bolstering your overall security posture.</a:t>
            </a:r>
          </a:p>
          <a:p>
            <a:pPr>
              <a:lnSpc>
                <a:spcPct val="100000"/>
              </a:lnSpc>
            </a:pPr>
            <a:endParaRPr lang="en-US" sz="1200" dirty="0">
              <a:solidFill>
                <a:schemeClr val="tx1"/>
              </a:solidFill>
            </a:endParaRPr>
          </a:p>
          <a:p>
            <a:pPr>
              <a:lnSpc>
                <a:spcPct val="100000"/>
              </a:lnSpc>
            </a:pPr>
            <a:r>
              <a:rPr lang="en-US" sz="1200" dirty="0">
                <a:solidFill>
                  <a:schemeClr val="tx1"/>
                </a:solidFill>
              </a:rPr>
              <a:t>Overall, VCF 9's certificate management capabilities represent a significant step forward in managing and securing your cloud infrastructure. This new approach delivers enhanced flexibility, increased automation, and improved compliance, ultimately making your cloud environment more secure and efficient.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Notes:</a:t>
            </a:r>
            <a:endParaRPr lang="en-US" sz="120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endParaRPr>
          </a:p>
          <a:p>
            <a:pPr>
              <a:lnSpc>
                <a:spcPct val="100000"/>
              </a:lnSpc>
            </a:pPr>
            <a:r>
              <a:rPr lang="en-US" sz="1200" b="1" u="none" strike="noStrike" kern="1200" dirty="0">
                <a:solidFill>
                  <a:schemeClr val="tx1"/>
                </a:solidFill>
                <a:effectLst/>
              </a:rPr>
              <a:t>Resources:</a:t>
            </a:r>
            <a:br>
              <a:rPr lang="en-US" sz="1200" b="1" u="none" strike="noStrike" kern="1200" dirty="0">
                <a:solidFill>
                  <a:schemeClr val="tx1"/>
                </a:solidFill>
                <a:effectLst/>
              </a:rPr>
            </a:br>
            <a:endParaRPr lang="en-AU" sz="1200" dirty="0">
              <a:solidFill>
                <a:schemeClr val="tx1"/>
              </a:solidFill>
              <a:effectLst/>
            </a:endParaRPr>
          </a:p>
        </p:txBody>
      </p:sp>
      <p:sp>
        <p:nvSpPr>
          <p:cNvPr id="4" name="Slide Number Placeholder 3"/>
          <p:cNvSpPr>
            <a:spLocks noGrp="1"/>
          </p:cNvSpPr>
          <p:nvPr>
            <p:ph type="sldNum" sz="quarter" idx="5"/>
          </p:nvPr>
        </p:nvSpPr>
        <p:spPr/>
        <p:txBody>
          <a:bodyPr/>
          <a:lstStyle/>
          <a:p>
            <a:fld id="{9F4FBC3A-A12C-40F9-BB8D-BC30C7901396}" type="slidenum">
              <a:rPr lang="en-US" smtClean="0"/>
              <a:pPr/>
              <a:t>33</a:t>
            </a:fld>
            <a:endParaRPr lang="en-US" dirty="0"/>
          </a:p>
        </p:txBody>
      </p:sp>
    </p:spTree>
    <p:extLst>
      <p:ext uri="{BB962C8B-B14F-4D97-AF65-F5344CB8AC3E}">
        <p14:creationId xmlns:p14="http://schemas.microsoft.com/office/powerpoint/2010/main" val="7699207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One other really interesting thing we’ve added to VCF 9.0 is the ability to wrap the encryption keys with another key which is stored in a KMS. Right now when you use a standard Key Provider, accessing an external KMS, it will store a key per object in the KMS. With this new setup you can have it store only one key in the KMS, and then use that key to protect the object-level keys back in the VCF environment. Effectively you will have three keys associated with an encrypted object, the Data Encryption Key for the object’s data, the Key Encryption Key which protects the Data Encryption Key, and then the wrapping key which protects the Key Encryption Key.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is automatic key rotation built into this as an option, from 30 days to 10 years, which helps a lot of organizations that need to rotate keys (which is a good idea). You can also specify a custom key ID, which is a feature people have asked for so that KMS admins can tell what keys belong to VCF.</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One downside, though, is that you cannot just enable this on an existing key provider. However, you can create a new key provider and migrate to it, with all the VMs up and running, by doing a rekey. We have sample scripts for this in our security GitHub repository and it really works well.</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34</a:t>
            </a:fld>
            <a:endParaRPr lang="en-US" dirty="0"/>
          </a:p>
        </p:txBody>
      </p:sp>
    </p:spTree>
    <p:extLst>
      <p:ext uri="{BB962C8B-B14F-4D97-AF65-F5344CB8AC3E}">
        <p14:creationId xmlns:p14="http://schemas.microsoft.com/office/powerpoint/2010/main" val="3404778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Identity providers, or IdPs, are one of the main attack vectors used against IT infrastructure, and it doesn’t matter whether you’ve got on-premises solutions or cloud-based ones. The ability to integrate with modern IdPs to get multifactor authentication, conditional access, device hygiene, and more is really important, and you can set that up from VCF Operations now in 9.0. The components for this are the evolution of the </a:t>
            </a:r>
            <a:r>
              <a:rPr lang="en-US" dirty="0" err="1"/>
              <a:t>vIDM</a:t>
            </a:r>
            <a:r>
              <a:rPr lang="en-US" dirty="0"/>
              <a:t> tools that the Aria and </a:t>
            </a:r>
            <a:r>
              <a:rPr lang="en-US" dirty="0" err="1"/>
              <a:t>vRealize</a:t>
            </a:r>
            <a:r>
              <a:rPr lang="en-US" dirty="0"/>
              <a:t> suite used to use, and the original team that developed them is back on the case to bring their vision for it forward. There’s different ways you can deploy the identity brokers, from a simple embedded one in vCenter to a fully redundant, clustered architecture.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 also adds generic SAML and OAUTH2 support, so you can integrate whatever you’re using, not just the few providers we’ve certified (and those are all still there).</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35</a:t>
            </a:fld>
            <a:endParaRPr lang="en-US" dirty="0"/>
          </a:p>
        </p:txBody>
      </p:sp>
    </p:spTree>
    <p:extLst>
      <p:ext uri="{BB962C8B-B14F-4D97-AF65-F5344CB8AC3E}">
        <p14:creationId xmlns:p14="http://schemas.microsoft.com/office/powerpoint/2010/main" val="739288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61"/>
        <p:cNvGrpSpPr/>
        <p:nvPr/>
      </p:nvGrpSpPr>
      <p:grpSpPr>
        <a:xfrm>
          <a:off x="0" y="0"/>
          <a:ext cx="0" cy="0"/>
          <a:chOff x="0" y="0"/>
          <a:chExt cx="0" cy="0"/>
        </a:xfrm>
      </p:grpSpPr>
      <p:sp>
        <p:nvSpPr>
          <p:cNvPr id="17562" name="Google Shape;17562;p24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63" name="Google Shape;17563;p24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We’ve talked a bit about all of this, but the new VCF Operations interface is intended to be a one-stop shop for many security operations, from security configuration and alerting, log management and alerting, as well as your interface for consistent, fleet-wide patching and configuration operations. This was the vision of Cloud Foundation all along, and it’s really coming together as part of a set of unified tools. It’s exciting to see.</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a:p>
            <a:endParaRPr lang="en-US" dirty="0"/>
          </a:p>
          <a:p>
            <a:endParaRPr lang="en-US" dirty="0"/>
          </a:p>
        </p:txBody>
      </p:sp>
      <p:sp>
        <p:nvSpPr>
          <p:cNvPr id="17564" name="Google Shape;17564;p2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36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9C206-7540-902C-73EF-19B2A87FB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D45528-7509-2DFF-FCEA-D084771BF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E6283E-A2C1-F5F5-A14F-A34B41DB5B45}"/>
              </a:ext>
            </a:extLst>
          </p:cNvPr>
          <p:cNvSpPr>
            <a:spLocks noGrp="1"/>
          </p:cNvSpPr>
          <p:nvPr>
            <p:ph type="body" idx="1"/>
          </p:nvPr>
        </p:nvSpPr>
        <p:spPr/>
        <p:txBody>
          <a:bodyPr/>
          <a:lstStyle/>
          <a:p>
            <a:pPr marL="0" lvl="0" indent="0" algn="l" rtl="0">
              <a:spcBef>
                <a:spcPts val="0"/>
              </a:spcBef>
              <a:spcAft>
                <a:spcPts val="0"/>
              </a:spcAft>
              <a:buNone/>
            </a:pPr>
            <a:r>
              <a:rPr lang="en-US" dirty="0"/>
              <a:t>Let’s look at some of what’s new in VMware Cloud Foundation 9.0. We’ll start with the removals, deprecations, and changes that might impact you in this space.</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p:txBody>
      </p:sp>
      <p:sp>
        <p:nvSpPr>
          <p:cNvPr id="4" name="Slide Number Placeholder 3">
            <a:extLst>
              <a:ext uri="{FF2B5EF4-FFF2-40B4-BE49-F238E27FC236}">
                <a16:creationId xmlns:a16="http://schemas.microsoft.com/office/drawing/2014/main" id="{8896F707-29E4-BC97-B33E-7EE54D6FB79E}"/>
              </a:ext>
            </a:extLst>
          </p:cNvPr>
          <p:cNvSpPr>
            <a:spLocks noGrp="1"/>
          </p:cNvSpPr>
          <p:nvPr>
            <p:ph type="sldNum" sz="quarter" idx="5"/>
          </p:nvPr>
        </p:nvSpPr>
        <p:spPr/>
        <p:txBody>
          <a:bodyPr/>
          <a:lstStyle/>
          <a:p>
            <a:fld id="{9F4FBC3A-A12C-40F9-BB8D-BC30C7901396}" type="slidenum">
              <a:rPr lang="en-US" smtClean="0"/>
              <a:pPr/>
              <a:t>37</a:t>
            </a:fld>
            <a:endParaRPr lang="en-US" dirty="0"/>
          </a:p>
        </p:txBody>
      </p:sp>
    </p:spTree>
    <p:extLst>
      <p:ext uri="{BB962C8B-B14F-4D97-AF65-F5344CB8AC3E}">
        <p14:creationId xmlns:p14="http://schemas.microsoft.com/office/powerpoint/2010/main" val="134448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Most of this list is a natural evolution of the product stack, to be honest.</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38</a:t>
            </a:fld>
            <a:endParaRPr lang="en-US" dirty="0"/>
          </a:p>
        </p:txBody>
      </p:sp>
    </p:spTree>
    <p:extLst>
      <p:ext uri="{BB962C8B-B14F-4D97-AF65-F5344CB8AC3E}">
        <p14:creationId xmlns:p14="http://schemas.microsoft.com/office/powerpoint/2010/main" val="17120823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lvl="0" indent="0" algn="l" rtl="0">
              <a:spcBef>
                <a:spcPts val="0"/>
              </a:spcBef>
              <a:spcAft>
                <a:spcPts val="0"/>
              </a:spcAft>
              <a:buNone/>
            </a:pPr>
            <a:r>
              <a:rPr lang="en-US" dirty="0"/>
              <a:t>CIM &amp; SLP weren’t being widely used, because everything just uses our native APIs. Plus the open source projects for those pieces of software became unmaintained.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Update Manager baselines are inferior to the Lifecycle Manager images, especially with all the recent improvements there.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SSH configurations… you can set those via </a:t>
            </a:r>
            <a:r>
              <a:rPr lang="en-US" dirty="0" err="1"/>
              <a:t>esxcli</a:t>
            </a:r>
            <a:r>
              <a:rPr lang="en-US" dirty="0"/>
              <a:t> if you need to. Which you likely don’t. Leave SSH off.</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With regard to Smart Card and SecureID support on ESX, our stated intentions for the last two major releases have been to simplify authentication and identity management, and the VCF team working on that has done some terrific work. We want you to drive day-to-day operations through vCenter directly.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IWA has been removed from vCenter, too. You cannot domain join your vCenter anymore. That has become a dangerous idea anyhow. You can still do it to ESX, though, but we ask that you consider that carefully.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vSphere Trust Authority was deprecated in vSphere 8 Update 2 and removed in 9. There are some roadmap items to use its components in a more user-friendly way moving forward.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NPIV is N-Port ID Virtualization and it lets a VM pretend to be a full host on your SAN so storage can be allocated directly to it. Not widely used, not a great idea. Gone.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Storage I/O Control for I/O latency is also gone. Modern disk arrays are all flash and have removed the need for this, and it complicates things.</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39</a:t>
            </a:fld>
            <a:endParaRPr lang="en-US" dirty="0"/>
          </a:p>
        </p:txBody>
      </p:sp>
    </p:spTree>
    <p:extLst>
      <p:ext uri="{BB962C8B-B14F-4D97-AF65-F5344CB8AC3E}">
        <p14:creationId xmlns:p14="http://schemas.microsoft.com/office/powerpoint/2010/main" val="36965353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348f74a66cd_1_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7" name="Google Shape;1027;g348f74a66cd_1_0:notes"/>
          <p:cNvSpPr txBox="1">
            <a:spLocks noGrp="1"/>
          </p:cNvSpPr>
          <p:nvPr>
            <p:ph type="body" idx="1"/>
          </p:nvPr>
        </p:nvSpPr>
        <p:spPr>
          <a:xfrm>
            <a:off x="457200" y="3810000"/>
            <a:ext cx="5943600" cy="4876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28" name="Google Shape;1028;g348f74a66cd_1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41</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348f74a66cd_1_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7" name="Google Shape;1027;g348f74a66cd_1_0:notes"/>
          <p:cNvSpPr txBox="1">
            <a:spLocks noGrp="1"/>
          </p:cNvSpPr>
          <p:nvPr>
            <p:ph type="body" idx="1"/>
          </p:nvPr>
        </p:nvSpPr>
        <p:spPr>
          <a:xfrm>
            <a:off x="457200" y="3810000"/>
            <a:ext cx="5943600" cy="4876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28" name="Google Shape;1028;g348f74a66cd_1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42</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36b8afdac69_0_7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1" name="Google Shape;1111;g36b8afdac69_0_73:notes"/>
          <p:cNvSpPr txBox="1">
            <a:spLocks noGrp="1"/>
          </p:cNvSpPr>
          <p:nvPr>
            <p:ph type="body" idx="1"/>
          </p:nvPr>
        </p:nvSpPr>
        <p:spPr>
          <a:xfrm>
            <a:off x="457200" y="3810000"/>
            <a:ext cx="5943600" cy="4876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12" name="Google Shape;1112;g36b8afdac69_0_7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44</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3"/>
        <p:cNvGrpSpPr/>
        <p:nvPr/>
      </p:nvGrpSpPr>
      <p:grpSpPr>
        <a:xfrm>
          <a:off x="0" y="0"/>
          <a:ext cx="0" cy="0"/>
          <a:chOff x="0" y="0"/>
          <a:chExt cx="0" cy="0"/>
        </a:xfrm>
      </p:grpSpPr>
      <p:sp>
        <p:nvSpPr>
          <p:cNvPr id="1724" name="Google Shape;1724;p5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725" name="Google Shape;1725;p5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24.png"/></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2.xml"/><Relationship Id="rId4" Type="http://schemas.openxmlformats.org/officeDocument/2006/relationships/image" Target="../media/image21.png"/></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0.pn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Master" Target="../slideMasters/slideMaster2.xml"/><Relationship Id="rId5" Type="http://schemas.openxmlformats.org/officeDocument/2006/relationships/image" Target="../media/image21.png"/><Relationship Id="rId4" Type="http://schemas.openxmlformats.org/officeDocument/2006/relationships/image" Target="../media/image33.svg"/></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5.png"/><Relationship Id="rId1" Type="http://schemas.openxmlformats.org/officeDocument/2006/relationships/slideMaster" Target="../slideMasters/slideMaster2.xml"/><Relationship Id="rId5" Type="http://schemas.openxmlformats.org/officeDocument/2006/relationships/image" Target="../media/image21.png"/><Relationship Id="rId4" Type="http://schemas.openxmlformats.org/officeDocument/2006/relationships/image" Target="../media/image33.sv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svg"/><Relationship Id="rId7" Type="http://schemas.openxmlformats.org/officeDocument/2006/relationships/image" Target="../media/image39.svg"/><Relationship Id="rId2" Type="http://schemas.openxmlformats.org/officeDocument/2006/relationships/image" Target="../media/image34.png"/><Relationship Id="rId1" Type="http://schemas.openxmlformats.org/officeDocument/2006/relationships/slideMaster" Target="../slideMasters/slideMaster2.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sv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Leaf">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63566C-1D56-8289-7F75-41D4029A8414}"/>
              </a:ext>
            </a:extLst>
          </p:cNvPr>
          <p:cNvSpPr/>
          <p:nvPr userDrawn="1"/>
        </p:nvSpPr>
        <p:spPr>
          <a:xfrm>
            <a:off x="0" y="0"/>
            <a:ext cx="12188825" cy="52754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pic>
        <p:nvPicPr>
          <p:cNvPr id="8" name="Graphic 7">
            <a:extLst>
              <a:ext uri="{FF2B5EF4-FFF2-40B4-BE49-F238E27FC236}">
                <a16:creationId xmlns:a16="http://schemas.microsoft.com/office/drawing/2014/main" id="{29B0E6FF-3F6A-94D2-D9F9-BBD4E35C0DCE}"/>
              </a:ext>
            </a:extLst>
          </p:cNvPr>
          <p:cNvPicPr>
            <a:picLocks noChangeAspect="1"/>
          </p:cNvPicPr>
          <p:nvPr userDrawn="1"/>
        </p:nvPicPr>
        <p:blipFill>
          <a:blip r:embed="rId2"/>
          <a:srcRect t="14" b="14"/>
          <a:stretch/>
        </p:blipFill>
        <p:spPr>
          <a:xfrm>
            <a:off x="0" y="0"/>
            <a:ext cx="12187345" cy="6856212"/>
          </a:xfrm>
          <a:prstGeom prst="rect">
            <a:avLst/>
          </a:prstGeom>
          <a:noFill/>
        </p:spPr>
      </p:pic>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1"/>
                </a:solidFill>
              </a:defRPr>
            </a:lvl1pPr>
          </a:lstStyle>
          <a:p>
            <a:r>
              <a:rPr lang="en-US" dirty="0"/>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bg2">
                    <a:lumMod val="25000"/>
                  </a:schemeClr>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bg2">
                    <a:lumMod val="25000"/>
                  </a:schemeClr>
                </a:solidFill>
              </a:defRPr>
            </a:lvl1pPr>
          </a:lstStyle>
          <a:p>
            <a:pPr lvl="0"/>
            <a:r>
              <a:rPr lang="en-US" dirty="0"/>
              <a:t>Role / Division at VMware</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bg2">
                    <a:lumMod val="25000"/>
                  </a:schemeClr>
                </a:solidFill>
              </a:defRPr>
            </a:lvl1pPr>
          </a:lstStyle>
          <a:p>
            <a:pPr lvl="0"/>
            <a:r>
              <a:rPr lang="en-US" dirty="0"/>
              <a:t>Date</a:t>
            </a:r>
          </a:p>
        </p:txBody>
      </p:sp>
      <p:sp>
        <p:nvSpPr>
          <p:cNvPr id="53" name="TextBox 52">
            <a:extLst>
              <a:ext uri="{FF2B5EF4-FFF2-40B4-BE49-F238E27FC236}">
                <a16:creationId xmlns:a16="http://schemas.microsoft.com/office/drawing/2014/main" id="{E7C16DC6-55CF-F240-9C11-02E1D9563D27}"/>
              </a:ext>
            </a:extLst>
          </p:cNvPr>
          <p:cNvSpPr txBox="1"/>
          <p:nvPr userDrawn="1"/>
        </p:nvSpPr>
        <p:spPr>
          <a:xfrm>
            <a:off x="1645084" y="6461498"/>
            <a:ext cx="2590453" cy="128753"/>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2025 Broadcom.  </a:t>
            </a:r>
          </a:p>
        </p:txBody>
      </p:sp>
      <p:sp>
        <p:nvSpPr>
          <p:cNvPr id="54" name="TextBox 53">
            <a:extLst>
              <a:ext uri="{FF2B5EF4-FFF2-40B4-BE49-F238E27FC236}">
                <a16:creationId xmlns:a16="http://schemas.microsoft.com/office/drawing/2014/main" id="{D9A55828-AA74-CBA4-45C7-70A0A1FC747D}"/>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55"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406095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Plum">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DD1ED0-F259-D990-98DE-E834C142D27D}"/>
              </a:ext>
            </a:extLst>
          </p:cNvPr>
          <p:cNvPicPr>
            <a:picLocks noChangeAspect="1"/>
          </p:cNvPicPr>
          <p:nvPr userDrawn="1"/>
        </p:nvPicPr>
        <p:blipFill>
          <a:blip r:embed="rId2"/>
          <a:srcRect l="3" r="3"/>
          <a:stretch/>
        </p:blipFill>
        <p:spPr>
          <a:xfrm>
            <a:off x="879" y="0"/>
            <a:ext cx="12187312" cy="6858495"/>
          </a:xfrm>
          <a:prstGeom prst="rect">
            <a:avLst/>
          </a:prstGeom>
        </p:spPr>
      </p:pic>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bg2">
                    <a:lumMod val="25000"/>
                  </a:schemeClr>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bg2">
                    <a:lumMod val="25000"/>
                  </a:schemeClr>
                </a:solidFill>
              </a:defRPr>
            </a:lvl1pPr>
          </a:lstStyle>
          <a:p>
            <a:pPr lvl="0"/>
            <a:r>
              <a:rPr lang="en-US" dirty="0"/>
              <a:t>Role / Division at VMware</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bg2">
                    <a:lumMod val="25000"/>
                  </a:schemeClr>
                </a:solidFill>
              </a:defRPr>
            </a:lvl1pPr>
          </a:lstStyle>
          <a:p>
            <a:pPr lvl="0"/>
            <a:r>
              <a:rPr lang="en-US" dirty="0"/>
              <a:t>Date</a:t>
            </a:r>
          </a:p>
        </p:txBody>
      </p:sp>
      <p:sp>
        <p:nvSpPr>
          <p:cNvPr id="6" name="TextBox 5">
            <a:extLst>
              <a:ext uri="{FF2B5EF4-FFF2-40B4-BE49-F238E27FC236}">
                <a16:creationId xmlns:a16="http://schemas.microsoft.com/office/drawing/2014/main" id="{637374D7-31CF-09EC-1E50-C790A2982A03}"/>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7" name="TextBox 6">
            <a:extLst>
              <a:ext uri="{FF2B5EF4-FFF2-40B4-BE49-F238E27FC236}">
                <a16:creationId xmlns:a16="http://schemas.microsoft.com/office/drawing/2014/main" id="{925D27B8-C502-D24A-3610-CE98C41942CF}"/>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8" name="Graphic 8">
            <a:extLst>
              <a:ext uri="{FF2B5EF4-FFF2-40B4-BE49-F238E27FC236}">
                <a16:creationId xmlns:a16="http://schemas.microsoft.com/office/drawing/2014/main" id="{D1A5F4CE-EB72-C266-1B3B-9C54BD2303E1}"/>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1"/>
                </a:solidFill>
              </a:defRPr>
            </a:lvl1pPr>
          </a:lstStyle>
          <a:p>
            <a:r>
              <a:rPr lang="en-US" dirty="0"/>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Tree>
    <p:extLst>
      <p:ext uri="{BB962C8B-B14F-4D97-AF65-F5344CB8AC3E}">
        <p14:creationId xmlns:p14="http://schemas.microsoft.com/office/powerpoint/2010/main" val="2458864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Aqu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3EB0B5-B2A6-95B2-868B-ED25E08E48B7}"/>
              </a:ext>
            </a:extLst>
          </p:cNvPr>
          <p:cNvPicPr>
            <a:picLocks noChangeAspect="1"/>
          </p:cNvPicPr>
          <p:nvPr userDrawn="1"/>
        </p:nvPicPr>
        <p:blipFill>
          <a:blip r:embed="rId2"/>
          <a:srcRect l="3" r="3"/>
          <a:stretch/>
        </p:blipFill>
        <p:spPr>
          <a:xfrm>
            <a:off x="879" y="0"/>
            <a:ext cx="12187312" cy="6858495"/>
          </a:xfrm>
          <a:prstGeom prst="rect">
            <a:avLst/>
          </a:prstGeom>
        </p:spPr>
      </p:pic>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bg2">
                    <a:lumMod val="25000"/>
                  </a:schemeClr>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bg2">
                    <a:lumMod val="25000"/>
                  </a:schemeClr>
                </a:solidFill>
              </a:defRPr>
            </a:lvl1pPr>
          </a:lstStyle>
          <a:p>
            <a:pPr lvl="0"/>
            <a:r>
              <a:rPr lang="en-US" dirty="0"/>
              <a:t>Role / Division at VMware</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bg2">
                    <a:lumMod val="25000"/>
                  </a:schemeClr>
                </a:solidFill>
              </a:defRPr>
            </a:lvl1pPr>
          </a:lstStyle>
          <a:p>
            <a:pPr lvl="0"/>
            <a:r>
              <a:rPr lang="en-US" dirty="0"/>
              <a:t>Date</a:t>
            </a:r>
          </a:p>
        </p:txBody>
      </p:sp>
      <p:sp>
        <p:nvSpPr>
          <p:cNvPr id="6" name="TextBox 5">
            <a:extLst>
              <a:ext uri="{FF2B5EF4-FFF2-40B4-BE49-F238E27FC236}">
                <a16:creationId xmlns:a16="http://schemas.microsoft.com/office/drawing/2014/main" id="{C55FCA4A-3F9C-7DAB-9369-0176B268F0A9}"/>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7" name="TextBox 6">
            <a:extLst>
              <a:ext uri="{FF2B5EF4-FFF2-40B4-BE49-F238E27FC236}">
                <a16:creationId xmlns:a16="http://schemas.microsoft.com/office/drawing/2014/main" id="{AECAC63A-E3D8-A8A4-C8D7-BDB9E6B0021F}"/>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8" name="Graphic 8">
            <a:extLst>
              <a:ext uri="{FF2B5EF4-FFF2-40B4-BE49-F238E27FC236}">
                <a16:creationId xmlns:a16="http://schemas.microsoft.com/office/drawing/2014/main" id="{4F10736E-6ED5-0C6E-6075-508D9F639A18}"/>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1"/>
                </a:solidFill>
              </a:defRPr>
            </a:lvl1pPr>
          </a:lstStyle>
          <a:p>
            <a:r>
              <a:rPr lang="en-US" dirty="0"/>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Tree>
    <p:extLst>
      <p:ext uri="{BB962C8B-B14F-4D97-AF65-F5344CB8AC3E}">
        <p14:creationId xmlns:p14="http://schemas.microsoft.com/office/powerpoint/2010/main" val="2065303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6" name="Click to edit text">
            <a:extLst>
              <a:ext uri="{FF2B5EF4-FFF2-40B4-BE49-F238E27FC236}">
                <a16:creationId xmlns:a16="http://schemas.microsoft.com/office/drawing/2014/main" id="{B29EB907-51A5-4D60-B03A-85DECB7627F9}"/>
              </a:ext>
            </a:extLst>
          </p:cNvPr>
          <p:cNvSpPr>
            <a:spLocks noGrp="1"/>
          </p:cNvSpPr>
          <p:nvPr>
            <p:ph type="body" sz="quarter" idx="23" hasCustomPrompt="1"/>
          </p:nvPr>
        </p:nvSpPr>
        <p:spPr>
          <a:xfrm>
            <a:off x="2894013" y="1359907"/>
            <a:ext cx="7315200" cy="4322783"/>
          </a:xfrm>
        </p:spPr>
        <p:txBody>
          <a:bodyPr anchor="t"/>
          <a:lstStyle>
            <a:lvl1pPr marL="0" indent="0">
              <a:spcBef>
                <a:spcPts val="1800"/>
              </a:spcBef>
              <a:buClr>
                <a:schemeClr val="accent2"/>
              </a:buClr>
              <a:buFont typeface="Open Sans" panose="020B0606030504020204" pitchFamily="34" charset="0"/>
              <a:buChar char="​"/>
              <a:defRPr>
                <a:solidFill>
                  <a:schemeClr val="bg2">
                    <a:lumMod val="25000"/>
                  </a:schemeClr>
                </a:solidFill>
              </a:defRPr>
            </a:lvl1pPr>
            <a:lvl2pPr marL="0" indent="0">
              <a:spcBef>
                <a:spcPts val="600"/>
              </a:spcBef>
              <a:buFont typeface="Open Sans" panose="020B0606030504020204" pitchFamily="34" charset="0"/>
              <a:buChar char="​"/>
              <a:defRPr/>
            </a:lvl2pPr>
            <a:lvl3pPr marL="342900" indent="0">
              <a:buFont typeface="Open Sans" panose="020B0606030504020204" pitchFamily="34" charset="0"/>
              <a:buNone/>
              <a:defRPr sz="1800"/>
            </a:lvl3pPr>
            <a:lvl4pPr marL="342900" indent="0">
              <a:buFont typeface="Open Sans" panose="020B0606030504020204" pitchFamily="34" charset="0"/>
              <a:buChar char="​"/>
              <a:tabLst/>
              <a:defRPr sz="1800">
                <a:solidFill>
                  <a:schemeClr val="tx2"/>
                </a:solidFill>
              </a:defRPr>
            </a:lvl4pPr>
            <a:lvl5pPr marL="342900" indent="0">
              <a:buFont typeface="Open Sans" panose="020B0606030504020204" pitchFamily="34" charset="0"/>
              <a:buChar char="​"/>
              <a:tabLst/>
              <a:defRPr sz="1800">
                <a:solidFill>
                  <a:schemeClr val="tx2"/>
                </a:solidFill>
              </a:defRPr>
            </a:lvl5pPr>
            <a:lvl6pPr marL="342900" indent="0">
              <a:buFont typeface="Open Sans" panose="020B0606030504020204" pitchFamily="34" charset="0"/>
              <a:buChar char="​"/>
              <a:defRPr sz="1800">
                <a:solidFill>
                  <a:schemeClr val="tx2"/>
                </a:solidFill>
              </a:defRPr>
            </a:lvl6pPr>
            <a:lvl7pPr marL="342900" indent="0">
              <a:buFont typeface="Open Sans" panose="020B0606030504020204" pitchFamily="34" charset="0"/>
              <a:buChar char="​"/>
              <a:defRPr sz="1800">
                <a:solidFill>
                  <a:schemeClr val="tx2"/>
                </a:solidFill>
              </a:defRPr>
            </a:lvl7pPr>
            <a:lvl8pPr marL="342900" indent="0">
              <a:buFont typeface="Open Sans" panose="020B0606030504020204" pitchFamily="34" charset="0"/>
              <a:buChar char="​"/>
              <a:defRPr sz="1800">
                <a:solidFill>
                  <a:schemeClr val="tx2"/>
                </a:solidFill>
              </a:defRPr>
            </a:lvl8pPr>
            <a:lvl9pPr marL="342900" indent="0">
              <a:buFont typeface="Open Sans" panose="020B0606030504020204" pitchFamily="34" charset="0"/>
              <a:buChar char="​"/>
              <a:defRPr sz="1800">
                <a:solidFill>
                  <a:schemeClr val="tx2"/>
                </a:solidFill>
              </a:defRPr>
            </a:lvl9pPr>
          </a:lstStyle>
          <a:p>
            <a:pPr lvl="0"/>
            <a:r>
              <a:rPr lang="en-US" dirty="0"/>
              <a:t>Edit text</a:t>
            </a:r>
          </a:p>
        </p:txBody>
      </p:sp>
      <p:sp>
        <p:nvSpPr>
          <p:cNvPr id="730"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extBox 1">
            <a:extLst>
              <a:ext uri="{FF2B5EF4-FFF2-40B4-BE49-F238E27FC236}">
                <a16:creationId xmlns:a16="http://schemas.microsoft.com/office/drawing/2014/main" id="{EFAB009F-8C77-4345-BB40-5C6D1F329C80}"/>
              </a:ext>
            </a:extLst>
          </p:cNvPr>
          <p:cNvSpPr txBox="1"/>
          <p:nvPr userDrawn="1"/>
        </p:nvSpPr>
        <p:spPr>
          <a:xfrm>
            <a:off x="610289" y="1257625"/>
            <a:ext cx="1939871" cy="443198"/>
          </a:xfrm>
          <a:prstGeom prst="rect">
            <a:avLst/>
          </a:prstGeom>
        </p:spPr>
        <p:txBody>
          <a:bodyPr vert="horz" wrap="none" lIns="0" tIns="0" rIns="0" bIns="0" rtlCol="0" anchor="b">
            <a:noAutofit/>
          </a:bodyPr>
          <a:lstStyle>
            <a:lvl1pPr>
              <a:lnSpc>
                <a:spcPct val="90000"/>
              </a:lnSpc>
              <a:spcBef>
                <a:spcPct val="0"/>
              </a:spcBef>
              <a:buNone/>
              <a:defRPr sz="3200" b="0">
                <a:solidFill>
                  <a:schemeClr val="accent2"/>
                </a:solidFill>
                <a:latin typeface="+mj-lt"/>
              </a:defRPr>
            </a:lvl1pPr>
          </a:lstStyle>
          <a:p>
            <a:pPr lvl="0"/>
            <a:r>
              <a:rPr lang="en-US" dirty="0">
                <a:solidFill>
                  <a:schemeClr val="accent1"/>
                </a:solidFill>
              </a:rPr>
              <a:t>Agenda</a:t>
            </a:r>
          </a:p>
        </p:txBody>
      </p:sp>
    </p:spTree>
    <p:extLst>
      <p:ext uri="{BB962C8B-B14F-4D97-AF65-F5344CB8AC3E}">
        <p14:creationId xmlns:p14="http://schemas.microsoft.com/office/powerpoint/2010/main" val="2328419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 Leaf">
    <p:spTree>
      <p:nvGrpSpPr>
        <p:cNvPr id="1" name=""/>
        <p:cNvGrpSpPr/>
        <p:nvPr/>
      </p:nvGrpSpPr>
      <p:grpSpPr>
        <a:xfrm>
          <a:off x="0" y="0"/>
          <a:ext cx="0" cy="0"/>
          <a:chOff x="0" y="0"/>
          <a:chExt cx="0" cy="0"/>
        </a:xfrm>
      </p:grpSpPr>
      <p:pic>
        <p:nvPicPr>
          <p:cNvPr id="5" name="Picture 4" descr="A green and blue arrow&#10;&#10;Description automatically generated">
            <a:extLst>
              <a:ext uri="{FF2B5EF4-FFF2-40B4-BE49-F238E27FC236}">
                <a16:creationId xmlns:a16="http://schemas.microsoft.com/office/drawing/2014/main" id="{F2CCAA17-F653-EBAB-FA83-415B02C3DF22}"/>
              </a:ext>
            </a:extLst>
          </p:cNvPr>
          <p:cNvPicPr>
            <a:picLocks noChangeAspect="1"/>
          </p:cNvPicPr>
          <p:nvPr userDrawn="1"/>
        </p:nvPicPr>
        <p:blipFill rotWithShape="1">
          <a:blip r:embed="rId2"/>
          <a:srcRect b="11162"/>
          <a:stretch/>
        </p:blipFill>
        <p:spPr>
          <a:xfrm>
            <a:off x="0" y="-495"/>
            <a:ext cx="12187946" cy="6092951"/>
          </a:xfrm>
          <a:prstGeom prst="rect">
            <a:avLst/>
          </a:prstGeom>
        </p:spPr>
      </p:pic>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1"/>
                </a:solidFill>
              </a:defRPr>
            </a:lvl1pPr>
          </a:lstStyle>
          <a:p>
            <a:r>
              <a:rPr lang="en-US" dirty="0"/>
              <a:t>Section Title Option 1</a:t>
            </a:r>
            <a:br>
              <a:rPr lang="en-US" dirty="0"/>
            </a:br>
            <a:r>
              <a:rPr lang="en-US" dirty="0"/>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4" name="page number">
            <a:extLst>
              <a:ext uri="{FF2B5EF4-FFF2-40B4-BE49-F238E27FC236}">
                <a16:creationId xmlns:a16="http://schemas.microsoft.com/office/drawing/2014/main" id="{20A83C12-6BEB-4E4C-9FB0-AA1FB4C661B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76128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 Plum">
    <p:spTree>
      <p:nvGrpSpPr>
        <p:cNvPr id="1" name=""/>
        <p:cNvGrpSpPr/>
        <p:nvPr/>
      </p:nvGrpSpPr>
      <p:grpSpPr>
        <a:xfrm>
          <a:off x="0" y="0"/>
          <a:ext cx="0" cy="0"/>
          <a:chOff x="0" y="0"/>
          <a:chExt cx="0" cy="0"/>
        </a:xfrm>
      </p:grpSpPr>
      <p:pic>
        <p:nvPicPr>
          <p:cNvPr id="3" name="Picture 2" descr="A blue and purple triangle&#10;&#10;Description automatically generated">
            <a:extLst>
              <a:ext uri="{FF2B5EF4-FFF2-40B4-BE49-F238E27FC236}">
                <a16:creationId xmlns:a16="http://schemas.microsoft.com/office/drawing/2014/main" id="{11182B8D-481E-5FAB-C747-EB3C91ECDF51}"/>
              </a:ext>
            </a:extLst>
          </p:cNvPr>
          <p:cNvPicPr>
            <a:picLocks noChangeAspect="1"/>
          </p:cNvPicPr>
          <p:nvPr userDrawn="1"/>
        </p:nvPicPr>
        <p:blipFill rotWithShape="1">
          <a:blip r:embed="rId2"/>
          <a:srcRect b="11170"/>
          <a:stretch/>
        </p:blipFill>
        <p:spPr>
          <a:xfrm>
            <a:off x="879" y="1"/>
            <a:ext cx="12187946" cy="6092456"/>
          </a:xfrm>
          <a:prstGeom prst="rect">
            <a:avLst/>
          </a:prstGeom>
        </p:spPr>
      </p:pic>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accent1"/>
                </a:solidFill>
              </a:defRPr>
            </a:lvl1pPr>
          </a:lstStyle>
          <a:p>
            <a:r>
              <a:rPr lang="en-US" dirty="0"/>
              <a:t>Section Title Option 2 </a:t>
            </a:r>
            <a:br>
              <a:rPr lang="en-US" dirty="0"/>
            </a:br>
            <a:r>
              <a:rPr lang="en-US" dirty="0"/>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5" name="page number">
            <a:extLst>
              <a:ext uri="{FF2B5EF4-FFF2-40B4-BE49-F238E27FC236}">
                <a16:creationId xmlns:a16="http://schemas.microsoft.com/office/drawing/2014/main" id="{8424C6A4-7F55-9842-969F-317F913DCB9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83148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 Aqua">
    <p:spTree>
      <p:nvGrpSpPr>
        <p:cNvPr id="1" name=""/>
        <p:cNvGrpSpPr/>
        <p:nvPr/>
      </p:nvGrpSpPr>
      <p:grpSpPr>
        <a:xfrm>
          <a:off x="0" y="0"/>
          <a:ext cx="0" cy="0"/>
          <a:chOff x="0" y="0"/>
          <a:chExt cx="0" cy="0"/>
        </a:xfrm>
      </p:grpSpPr>
      <p:pic>
        <p:nvPicPr>
          <p:cNvPr id="3" name="Picture 2" descr="A blue and white triangle&#10;&#10;Description automatically generated">
            <a:extLst>
              <a:ext uri="{FF2B5EF4-FFF2-40B4-BE49-F238E27FC236}">
                <a16:creationId xmlns:a16="http://schemas.microsoft.com/office/drawing/2014/main" id="{1851FFCF-C0D0-C215-743B-B4160C1C93A5}"/>
              </a:ext>
            </a:extLst>
          </p:cNvPr>
          <p:cNvPicPr>
            <a:picLocks noChangeAspect="1"/>
          </p:cNvPicPr>
          <p:nvPr userDrawn="1"/>
        </p:nvPicPr>
        <p:blipFill rotWithShape="1">
          <a:blip r:embed="rId2"/>
          <a:srcRect b="11170"/>
          <a:stretch/>
        </p:blipFill>
        <p:spPr>
          <a:xfrm>
            <a:off x="879" y="1"/>
            <a:ext cx="12187946" cy="6092456"/>
          </a:xfrm>
          <a:prstGeom prst="rect">
            <a:avLst/>
          </a:prstGeom>
        </p:spPr>
      </p:pic>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1"/>
                </a:solidFill>
              </a:defRPr>
            </a:lvl1pPr>
          </a:lstStyle>
          <a:p>
            <a:r>
              <a:rPr lang="en-US" dirty="0"/>
              <a:t>Section Title Option 3</a:t>
            </a:r>
            <a:br>
              <a:rPr lang="en-US" dirty="0"/>
            </a:br>
            <a:r>
              <a:rPr lang="en-US" dirty="0"/>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5"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580554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Quote – Leaf">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1822C6-83CF-4F3D-E1D8-C25AE43B9C04}"/>
              </a:ext>
            </a:extLst>
          </p:cNvPr>
          <p:cNvPicPr>
            <a:picLocks noChangeAspect="1"/>
          </p:cNvPicPr>
          <p:nvPr userDrawn="1"/>
        </p:nvPicPr>
        <p:blipFill>
          <a:blip r:embed="rId2"/>
          <a:srcRect l="3" r="3"/>
          <a:stretch/>
        </p:blipFill>
        <p:spPr>
          <a:xfrm>
            <a:off x="879" y="0"/>
            <a:ext cx="12187312" cy="6858495"/>
          </a:xfrm>
          <a:prstGeom prst="rect">
            <a:avLst/>
          </a:prstGeom>
        </p:spPr>
      </p:pic>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Metropolis" panose="00000500000000000000" pitchFamily="2" charset="0"/>
              <a:buChar char="“"/>
              <a:defRPr sz="2800">
                <a:solidFill>
                  <a:schemeClr val="accent1"/>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bg2">
                    <a:lumMod val="25000"/>
                  </a:schemeClr>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TextBox 4">
            <a:extLst>
              <a:ext uri="{FF2B5EF4-FFF2-40B4-BE49-F238E27FC236}">
                <a16:creationId xmlns:a16="http://schemas.microsoft.com/office/drawing/2014/main" id="{91B2B909-6AFC-67F8-A43A-0F91CF8F226A}"/>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6" name="TextBox 5">
            <a:extLst>
              <a:ext uri="{FF2B5EF4-FFF2-40B4-BE49-F238E27FC236}">
                <a16:creationId xmlns:a16="http://schemas.microsoft.com/office/drawing/2014/main" id="{B877F5C2-7597-7700-E156-8857900FCFC6}"/>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7" name="Graphic 8">
            <a:extLst>
              <a:ext uri="{FF2B5EF4-FFF2-40B4-BE49-F238E27FC236}">
                <a16:creationId xmlns:a16="http://schemas.microsoft.com/office/drawing/2014/main" id="{47818FA4-8AE2-A4B0-1EE8-9FE4A6BDD41B}"/>
              </a:ext>
            </a:extLst>
          </p:cNvPr>
          <p:cNvGrpSpPr/>
          <p:nvPr userDrawn="1"/>
        </p:nvGrpSpPr>
        <p:grpSpPr>
          <a:xfrm>
            <a:off x="265625" y="6323271"/>
            <a:ext cx="1249223" cy="369648"/>
            <a:chOff x="265625" y="6323271"/>
            <a:chExt cx="1249223" cy="369648"/>
          </a:xfrm>
          <a:solidFill>
            <a:srgbClr val="000000"/>
          </a:solidFill>
        </p:grpSpPr>
        <p:grpSp>
          <p:nvGrpSpPr>
            <p:cNvPr id="8"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25" name="Freeform 24">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9"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4160765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Quote – Plum">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357842E3-E5C7-7B4F-DC6A-816AB579D2E6}"/>
              </a:ext>
            </a:extLst>
          </p:cNvPr>
          <p:cNvPicPr>
            <a:picLocks noChangeAspect="1"/>
          </p:cNvPicPr>
          <p:nvPr userDrawn="1"/>
        </p:nvPicPr>
        <p:blipFill>
          <a:blip r:embed="rId2"/>
          <a:srcRect l="3" r="3"/>
          <a:stretch/>
        </p:blipFill>
        <p:spPr>
          <a:xfrm>
            <a:off x="879" y="0"/>
            <a:ext cx="12187312" cy="6858495"/>
          </a:xfrm>
          <a:prstGeom prst="rect">
            <a:avLst/>
          </a:prstGeom>
        </p:spPr>
      </p:pic>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1"/>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bg2">
                    <a:lumMod val="25000"/>
                  </a:schemeClr>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TextBox 2">
            <a:extLst>
              <a:ext uri="{FF2B5EF4-FFF2-40B4-BE49-F238E27FC236}">
                <a16:creationId xmlns:a16="http://schemas.microsoft.com/office/drawing/2014/main" id="{59598E93-E03B-70E2-BB59-475BA07A754E}"/>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4" name="TextBox 3">
            <a:extLst>
              <a:ext uri="{FF2B5EF4-FFF2-40B4-BE49-F238E27FC236}">
                <a16:creationId xmlns:a16="http://schemas.microsoft.com/office/drawing/2014/main" id="{675C1E07-8402-D44B-5136-098C215A914E}"/>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5" name="Graphic 8">
            <a:extLst>
              <a:ext uri="{FF2B5EF4-FFF2-40B4-BE49-F238E27FC236}">
                <a16:creationId xmlns:a16="http://schemas.microsoft.com/office/drawing/2014/main" id="{B4758132-41E7-3AF2-6888-E57AAB57C2D4}"/>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596727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Quote – Aqua">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89C585F7-54EA-73DC-A9E7-E6EDC04697A8}"/>
              </a:ext>
            </a:extLst>
          </p:cNvPr>
          <p:cNvPicPr>
            <a:picLocks noChangeAspect="1"/>
          </p:cNvPicPr>
          <p:nvPr userDrawn="1"/>
        </p:nvPicPr>
        <p:blipFill>
          <a:blip r:embed="rId2"/>
          <a:srcRect l="3" r="3"/>
          <a:stretch/>
        </p:blipFill>
        <p:spPr>
          <a:xfrm>
            <a:off x="879" y="0"/>
            <a:ext cx="12187312" cy="6858495"/>
          </a:xfrm>
          <a:prstGeom prst="rect">
            <a:avLst/>
          </a:prstGeom>
        </p:spPr>
      </p:pic>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1"/>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bg2">
                    <a:lumMod val="25000"/>
                  </a:schemeClr>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TextBox 2">
            <a:extLst>
              <a:ext uri="{FF2B5EF4-FFF2-40B4-BE49-F238E27FC236}">
                <a16:creationId xmlns:a16="http://schemas.microsoft.com/office/drawing/2014/main" id="{B42BA5B6-138A-D661-2D48-C6B1A42AC4ED}"/>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4" name="TextBox 3">
            <a:extLst>
              <a:ext uri="{FF2B5EF4-FFF2-40B4-BE49-F238E27FC236}">
                <a16:creationId xmlns:a16="http://schemas.microsoft.com/office/drawing/2014/main" id="{79538799-F081-D113-D0D1-5470EAF4336E}"/>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5" name="Graphic 8">
            <a:extLst>
              <a:ext uri="{FF2B5EF4-FFF2-40B4-BE49-F238E27FC236}">
                <a16:creationId xmlns:a16="http://schemas.microsoft.com/office/drawing/2014/main" id="{C621A2F7-988C-ED6D-1AAA-CEAF06253999}"/>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9125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1"/>
                </a:solidFill>
              </a:defRPr>
            </a:lvl1pPr>
          </a:lstStyle>
          <a:p>
            <a:r>
              <a:rPr lang="en-US" dirty="0"/>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1200"/>
              </a:spcBef>
              <a:defRPr>
                <a:solidFill>
                  <a:schemeClr val="bg2">
                    <a:lumMod val="25000"/>
                  </a:schemeClr>
                </a:solidFill>
              </a:defRPr>
            </a:lvl1pPr>
            <a:lvl2pPr>
              <a:spcBef>
                <a:spcPts val="1200"/>
              </a:spcBef>
              <a:defRPr>
                <a:solidFill>
                  <a:schemeClr val="bg2">
                    <a:lumMod val="25000"/>
                  </a:schemeClr>
                </a:solidFill>
              </a:defRPr>
            </a:lvl2pPr>
            <a:lvl3pPr>
              <a:spcBef>
                <a:spcPts val="1200"/>
              </a:spcBef>
              <a:defRPr>
                <a:solidFill>
                  <a:schemeClr val="bg2">
                    <a:lumMod val="25000"/>
                  </a:schemeClr>
                </a:solidFill>
              </a:defRPr>
            </a:lvl3pPr>
            <a:lvl4pPr>
              <a:spcBef>
                <a:spcPts val="1200"/>
              </a:spcBef>
              <a:defRPr>
                <a:solidFill>
                  <a:schemeClr val="bg2">
                    <a:lumMod val="25000"/>
                  </a:schemeClr>
                </a:solidFill>
              </a:defRPr>
            </a:lvl4pPr>
            <a:lvl5pPr>
              <a:spcBef>
                <a:spcPts val="1200"/>
              </a:spcBef>
              <a:defRPr>
                <a:solidFill>
                  <a:schemeClr val="bg2">
                    <a:lumMod val="25000"/>
                  </a:schemeClr>
                </a:solidFill>
              </a:defRPr>
            </a:lvl5pPr>
            <a:lvl6pPr>
              <a:defRPr/>
            </a:lvl6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492019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1"/>
                </a:solidFill>
              </a:defRPr>
            </a:lvl1pPr>
          </a:lstStyle>
          <a:p>
            <a:r>
              <a:rPr lang="en-US" dirty="0"/>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6"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211885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1"/>
                </a:solidFill>
              </a:defRPr>
            </a:lvl1pPr>
          </a:lstStyle>
          <a:p>
            <a:r>
              <a:rPr lang="en-US" dirty="0"/>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579809" y="1600200"/>
            <a:ext cx="5313783" cy="4572000"/>
          </a:xfrm>
        </p:spPr>
        <p:txBody>
          <a:bodyPr vert="horz" lIns="0" tIns="0" rIns="0" bIns="0" rtlCol="0">
            <a:noAutofit/>
          </a:bodyPr>
          <a:lstStyle>
            <a:lvl1pPr>
              <a:defRPr lang="en-US" sz="1800" dirty="0">
                <a:solidFill>
                  <a:schemeClr val="bg2">
                    <a:lumMod val="25000"/>
                  </a:schemeClr>
                </a:solidFill>
              </a:defRPr>
            </a:lvl1pPr>
            <a:lvl2pPr>
              <a:defRPr lang="en-US" sz="1600" dirty="0">
                <a:solidFill>
                  <a:schemeClr val="bg2">
                    <a:lumMod val="25000"/>
                  </a:schemeClr>
                </a:solidFill>
              </a:defRPr>
            </a:lvl2pPr>
            <a:lvl3pPr>
              <a:defRPr lang="en-US" sz="1400" dirty="0">
                <a:solidFill>
                  <a:schemeClr val="bg2">
                    <a:lumMod val="25000"/>
                  </a:schemeClr>
                </a:solidFill>
              </a:defRPr>
            </a:lvl3pPr>
            <a:lvl4pPr>
              <a:defRPr lang="en-US" sz="1200" dirty="0">
                <a:solidFill>
                  <a:schemeClr val="bg2">
                    <a:lumMod val="25000"/>
                  </a:schemeClr>
                </a:solidFill>
              </a:defRPr>
            </a:lvl4pPr>
            <a:lvl5pPr>
              <a:defRPr lang="en-US" sz="1200" dirty="0">
                <a:solidFill>
                  <a:schemeClr val="bg2">
                    <a:lumMod val="25000"/>
                  </a:schemeClr>
                </a:solidFill>
              </a:defRPr>
            </a:lvl5pPr>
            <a:lvl6pPr>
              <a:defRPr lang="en-US" sz="1200" dirty="0">
                <a:solidFill>
                  <a:schemeClr val="bg2">
                    <a:lumMod val="25000"/>
                  </a:schemeClr>
                </a:solidFill>
              </a:defRPr>
            </a:lvl6pPr>
            <a:lvl7pPr>
              <a:defRPr lang="en-US" sz="1200" dirty="0">
                <a:solidFill>
                  <a:schemeClr val="bg2">
                    <a:lumMod val="25000"/>
                  </a:schemeClr>
                </a:solidFill>
              </a:defRPr>
            </a:lvl7pPr>
            <a:lvl8pPr>
              <a:defRPr lang="en-US" sz="1200" dirty="0">
                <a:solidFill>
                  <a:schemeClr val="bg2">
                    <a:lumMod val="25000"/>
                  </a:schemeClr>
                </a:solidFill>
              </a:defRPr>
            </a:lvl8pPr>
            <a:lvl9pPr>
              <a:defRPr lang="en-US" sz="1200" dirty="0">
                <a:solidFill>
                  <a:schemeClr val="bg2">
                    <a:lumMod val="25000"/>
                  </a:schemeClr>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1287" y="1600200"/>
            <a:ext cx="5867538" cy="4572000"/>
          </a:xfrm>
        </p:spPr>
        <p:txBody>
          <a:bodyPr vert="horz" lIns="0" tIns="0" rIns="457200" bIns="0" rtlCol="0">
            <a:noAutofit/>
          </a:bodyPr>
          <a:lstStyle>
            <a:lvl1pPr>
              <a:defRPr lang="en-US" sz="1800" dirty="0">
                <a:solidFill>
                  <a:schemeClr val="bg2">
                    <a:lumMod val="25000"/>
                  </a:schemeClr>
                </a:solidFill>
              </a:defRPr>
            </a:lvl1pPr>
            <a:lvl2pPr>
              <a:defRPr lang="en-US" sz="1600" dirty="0">
                <a:solidFill>
                  <a:schemeClr val="bg2">
                    <a:lumMod val="25000"/>
                  </a:schemeClr>
                </a:solidFill>
              </a:defRPr>
            </a:lvl2pPr>
            <a:lvl3pPr>
              <a:defRPr lang="en-US" sz="1400" dirty="0">
                <a:solidFill>
                  <a:schemeClr val="bg2">
                    <a:lumMod val="25000"/>
                  </a:schemeClr>
                </a:solidFill>
              </a:defRPr>
            </a:lvl3pPr>
            <a:lvl4pPr>
              <a:defRPr lang="en-US" sz="1200" dirty="0">
                <a:solidFill>
                  <a:schemeClr val="bg2">
                    <a:lumMod val="25000"/>
                  </a:schemeClr>
                </a:solidFill>
              </a:defRPr>
            </a:lvl4pPr>
            <a:lvl5pPr>
              <a:defRPr lang="en-US" sz="1200" dirty="0">
                <a:solidFill>
                  <a:schemeClr val="bg2">
                    <a:lumMod val="25000"/>
                  </a:schemeClr>
                </a:solidFill>
              </a:defRPr>
            </a:lvl5pPr>
            <a:lvl6pPr>
              <a:defRPr lang="en-US" sz="1200" dirty="0">
                <a:solidFill>
                  <a:schemeClr val="bg2">
                    <a:lumMod val="25000"/>
                  </a:schemeClr>
                </a:solidFill>
              </a:defRPr>
            </a:lvl6pPr>
            <a:lvl7pPr>
              <a:defRPr lang="en-US" sz="1200" dirty="0">
                <a:solidFill>
                  <a:schemeClr val="bg2">
                    <a:lumMod val="25000"/>
                  </a:schemeClr>
                </a:solidFill>
              </a:defRPr>
            </a:lvl7pPr>
            <a:lvl8pPr>
              <a:defRPr lang="en-US" sz="1200" dirty="0">
                <a:solidFill>
                  <a:schemeClr val="bg2">
                    <a:lumMod val="25000"/>
                  </a:schemeClr>
                </a:solidFill>
              </a:defRPr>
            </a:lvl8pPr>
            <a:lvl9pPr>
              <a:defRPr lang="en-US" sz="1200" dirty="0">
                <a:solidFill>
                  <a:schemeClr val="bg2">
                    <a:lumMod val="25000"/>
                  </a:schemeClr>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7" name="page number">
            <a:extLst>
              <a:ext uri="{FF2B5EF4-FFF2-40B4-BE49-F238E27FC236}">
                <a16:creationId xmlns:a16="http://schemas.microsoft.com/office/drawing/2014/main" id="{306FFEC8-099C-484D-841A-7FCB225B189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906509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rgbClr val="F4F8FA"/>
          </a:solidFill>
        </p:spPr>
        <p:txBody>
          <a:bodyPr vert="horz" lIns="457200" tIns="457200" rIns="457200" bIns="457200" rtlCol="0">
            <a:noAutofit/>
          </a:bodyPr>
          <a:lstStyle>
            <a:lvl1pPr>
              <a:defRPr lang="en-US" sz="1800" dirty="0">
                <a:solidFill>
                  <a:schemeClr val="bg2">
                    <a:lumMod val="25000"/>
                  </a:schemeClr>
                </a:solidFill>
              </a:defRPr>
            </a:lvl1pPr>
            <a:lvl2pPr>
              <a:defRPr lang="en-US" sz="1600" dirty="0">
                <a:solidFill>
                  <a:schemeClr val="bg2">
                    <a:lumMod val="25000"/>
                  </a:schemeClr>
                </a:solidFill>
              </a:defRPr>
            </a:lvl2pPr>
            <a:lvl3pPr>
              <a:defRPr lang="en-US" sz="1400" dirty="0">
                <a:solidFill>
                  <a:schemeClr val="bg2">
                    <a:lumMod val="25000"/>
                  </a:schemeClr>
                </a:solidFill>
              </a:defRPr>
            </a:lvl3pPr>
            <a:lvl4pPr>
              <a:defRPr lang="en-US" sz="1200" dirty="0">
                <a:solidFill>
                  <a:schemeClr val="bg2">
                    <a:lumMod val="25000"/>
                  </a:schemeClr>
                </a:solidFill>
              </a:defRPr>
            </a:lvl4pPr>
            <a:lvl5pPr>
              <a:defRPr lang="en-US" sz="1200" dirty="0">
                <a:solidFill>
                  <a:schemeClr val="bg2">
                    <a:lumMod val="25000"/>
                  </a:schemeClr>
                </a:solidFill>
              </a:defRPr>
            </a:lvl5pPr>
            <a:lvl6pPr>
              <a:defRPr>
                <a:solidFill>
                  <a:schemeClr val="bg2">
                    <a:lumMod val="25000"/>
                  </a:schemeClr>
                </a:solidFill>
              </a:defRPr>
            </a:lvl6pPr>
            <a:lvl7pPr>
              <a:defRPr>
                <a:solidFill>
                  <a:schemeClr val="bg2">
                    <a:lumMod val="25000"/>
                  </a:schemeClr>
                </a:solidFill>
              </a:defRPr>
            </a:lvl7pPr>
            <a:lvl8pPr>
              <a:defRPr>
                <a:solidFill>
                  <a:schemeClr val="bg2">
                    <a:lumMod val="25000"/>
                  </a:schemeClr>
                </a:solidFill>
              </a:defRPr>
            </a:lvl8pPr>
            <a:lvl9pPr>
              <a:defRPr>
                <a:solidFill>
                  <a:schemeClr val="bg2">
                    <a:lumMod val="25000"/>
                  </a:schemeClr>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p:nvPr>
        </p:nvSpPr>
        <p:spPr bwMode="ltGray">
          <a:xfrm>
            <a:off x="0" y="1600201"/>
            <a:ext cx="5893593" cy="4572000"/>
          </a:xfrm>
          <a:noFill/>
        </p:spPr>
        <p:txBody>
          <a:bodyPr vert="horz" lIns="594360" tIns="457200" rIns="457200" bIns="457200" rtlCol="0">
            <a:noAutofit/>
          </a:bodyPr>
          <a:lstStyle>
            <a:lvl1pPr>
              <a:spcBef>
                <a:spcPts val="1200"/>
              </a:spcBef>
              <a:defRPr lang="en-US" sz="1800" dirty="0">
                <a:solidFill>
                  <a:schemeClr val="bg2">
                    <a:lumMod val="25000"/>
                  </a:schemeClr>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Click to edit Master text styles</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1"/>
                </a:solidFill>
              </a:defRPr>
            </a:lvl1pPr>
          </a:lstStyle>
          <a:p>
            <a:r>
              <a:rPr lang="en-US" dirty="0"/>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208435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1"/>
                </a:solidFill>
              </a:defRPr>
            </a:lvl1pPr>
          </a:lstStyle>
          <a:p>
            <a:r>
              <a:rPr lang="en-US" dirty="0"/>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Content Placeholder 17">
            <a:extLst>
              <a:ext uri="{FF2B5EF4-FFF2-40B4-BE49-F238E27FC236}">
                <a16:creationId xmlns:a16="http://schemas.microsoft.com/office/drawing/2014/main" id="{E4143250-D1B5-E54B-9FA1-AB95D634DBC6}"/>
              </a:ext>
            </a:extLst>
          </p:cNvPr>
          <p:cNvSpPr>
            <a:spLocks noGrp="1"/>
          </p:cNvSpPr>
          <p:nvPr>
            <p:ph sz="quarter" idx="16" hasCustomPrompt="1"/>
          </p:nvPr>
        </p:nvSpPr>
        <p:spPr bwMode="ltGray">
          <a:xfrm>
            <a:off x="0" y="1600201"/>
            <a:ext cx="5865445" cy="4572000"/>
          </a:xfrm>
          <a:solidFill>
            <a:srgbClr val="F4F8FA"/>
          </a:solidFill>
        </p:spPr>
        <p:txBody>
          <a:bodyPr vert="horz" lIns="457200" tIns="457200" rIns="457200" bIns="457200" rtlCol="0">
            <a:noAutofit/>
          </a:bodyPr>
          <a:lstStyle>
            <a:lvl1pPr>
              <a:defRPr lang="en-US" sz="1800" dirty="0">
                <a:solidFill>
                  <a:schemeClr val="bg2">
                    <a:lumMod val="25000"/>
                  </a:schemeClr>
                </a:solidFill>
              </a:defRPr>
            </a:lvl1pPr>
            <a:lvl2pPr>
              <a:defRPr lang="en-US" sz="1600" dirty="0">
                <a:solidFill>
                  <a:schemeClr val="bg2">
                    <a:lumMod val="25000"/>
                  </a:schemeClr>
                </a:solidFill>
              </a:defRPr>
            </a:lvl2pPr>
            <a:lvl3pPr>
              <a:defRPr lang="en-US" sz="1400" dirty="0">
                <a:solidFill>
                  <a:schemeClr val="bg2">
                    <a:lumMod val="25000"/>
                  </a:schemeClr>
                </a:solidFill>
              </a:defRPr>
            </a:lvl3pPr>
            <a:lvl4pPr>
              <a:defRPr lang="en-US" sz="1200" dirty="0">
                <a:solidFill>
                  <a:schemeClr val="bg2">
                    <a:lumMod val="25000"/>
                  </a:schemeClr>
                </a:solidFill>
              </a:defRPr>
            </a:lvl4pPr>
            <a:lvl5pPr>
              <a:defRPr lang="en-US" sz="1200" dirty="0">
                <a:solidFill>
                  <a:schemeClr val="bg2">
                    <a:lumMod val="25000"/>
                  </a:schemeClr>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p:nvPr>
        </p:nvSpPr>
        <p:spPr bwMode="ltGray">
          <a:xfrm>
            <a:off x="6295232" y="1600201"/>
            <a:ext cx="5893593" cy="4572000"/>
          </a:xfrm>
          <a:noFill/>
        </p:spPr>
        <p:txBody>
          <a:bodyPr vert="horz" lIns="594360" tIns="457200" rIns="457200" bIns="457200" rtlCol="0">
            <a:noAutofit/>
          </a:bodyPr>
          <a:lstStyle>
            <a:lvl1pPr>
              <a:spcBef>
                <a:spcPts val="1200"/>
              </a:spcBef>
              <a:defRPr lang="en-US" sz="1800" dirty="0">
                <a:solidFill>
                  <a:srgbClr val="F4F8FA"/>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Click to edit Master text styles</a:t>
            </a:r>
          </a:p>
        </p:txBody>
      </p:sp>
      <p:sp>
        <p:nvSpPr>
          <p:cNvPr id="10" name="page number">
            <a:extLst>
              <a:ext uri="{FF2B5EF4-FFF2-40B4-BE49-F238E27FC236}">
                <a16:creationId xmlns:a16="http://schemas.microsoft.com/office/drawing/2014/main" id="{4FD1F5D3-21E9-5341-B48A-48F1E4CF33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0814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accent1"/>
                </a:solidFill>
              </a:defRPr>
            </a:lvl1pPr>
          </a:lstStyle>
          <a:p>
            <a:r>
              <a:rPr lang="en-US" dirty="0"/>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044347" cy="875370"/>
          </a:xfrm>
          <a:noFill/>
        </p:spPr>
        <p:txBody>
          <a:bodyPr vert="horz" lIns="0" tIns="91440" rIns="457200" bIns="91440" rtlCol="0" anchor="b">
            <a:noAutofit/>
          </a:bodyPr>
          <a:lstStyle>
            <a:lvl1pPr>
              <a:defRPr lang="en-US" dirty="0">
                <a:solidFill>
                  <a:schemeClr val="accent1"/>
                </a:solidFill>
              </a:defRPr>
            </a:lvl1pPr>
          </a:lstStyle>
          <a:p>
            <a:pPr lvl="0"/>
            <a:r>
              <a:rPr lang="en-US" dirty="0"/>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userDrawn="1"/>
        </p:nvSpPr>
        <p:spPr>
          <a:xfrm>
            <a:off x="592866" y="2484176"/>
            <a:ext cx="5044347" cy="4571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79808" y="2621020"/>
            <a:ext cx="5071595" cy="3544027"/>
          </a:xfrm>
        </p:spPr>
        <p:txBody>
          <a:bodyPr vert="horz" lIns="0" tIns="0" rIns="0" bIns="0" rtlCol="0">
            <a:noAutofit/>
          </a:bodyPr>
          <a:lstStyle>
            <a:lvl1pPr>
              <a:defRPr lang="en-US" sz="1800" dirty="0">
                <a:solidFill>
                  <a:schemeClr val="bg2">
                    <a:lumMod val="25000"/>
                  </a:schemeClr>
                </a:solidFill>
              </a:defRPr>
            </a:lvl1pPr>
            <a:lvl2pPr>
              <a:defRPr lang="en-US" sz="1600" dirty="0">
                <a:solidFill>
                  <a:schemeClr val="bg2">
                    <a:lumMod val="25000"/>
                  </a:schemeClr>
                </a:solidFill>
              </a:defRPr>
            </a:lvl2pPr>
            <a:lvl3pPr>
              <a:defRPr lang="en-US" sz="1400" dirty="0">
                <a:solidFill>
                  <a:schemeClr val="bg2">
                    <a:lumMod val="25000"/>
                  </a:schemeClr>
                </a:solidFill>
              </a:defRPr>
            </a:lvl3pPr>
            <a:lvl4pPr>
              <a:defRPr lang="en-US" sz="1200" dirty="0">
                <a:solidFill>
                  <a:schemeClr val="bg2">
                    <a:lumMod val="25000"/>
                  </a:schemeClr>
                </a:solidFill>
              </a:defRPr>
            </a:lvl4pPr>
            <a:lvl5pPr>
              <a:defRPr lang="en-US" sz="1200" dirty="0">
                <a:solidFill>
                  <a:schemeClr val="bg2">
                    <a:lumMod val="25000"/>
                  </a:schemeClr>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556832" y="1600202"/>
            <a:ext cx="5372100" cy="875370"/>
          </a:xfrm>
          <a:noFill/>
        </p:spPr>
        <p:txBody>
          <a:bodyPr vert="horz" lIns="0" tIns="91440" rIns="457200" bIns="91440" rtlCol="0" anchor="b">
            <a:noAutofit/>
          </a:bodyPr>
          <a:lstStyle>
            <a:lvl1pPr>
              <a:defRPr lang="en-US" sz="2000">
                <a:solidFill>
                  <a:schemeClr val="accent1"/>
                </a:solidFill>
              </a:defRPr>
            </a:lvl1pPr>
          </a:lstStyle>
          <a:p>
            <a:pPr lvl="0"/>
            <a:r>
              <a:rPr lang="en-US" dirty="0"/>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userDrawn="1"/>
        </p:nvSpPr>
        <p:spPr>
          <a:xfrm>
            <a:off x="6551981" y="2484176"/>
            <a:ext cx="5044347" cy="45719"/>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556249" y="2621280"/>
            <a:ext cx="5372682" cy="3575124"/>
          </a:xfrm>
        </p:spPr>
        <p:txBody>
          <a:bodyPr vert="horz" lIns="0" tIns="0" rIns="0" bIns="0" rtlCol="0">
            <a:noAutofit/>
          </a:bodyPr>
          <a:lstStyle>
            <a:lvl1pPr>
              <a:defRPr lang="en-US" sz="1800" dirty="0">
                <a:solidFill>
                  <a:schemeClr val="bg2">
                    <a:lumMod val="25000"/>
                  </a:schemeClr>
                </a:solidFill>
              </a:defRPr>
            </a:lvl1pPr>
            <a:lvl2pPr>
              <a:defRPr lang="en-US" sz="1600" dirty="0">
                <a:solidFill>
                  <a:schemeClr val="bg2">
                    <a:lumMod val="25000"/>
                  </a:schemeClr>
                </a:solidFill>
              </a:defRPr>
            </a:lvl2pPr>
            <a:lvl3pPr>
              <a:defRPr lang="en-US" sz="1400" dirty="0">
                <a:solidFill>
                  <a:schemeClr val="bg2">
                    <a:lumMod val="25000"/>
                  </a:schemeClr>
                </a:solidFill>
              </a:defRPr>
            </a:lvl3pPr>
            <a:lvl4pPr>
              <a:defRPr lang="en-US" sz="1200" dirty="0">
                <a:solidFill>
                  <a:schemeClr val="bg2">
                    <a:lumMod val="25000"/>
                  </a:schemeClr>
                </a:solidFill>
              </a:defRPr>
            </a:lvl4pPr>
            <a:lvl5pPr>
              <a:defRPr lang="en-US" sz="1200" dirty="0">
                <a:solidFill>
                  <a:schemeClr val="bg2">
                    <a:lumMod val="25000"/>
                  </a:schemeClr>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age number">
            <a:extLst>
              <a:ext uri="{FF2B5EF4-FFF2-40B4-BE49-F238E27FC236}">
                <a16:creationId xmlns:a16="http://schemas.microsoft.com/office/drawing/2014/main" id="{3E816477-50B7-9248-BE5F-B9062610CEE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043602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accent1"/>
                </a:solidFill>
              </a:defRPr>
            </a:lvl1pPr>
          </a:lstStyle>
          <a:p>
            <a:r>
              <a:rPr lang="en-US" dirty="0"/>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582754"/>
            <a:ext cx="3593592" cy="914400"/>
          </a:xfrm>
          <a:noFill/>
        </p:spPr>
        <p:txBody>
          <a:bodyPr lIns="0" tIns="91440" rIns="182880" bIns="91440" anchor="b"/>
          <a:lstStyle>
            <a:lvl1pPr>
              <a:defRPr sz="1800">
                <a:solidFill>
                  <a:schemeClr val="accent1"/>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userDrawn="1"/>
        </p:nvSpPr>
        <p:spPr>
          <a:xfrm>
            <a:off x="592866"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0" name="Text Placeholder 15">
            <a:extLst>
              <a:ext uri="{FF2B5EF4-FFF2-40B4-BE49-F238E27FC236}">
                <a16:creationId xmlns:a16="http://schemas.microsoft.com/office/drawing/2014/main" id="{088F3A7B-ECB7-0E49-B754-464BE3E44868}"/>
              </a:ext>
            </a:extLst>
          </p:cNvPr>
          <p:cNvSpPr>
            <a:spLocks noGrp="1"/>
          </p:cNvSpPr>
          <p:nvPr>
            <p:ph type="body" sz="quarter" idx="27" hasCustomPrompt="1"/>
          </p:nvPr>
        </p:nvSpPr>
        <p:spPr>
          <a:xfrm>
            <a:off x="592866" y="2546329"/>
            <a:ext cx="3593592" cy="3619363"/>
          </a:xfrm>
          <a:noFill/>
          <a:ln>
            <a:noFill/>
          </a:ln>
        </p:spPr>
        <p:txBody>
          <a:bodyPr lIns="0" tIns="182880" rIns="182880" bIns="182880"/>
          <a:lstStyle>
            <a:lvl1pPr>
              <a:defRPr sz="1600">
                <a:solidFill>
                  <a:schemeClr val="bg2">
                    <a:lumMod val="25000"/>
                  </a:schemeClr>
                </a:solidFill>
              </a:defRPr>
            </a:lvl1pPr>
          </a:lstStyle>
          <a:p>
            <a:r>
              <a:rPr lang="en-US" dirty="0"/>
              <a:t>Click to add text</a:t>
            </a:r>
          </a:p>
          <a:p>
            <a:r>
              <a:rPr lang="en-US" dirty="0"/>
              <a:t>Click to add text</a:t>
            </a:r>
          </a:p>
          <a:p>
            <a:r>
              <a:rPr lang="en-US" dirty="0"/>
              <a:t>Click to add text</a:t>
            </a:r>
          </a:p>
          <a:p>
            <a:r>
              <a:rPr lang="en-US" dirty="0"/>
              <a:t>Click to add text</a:t>
            </a:r>
          </a:p>
          <a:p>
            <a:endParaRPr lang="en-US" dirty="0"/>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415154" y="1599646"/>
            <a:ext cx="3593592" cy="914400"/>
          </a:xfrm>
          <a:noFill/>
        </p:spPr>
        <p:txBody>
          <a:bodyPr lIns="0" tIns="91440" rIns="182880" bIns="91440" anchor="b"/>
          <a:lstStyle>
            <a:lvl1pPr>
              <a:defRPr sz="1800">
                <a:solidFill>
                  <a:schemeClr val="accent1"/>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header</a:t>
            </a:r>
          </a:p>
        </p:txBody>
      </p:sp>
      <p:sp>
        <p:nvSpPr>
          <p:cNvPr id="28" name="Rectangle 27">
            <a:extLst>
              <a:ext uri="{FF2B5EF4-FFF2-40B4-BE49-F238E27FC236}">
                <a16:creationId xmlns:a16="http://schemas.microsoft.com/office/drawing/2014/main" id="{53DE0F89-6066-984A-B5C6-BC57894C3396}"/>
              </a:ext>
              <a:ext uri="{C183D7F6-B498-43B3-948B-1728B52AA6E4}">
                <adec:decorative xmlns:adec="http://schemas.microsoft.com/office/drawing/2017/decorative" val="1"/>
              </a:ext>
            </a:extLst>
          </p:cNvPr>
          <p:cNvSpPr/>
          <p:nvPr userDrawn="1"/>
        </p:nvSpPr>
        <p:spPr>
          <a:xfrm>
            <a:off x="4415154" y="2509480"/>
            <a:ext cx="3593592" cy="45719"/>
          </a:xfrm>
          <a:prstGeom prst="rect">
            <a:avLst/>
          </a:prstGeom>
          <a:gradFill>
            <a:gsLst>
              <a:gs pos="99000">
                <a:schemeClr val="accent1"/>
              </a:gs>
              <a:gs pos="23000">
                <a:schemeClr val="accent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1" name="Text Placeholder 13">
            <a:extLst>
              <a:ext uri="{FF2B5EF4-FFF2-40B4-BE49-F238E27FC236}">
                <a16:creationId xmlns:a16="http://schemas.microsoft.com/office/drawing/2014/main" id="{44EE5778-B7AD-374C-B107-63971E570839}"/>
              </a:ext>
            </a:extLst>
          </p:cNvPr>
          <p:cNvSpPr>
            <a:spLocks noGrp="1"/>
          </p:cNvSpPr>
          <p:nvPr>
            <p:ph type="body" sz="quarter" idx="25" hasCustomPrompt="1"/>
          </p:nvPr>
        </p:nvSpPr>
        <p:spPr>
          <a:xfrm>
            <a:off x="4415154" y="2546329"/>
            <a:ext cx="3593592" cy="3627562"/>
          </a:xfrm>
          <a:noFill/>
          <a:ln>
            <a:noFill/>
          </a:ln>
        </p:spPr>
        <p:txBody>
          <a:bodyPr lIns="0" tIns="182880" rIns="182880" bIns="182880"/>
          <a:lstStyle>
            <a:lvl1pPr>
              <a:defRPr sz="1600">
                <a:solidFill>
                  <a:schemeClr val="bg2">
                    <a:lumMod val="25000"/>
                  </a:schemeClr>
                </a:solidFill>
              </a:defRPr>
            </a:lvl1pPr>
          </a:lstStyle>
          <a:p>
            <a:r>
              <a:rPr lang="en-US" dirty="0"/>
              <a:t>Click to add text</a:t>
            </a:r>
          </a:p>
          <a:p>
            <a:r>
              <a:rPr lang="en-US" dirty="0"/>
              <a:t>Click to add text</a:t>
            </a:r>
          </a:p>
          <a:p>
            <a:r>
              <a:rPr lang="en-US" dirty="0"/>
              <a:t>Click to add text</a:t>
            </a:r>
          </a:p>
          <a:p>
            <a:r>
              <a:rPr lang="en-US" dirty="0"/>
              <a:t>Click to add text</a:t>
            </a:r>
          </a:p>
          <a:p>
            <a:endParaRPr lang="en-US" dirty="0"/>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237442" y="1600200"/>
            <a:ext cx="3593592" cy="914400"/>
          </a:xfrm>
          <a:noFill/>
        </p:spPr>
        <p:txBody>
          <a:bodyPr lIns="0" tIns="91440" rIns="182880" bIns="91440" anchor="b"/>
          <a:lstStyle>
            <a:lvl1pPr>
              <a:defRPr sz="1800">
                <a:solidFill>
                  <a:schemeClr val="accent1"/>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userDrawn="1"/>
        </p:nvSpPr>
        <p:spPr>
          <a:xfrm>
            <a:off x="8237442" y="2509480"/>
            <a:ext cx="3593592" cy="50246"/>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2" name="Text Placeholder 12">
            <a:extLst>
              <a:ext uri="{FF2B5EF4-FFF2-40B4-BE49-F238E27FC236}">
                <a16:creationId xmlns:a16="http://schemas.microsoft.com/office/drawing/2014/main" id="{7C6F38D2-AD30-AE4E-B0AD-4BAFB463F8B5}"/>
              </a:ext>
            </a:extLst>
          </p:cNvPr>
          <p:cNvSpPr>
            <a:spLocks noGrp="1"/>
          </p:cNvSpPr>
          <p:nvPr>
            <p:ph type="body" sz="quarter" idx="24" hasCustomPrompt="1"/>
          </p:nvPr>
        </p:nvSpPr>
        <p:spPr>
          <a:xfrm>
            <a:off x="8237442" y="2568632"/>
            <a:ext cx="3593592" cy="3627773"/>
          </a:xfrm>
          <a:noFill/>
          <a:ln>
            <a:noFill/>
          </a:ln>
        </p:spPr>
        <p:txBody>
          <a:bodyPr lIns="0" tIns="182880" rIns="182880" bIns="182880"/>
          <a:lstStyle>
            <a:lvl1pPr>
              <a:defRPr sz="1600">
                <a:solidFill>
                  <a:schemeClr val="bg2">
                    <a:lumMod val="25000"/>
                  </a:schemeClr>
                </a:solidFill>
              </a:defRPr>
            </a:lvl1pPr>
          </a:lstStyle>
          <a:p>
            <a:r>
              <a:rPr lang="en-US" dirty="0"/>
              <a:t>Click to add text</a:t>
            </a:r>
          </a:p>
          <a:p>
            <a:r>
              <a:rPr lang="en-US" dirty="0"/>
              <a:t>Click to add text</a:t>
            </a:r>
          </a:p>
          <a:p>
            <a:r>
              <a:rPr lang="en-US" dirty="0"/>
              <a:t>Click to add text</a:t>
            </a:r>
          </a:p>
          <a:p>
            <a:r>
              <a:rPr lang="en-US" dirty="0"/>
              <a:t>Click to add text</a:t>
            </a:r>
          </a:p>
          <a:p>
            <a:endParaRPr lang="en-US" dirty="0"/>
          </a:p>
        </p:txBody>
      </p:sp>
      <p:sp>
        <p:nvSpPr>
          <p:cNvPr id="15" name="page number">
            <a:extLst>
              <a:ext uri="{FF2B5EF4-FFF2-40B4-BE49-F238E27FC236}">
                <a16:creationId xmlns:a16="http://schemas.microsoft.com/office/drawing/2014/main" id="{7788490C-B63E-8E46-A9C1-9CF865F7FA57}"/>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410485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Dynamic –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accent1"/>
                </a:solidFill>
              </a:defRPr>
            </a:lvl1pPr>
          </a:lstStyle>
          <a:p>
            <a:r>
              <a:rPr lang="en-US" dirty="0"/>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userDrawn="1"/>
        </p:nvSpPr>
        <p:spPr>
          <a:xfrm flipV="1">
            <a:off x="0" y="1589925"/>
            <a:ext cx="289401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44788"/>
            <a:ext cx="2894013" cy="4527411"/>
          </a:xfrm>
          <a:solidFill>
            <a:srgbClr val="F4F8FA"/>
          </a:solidFill>
        </p:spPr>
        <p:txBody>
          <a:bodyPr vert="horz" lIns="457200" tIns="457200" rIns="457200" bIns="457200" rtlCol="0">
            <a:noAutofit/>
          </a:bodyPr>
          <a:lstStyle>
            <a:lvl1pPr>
              <a:defRPr lang="en-US" sz="1800" dirty="0">
                <a:solidFill>
                  <a:schemeClr val="accent1"/>
                </a:solidFill>
              </a:defRPr>
            </a:lvl1pPr>
            <a:lvl2pPr>
              <a:defRPr lang="en-US" sz="1600" dirty="0" smtClean="0">
                <a:solidFill>
                  <a:schemeClr val="accent1"/>
                </a:solidFill>
              </a:defRPr>
            </a:lvl2pPr>
            <a:lvl3pPr>
              <a:defRPr lang="en-US" sz="1400" dirty="0" smtClean="0">
                <a:solidFill>
                  <a:schemeClr val="accent1"/>
                </a:solidFill>
              </a:defRPr>
            </a:lvl3pPr>
            <a:lvl4pPr>
              <a:defRPr lang="en-US" sz="1200" dirty="0" smtClean="0">
                <a:solidFill>
                  <a:schemeClr val="accent1"/>
                </a:solidFill>
              </a:defRPr>
            </a:lvl4pPr>
            <a:lvl5pPr>
              <a:defRPr lang="en-US" sz="1200" dirty="0">
                <a:solidFill>
                  <a:schemeClr val="accent1"/>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0200"/>
            <a:ext cx="8229600" cy="4572000"/>
          </a:xfrm>
        </p:spPr>
        <p:txBody>
          <a:bodyPr vert="horz" lIns="0" tIns="457200" rIns="0" bIns="0" rtlCol="0">
            <a:noAutofit/>
          </a:bodyPr>
          <a:lstStyle>
            <a:lvl1pPr>
              <a:defRPr lang="en-US" dirty="0" smtClean="0">
                <a:solidFill>
                  <a:schemeClr val="bg2">
                    <a:lumMod val="25000"/>
                  </a:schemeClr>
                </a:solidFill>
              </a:defRPr>
            </a:lvl1pPr>
            <a:lvl2pPr>
              <a:defRPr lang="en-US" dirty="0" smtClean="0">
                <a:solidFill>
                  <a:schemeClr val="bg2">
                    <a:lumMod val="25000"/>
                  </a:schemeClr>
                </a:solidFill>
              </a:defRPr>
            </a:lvl2pPr>
            <a:lvl3pPr>
              <a:defRPr lang="en-US" dirty="0" smtClean="0">
                <a:solidFill>
                  <a:schemeClr val="bg2">
                    <a:lumMod val="25000"/>
                  </a:schemeClr>
                </a:solidFill>
              </a:defRPr>
            </a:lvl3pPr>
            <a:lvl4pPr>
              <a:defRPr lang="en-US" dirty="0" smtClean="0">
                <a:solidFill>
                  <a:schemeClr val="bg2">
                    <a:lumMod val="25000"/>
                  </a:schemeClr>
                </a:solidFill>
              </a:defRPr>
            </a:lvl4pPr>
            <a:lvl5pPr>
              <a:defRPr lang="en-US" dirty="0" smtClean="0">
                <a:solidFill>
                  <a:schemeClr val="bg2">
                    <a:lumMod val="25000"/>
                  </a:schemeClr>
                </a:solidFill>
              </a:defRPr>
            </a:lvl5pPr>
            <a:lvl6pPr>
              <a:defRPr lang="en-US" dirty="0" smtClean="0">
                <a:solidFill>
                  <a:schemeClr val="bg2">
                    <a:lumMod val="25000"/>
                  </a:schemeClr>
                </a:solidFill>
              </a:defRPr>
            </a:lvl6pPr>
            <a:lvl7pPr>
              <a:defRPr lang="en-US" dirty="0" smtClean="0">
                <a:solidFill>
                  <a:schemeClr val="bg2">
                    <a:lumMod val="25000"/>
                  </a:schemeClr>
                </a:solidFill>
              </a:defRPr>
            </a:lvl7pPr>
            <a:lvl8pPr>
              <a:defRPr lang="en-US" dirty="0">
                <a:solidFill>
                  <a:schemeClr val="bg2">
                    <a:lumMod val="25000"/>
                  </a:schemeClr>
                </a:solidFill>
              </a:defRPr>
            </a:lvl8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Nineth level</a:t>
            </a:r>
          </a:p>
        </p:txBody>
      </p:sp>
      <p:sp>
        <p:nvSpPr>
          <p:cNvPr id="8" name="page number">
            <a:extLst>
              <a:ext uri="{FF2B5EF4-FFF2-40B4-BE49-F238E27FC236}">
                <a16:creationId xmlns:a16="http://schemas.microsoft.com/office/drawing/2014/main" id="{1A93E906-C928-C345-B032-1F5C677FAED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51909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accent1"/>
                </a:solidFill>
              </a:defRPr>
            </a:lvl1pPr>
          </a:lstStyle>
          <a:p>
            <a:r>
              <a:rPr lang="en-US" dirty="0"/>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8" name="Content Placeholder 7">
            <a:extLst>
              <a:ext uri="{FF2B5EF4-FFF2-40B4-BE49-F238E27FC236}">
                <a16:creationId xmlns:a16="http://schemas.microsoft.com/office/drawing/2014/main" id="{7460DEEA-0331-45ED-8943-6F9E74884092}"/>
              </a:ext>
            </a:extLst>
          </p:cNvPr>
          <p:cNvSpPr>
            <a:spLocks noGrp="1"/>
          </p:cNvSpPr>
          <p:nvPr>
            <p:ph sz="quarter" idx="19" hasCustomPrompt="1"/>
          </p:nvPr>
        </p:nvSpPr>
        <p:spPr>
          <a:xfrm>
            <a:off x="608013" y="1600200"/>
            <a:ext cx="8229600" cy="4572000"/>
          </a:xfrm>
        </p:spPr>
        <p:txBody>
          <a:bodyPr/>
          <a:lstStyle>
            <a:lvl1pPr>
              <a:defRPr>
                <a:solidFill>
                  <a:schemeClr val="bg2">
                    <a:lumMod val="25000"/>
                  </a:schemeClr>
                </a:solidFill>
              </a:defRPr>
            </a:lvl1pPr>
            <a:lvl2pPr>
              <a:defRPr>
                <a:solidFill>
                  <a:schemeClr val="bg2">
                    <a:lumMod val="25000"/>
                  </a:schemeClr>
                </a:solidFill>
              </a:defRPr>
            </a:lvl2pPr>
            <a:lvl3pPr>
              <a:defRPr>
                <a:solidFill>
                  <a:schemeClr val="bg2">
                    <a:lumMod val="25000"/>
                  </a:schemeClr>
                </a:solidFill>
              </a:defRPr>
            </a:lvl3pPr>
            <a:lvl4pPr>
              <a:defRPr>
                <a:solidFill>
                  <a:schemeClr val="bg2">
                    <a:lumMod val="25000"/>
                  </a:schemeClr>
                </a:solidFill>
              </a:defRPr>
            </a:lvl4pPr>
            <a:lvl5pPr>
              <a:defRPr>
                <a:solidFill>
                  <a:schemeClr val="bg2">
                    <a:lumMod val="25000"/>
                  </a:schemeClr>
                </a:solidFill>
              </a:defRPr>
            </a:lvl5pPr>
            <a:lvl6pPr>
              <a:defRPr>
                <a:solidFill>
                  <a:schemeClr val="bg2">
                    <a:lumMod val="25000"/>
                  </a:schemeClr>
                </a:solidFill>
              </a:defRPr>
            </a:lvl6pPr>
            <a:lvl7pPr>
              <a:defRPr>
                <a:solidFill>
                  <a:schemeClr val="bg2">
                    <a:lumMod val="25000"/>
                  </a:schemeClr>
                </a:solidFill>
              </a:defRPr>
            </a:lvl7pPr>
            <a:lvl8pPr>
              <a:defRPr>
                <a:solidFill>
                  <a:schemeClr val="bg2">
                    <a:lumMod val="25000"/>
                  </a:schemeClr>
                </a:solidFill>
              </a:defRPr>
            </a:lvl8pPr>
            <a:lvl9pPr>
              <a:defRPr>
                <a:solidFill>
                  <a:schemeClr val="bg2">
                    <a:lumMod val="25000"/>
                  </a:schemeClr>
                </a:solidFill>
              </a:defRPr>
            </a:lvl9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7" name="Rectangle 6">
            <a:extLst>
              <a:ext uri="{FF2B5EF4-FFF2-40B4-BE49-F238E27FC236}">
                <a16:creationId xmlns:a16="http://schemas.microsoft.com/office/drawing/2014/main" id="{B12C22B1-5B53-F148-8D4A-31CCDD16E170}"/>
              </a:ext>
              <a:ext uri="{C183D7F6-B498-43B3-948B-1728B52AA6E4}">
                <adec:decorative xmlns:adec="http://schemas.microsoft.com/office/drawing/2017/decorative" val="1"/>
              </a:ext>
            </a:extLst>
          </p:cNvPr>
          <p:cNvSpPr/>
          <p:nvPr userDrawn="1"/>
        </p:nvSpPr>
        <p:spPr>
          <a:xfrm flipV="1">
            <a:off x="9285149" y="1589924"/>
            <a:ext cx="2903676" cy="6090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8197ED16-D162-4BF7-B635-2F70E10855A0}"/>
              </a:ext>
            </a:extLst>
          </p:cNvPr>
          <p:cNvSpPr>
            <a:spLocks noGrp="1"/>
          </p:cNvSpPr>
          <p:nvPr>
            <p:ph type="body" sz="quarter" idx="20" hasCustomPrompt="1"/>
          </p:nvPr>
        </p:nvSpPr>
        <p:spPr>
          <a:xfrm>
            <a:off x="9294813" y="1644788"/>
            <a:ext cx="2894012" cy="4527411"/>
          </a:xfrm>
          <a:solidFill>
            <a:srgbClr val="F4F8FA"/>
          </a:solidFill>
        </p:spPr>
        <p:txBody>
          <a:bodyPr vert="horz" lIns="457200" tIns="457200" rIns="457200" bIns="457200" rtlCol="0">
            <a:noAutofit/>
          </a:bodyPr>
          <a:lstStyle>
            <a:lvl1pPr>
              <a:defRPr lang="en-US" sz="1800" dirty="0">
                <a:solidFill>
                  <a:schemeClr val="accent1"/>
                </a:solidFill>
              </a:defRPr>
            </a:lvl1pPr>
            <a:lvl2pPr>
              <a:defRPr lang="en-US" sz="1600" dirty="0">
                <a:solidFill>
                  <a:schemeClr val="accent1"/>
                </a:solidFill>
              </a:defRPr>
            </a:lvl2pPr>
            <a:lvl3pPr>
              <a:defRPr lang="en-US" sz="1400" dirty="0">
                <a:solidFill>
                  <a:schemeClr val="accent1"/>
                </a:solidFill>
              </a:defRPr>
            </a:lvl3pPr>
            <a:lvl4pPr>
              <a:defRPr lang="en-US" sz="1200" dirty="0">
                <a:solidFill>
                  <a:schemeClr val="accent1"/>
                </a:solidFill>
              </a:defRPr>
            </a:lvl4pPr>
            <a:lvl5pPr>
              <a:defRPr lang="en-US" sz="1200" dirty="0">
                <a:solidFill>
                  <a:schemeClr val="accent1"/>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age number">
            <a:extLst>
              <a:ext uri="{FF2B5EF4-FFF2-40B4-BE49-F238E27FC236}">
                <a16:creationId xmlns:a16="http://schemas.microsoft.com/office/drawing/2014/main" id="{EA3FFB13-8625-D245-BD64-AAC7CCCB5B6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031695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1"/>
                </a:solidFill>
              </a:defRPr>
            </a:lvl1pPr>
          </a:lstStyle>
          <a:p>
            <a:r>
              <a:rPr lang="en-US" dirty="0"/>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8" name="Content Placeholder 17">
            <a:extLst>
              <a:ext uri="{FF2B5EF4-FFF2-40B4-BE49-F238E27FC236}">
                <a16:creationId xmlns:a16="http://schemas.microsoft.com/office/drawing/2014/main" id="{73A8AFF7-683B-9045-8B6E-5867DABAE588}"/>
              </a:ext>
            </a:extLst>
          </p:cNvPr>
          <p:cNvSpPr>
            <a:spLocks noGrp="1"/>
          </p:cNvSpPr>
          <p:nvPr>
            <p:ph sz="quarter" idx="14"/>
          </p:nvPr>
        </p:nvSpPr>
        <p:spPr bwMode="ltGray">
          <a:xfrm>
            <a:off x="595424" y="1600201"/>
            <a:ext cx="7410892" cy="4572000"/>
          </a:xfrm>
          <a:noFill/>
        </p:spPr>
        <p:txBody>
          <a:bodyPr vert="horz" lIns="594360" tIns="457200" rIns="457200" bIns="457200" rtlCol="0">
            <a:noAutofit/>
          </a:bodyPr>
          <a:lstStyle>
            <a:lvl1pPr>
              <a:spcBef>
                <a:spcPts val="1200"/>
              </a:spcBef>
              <a:defRPr lang="en-US" sz="1800" dirty="0">
                <a:solidFill>
                  <a:srgbClr val="F4F8FA"/>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Click to edit Master text styles</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1"/>
                </a:solidFill>
              </a:defRPr>
            </a:lvl1pPr>
            <a:lvl2pPr>
              <a:defRPr sz="1400">
                <a:solidFill>
                  <a:schemeClr val="accent1"/>
                </a:solidFill>
              </a:defRPr>
            </a:lvl2pPr>
            <a:lvl3pPr>
              <a:defRPr sz="1200">
                <a:solidFill>
                  <a:schemeClr val="accent1"/>
                </a:solidFill>
              </a:defRPr>
            </a:lvl3pPr>
            <a:lvl4pPr>
              <a:defRPr sz="1100">
                <a:solidFill>
                  <a:schemeClr val="accent1"/>
                </a:solidFill>
              </a:defRPr>
            </a:lvl4pPr>
            <a:lvl5pPr>
              <a:defRPr sz="1100">
                <a:solidFill>
                  <a:schemeClr val="accent1"/>
                </a:solidFill>
              </a:defRPr>
            </a:lvl5pPr>
            <a:lvl6pPr>
              <a:defRPr sz="1100">
                <a:solidFill>
                  <a:schemeClr val="accent1"/>
                </a:solidFill>
              </a:defRPr>
            </a:lvl6pPr>
            <a:lvl7pPr>
              <a:defRPr sz="1100">
                <a:solidFill>
                  <a:schemeClr val="accent1"/>
                </a:solidFill>
              </a:defRPr>
            </a:lvl7pPr>
            <a:lvl8pPr>
              <a:defRPr sz="1100">
                <a:solidFill>
                  <a:schemeClr val="accent1"/>
                </a:solidFill>
              </a:defRPr>
            </a:lvl8pPr>
            <a:lvl9pPr>
              <a:defRPr sz="1100">
                <a:solidFill>
                  <a:schemeClr val="accent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92218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accent1"/>
                </a:solidFill>
              </a:defRPr>
            </a:lvl1pPr>
          </a:lstStyle>
          <a:p>
            <a:r>
              <a:rPr lang="en-US" dirty="0"/>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Content Placeholder 17">
            <a:extLst>
              <a:ext uri="{FF2B5EF4-FFF2-40B4-BE49-F238E27FC236}">
                <a16:creationId xmlns:a16="http://schemas.microsoft.com/office/drawing/2014/main" id="{DAEEA46F-682F-5A4F-8E4D-B4CA754E0724}"/>
              </a:ext>
            </a:extLst>
          </p:cNvPr>
          <p:cNvSpPr>
            <a:spLocks noGrp="1"/>
          </p:cNvSpPr>
          <p:nvPr>
            <p:ph sz="quarter" idx="14"/>
          </p:nvPr>
        </p:nvSpPr>
        <p:spPr bwMode="ltGray">
          <a:xfrm>
            <a:off x="595424" y="1600201"/>
            <a:ext cx="7410892" cy="4572000"/>
          </a:xfrm>
          <a:noFill/>
        </p:spPr>
        <p:txBody>
          <a:bodyPr vert="horz" lIns="594360" tIns="457200" rIns="457200" bIns="457200" rtlCol="0">
            <a:noAutofit/>
          </a:bodyPr>
          <a:lstStyle>
            <a:lvl1pPr>
              <a:spcBef>
                <a:spcPts val="1200"/>
              </a:spcBef>
              <a:defRPr lang="en-US" sz="1800" dirty="0">
                <a:solidFill>
                  <a:srgbClr val="F4F8FA"/>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Click to edit Master text styles</a:t>
            </a:r>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userDrawn="1"/>
        </p:nvCxnSpPr>
        <p:spPr>
          <a:xfrm>
            <a:off x="8380413" y="1608668"/>
            <a:ext cx="3808412" cy="0"/>
          </a:xfrm>
          <a:prstGeom prst="line">
            <a:avLst/>
          </a:prstGeom>
          <a:ln w="25400">
            <a:solidFill>
              <a:schemeClr val="accent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2006600" cy="298450"/>
          </a:xfrm>
        </p:spPr>
        <p:txBody>
          <a:bodyPr anchor="b"/>
          <a:lstStyle>
            <a:lvl1pPr>
              <a:defRPr sz="1800">
                <a:solidFill>
                  <a:schemeClr val="accent1"/>
                </a:solidFill>
              </a:defRPr>
            </a:lvl1pPr>
            <a:lvl5pPr>
              <a:defRPr/>
            </a:lvl5pPr>
          </a:lstStyle>
          <a:p>
            <a:pPr lvl="0"/>
            <a:r>
              <a:rPr lang="en-US" dirty="0"/>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bg2">
                    <a:lumMod val="25000"/>
                  </a:schemeClr>
                </a:solidFill>
              </a:defRPr>
            </a:lvl1pPr>
            <a:lvl2pPr>
              <a:defRPr sz="1400">
                <a:solidFill>
                  <a:schemeClr val="bg2">
                    <a:lumMod val="25000"/>
                  </a:schemeClr>
                </a:solidFill>
              </a:defRPr>
            </a:lvl2pPr>
            <a:lvl3pPr>
              <a:defRPr sz="1400">
                <a:solidFill>
                  <a:schemeClr val="bg2">
                    <a:lumMod val="25000"/>
                  </a:schemeClr>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userDrawn="1"/>
        </p:nvCxnSpPr>
        <p:spPr>
          <a:xfrm>
            <a:off x="8380413" y="3872441"/>
            <a:ext cx="3808412" cy="0"/>
          </a:xfrm>
          <a:prstGeom prst="line">
            <a:avLst/>
          </a:prstGeom>
          <a:ln w="25400">
            <a:solidFill>
              <a:schemeClr val="accent5"/>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2006600" cy="298450"/>
          </a:xfrm>
        </p:spPr>
        <p:txBody>
          <a:bodyPr anchor="b"/>
          <a:lstStyle>
            <a:lvl1pPr>
              <a:defRPr sz="1800">
                <a:solidFill>
                  <a:schemeClr val="accent5"/>
                </a:solidFill>
              </a:defRPr>
            </a:lvl1pPr>
            <a:lvl5pPr>
              <a:defRPr/>
            </a:lvl5pPr>
          </a:lstStyle>
          <a:p>
            <a:pPr lvl="0"/>
            <a:r>
              <a:rPr lang="en-US" dirty="0"/>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bg2">
                    <a:lumMod val="25000"/>
                  </a:schemeClr>
                </a:solidFill>
              </a:defRPr>
            </a:lvl1pPr>
            <a:lvl2pPr>
              <a:defRPr sz="1400">
                <a:solidFill>
                  <a:schemeClr val="bg2">
                    <a:lumMod val="25000"/>
                  </a:schemeClr>
                </a:solidFill>
              </a:defRPr>
            </a:lvl2pPr>
            <a:lvl3pPr>
              <a:defRPr sz="1400">
                <a:solidFill>
                  <a:schemeClr val="bg2">
                    <a:lumMod val="25000"/>
                  </a:schemeClr>
                </a:solidFill>
              </a:defRPr>
            </a:lvl3pPr>
          </a:lstStyle>
          <a:p>
            <a:pPr lvl="0"/>
            <a:r>
              <a:rPr lang="en-US" dirty="0"/>
              <a:t>Click to add text</a:t>
            </a:r>
          </a:p>
          <a:p>
            <a:pPr lvl="1"/>
            <a:r>
              <a:rPr lang="en-US" dirty="0"/>
              <a:t>Second level</a:t>
            </a:r>
          </a:p>
          <a:p>
            <a:pPr lvl="2"/>
            <a:r>
              <a:rPr lang="en-US" dirty="0"/>
              <a:t>Third level</a:t>
            </a:r>
          </a:p>
        </p:txBody>
      </p:sp>
      <p:sp>
        <p:nvSpPr>
          <p:cNvPr id="13" name="page number">
            <a:extLst>
              <a:ext uri="{FF2B5EF4-FFF2-40B4-BE49-F238E27FC236}">
                <a16:creationId xmlns:a16="http://schemas.microsoft.com/office/drawing/2014/main" id="{2520CB7B-27A1-0749-95BA-681D8A0535D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137302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accent1"/>
                </a:solidFill>
              </a:defRPr>
            </a:lvl1pPr>
          </a:lstStyle>
          <a:p>
            <a:r>
              <a:rPr lang="en-US" dirty="0"/>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userDrawn="1"/>
        </p:nvCxnSpPr>
        <p:spPr>
          <a:xfrm>
            <a:off x="609600" y="1552248"/>
            <a:ext cx="3471746" cy="0"/>
          </a:xfrm>
          <a:prstGeom prst="line">
            <a:avLst/>
          </a:prstGeom>
          <a:ln w="22225">
            <a:solidFill>
              <a:schemeClr val="accent5"/>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Text Placeholder 6">
            <a:extLst>
              <a:ext uri="{FF2B5EF4-FFF2-40B4-BE49-F238E27FC236}">
                <a16:creationId xmlns:a16="http://schemas.microsoft.com/office/drawing/2014/main" id="{40CB7868-5ADF-4E42-9BA5-758DD5ADEBC0}"/>
              </a:ext>
            </a:extLst>
          </p:cNvPr>
          <p:cNvSpPr>
            <a:spLocks noGrp="1"/>
          </p:cNvSpPr>
          <p:nvPr>
            <p:ph type="body" sz="quarter" idx="17" hasCustomPrompt="1"/>
          </p:nvPr>
        </p:nvSpPr>
        <p:spPr>
          <a:xfrm>
            <a:off x="613093" y="1564006"/>
            <a:ext cx="2006600" cy="227454"/>
          </a:xfrm>
        </p:spPr>
        <p:txBody>
          <a:bodyPr anchor="b"/>
          <a:lstStyle>
            <a:lvl1pPr>
              <a:lnSpc>
                <a:spcPct val="100000"/>
              </a:lnSpc>
              <a:spcBef>
                <a:spcPts val="0"/>
              </a:spcBef>
              <a:defRPr sz="1200">
                <a:solidFill>
                  <a:schemeClr val="accent5"/>
                </a:solidFill>
              </a:defRPr>
            </a:lvl1pPr>
            <a:lvl5pPr>
              <a:defRPr/>
            </a:lvl5pPr>
          </a:lstStyle>
          <a:p>
            <a:pPr lvl="0"/>
            <a:r>
              <a:rPr lang="en-US" dirty="0"/>
              <a:t>ABOUT</a:t>
            </a:r>
          </a:p>
        </p:txBody>
      </p: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defRPr lang="en-US" sz="1050" dirty="0">
                <a:solidFill>
                  <a:schemeClr val="bg2">
                    <a:lumMod val="25000"/>
                  </a:schemeClr>
                </a:solidFill>
              </a:defRPr>
            </a:lvl1pPr>
            <a:lvl2pPr marL="114300" indent="-114300">
              <a:lnSpc>
                <a:spcPct val="100000"/>
              </a:lnSpc>
              <a:spcBef>
                <a:spcPts val="0"/>
              </a:spcBef>
              <a:defRPr lang="en-US" sz="1000" dirty="0">
                <a:solidFill>
                  <a:schemeClr val="bg2">
                    <a:lumMod val="25000"/>
                  </a:schemeClr>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userDrawn="1"/>
        </p:nvCxnSpPr>
        <p:spPr>
          <a:xfrm>
            <a:off x="4412165" y="1552248"/>
            <a:ext cx="3471746" cy="0"/>
          </a:xfrm>
          <a:prstGeom prst="line">
            <a:avLst/>
          </a:prstGeom>
          <a:ln w="22225">
            <a:solidFill>
              <a:schemeClr val="accent5"/>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Text Placeholder 6">
            <a:extLst>
              <a:ext uri="{FF2B5EF4-FFF2-40B4-BE49-F238E27FC236}">
                <a16:creationId xmlns:a16="http://schemas.microsoft.com/office/drawing/2014/main" id="{5A3D06D5-FD3F-BA4E-8627-B3D253D001EB}"/>
              </a:ext>
            </a:extLst>
          </p:cNvPr>
          <p:cNvSpPr>
            <a:spLocks noGrp="1"/>
          </p:cNvSpPr>
          <p:nvPr>
            <p:ph type="body" sz="quarter" idx="39" hasCustomPrompt="1"/>
          </p:nvPr>
        </p:nvSpPr>
        <p:spPr>
          <a:xfrm>
            <a:off x="4418012" y="1564006"/>
            <a:ext cx="2006600" cy="227454"/>
          </a:xfrm>
        </p:spPr>
        <p:txBody>
          <a:bodyPr anchor="b"/>
          <a:lstStyle>
            <a:lvl1pPr>
              <a:lnSpc>
                <a:spcPct val="100000"/>
              </a:lnSpc>
              <a:spcBef>
                <a:spcPts val="0"/>
              </a:spcBef>
              <a:defRPr sz="1200">
                <a:solidFill>
                  <a:schemeClr val="accent5"/>
                </a:solidFill>
              </a:defRPr>
            </a:lvl1pPr>
            <a:lvl5pPr>
              <a:defRPr/>
            </a:lvl5pPr>
          </a:lstStyle>
          <a:p>
            <a:pPr lvl="0"/>
            <a:r>
              <a:rPr lang="en-US" dirty="0"/>
              <a:t>SOLUTION</a:t>
            </a:r>
          </a:p>
        </p:txBody>
      </p: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defRPr lang="en-US" sz="1050" dirty="0">
                <a:solidFill>
                  <a:schemeClr val="bg2">
                    <a:lumMod val="25000"/>
                  </a:schemeClr>
                </a:solidFill>
              </a:defRPr>
            </a:lvl1pPr>
            <a:lvl2pPr marL="114300" indent="-114300">
              <a:lnSpc>
                <a:spcPct val="100000"/>
              </a:lnSpc>
              <a:spcBef>
                <a:spcPts val="0"/>
              </a:spcBef>
              <a:defRPr lang="en-US" sz="1000" dirty="0">
                <a:solidFill>
                  <a:schemeClr val="bg2">
                    <a:lumMod val="25000"/>
                  </a:schemeClr>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userDrawn="1"/>
        </p:nvCxnSpPr>
        <p:spPr>
          <a:xfrm>
            <a:off x="609600" y="3325372"/>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Text Placeholder 6">
            <a:extLst>
              <a:ext uri="{FF2B5EF4-FFF2-40B4-BE49-F238E27FC236}">
                <a16:creationId xmlns:a16="http://schemas.microsoft.com/office/drawing/2014/main" id="{68B03587-93C7-A44F-A27D-84877C6A912A}"/>
              </a:ext>
            </a:extLst>
          </p:cNvPr>
          <p:cNvSpPr>
            <a:spLocks noGrp="1"/>
          </p:cNvSpPr>
          <p:nvPr>
            <p:ph type="body" sz="quarter" idx="19" hasCustomPrompt="1"/>
          </p:nvPr>
        </p:nvSpPr>
        <p:spPr>
          <a:xfrm>
            <a:off x="613093" y="3345364"/>
            <a:ext cx="2006600" cy="227454"/>
          </a:xfrm>
        </p:spPr>
        <p:txBody>
          <a:bodyPr anchor="b"/>
          <a:lstStyle>
            <a:lvl1pPr>
              <a:lnSpc>
                <a:spcPct val="100000"/>
              </a:lnSpc>
              <a:spcBef>
                <a:spcPts val="0"/>
              </a:spcBef>
              <a:defRPr sz="1200">
                <a:solidFill>
                  <a:schemeClr val="accent2"/>
                </a:solidFill>
              </a:defRPr>
            </a:lvl1pPr>
            <a:lvl5pPr>
              <a:defRPr/>
            </a:lvl5pPr>
          </a:lstStyle>
          <a:p>
            <a:pPr lvl="0"/>
            <a:r>
              <a:rPr lang="en-US" dirty="0"/>
              <a:t>CHALLENGES</a:t>
            </a:r>
          </a:p>
        </p:txBody>
      </p: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defRPr lang="en-US" sz="1050" dirty="0">
                <a:solidFill>
                  <a:schemeClr val="bg2">
                    <a:lumMod val="25000"/>
                  </a:schemeClr>
                </a:solidFill>
              </a:defRPr>
            </a:lvl1pPr>
            <a:lvl2pPr marL="114300" indent="-114300">
              <a:lnSpc>
                <a:spcPct val="100000"/>
              </a:lnSpc>
              <a:spcBef>
                <a:spcPts val="0"/>
              </a:spcBef>
              <a:defRPr lang="en-US" sz="1000" dirty="0">
                <a:solidFill>
                  <a:schemeClr val="bg2">
                    <a:lumMod val="25000"/>
                  </a:schemeClr>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userDrawn="1"/>
        </p:nvCxnSpPr>
        <p:spPr>
          <a:xfrm>
            <a:off x="4412165" y="3325372"/>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9" name="Text Placeholder 33">
            <a:extLst>
              <a:ext uri="{FF2B5EF4-FFF2-40B4-BE49-F238E27FC236}">
                <a16:creationId xmlns:a16="http://schemas.microsoft.com/office/drawing/2014/main" id="{12DEAF9A-D0A2-3A4B-B37B-FD530909C5D1}"/>
              </a:ext>
            </a:extLst>
          </p:cNvPr>
          <p:cNvSpPr>
            <a:spLocks noGrp="1"/>
          </p:cNvSpPr>
          <p:nvPr>
            <p:ph type="body" sz="quarter" idx="23" hasCustomPrompt="1"/>
          </p:nvPr>
        </p:nvSpPr>
        <p:spPr>
          <a:xfrm>
            <a:off x="4426811" y="3345364"/>
            <a:ext cx="2006600" cy="227454"/>
          </a:xfrm>
        </p:spPr>
        <p:txBody>
          <a:bodyPr anchor="b" anchorCtr="0"/>
          <a:lstStyle>
            <a:lvl1pPr>
              <a:defRPr sz="1200">
                <a:solidFill>
                  <a:schemeClr val="accent2"/>
                </a:solidFill>
              </a:defRPr>
            </a:lvl1pPr>
          </a:lstStyle>
          <a:p>
            <a:r>
              <a:rPr lang="en-US" dirty="0"/>
              <a:t>IMPACT</a:t>
            </a:r>
          </a:p>
        </p:txBody>
      </p: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defRPr lang="en-US" sz="1050" dirty="0">
                <a:solidFill>
                  <a:schemeClr val="bg2">
                    <a:lumMod val="25000"/>
                  </a:schemeClr>
                </a:solidFill>
              </a:defRPr>
            </a:lvl1pPr>
            <a:lvl2pPr marL="114300" indent="-114300">
              <a:lnSpc>
                <a:spcPct val="100000"/>
              </a:lnSpc>
              <a:spcBef>
                <a:spcPts val="0"/>
              </a:spcBef>
              <a:defRPr lang="en-US" sz="1000" dirty="0">
                <a:solidFill>
                  <a:schemeClr val="bg2">
                    <a:lumMod val="25000"/>
                  </a:schemeClr>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userDrawn="1"/>
        </p:nvCxnSpPr>
        <p:spPr>
          <a:xfrm>
            <a:off x="608739" y="5023689"/>
            <a:ext cx="7319778" cy="0"/>
          </a:xfrm>
          <a:prstGeom prst="line">
            <a:avLst/>
          </a:prstGeom>
          <a:ln w="22225">
            <a:solidFill>
              <a:schemeClr val="tx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Text Placeholder 6">
            <a:extLst>
              <a:ext uri="{FF2B5EF4-FFF2-40B4-BE49-F238E27FC236}">
                <a16:creationId xmlns:a16="http://schemas.microsoft.com/office/drawing/2014/main" id="{EF15C3B0-3307-FF46-8C6D-169079865548}"/>
              </a:ext>
            </a:extLst>
          </p:cNvPr>
          <p:cNvSpPr>
            <a:spLocks noGrp="1"/>
          </p:cNvSpPr>
          <p:nvPr>
            <p:ph type="body" sz="quarter" idx="29" hasCustomPrompt="1"/>
          </p:nvPr>
        </p:nvSpPr>
        <p:spPr>
          <a:xfrm>
            <a:off x="613093" y="5026984"/>
            <a:ext cx="3200400" cy="227454"/>
          </a:xfrm>
        </p:spPr>
        <p:txBody>
          <a:bodyPr anchor="b"/>
          <a:lstStyle>
            <a:lvl1pPr algn="l">
              <a:lnSpc>
                <a:spcPct val="100000"/>
              </a:lnSpc>
              <a:spcBef>
                <a:spcPts val="0"/>
              </a:spcBef>
              <a:defRPr sz="1050">
                <a:solidFill>
                  <a:schemeClr val="bg2">
                    <a:lumMod val="25000"/>
                  </a:schemeClr>
                </a:solidFill>
              </a:defRPr>
            </a:lvl1pPr>
            <a:lvl5pPr>
              <a:defRPr/>
            </a:lvl5pPr>
          </a:lstStyle>
          <a:p>
            <a:pPr lvl="0"/>
            <a:r>
              <a:rPr lang="en-US" dirty="0"/>
              <a:t>PRODUCTS</a:t>
            </a:r>
          </a:p>
        </p:txBody>
      </p: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6736"/>
            <a:ext cx="3200400" cy="227454"/>
          </a:xfrm>
        </p:spPr>
        <p:txBody>
          <a:bodyPr anchor="b"/>
          <a:lstStyle>
            <a:lvl1pPr algn="l">
              <a:lnSpc>
                <a:spcPct val="100000"/>
              </a:lnSpc>
              <a:spcBef>
                <a:spcPts val="0"/>
              </a:spcBef>
              <a:defRPr sz="1000">
                <a:solidFill>
                  <a:schemeClr val="bg2">
                    <a:lumMod val="25000"/>
                  </a:schemeClr>
                </a:solidFill>
              </a:defRPr>
            </a:lvl1pPr>
            <a:lvl5pPr>
              <a:defRPr/>
            </a:lvl5pPr>
          </a:lstStyle>
          <a:p>
            <a:pPr lvl="0"/>
            <a:r>
              <a:rPr lang="en-US" dirty="0"/>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76118"/>
            <a:ext cx="3200400" cy="227454"/>
          </a:xfrm>
        </p:spPr>
        <p:txBody>
          <a:bodyPr anchor="b"/>
          <a:lstStyle>
            <a:lvl1pPr algn="l">
              <a:lnSpc>
                <a:spcPct val="100000"/>
              </a:lnSpc>
              <a:spcBef>
                <a:spcPts val="0"/>
              </a:spcBef>
              <a:defRPr sz="1000">
                <a:solidFill>
                  <a:schemeClr val="bg2">
                    <a:lumMod val="25000"/>
                  </a:schemeClr>
                </a:solidFill>
              </a:defRPr>
            </a:lvl1pPr>
            <a:lvl5pPr>
              <a:defRPr/>
            </a:lvl5pPr>
          </a:lstStyle>
          <a:p>
            <a:pPr lvl="0"/>
            <a:r>
              <a:rPr lang="en-US" dirty="0"/>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07027"/>
            <a:ext cx="3200400" cy="227454"/>
          </a:xfrm>
        </p:spPr>
        <p:txBody>
          <a:bodyPr anchor="b"/>
          <a:lstStyle>
            <a:lvl1pPr algn="l">
              <a:lnSpc>
                <a:spcPct val="100000"/>
              </a:lnSpc>
              <a:spcBef>
                <a:spcPts val="0"/>
              </a:spcBef>
              <a:defRPr sz="1000">
                <a:solidFill>
                  <a:schemeClr val="bg2">
                    <a:lumMod val="25000"/>
                  </a:schemeClr>
                </a:solidFill>
              </a:defRPr>
            </a:lvl1pPr>
            <a:lvl5pPr>
              <a:defRPr/>
            </a:lvl5pPr>
          </a:lstStyle>
          <a:p>
            <a:pPr lvl="0"/>
            <a:r>
              <a:rPr lang="en-US" dirty="0"/>
              <a:t>Product Three</a:t>
            </a:r>
          </a:p>
        </p:txBody>
      </p:sp>
      <p:sp>
        <p:nvSpPr>
          <p:cNvPr id="65" name="Text Placeholder 6">
            <a:extLst>
              <a:ext uri="{FF2B5EF4-FFF2-40B4-BE49-F238E27FC236}">
                <a16:creationId xmlns:a16="http://schemas.microsoft.com/office/drawing/2014/main" id="{715C6E1C-FC70-6A4E-8F12-8EFEDFF99F5A}"/>
              </a:ext>
            </a:extLst>
          </p:cNvPr>
          <p:cNvSpPr>
            <a:spLocks noGrp="1"/>
          </p:cNvSpPr>
          <p:nvPr>
            <p:ph type="body" sz="quarter" idx="40" hasCustomPrompt="1"/>
          </p:nvPr>
        </p:nvSpPr>
        <p:spPr>
          <a:xfrm>
            <a:off x="4393597" y="5039274"/>
            <a:ext cx="3200400" cy="227454"/>
          </a:xfrm>
        </p:spPr>
        <p:txBody>
          <a:bodyPr anchor="b"/>
          <a:lstStyle>
            <a:lvl1pPr algn="l">
              <a:lnSpc>
                <a:spcPct val="100000"/>
              </a:lnSpc>
              <a:spcBef>
                <a:spcPts val="0"/>
              </a:spcBef>
              <a:defRPr sz="1050">
                <a:solidFill>
                  <a:schemeClr val="bg2">
                    <a:lumMod val="25000"/>
                  </a:schemeClr>
                </a:solidFill>
              </a:defRPr>
            </a:lvl1pPr>
            <a:lvl5pPr>
              <a:defRPr/>
            </a:lvl5pPr>
          </a:lstStyle>
          <a:p>
            <a:pPr lvl="0"/>
            <a:r>
              <a:rPr lang="en-US" dirty="0"/>
              <a:t>STRATEGIC PRIORITIES</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00400" cy="227454"/>
          </a:xfrm>
        </p:spPr>
        <p:txBody>
          <a:bodyPr anchor="b"/>
          <a:lstStyle>
            <a:lvl1pPr algn="l">
              <a:lnSpc>
                <a:spcPct val="100000"/>
              </a:lnSpc>
              <a:spcBef>
                <a:spcPts val="0"/>
              </a:spcBef>
              <a:defRPr sz="1000">
                <a:solidFill>
                  <a:schemeClr val="bg2">
                    <a:lumMod val="25000"/>
                  </a:schemeClr>
                </a:solidFill>
              </a:defRPr>
            </a:lvl1pPr>
            <a:lvl5pPr>
              <a:defRPr/>
            </a:lvl5pPr>
          </a:lstStyle>
          <a:p>
            <a:pPr lvl="0"/>
            <a:r>
              <a:rPr lang="en-US" dirty="0"/>
              <a:t>Product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76718"/>
            <a:ext cx="3200400" cy="227454"/>
          </a:xfrm>
        </p:spPr>
        <p:txBody>
          <a:bodyPr anchor="b"/>
          <a:lstStyle>
            <a:lvl1pPr algn="l">
              <a:lnSpc>
                <a:spcPct val="100000"/>
              </a:lnSpc>
              <a:spcBef>
                <a:spcPts val="0"/>
              </a:spcBef>
              <a:defRPr sz="1000">
                <a:solidFill>
                  <a:schemeClr val="bg2">
                    <a:lumMod val="25000"/>
                  </a:schemeClr>
                </a:solidFill>
              </a:defRPr>
            </a:lvl1pPr>
            <a:lvl5pPr>
              <a:defRPr/>
            </a:lvl5pPr>
          </a:lstStyle>
          <a:p>
            <a:pPr lvl="0"/>
            <a:r>
              <a:rPr lang="en-US" dirty="0"/>
              <a:t>Product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07627"/>
            <a:ext cx="3200400" cy="227454"/>
          </a:xfrm>
        </p:spPr>
        <p:txBody>
          <a:bodyPr anchor="b"/>
          <a:lstStyle>
            <a:lvl1pPr algn="l">
              <a:lnSpc>
                <a:spcPct val="100000"/>
              </a:lnSpc>
              <a:spcBef>
                <a:spcPts val="0"/>
              </a:spcBef>
              <a:defRPr sz="1000">
                <a:solidFill>
                  <a:schemeClr val="bg2">
                    <a:lumMod val="25000"/>
                  </a:schemeClr>
                </a:solidFill>
              </a:defRPr>
            </a:lvl1pPr>
            <a:lvl5pPr>
              <a:defRPr/>
            </a:lvl5pPr>
          </a:lstStyle>
          <a:p>
            <a:pPr lvl="0"/>
            <a:r>
              <a:rPr lang="en-US" dirty="0"/>
              <a:t>Product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bg2">
                    <a:lumMod val="25000"/>
                  </a:schemeClr>
                </a:solidFill>
              </a:defRPr>
            </a:lvl1pPr>
          </a:lstStyle>
          <a:p>
            <a:r>
              <a:rPr lang="en-US" dirty="0"/>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bg2">
                    <a:lumMod val="25000"/>
                  </a:schemeClr>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dirty="0"/>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bg2">
                    <a:lumMod val="25000"/>
                  </a:schemeClr>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dirty="0"/>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bg2">
                    <a:lumMod val="25000"/>
                  </a:schemeClr>
                </a:solidFill>
              </a:defRPr>
            </a:lvl1pPr>
          </a:lstStyle>
          <a:p>
            <a:r>
              <a:rPr lang="en-US"/>
              <a:t>Click icon to add picture</a:t>
            </a:r>
            <a:endParaRPr lang="en-US" dirty="0"/>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bg2">
                    <a:lumMod val="25000"/>
                  </a:schemeClr>
                </a:solidFill>
              </a:defRPr>
            </a:lvl1pPr>
            <a:lvl2pPr marL="0" indent="0" algn="ctr">
              <a:lnSpc>
                <a:spcPct val="100000"/>
              </a:lnSpc>
              <a:spcBef>
                <a:spcPts val="0"/>
              </a:spcBef>
              <a:buFont typeface="Open Sans" panose="020B0606030504020204" pitchFamily="34" charset="0"/>
              <a:buChar char="​"/>
              <a:defRPr sz="1200">
                <a:solidFill>
                  <a:schemeClr val="bg2">
                    <a:lumMod val="25000"/>
                  </a:schemeClr>
                </a:solidFill>
              </a:defRPr>
            </a:lvl2pPr>
            <a:lvl3pPr marL="0" indent="0" algn="ctr">
              <a:buFont typeface="Open Sans" panose="020B0606030504020204" pitchFamily="34" charset="0"/>
              <a:buNone/>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dirty="0"/>
              <a:t>Click to add text</a:t>
            </a:r>
          </a:p>
          <a:p>
            <a:pPr lvl="1"/>
            <a:r>
              <a:rPr lang="en-US" dirty="0"/>
              <a:t>Second level</a:t>
            </a:r>
          </a:p>
        </p:txBody>
      </p:sp>
      <p:sp>
        <p:nvSpPr>
          <p:cNvPr id="33" name="page number">
            <a:extLst>
              <a:ext uri="{FF2B5EF4-FFF2-40B4-BE49-F238E27FC236}">
                <a16:creationId xmlns:a16="http://schemas.microsoft.com/office/drawing/2014/main" id="{CB20449E-0760-3743-8E7C-7D6BA7165F7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131042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1"/>
                </a:solidFill>
              </a:defRPr>
            </a:lvl1pPr>
          </a:lstStyle>
          <a:p>
            <a:r>
              <a:rPr lang="en-US" dirty="0"/>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5"/>
                </a:solidFill>
              </a:defRPr>
            </a:lvl1pPr>
            <a:lvl2pPr marL="0" indent="0" algn="ctr">
              <a:lnSpc>
                <a:spcPct val="100000"/>
              </a:lnSpc>
              <a:spcBef>
                <a:spcPts val="600"/>
              </a:spcBef>
              <a:buFont typeface="Open Sans" panose="020B0606030504020204" pitchFamily="34" charset="0"/>
              <a:buChar char="​"/>
              <a:defRPr>
                <a:solidFill>
                  <a:schemeClr val="bg2">
                    <a:lumMod val="25000"/>
                  </a:schemeClr>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1"/>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1"/>
                </a:solidFill>
              </a:defRPr>
            </a:lvl1pPr>
            <a:lvl2pPr marL="0" indent="0" algn="ctr">
              <a:lnSpc>
                <a:spcPct val="100000"/>
              </a:lnSpc>
              <a:spcBef>
                <a:spcPts val="600"/>
              </a:spcBef>
              <a:buFont typeface="Open Sans" panose="020B0606030504020204" pitchFamily="34" charset="0"/>
              <a:buChar char="​"/>
              <a:defRPr>
                <a:solidFill>
                  <a:schemeClr val="bg2">
                    <a:lumMod val="25000"/>
                  </a:schemeClr>
                </a:solidFill>
              </a:defRPr>
            </a:lvl2pPr>
          </a:lstStyle>
          <a:p>
            <a:pPr lvl="0"/>
            <a:r>
              <a:rPr lang="en-US" dirty="0"/>
              <a:t>Click to add text here</a:t>
            </a:r>
          </a:p>
          <a:p>
            <a:pPr lvl="1"/>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0" indent="0" algn="ctr">
              <a:lnSpc>
                <a:spcPct val="100000"/>
              </a:lnSpc>
              <a:spcBef>
                <a:spcPts val="600"/>
              </a:spcBef>
              <a:buFont typeface="Open Sans" panose="020B0606030504020204" pitchFamily="34" charset="0"/>
              <a:buChar char="​"/>
              <a:defRPr>
                <a:solidFill>
                  <a:schemeClr val="bg2">
                    <a:lumMod val="25000"/>
                  </a:schemeClr>
                </a:solidFill>
              </a:defRPr>
            </a:lvl2pPr>
          </a:lstStyle>
          <a:p>
            <a:pPr lvl="0"/>
            <a:r>
              <a:rPr lang="en-US" dirty="0"/>
              <a:t>Click to add text here</a:t>
            </a:r>
          </a:p>
          <a:p>
            <a:pPr lvl="1"/>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19"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13990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1"/>
                </a:solidFill>
              </a:defRPr>
            </a:lvl1pPr>
          </a:lstStyle>
          <a:p>
            <a:r>
              <a:rPr lang="en-US" dirty="0"/>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5"/>
                </a:solidFill>
              </a:defRPr>
            </a:lvl1pPr>
            <a:lvl2pPr marL="0" indent="0" algn="ctr">
              <a:lnSpc>
                <a:spcPct val="100000"/>
              </a:lnSpc>
              <a:spcBef>
                <a:spcPts val="600"/>
              </a:spcBef>
              <a:buFont typeface="Open Sans" panose="020B0606030504020204" pitchFamily="34" charset="0"/>
              <a:buChar char="​"/>
              <a:defRPr>
                <a:solidFill>
                  <a:schemeClr val="bg2">
                    <a:lumMod val="25000"/>
                  </a:schemeClr>
                </a:solidFill>
              </a:defRPr>
            </a:lvl2pPr>
          </a:lstStyle>
          <a:p>
            <a:pPr lvl="0"/>
            <a:r>
              <a:rPr lang="en-US" dirty="0"/>
              <a:t>Click to add text</a:t>
            </a:r>
          </a:p>
          <a:p>
            <a:pPr lvl="1"/>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1"/>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1"/>
                </a:solidFill>
              </a:defRPr>
            </a:lvl1pPr>
            <a:lvl2pPr marL="0" indent="0" algn="ctr">
              <a:lnSpc>
                <a:spcPct val="100000"/>
              </a:lnSpc>
              <a:spcBef>
                <a:spcPts val="600"/>
              </a:spcBef>
              <a:buFont typeface="Open Sans" panose="020B0606030504020204" pitchFamily="34" charset="0"/>
              <a:buChar char="​"/>
              <a:defRPr>
                <a:solidFill>
                  <a:schemeClr val="bg2">
                    <a:lumMod val="25000"/>
                  </a:schemeClr>
                </a:solidFill>
              </a:defRPr>
            </a:lvl2pPr>
          </a:lstStyle>
          <a:p>
            <a:pPr lvl="0"/>
            <a:r>
              <a:rPr lang="en-US" dirty="0"/>
              <a:t>Click to add text</a:t>
            </a:r>
          </a:p>
          <a:p>
            <a:pPr lvl="1"/>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0" indent="0" algn="ctr">
              <a:lnSpc>
                <a:spcPct val="100000"/>
              </a:lnSpc>
              <a:spcBef>
                <a:spcPts val="600"/>
              </a:spcBef>
              <a:buFont typeface="Open Sans" panose="020B0606030504020204" pitchFamily="34" charset="0"/>
              <a:buChar char="​"/>
              <a:defRPr>
                <a:solidFill>
                  <a:schemeClr val="bg2">
                    <a:lumMod val="25000"/>
                  </a:schemeClr>
                </a:solidFill>
              </a:defRPr>
            </a:lvl2pPr>
          </a:lstStyle>
          <a:p>
            <a:pPr lvl="0"/>
            <a:r>
              <a:rPr lang="en-US" dirty="0"/>
              <a:t>Click to add text</a:t>
            </a:r>
          </a:p>
          <a:p>
            <a:pPr lvl="1"/>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3"/>
                </a:solidFill>
              </a:defRPr>
            </a:lvl1pPr>
            <a:lvl2pPr marL="0" indent="0" algn="ctr">
              <a:lnSpc>
                <a:spcPct val="100000"/>
              </a:lnSpc>
              <a:spcBef>
                <a:spcPts val="600"/>
              </a:spcBef>
              <a:buFont typeface="Open Sans" panose="020B0606030504020204" pitchFamily="34" charset="0"/>
              <a:buChar char="​"/>
              <a:defRPr>
                <a:solidFill>
                  <a:schemeClr val="bg2">
                    <a:lumMod val="25000"/>
                  </a:schemeClr>
                </a:solidFill>
              </a:defRPr>
            </a:lvl2pPr>
          </a:lstStyle>
          <a:p>
            <a:pPr lvl="0"/>
            <a:r>
              <a:rPr lang="en-US" dirty="0"/>
              <a:t>Click to add text</a:t>
            </a:r>
          </a:p>
          <a:p>
            <a:pPr lvl="1"/>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545277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1"/>
                </a:solidFill>
              </a:defRPr>
            </a:lvl1pPr>
          </a:lstStyle>
          <a:p>
            <a:r>
              <a:rPr lang="en-US" dirty="0"/>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5"/>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dirty="0"/>
              <a:t>Click to add text</a:t>
            </a:r>
          </a:p>
          <a:p>
            <a:pPr lvl="1"/>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3110473" y="2428884"/>
            <a:ext cx="1396669" cy="1100516"/>
          </a:xfrm>
        </p:spPr>
        <p:txBody>
          <a:bodyPr anchor="ctr" anchorCtr="0"/>
          <a:lstStyle>
            <a:lvl1pPr algn="ctr">
              <a:lnSpc>
                <a:spcPct val="100000"/>
              </a:lnSpc>
              <a:spcBef>
                <a:spcPts val="600"/>
              </a:spcBef>
              <a:defRPr sz="1800">
                <a:solidFill>
                  <a:schemeClr val="accent1"/>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2894013" y="4282873"/>
            <a:ext cx="1828800" cy="1458912"/>
          </a:xfrm>
        </p:spPr>
        <p:txBody>
          <a:bodyPr/>
          <a:lstStyle>
            <a:lvl1pPr algn="ctr">
              <a:lnSpc>
                <a:spcPct val="100000"/>
              </a:lnSpc>
              <a:spcBef>
                <a:spcPts val="600"/>
              </a:spcBef>
              <a:defRPr sz="2000">
                <a:solidFill>
                  <a:schemeClr val="accent1"/>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noFill/>
          <a:ln w="38100">
            <a:solidFill>
              <a:schemeClr val="accent2"/>
            </a:solidFill>
          </a:ln>
          <a:effectLst/>
        </p:spPr>
        <p:txBody>
          <a:bodyPr vert="horz" wrap="square" lIns="0" tIns="0" rIns="0" bIns="0" numCol="1" anchor="ctr" anchorCtr="0" compatLnSpc="1">
            <a:prstTxWarp prst="textNoShape">
              <a:avLst/>
            </a:prstTxWarp>
          </a:bodyPr>
          <a:lstStyle/>
          <a:p>
            <a:pPr lvl="0" algn="ctr"/>
            <a:endParaRPr lang="en-US" dirty="0">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dirty="0"/>
              <a:t>Click to add text</a:t>
            </a:r>
          </a:p>
          <a:p>
            <a:pPr lvl="1"/>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6"/>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6"/>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dirty="0"/>
              <a:t>Click to add text</a:t>
            </a:r>
          </a:p>
          <a:p>
            <a:pPr lvl="1"/>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dirty="0"/>
              <a:t>add icon</a:t>
            </a:r>
            <a:br>
              <a:rPr lang="en-US" dirty="0"/>
            </a:br>
            <a:r>
              <a:rPr lang="en-US" dirty="0"/>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accent3"/>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dirty="0"/>
              <a:t>Click to add text</a:t>
            </a:r>
          </a:p>
          <a:p>
            <a:pPr lvl="1"/>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144972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ive Numbered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1"/>
                </a:solidFill>
              </a:defRPr>
            </a:lvl1pPr>
          </a:lstStyle>
          <a:p>
            <a:r>
              <a:rPr lang="en-US" dirty="0"/>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5" name="Straight Connector 14">
            <a:extLst>
              <a:ext uri="{FF2B5EF4-FFF2-40B4-BE49-F238E27FC236}">
                <a16:creationId xmlns:a16="http://schemas.microsoft.com/office/drawing/2014/main" id="{182EA033-41AE-6148-A260-889FF59E41C9}"/>
              </a:ext>
            </a:extLst>
          </p:cNvPr>
          <p:cNvCxnSpPr/>
          <p:nvPr userDrawn="1"/>
        </p:nvCxnSpPr>
        <p:spPr bwMode="gray">
          <a:xfrm>
            <a:off x="598206"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p:nvPr>
        </p:nvSpPr>
        <p:spPr>
          <a:xfrm>
            <a:off x="610850" y="2529075"/>
            <a:ext cx="1828800" cy="2871263"/>
          </a:xfrm>
          <a:solidFill>
            <a:srgbClr val="F4F8FA"/>
          </a:solidFill>
          <a:ln>
            <a:noFill/>
          </a:ln>
        </p:spPr>
        <p:txBody>
          <a:bodyPr/>
          <a:lstStyle>
            <a:lvl1pPr algn="ctr">
              <a:lnSpc>
                <a:spcPct val="100000"/>
              </a:lnSpc>
              <a:spcBef>
                <a:spcPts val="600"/>
              </a:spcBef>
              <a:defRPr sz="2000">
                <a:solidFill>
                  <a:schemeClr val="accent5"/>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a:t>Click to edit Master text styles</a:t>
            </a:r>
          </a:p>
          <a:p>
            <a:pPr lvl="1"/>
            <a:r>
              <a:rPr lang="en-US"/>
              <a:t>Second level</a:t>
            </a:r>
          </a:p>
          <a:p>
            <a:pPr lvl="2"/>
            <a:r>
              <a:rPr lang="en-US"/>
              <a:t>Third level</a:t>
            </a:r>
          </a:p>
        </p:txBody>
      </p:sp>
      <p:cxnSp>
        <p:nvCxnSpPr>
          <p:cNvPr id="18" name="Straight Connector 17">
            <a:extLst>
              <a:ext uri="{FF2B5EF4-FFF2-40B4-BE49-F238E27FC236}">
                <a16:creationId xmlns:a16="http://schemas.microsoft.com/office/drawing/2014/main" id="{903341DC-DE80-5E4C-A4C9-C984D7074760}"/>
              </a:ext>
            </a:extLst>
          </p:cNvPr>
          <p:cNvCxnSpPr/>
          <p:nvPr userDrawn="1"/>
        </p:nvCxnSpPr>
        <p:spPr bwMode="gray">
          <a:xfrm>
            <a:off x="2894012" y="2512464"/>
            <a:ext cx="1828800" cy="0"/>
          </a:xfrm>
          <a:prstGeom prst="line">
            <a:avLst/>
          </a:prstGeom>
          <a:ln w="2540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p:nvPr>
        </p:nvSpPr>
        <p:spPr>
          <a:xfrm>
            <a:off x="2894013" y="2529075"/>
            <a:ext cx="1828800" cy="2871263"/>
          </a:xfrm>
          <a:solidFill>
            <a:srgbClr val="F4F8FA"/>
          </a:solidFill>
          <a:ln>
            <a:noFill/>
          </a:ln>
        </p:spPr>
        <p:txBody>
          <a:bodyPr/>
          <a:lstStyle>
            <a:lvl1pPr algn="ctr">
              <a:lnSpc>
                <a:spcPct val="100000"/>
              </a:lnSpc>
              <a:spcBef>
                <a:spcPts val="600"/>
              </a:spcBef>
              <a:defRPr sz="2000">
                <a:solidFill>
                  <a:schemeClr val="accent1"/>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a:t>Click to edit Master text styles</a:t>
            </a:r>
          </a:p>
          <a:p>
            <a:pPr lvl="1"/>
            <a:r>
              <a:rPr lang="en-US"/>
              <a:t>Second level</a:t>
            </a:r>
          </a:p>
          <a:p>
            <a:pPr lvl="2"/>
            <a:r>
              <a:rPr lang="en-US"/>
              <a:t>Third level</a:t>
            </a:r>
          </a:p>
        </p:txBody>
      </p:sp>
      <p:cxnSp>
        <p:nvCxnSpPr>
          <p:cNvPr id="19" name="Straight Connector 18">
            <a:extLst>
              <a:ext uri="{FF2B5EF4-FFF2-40B4-BE49-F238E27FC236}">
                <a16:creationId xmlns:a16="http://schemas.microsoft.com/office/drawing/2014/main" id="{662FF207-1B75-1940-91E1-2692254C727F}"/>
              </a:ext>
            </a:extLst>
          </p:cNvPr>
          <p:cNvCxnSpPr/>
          <p:nvPr userDrawn="1"/>
        </p:nvCxnSpPr>
        <p:spPr bwMode="gray">
          <a:xfrm>
            <a:off x="5180012"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p:nvPr>
        </p:nvSpPr>
        <p:spPr>
          <a:xfrm>
            <a:off x="5185093" y="2529075"/>
            <a:ext cx="1828800" cy="2871263"/>
          </a:xfrm>
          <a:solidFill>
            <a:srgbClr val="F4F8FA"/>
          </a:solidFill>
          <a:ln>
            <a:noFill/>
          </a:ln>
        </p:spPr>
        <p:txBody>
          <a:bodyPr/>
          <a:lstStyle>
            <a:lvl1pPr algn="ctr">
              <a:lnSpc>
                <a:spcPct val="100000"/>
              </a:lnSpc>
              <a:spcBef>
                <a:spcPts val="600"/>
              </a:spcBef>
              <a:defRPr sz="2000">
                <a:solidFill>
                  <a:schemeClr val="accent2"/>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a:t>Click to edit Master text styles</a:t>
            </a:r>
          </a:p>
          <a:p>
            <a:pPr lvl="1"/>
            <a:r>
              <a:rPr lang="en-US"/>
              <a:t>Second level</a:t>
            </a:r>
          </a:p>
          <a:p>
            <a:pPr lvl="2"/>
            <a:r>
              <a:rPr lang="en-US"/>
              <a:t>Third level</a:t>
            </a:r>
          </a:p>
        </p:txBody>
      </p:sp>
      <p:cxnSp>
        <p:nvCxnSpPr>
          <p:cNvPr id="20" name="Straight Connector 19">
            <a:extLst>
              <a:ext uri="{FF2B5EF4-FFF2-40B4-BE49-F238E27FC236}">
                <a16:creationId xmlns:a16="http://schemas.microsoft.com/office/drawing/2014/main" id="{128E238A-DE09-DD4F-A6F3-2F244E7301C3}"/>
              </a:ext>
            </a:extLst>
          </p:cNvPr>
          <p:cNvCxnSpPr/>
          <p:nvPr userDrawn="1"/>
        </p:nvCxnSpPr>
        <p:spPr bwMode="gray">
          <a:xfrm>
            <a:off x="7466012" y="2512464"/>
            <a:ext cx="1828800" cy="0"/>
          </a:xfrm>
          <a:prstGeom prst="line">
            <a:avLst/>
          </a:prstGeom>
          <a:ln w="25400">
            <a:solidFill>
              <a:schemeClr val="accent6"/>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p:nvPr>
        </p:nvSpPr>
        <p:spPr>
          <a:xfrm>
            <a:off x="7470001" y="2529075"/>
            <a:ext cx="1828800" cy="2871263"/>
          </a:xfrm>
          <a:solidFill>
            <a:srgbClr val="F4F8FA"/>
          </a:solidFill>
          <a:ln>
            <a:noFill/>
          </a:ln>
        </p:spPr>
        <p:txBody>
          <a:bodyPr/>
          <a:lstStyle>
            <a:lvl1pPr algn="ctr">
              <a:lnSpc>
                <a:spcPct val="100000"/>
              </a:lnSpc>
              <a:spcBef>
                <a:spcPts val="600"/>
              </a:spcBef>
              <a:defRPr sz="2000">
                <a:solidFill>
                  <a:schemeClr val="accent6"/>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a:t>Click to edit Master text styles</a:t>
            </a:r>
          </a:p>
          <a:p>
            <a:pPr lvl="1"/>
            <a:r>
              <a:rPr lang="en-US"/>
              <a:t>Second level</a:t>
            </a:r>
          </a:p>
          <a:p>
            <a:pPr lvl="2"/>
            <a:r>
              <a:rPr lang="en-US"/>
              <a:t>Third level</a:t>
            </a:r>
          </a:p>
        </p:txBody>
      </p:sp>
      <p:cxnSp>
        <p:nvCxnSpPr>
          <p:cNvPr id="21" name="Straight Connector 20">
            <a:extLst>
              <a:ext uri="{FF2B5EF4-FFF2-40B4-BE49-F238E27FC236}">
                <a16:creationId xmlns:a16="http://schemas.microsoft.com/office/drawing/2014/main" id="{E8B64954-CA3A-494E-B70D-3405C9F592D8}"/>
              </a:ext>
            </a:extLst>
          </p:cNvPr>
          <p:cNvCxnSpPr/>
          <p:nvPr userDrawn="1"/>
        </p:nvCxnSpPr>
        <p:spPr bwMode="gray">
          <a:xfrm>
            <a:off x="9752012"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p:nvPr>
        </p:nvSpPr>
        <p:spPr>
          <a:xfrm>
            <a:off x="9752013" y="2529075"/>
            <a:ext cx="1828800" cy="2871263"/>
          </a:xfrm>
          <a:solidFill>
            <a:srgbClr val="F4F8FA"/>
          </a:solidFill>
          <a:ln>
            <a:noFill/>
          </a:ln>
        </p:spPr>
        <p:txBody>
          <a:bodyPr/>
          <a:lstStyle>
            <a:lvl1pPr algn="ctr">
              <a:lnSpc>
                <a:spcPct val="100000"/>
              </a:lnSpc>
              <a:spcBef>
                <a:spcPts val="600"/>
              </a:spcBef>
              <a:defRPr sz="2000">
                <a:solidFill>
                  <a:schemeClr val="accent3"/>
                </a:solidFill>
              </a:defRPr>
            </a:lvl1pPr>
            <a:lvl2pPr marL="0" indent="0" algn="ctr">
              <a:lnSpc>
                <a:spcPct val="100000"/>
              </a:lnSpc>
              <a:spcBef>
                <a:spcPts val="600"/>
              </a:spcBef>
              <a:buFont typeface="Open Sans" panose="020B0606030504020204" pitchFamily="34" charset="0"/>
              <a:buChar char="​"/>
              <a:defRPr sz="1600">
                <a:solidFill>
                  <a:schemeClr val="bg2">
                    <a:lumMod val="25000"/>
                  </a:schemeClr>
                </a:solidFill>
              </a:defRPr>
            </a:lvl2pPr>
          </a:lstStyle>
          <a:p>
            <a:pPr lvl="0"/>
            <a:r>
              <a:rPr lang="en-US"/>
              <a:t>Click to edit Master text styles</a:t>
            </a:r>
          </a:p>
          <a:p>
            <a:pPr lvl="1"/>
            <a:r>
              <a:rPr lang="en-US"/>
              <a:t>Second level</a:t>
            </a:r>
          </a:p>
          <a:p>
            <a:pPr lvl="2"/>
            <a:r>
              <a:rPr lang="en-US"/>
              <a:t>Third level</a:t>
            </a:r>
          </a:p>
        </p:txBody>
      </p:sp>
      <p:sp>
        <p:nvSpPr>
          <p:cNvPr id="23" name="page number">
            <a:extLst>
              <a:ext uri="{FF2B5EF4-FFF2-40B4-BE49-F238E27FC236}">
                <a16:creationId xmlns:a16="http://schemas.microsoft.com/office/drawing/2014/main" id="{778B9E91-325F-BB46-BB33-20219DF70C9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userDrawn="1"/>
        </p:nvSpPr>
        <p:spPr bwMode="gray">
          <a:xfrm>
            <a:off x="1131007" y="200679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5"/>
                </a:solidFill>
              </a:rPr>
              <a:t>1</a:t>
            </a:r>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userDrawn="1"/>
        </p:nvSpPr>
        <p:spPr bwMode="gray">
          <a:xfrm>
            <a:off x="3414170" y="2006791"/>
            <a:ext cx="788487" cy="788487"/>
          </a:xfrm>
          <a:prstGeom prst="ellipse">
            <a:avLst/>
          </a:prstGeom>
          <a:solidFill>
            <a:schemeClr val="bg1"/>
          </a:solid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1"/>
                </a:solidFill>
              </a:rPr>
              <a:t>2</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userDrawn="1"/>
        </p:nvSpPr>
        <p:spPr bwMode="gray">
          <a:xfrm>
            <a:off x="5705250" y="2006791"/>
            <a:ext cx="788487" cy="788487"/>
          </a:xfrm>
          <a:prstGeom prst="ellipse">
            <a:avLst/>
          </a:prstGeom>
          <a:solidFill>
            <a:schemeClr val="bg1"/>
          </a:solidFill>
          <a:ln w="25400">
            <a:solidFill>
              <a:schemeClr val="accent2"/>
            </a:solidFill>
          </a:ln>
          <a:effectLst/>
        </p:spPr>
        <p:txBody>
          <a:bodyPr vert="horz" wrap="square" lIns="0" tIns="0" rIns="0" bIns="0" numCol="1" anchor="ctr" anchorCtr="0" compatLnSpc="1">
            <a:prstTxWarp prst="textNoShape">
              <a:avLst/>
            </a:prstTxWarp>
          </a:bodyPr>
          <a:lstStyle/>
          <a:p>
            <a:pPr lvl="0" algn="ctr"/>
            <a:r>
              <a:rPr lang="en-US" dirty="0">
                <a:solidFill>
                  <a:schemeClr val="accent2"/>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userDrawn="1"/>
        </p:nvSpPr>
        <p:spPr bwMode="gray">
          <a:xfrm>
            <a:off x="7990158" y="2006791"/>
            <a:ext cx="788487" cy="788487"/>
          </a:xfrm>
          <a:prstGeom prst="ellipse">
            <a:avLst/>
          </a:prstGeom>
          <a:solidFill>
            <a:schemeClr val="bg1"/>
          </a:solid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6"/>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userDrawn="1"/>
        </p:nvSpPr>
        <p:spPr bwMode="gray">
          <a:xfrm>
            <a:off x="10272170" y="2006791"/>
            <a:ext cx="788487" cy="788487"/>
          </a:xfrm>
          <a:prstGeom prst="ellipse">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3"/>
                </a:solidFill>
              </a:rPr>
              <a:t>5</a:t>
            </a:r>
          </a:p>
        </p:txBody>
      </p:sp>
    </p:spTree>
    <p:extLst>
      <p:ext uri="{BB962C8B-B14F-4D97-AF65-F5344CB8AC3E}">
        <p14:creationId xmlns:p14="http://schemas.microsoft.com/office/powerpoint/2010/main" val="2594102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1"/>
                </a:solidFill>
              </a:defRPr>
            </a:lvl1pPr>
          </a:lstStyle>
          <a:p>
            <a:r>
              <a:rPr lang="en-US" dirty="0"/>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solidFill>
            <a:schemeClr val="bg1"/>
          </a:solidFill>
          <a:ln w="12700">
            <a:noFill/>
          </a:ln>
        </p:spPr>
        <p:txBody>
          <a:bodyPr tIns="91440"/>
          <a:lstStyle>
            <a:lvl1pPr algn="ctr">
              <a:lnSpc>
                <a:spcPct val="100000"/>
              </a:lnSpc>
              <a:spcBef>
                <a:spcPts val="600"/>
              </a:spcBef>
              <a:buNone/>
              <a:defRPr sz="10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solidFill>
            <a:srgbClr val="F4F8FA"/>
          </a:solidFill>
          <a:ln w="12700">
            <a:solidFill>
              <a:schemeClr val="accent2">
                <a:alpha val="25000"/>
              </a:schemeClr>
            </a:solidFill>
          </a:ln>
        </p:spPr>
        <p:txBody>
          <a:bodyPr tIns="91440"/>
          <a:lstStyle>
            <a:lvl1pPr algn="ctr">
              <a:lnSpc>
                <a:spcPct val="100000"/>
              </a:lnSpc>
              <a:spcBef>
                <a:spcPts val="600"/>
              </a:spcBef>
              <a:buNone/>
              <a:defRPr sz="16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solidFill>
            <a:schemeClr val="bg1"/>
          </a:solidFill>
          <a:ln w="12700">
            <a:noFill/>
          </a:ln>
        </p:spPr>
        <p:txBody>
          <a:bodyPr tIns="91440"/>
          <a:lstStyle>
            <a:lvl1pPr algn="ctr">
              <a:lnSpc>
                <a:spcPct val="100000"/>
              </a:lnSpc>
              <a:spcBef>
                <a:spcPts val="600"/>
              </a:spcBef>
              <a:buNone/>
              <a:defRPr sz="10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userDrawn="1"/>
        </p:nvCxnSpPr>
        <p:spPr bwMode="gray">
          <a:xfrm>
            <a:off x="1093076"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30126" cy="1949198"/>
          </a:xfrm>
          <a:noFill/>
          <a:ln w="15875">
            <a:noFill/>
          </a:ln>
        </p:spPr>
        <p:txBody>
          <a:bodyPr tIns="365760"/>
          <a:lstStyle>
            <a:lvl1pPr algn="ctr">
              <a:lnSpc>
                <a:spcPct val="100000"/>
              </a:lnSpc>
              <a:spcBef>
                <a:spcPts val="600"/>
              </a:spcBef>
              <a:buNone/>
              <a:defRPr sz="1800">
                <a:solidFill>
                  <a:schemeClr val="accent5"/>
                </a:solidFill>
              </a:defRPr>
            </a:lvl1pPr>
            <a:lvl2pPr marL="0" indent="0" algn="ctr">
              <a:lnSpc>
                <a:spcPct val="100000"/>
              </a:lnSpc>
              <a:spcBef>
                <a:spcPts val="600"/>
              </a:spcBef>
              <a:buFont typeface="Open Sans" panose="020B0606030504020204" pitchFamily="34" charset="0"/>
              <a:buChar char="​"/>
              <a:defRPr sz="1400">
                <a:solidFill>
                  <a:schemeClr val="bg2">
                    <a:lumMod val="25000"/>
                  </a:schemeClr>
                </a:solidFill>
              </a:defRPr>
            </a:lvl2pPr>
          </a:lstStyle>
          <a:p>
            <a:pPr lvl="0"/>
            <a:r>
              <a:rPr lang="en-US" dirty="0"/>
              <a:t>Click to add text</a:t>
            </a:r>
          </a:p>
          <a:p>
            <a:pPr lvl="1"/>
            <a:r>
              <a:rPr lang="en-US" dirty="0"/>
              <a:t>Second level</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userDrawn="1"/>
        </p:nvCxnSpPr>
        <p:spPr bwMode="gray">
          <a:xfrm>
            <a:off x="3808412" y="2680138"/>
            <a:ext cx="2459421" cy="0"/>
          </a:xfrm>
          <a:prstGeom prst="line">
            <a:avLst/>
          </a:prstGeom>
          <a:ln w="2540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3816081" y="2699834"/>
            <a:ext cx="2430126" cy="1949198"/>
          </a:xfrm>
          <a:noFill/>
          <a:ln w="15875">
            <a:noFill/>
          </a:ln>
        </p:spPr>
        <p:txBody>
          <a:bodyPr tIns="365760"/>
          <a:lstStyle>
            <a:lvl1pPr algn="ctr">
              <a:lnSpc>
                <a:spcPct val="100000"/>
              </a:lnSpc>
              <a:spcBef>
                <a:spcPts val="600"/>
              </a:spcBef>
              <a:buNone/>
              <a:defRPr sz="1800">
                <a:solidFill>
                  <a:schemeClr val="accent1"/>
                </a:solidFill>
              </a:defRPr>
            </a:lvl1pPr>
            <a:lvl2pPr marL="0" indent="0" algn="ctr">
              <a:lnSpc>
                <a:spcPct val="100000"/>
              </a:lnSpc>
              <a:spcBef>
                <a:spcPts val="600"/>
              </a:spcBef>
              <a:buFont typeface="Open Sans" panose="020B0606030504020204" pitchFamily="34" charset="0"/>
              <a:buChar char="​"/>
              <a:defRPr sz="1400">
                <a:solidFill>
                  <a:schemeClr val="bg2">
                    <a:lumMod val="25000"/>
                  </a:schemeClr>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userDrawn="1"/>
        </p:nvCxnSpPr>
        <p:spPr bwMode="gray">
          <a:xfrm>
            <a:off x="6551612"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6529754" y="2699834"/>
            <a:ext cx="2477611" cy="1949198"/>
          </a:xfrm>
          <a:noFill/>
          <a:ln w="15875">
            <a:noFill/>
          </a:ln>
        </p:spPr>
        <p:txBody>
          <a:bodyPr tIns="36576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sz="1400">
                <a:solidFill>
                  <a:schemeClr val="bg2">
                    <a:lumMod val="25000"/>
                  </a:schemeClr>
                </a:solidFill>
              </a:defRPr>
            </a:lvl2pPr>
          </a:lstStyle>
          <a:p>
            <a:pPr lvl="0"/>
            <a:r>
              <a:rPr lang="en-US" dirty="0"/>
              <a:t>Click to add text</a:t>
            </a:r>
          </a:p>
          <a:p>
            <a:pPr lvl="1"/>
            <a:r>
              <a:rPr lang="en-US" dirty="0"/>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userDrawn="1"/>
        </p:nvCxnSpPr>
        <p:spPr bwMode="gray">
          <a:xfrm>
            <a:off x="9229123"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4586" cy="1949198"/>
          </a:xfrm>
          <a:noFill/>
          <a:ln w="15875">
            <a:noFill/>
          </a:ln>
        </p:spPr>
        <p:txBody>
          <a:bodyPr tIns="365760"/>
          <a:lstStyle>
            <a:lvl1pPr algn="ctr">
              <a:lnSpc>
                <a:spcPct val="100000"/>
              </a:lnSpc>
              <a:spcBef>
                <a:spcPts val="600"/>
              </a:spcBef>
              <a:buNone/>
              <a:defRPr sz="1800">
                <a:solidFill>
                  <a:schemeClr val="accent3"/>
                </a:solidFill>
              </a:defRPr>
            </a:lvl1pPr>
            <a:lvl2pPr marL="0" indent="0" algn="ctr">
              <a:lnSpc>
                <a:spcPct val="100000"/>
              </a:lnSpc>
              <a:spcBef>
                <a:spcPts val="600"/>
              </a:spcBef>
              <a:buFont typeface="Open Sans" panose="020B0606030504020204" pitchFamily="34" charset="0"/>
              <a:buChar char="​"/>
              <a:defRPr sz="1400">
                <a:solidFill>
                  <a:schemeClr val="bg2">
                    <a:lumMod val="25000"/>
                  </a:schemeClr>
                </a:solidFill>
              </a:defRPr>
            </a:lvl2pPr>
          </a:lstStyle>
          <a:p>
            <a:pPr lvl="0"/>
            <a:r>
              <a:rPr lang="en-US" dirty="0"/>
              <a:t>Click to add text</a:t>
            </a:r>
          </a:p>
          <a:p>
            <a:pPr lvl="1"/>
            <a:r>
              <a:rPr lang="en-US" dirty="0"/>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solidFill>
            <a:schemeClr val="bg1"/>
          </a:solidFill>
          <a:ln w="12700">
            <a:noFill/>
          </a:ln>
        </p:spPr>
        <p:txBody>
          <a:bodyPr tIns="91440"/>
          <a:lstStyle>
            <a:lvl1pPr algn="ctr">
              <a:lnSpc>
                <a:spcPct val="100000"/>
              </a:lnSpc>
              <a:spcBef>
                <a:spcPts val="600"/>
              </a:spcBef>
              <a:buNone/>
              <a:defRPr sz="10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solidFill>
            <a:srgbClr val="F4F8FA"/>
          </a:solidFill>
          <a:ln w="12700">
            <a:solidFill>
              <a:schemeClr val="accent2">
                <a:alpha val="25000"/>
              </a:schemeClr>
            </a:solidFill>
          </a:ln>
        </p:spPr>
        <p:txBody>
          <a:bodyPr wrap="square" tIns="182880"/>
          <a:lstStyle>
            <a:lvl1pPr algn="ctr">
              <a:lnSpc>
                <a:spcPct val="100000"/>
              </a:lnSpc>
              <a:spcBef>
                <a:spcPts val="600"/>
              </a:spcBef>
              <a:defRPr sz="12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000">
                <a:solidFill>
                  <a:schemeClr val="bg2">
                    <a:lumMod val="25000"/>
                  </a:schemeClr>
                </a:solidFill>
              </a:defRPr>
            </a:lvl2pPr>
          </a:lstStyle>
          <a:p>
            <a:pPr lvl="0"/>
            <a:r>
              <a:rPr lang="en-US" dirty="0"/>
              <a:t>Click to add text</a:t>
            </a:r>
          </a:p>
          <a:p>
            <a:pPr lvl="1"/>
            <a:r>
              <a:rPr lang="en-US" dirty="0"/>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solidFill>
            <a:srgbClr val="F4F8FA"/>
          </a:solidFill>
          <a:ln w="12700">
            <a:solidFill>
              <a:schemeClr val="accent2">
                <a:alpha val="25000"/>
              </a:schemeClr>
            </a:solidFill>
          </a:ln>
        </p:spPr>
        <p:txBody>
          <a:bodyPr wrap="square" tIns="182880"/>
          <a:lstStyle>
            <a:lvl1pPr algn="ctr">
              <a:lnSpc>
                <a:spcPct val="100000"/>
              </a:lnSpc>
              <a:spcBef>
                <a:spcPts val="600"/>
              </a:spcBef>
              <a:defRPr sz="12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000">
                <a:solidFill>
                  <a:schemeClr val="bg2">
                    <a:lumMod val="25000"/>
                  </a:schemeClr>
                </a:solidFill>
              </a:defRPr>
            </a:lvl2pPr>
          </a:lstStyle>
          <a:p>
            <a:pPr lvl="0"/>
            <a:r>
              <a:rPr lang="en-US" dirty="0"/>
              <a:t>Click to add text</a:t>
            </a:r>
          </a:p>
          <a:p>
            <a:pPr lvl="1"/>
            <a:r>
              <a:rPr lang="en-US" dirty="0"/>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solidFill>
            <a:srgbClr val="F4F8FA"/>
          </a:solidFill>
          <a:ln w="12700">
            <a:solidFill>
              <a:schemeClr val="accent2">
                <a:alpha val="25000"/>
              </a:schemeClr>
            </a:solidFill>
          </a:ln>
        </p:spPr>
        <p:txBody>
          <a:bodyPr wrap="square" tIns="182880"/>
          <a:lstStyle>
            <a:lvl1pPr algn="ctr">
              <a:lnSpc>
                <a:spcPct val="100000"/>
              </a:lnSpc>
              <a:spcBef>
                <a:spcPts val="600"/>
              </a:spcBef>
              <a:defRPr sz="12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000">
                <a:solidFill>
                  <a:schemeClr val="bg2">
                    <a:lumMod val="25000"/>
                  </a:schemeClr>
                </a:solidFill>
              </a:defRPr>
            </a:lvl2pPr>
          </a:lstStyle>
          <a:p>
            <a:pPr lvl="0"/>
            <a:r>
              <a:rPr lang="en-US" dirty="0"/>
              <a:t>Click to add text</a:t>
            </a:r>
          </a:p>
          <a:p>
            <a:pPr lvl="1"/>
            <a:r>
              <a:rPr lang="en-US" dirty="0"/>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solidFill>
            <a:srgbClr val="F4F8FA"/>
          </a:solidFill>
          <a:ln w="12700">
            <a:solidFill>
              <a:schemeClr val="accent2">
                <a:alpha val="25000"/>
              </a:schemeClr>
            </a:solidFill>
          </a:ln>
        </p:spPr>
        <p:txBody>
          <a:bodyPr wrap="square" tIns="182880"/>
          <a:lstStyle>
            <a:lvl1pPr algn="ctr">
              <a:lnSpc>
                <a:spcPct val="100000"/>
              </a:lnSpc>
              <a:spcBef>
                <a:spcPts val="600"/>
              </a:spcBef>
              <a:defRPr sz="12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000">
                <a:solidFill>
                  <a:schemeClr val="bg2">
                    <a:lumMod val="25000"/>
                  </a:schemeClr>
                </a:solidFill>
              </a:defRPr>
            </a:lvl2pPr>
          </a:lstStyle>
          <a:p>
            <a:pPr lvl="0"/>
            <a:r>
              <a:rPr lang="en-US" dirty="0"/>
              <a:t>Click to add text</a:t>
            </a:r>
          </a:p>
          <a:p>
            <a:pPr lvl="1"/>
            <a:r>
              <a:rPr lang="en-US" dirty="0"/>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solidFill>
            <a:srgbClr val="F4F8FA"/>
          </a:solidFill>
          <a:ln w="12700">
            <a:solidFill>
              <a:schemeClr val="accent2">
                <a:alpha val="25000"/>
              </a:schemeClr>
            </a:solidFill>
          </a:ln>
        </p:spPr>
        <p:txBody>
          <a:bodyPr wrap="square" tIns="182880"/>
          <a:lstStyle>
            <a:lvl1pPr algn="ctr">
              <a:lnSpc>
                <a:spcPct val="100000"/>
              </a:lnSpc>
              <a:spcBef>
                <a:spcPts val="600"/>
              </a:spcBef>
              <a:defRPr sz="12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000">
                <a:solidFill>
                  <a:schemeClr val="bg2">
                    <a:lumMod val="25000"/>
                  </a:schemeClr>
                </a:solidFill>
              </a:defRPr>
            </a:lvl2pPr>
          </a:lstStyle>
          <a:p>
            <a:pPr lvl="0"/>
            <a:r>
              <a:rPr lang="en-US" dirty="0"/>
              <a:t>Click to add text</a:t>
            </a:r>
          </a:p>
          <a:p>
            <a:pPr lvl="1"/>
            <a:r>
              <a:rPr lang="en-US" dirty="0"/>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solidFill>
            <a:srgbClr val="F4F8FA"/>
          </a:solidFill>
          <a:ln w="12700">
            <a:solidFill>
              <a:schemeClr val="accent2">
                <a:alpha val="25000"/>
              </a:schemeClr>
            </a:solidFill>
          </a:ln>
        </p:spPr>
        <p:txBody>
          <a:bodyPr wrap="square" tIns="182880"/>
          <a:lstStyle>
            <a:lvl1pPr algn="ctr">
              <a:lnSpc>
                <a:spcPct val="100000"/>
              </a:lnSpc>
              <a:spcBef>
                <a:spcPts val="600"/>
              </a:spcBef>
              <a:defRPr sz="1200">
                <a:solidFill>
                  <a:schemeClr val="bg2">
                    <a:lumMod val="25000"/>
                  </a:schemeClr>
                </a:solidFill>
              </a:defRPr>
            </a:lvl1pPr>
            <a:lvl2pPr marL="0" indent="0" algn="ctr">
              <a:lnSpc>
                <a:spcPct val="100000"/>
              </a:lnSpc>
              <a:spcBef>
                <a:spcPts val="600"/>
              </a:spcBef>
              <a:buFont typeface="Open Sans" panose="020B0606030504020204" pitchFamily="34" charset="0"/>
              <a:buChar char="​"/>
              <a:defRPr sz="1000">
                <a:solidFill>
                  <a:schemeClr val="bg2">
                    <a:lumMod val="25000"/>
                  </a:schemeClr>
                </a:solidFill>
              </a:defRPr>
            </a:lvl2pPr>
          </a:lstStyle>
          <a:p>
            <a:pPr lvl="0"/>
            <a:r>
              <a:rPr lang="en-US" dirty="0"/>
              <a:t>Click to add text</a:t>
            </a:r>
          </a:p>
          <a:p>
            <a:pPr lvl="1"/>
            <a:r>
              <a:rPr lang="en-US" dirty="0"/>
              <a:t>Second level</a:t>
            </a:r>
          </a:p>
        </p:txBody>
      </p:sp>
      <p:sp>
        <p:nvSpPr>
          <p:cNvPr id="24" name="page number">
            <a:extLst>
              <a:ext uri="{FF2B5EF4-FFF2-40B4-BE49-F238E27FC236}">
                <a16:creationId xmlns:a16="http://schemas.microsoft.com/office/drawing/2014/main" id="{D09494D0-773E-A04D-BC5F-65AA87B8246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87959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ig Statement - Leaf">
    <p:spTree>
      <p:nvGrpSpPr>
        <p:cNvPr id="1" name=""/>
        <p:cNvGrpSpPr/>
        <p:nvPr/>
      </p:nvGrpSpPr>
      <p:grpSpPr>
        <a:xfrm>
          <a:off x="0" y="0"/>
          <a:ext cx="0" cy="0"/>
          <a:chOff x="0" y="0"/>
          <a:chExt cx="0" cy="0"/>
        </a:xfrm>
      </p:grpSpPr>
      <p:pic>
        <p:nvPicPr>
          <p:cNvPr id="31" name="Picture 30" descr="A logo with a blue and green gradient&#10;&#10;Description automatically generated">
            <a:extLst>
              <a:ext uri="{FF2B5EF4-FFF2-40B4-BE49-F238E27FC236}">
                <a16:creationId xmlns:a16="http://schemas.microsoft.com/office/drawing/2014/main" id="{2F5DD625-ACBA-5254-F78D-CE3126E0D4C6}"/>
              </a:ext>
            </a:extLst>
          </p:cNvPr>
          <p:cNvPicPr>
            <a:picLocks noChangeAspect="1"/>
          </p:cNvPicPr>
          <p:nvPr userDrawn="1"/>
        </p:nvPicPr>
        <p:blipFill>
          <a:blip r:embed="rId2"/>
          <a:stretch>
            <a:fillRect/>
          </a:stretch>
        </p:blipFill>
        <p:spPr>
          <a:xfrm>
            <a:off x="879" y="0"/>
            <a:ext cx="12187946" cy="6858495"/>
          </a:xfrm>
          <a:prstGeom prst="rect">
            <a:avLst/>
          </a:prstGeom>
        </p:spPr>
      </p:pic>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608013" y="2233670"/>
            <a:ext cx="6497867" cy="22859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green theme.</a:t>
            </a:r>
          </a:p>
        </p:txBody>
      </p:sp>
      <p:sp>
        <p:nvSpPr>
          <p:cNvPr id="15" name="page number">
            <a:extLst>
              <a:ext uri="{FF2B5EF4-FFF2-40B4-BE49-F238E27FC236}">
                <a16:creationId xmlns:a16="http://schemas.microsoft.com/office/drawing/2014/main" id="{55FF2E89-7A98-C14C-B802-9BBF588108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TextBox 2">
            <a:extLst>
              <a:ext uri="{FF2B5EF4-FFF2-40B4-BE49-F238E27FC236}">
                <a16:creationId xmlns:a16="http://schemas.microsoft.com/office/drawing/2014/main" id="{E4032F90-D6DB-ABBB-7CBA-705BD651CFE3}"/>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4" name="TextBox 3">
            <a:extLst>
              <a:ext uri="{FF2B5EF4-FFF2-40B4-BE49-F238E27FC236}">
                <a16:creationId xmlns:a16="http://schemas.microsoft.com/office/drawing/2014/main" id="{577248C3-E598-081D-1266-A19B21EE93FC}"/>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5" name="Graphic 8">
            <a:extLst>
              <a:ext uri="{FF2B5EF4-FFF2-40B4-BE49-F238E27FC236}">
                <a16:creationId xmlns:a16="http://schemas.microsoft.com/office/drawing/2014/main" id="{36BC0503-0E5F-3FC2-C33B-40F0FC9D5C59}"/>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427D34E3-DFBA-F785-13EB-D0DFBBDA35BF}"/>
                </a:ext>
              </a:extLst>
            </p:cNvPr>
            <p:cNvGrpSpPr/>
            <p:nvPr/>
          </p:nvGrpSpPr>
          <p:grpSpPr>
            <a:xfrm>
              <a:off x="745455" y="6594444"/>
              <a:ext cx="722662" cy="98475"/>
              <a:chOff x="745455" y="6594444"/>
              <a:chExt cx="722662" cy="98475"/>
            </a:xfrm>
            <a:solidFill>
              <a:srgbClr val="000000"/>
            </a:solidFill>
          </p:grpSpPr>
          <p:sp>
            <p:nvSpPr>
              <p:cNvPr id="19" name="Freeform 18">
                <a:extLst>
                  <a:ext uri="{FF2B5EF4-FFF2-40B4-BE49-F238E27FC236}">
                    <a16:creationId xmlns:a16="http://schemas.microsoft.com/office/drawing/2014/main" id="{1A0A59D6-2334-C4A3-2714-783D9396205B}"/>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1017023F-D8B1-2DD9-05B6-FEF644BF73A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17F86678-1425-04D1-35E1-10619FFBFEB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10958DC0-257E-6B7D-17C0-1061C4A26112}"/>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E67D21AA-5D7E-8DAA-3E34-54DEB942AA6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A3F6ADA0-05AE-1C0C-9475-06BA1F0A1A23}"/>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218BC619-C09F-F5B1-F2E3-7FD3AD677E6B}"/>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920DDE96-E19F-E46B-4031-1395C9ADFFE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C0D94988-234E-A57D-DFA2-52425317890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53C50C48-D470-2057-DE04-8F6C2A37CE58}"/>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020D35E6-2048-F449-527D-73415FA607DA}"/>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78190F23-EDE3-C8F4-46D2-40E38C66891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D3D2B466-275E-E281-A3F2-889C23F1D7D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38A860D8-610A-FB5F-210F-8736F9A5078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767849B6-2269-1544-6AB8-9164920F20EB}"/>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1217D899-BFDC-8547-0B15-CF01D73FE44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6C5A7838-659F-923D-FA4A-F7FDFF82189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FB2508CD-EFBC-2585-2318-F0ADC34D56B6}"/>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66302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Big Statement - Plum">
    <p:spTree>
      <p:nvGrpSpPr>
        <p:cNvPr id="1" name=""/>
        <p:cNvGrpSpPr/>
        <p:nvPr/>
      </p:nvGrpSpPr>
      <p:grpSpPr>
        <a:xfrm>
          <a:off x="0" y="0"/>
          <a:ext cx="0" cy="0"/>
          <a:chOff x="0" y="0"/>
          <a:chExt cx="0" cy="0"/>
        </a:xfrm>
      </p:grpSpPr>
      <p:pic>
        <p:nvPicPr>
          <p:cNvPr id="32" name="Picture 31" descr="A logo with a blue and purple gradient&#10;&#10;Description automatically generated">
            <a:extLst>
              <a:ext uri="{FF2B5EF4-FFF2-40B4-BE49-F238E27FC236}">
                <a16:creationId xmlns:a16="http://schemas.microsoft.com/office/drawing/2014/main" id="{E2B4E417-DAAE-40D3-5DE7-D50EC4869ECF}"/>
              </a:ext>
            </a:extLst>
          </p:cNvPr>
          <p:cNvPicPr>
            <a:picLocks noChangeAspect="1"/>
          </p:cNvPicPr>
          <p:nvPr userDrawn="1"/>
        </p:nvPicPr>
        <p:blipFill>
          <a:blip r:embed="rId2"/>
          <a:stretch>
            <a:fillRect/>
          </a:stretch>
        </p:blipFill>
        <p:spPr>
          <a:xfrm>
            <a:off x="879" y="0"/>
            <a:ext cx="12187946" cy="6858495"/>
          </a:xfrm>
          <a:prstGeom prst="rect">
            <a:avLst/>
          </a:prstGeom>
        </p:spPr>
      </p:pic>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608013" y="2233670"/>
            <a:ext cx="6497867" cy="2285999"/>
          </a:xfrm>
        </p:spPr>
        <p:txBody>
          <a:bodyPr anchor="ctr"/>
          <a:lstStyle>
            <a:lvl1pPr>
              <a:lnSpc>
                <a:spcPct val="100000"/>
              </a:lnSpc>
              <a:spcBef>
                <a:spcPts val="0"/>
              </a:spcBef>
              <a:defRPr sz="3600">
                <a:solidFill>
                  <a:schemeClr val="accent3"/>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TextBox 2">
            <a:extLst>
              <a:ext uri="{FF2B5EF4-FFF2-40B4-BE49-F238E27FC236}">
                <a16:creationId xmlns:a16="http://schemas.microsoft.com/office/drawing/2014/main" id="{941A3809-88F3-4BB3-2910-1E331F3F7BE1}"/>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4" name="TextBox 3">
            <a:extLst>
              <a:ext uri="{FF2B5EF4-FFF2-40B4-BE49-F238E27FC236}">
                <a16:creationId xmlns:a16="http://schemas.microsoft.com/office/drawing/2014/main" id="{27945E12-433F-51F2-CE43-2615EB8C60D0}"/>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5" name="Graphic 8">
            <a:extLst>
              <a:ext uri="{FF2B5EF4-FFF2-40B4-BE49-F238E27FC236}">
                <a16:creationId xmlns:a16="http://schemas.microsoft.com/office/drawing/2014/main" id="{B31E0E11-BDB5-8D16-D511-B790FBD7A127}"/>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A86A4262-B4A6-F58D-92FB-4A930F460073}"/>
                </a:ext>
              </a:extLst>
            </p:cNvPr>
            <p:cNvGrpSpPr/>
            <p:nvPr/>
          </p:nvGrpSpPr>
          <p:grpSpPr>
            <a:xfrm>
              <a:off x="745455" y="6594444"/>
              <a:ext cx="722662" cy="98475"/>
              <a:chOff x="745455" y="6594444"/>
              <a:chExt cx="722662" cy="98475"/>
            </a:xfrm>
            <a:solidFill>
              <a:srgbClr val="000000"/>
            </a:solidFill>
          </p:grpSpPr>
          <p:sp>
            <p:nvSpPr>
              <p:cNvPr id="21" name="Freeform 20">
                <a:extLst>
                  <a:ext uri="{FF2B5EF4-FFF2-40B4-BE49-F238E27FC236}">
                    <a16:creationId xmlns:a16="http://schemas.microsoft.com/office/drawing/2014/main" id="{5E43CE95-E77A-B8D9-C615-12185D0C4AFB}"/>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E5EBFC18-A5D6-0A5A-FCB9-9B705CB285F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9E3EFB7A-43E3-A3E9-7A58-126834F625F2}"/>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A5A7D539-C737-948D-65EE-344D8E5A919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3734D0A4-8174-8F99-66E2-7DEA536A56A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70FC4366-4CDE-397E-52D5-76E32777C27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9849DDB2-774C-8F19-272D-76F7712EF75C}"/>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23B6B046-0EBE-D507-CBB0-399094AC1A7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050E0132-2A9B-E6A4-5105-7E8AD9C4D950}"/>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7CEE976B-ADD7-6B01-D1BB-9174AF688883}"/>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B628E6F3-0FF5-CD70-83DD-C49E5D85722B}"/>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58DE4FBA-FF2B-2C6C-E26F-4C1EFD486FD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9AA4C36E-958D-841F-2645-D371CC38F65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5DBA5537-F60A-7EAB-305B-C742C552FF1B}"/>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6B8C2B59-4347-C239-5AB7-9592FFF7543B}"/>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FF17752D-4EAD-EF63-A468-FEBF4E3BD14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08C3B82E-A939-4167-EEBB-BA03086D5C9D}"/>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B83B94B5-542C-4CFE-3E83-0CEC3BFE6BB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636671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Big Statement - Aqua">
    <p:spTree>
      <p:nvGrpSpPr>
        <p:cNvPr id="1" name=""/>
        <p:cNvGrpSpPr/>
        <p:nvPr/>
      </p:nvGrpSpPr>
      <p:grpSpPr>
        <a:xfrm>
          <a:off x="0" y="0"/>
          <a:ext cx="0" cy="0"/>
          <a:chOff x="0" y="0"/>
          <a:chExt cx="0" cy="0"/>
        </a:xfrm>
      </p:grpSpPr>
      <p:pic>
        <p:nvPicPr>
          <p:cNvPr id="4" name="Picture 3" descr="A blue and white logo&#10;&#10;Description automatically generated">
            <a:extLst>
              <a:ext uri="{FF2B5EF4-FFF2-40B4-BE49-F238E27FC236}">
                <a16:creationId xmlns:a16="http://schemas.microsoft.com/office/drawing/2014/main" id="{0C226285-FC13-4B96-20E1-7BFE775E0B23}"/>
              </a:ext>
            </a:extLst>
          </p:cNvPr>
          <p:cNvPicPr>
            <a:picLocks noChangeAspect="1"/>
          </p:cNvPicPr>
          <p:nvPr userDrawn="1"/>
        </p:nvPicPr>
        <p:blipFill>
          <a:blip r:embed="rId2"/>
          <a:stretch>
            <a:fillRect/>
          </a:stretch>
        </p:blipFill>
        <p:spPr>
          <a:xfrm>
            <a:off x="879" y="0"/>
            <a:ext cx="12187946" cy="6858495"/>
          </a:xfrm>
          <a:prstGeom prst="rect">
            <a:avLst/>
          </a:prstGeom>
        </p:spPr>
      </p:pic>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608013" y="2233670"/>
            <a:ext cx="6497867" cy="2285999"/>
          </a:xfrm>
        </p:spPr>
        <p:txBody>
          <a:bodyPr anchor="ctr"/>
          <a:lstStyle>
            <a:lvl1pPr>
              <a:lnSpc>
                <a:spcPct val="100000"/>
              </a:lnSpc>
              <a:spcBef>
                <a:spcPts val="0"/>
              </a:spcBef>
              <a:defRPr sz="3600">
                <a:solidFill>
                  <a:schemeClr val="accent1"/>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TextBox 4">
            <a:extLst>
              <a:ext uri="{FF2B5EF4-FFF2-40B4-BE49-F238E27FC236}">
                <a16:creationId xmlns:a16="http://schemas.microsoft.com/office/drawing/2014/main" id="{D2562CDE-80F5-4683-CBAE-12C1F42BFC0A}"/>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6" name="TextBox 5">
            <a:extLst>
              <a:ext uri="{FF2B5EF4-FFF2-40B4-BE49-F238E27FC236}">
                <a16:creationId xmlns:a16="http://schemas.microsoft.com/office/drawing/2014/main" id="{F181F862-D885-2827-E599-19FAB2ED7F75}"/>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7" name="Graphic 8">
            <a:extLst>
              <a:ext uri="{FF2B5EF4-FFF2-40B4-BE49-F238E27FC236}">
                <a16:creationId xmlns:a16="http://schemas.microsoft.com/office/drawing/2014/main" id="{3544CA32-7A4E-E24C-0B16-84415A57EFA6}"/>
              </a:ext>
            </a:extLst>
          </p:cNvPr>
          <p:cNvGrpSpPr/>
          <p:nvPr userDrawn="1"/>
        </p:nvGrpSpPr>
        <p:grpSpPr>
          <a:xfrm>
            <a:off x="265625" y="6323271"/>
            <a:ext cx="1249223" cy="369648"/>
            <a:chOff x="265625" y="6323271"/>
            <a:chExt cx="1249223" cy="369648"/>
          </a:xfrm>
          <a:solidFill>
            <a:srgbClr val="000000"/>
          </a:solidFill>
        </p:grpSpPr>
        <p:grpSp>
          <p:nvGrpSpPr>
            <p:cNvPr id="8" name="Graphic 8">
              <a:extLst>
                <a:ext uri="{FF2B5EF4-FFF2-40B4-BE49-F238E27FC236}">
                  <a16:creationId xmlns:a16="http://schemas.microsoft.com/office/drawing/2014/main" id="{20943B12-85F0-58B5-F16F-E10FB08F33F0}"/>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6535C51D-722A-8DBB-5190-482C3F58433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1AB17255-34FF-F4CC-B176-03A021BAF6C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3E5B4A1D-6A55-5588-BD97-B48D3F778952}"/>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7372D965-2AC9-B755-E3BE-824FAF91F05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AF200068-07D6-6935-E44F-B51D4133263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DE23B39D-3A51-28F8-2DD1-BFD792AEA5C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2AB5E269-BED0-0002-A07A-ABB81065130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8599CECC-8792-FC50-8A2B-D9C15E28CB7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B5543A7E-ADB4-BF55-22FD-581E67E7E90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216F7E0F-7C25-70ED-C24A-CC3C0339E6D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0" name="Graphic 8">
              <a:extLst>
                <a:ext uri="{FF2B5EF4-FFF2-40B4-BE49-F238E27FC236}">
                  <a16:creationId xmlns:a16="http://schemas.microsoft.com/office/drawing/2014/main" id="{B63C4A71-7BE0-C6DC-8D4B-F244EE30CF7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43E5047-5960-5FDA-1D91-B1F57D3A26DB}"/>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39B0A1C7-F440-8EAE-3D26-0106825A9893}"/>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B7C94D60-75AA-6628-90D2-98518C45F87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52694C1E-C1A2-7E03-15CA-27EEA1EA9DB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5F7E65CD-B16C-A2B0-1A3A-5FE837711E52}"/>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BFA784D7-1400-0B2B-37E0-22CEACC221C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328E03F9-0825-A33A-DCB6-D51610E5C4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30835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ig Statement - Ocea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CD907A-DE54-8E95-E227-8384A9979B83}"/>
              </a:ext>
            </a:extLst>
          </p:cNvPr>
          <p:cNvPicPr>
            <a:picLocks noChangeAspect="1"/>
          </p:cNvPicPr>
          <p:nvPr userDrawn="1"/>
        </p:nvPicPr>
        <p:blipFill>
          <a:blip r:embed="rId2"/>
          <a:srcRect l="3" r="3"/>
          <a:stretch/>
        </p:blipFill>
        <p:spPr>
          <a:xfrm>
            <a:off x="879" y="0"/>
            <a:ext cx="12187312" cy="6858495"/>
          </a:xfrm>
          <a:prstGeom prst="rect">
            <a:avLst/>
          </a:prstGeom>
        </p:spPr>
      </p:pic>
      <p:sp>
        <p:nvSpPr>
          <p:cNvPr id="8"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TextBox 3">
            <a:extLst>
              <a:ext uri="{FF2B5EF4-FFF2-40B4-BE49-F238E27FC236}">
                <a16:creationId xmlns:a16="http://schemas.microsoft.com/office/drawing/2014/main" id="{D8EE269B-2864-BA4F-E33F-7C34C205519A}"/>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5" name="TextBox 4">
            <a:extLst>
              <a:ext uri="{FF2B5EF4-FFF2-40B4-BE49-F238E27FC236}">
                <a16:creationId xmlns:a16="http://schemas.microsoft.com/office/drawing/2014/main" id="{61F96468-ACD3-798C-15C0-C369E48ADD75}"/>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7" name="Graphic 8">
            <a:extLst>
              <a:ext uri="{FF2B5EF4-FFF2-40B4-BE49-F238E27FC236}">
                <a16:creationId xmlns:a16="http://schemas.microsoft.com/office/drawing/2014/main" id="{106070BB-3C7A-AF1C-E50B-2796B660CD6B}"/>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9BD6EE57-DA66-6753-4158-20BAECCB1867}"/>
                </a:ext>
              </a:extLst>
            </p:cNvPr>
            <p:cNvGrpSpPr/>
            <p:nvPr/>
          </p:nvGrpSpPr>
          <p:grpSpPr>
            <a:xfrm>
              <a:off x="745455" y="6594444"/>
              <a:ext cx="722662" cy="98475"/>
              <a:chOff x="745455" y="6594444"/>
              <a:chExt cx="722662" cy="98475"/>
            </a:xfrm>
            <a:solidFill>
              <a:srgbClr val="000000"/>
            </a:solidFill>
          </p:grpSpPr>
          <p:sp>
            <p:nvSpPr>
              <p:cNvPr id="19" name="Freeform 18">
                <a:extLst>
                  <a:ext uri="{FF2B5EF4-FFF2-40B4-BE49-F238E27FC236}">
                    <a16:creationId xmlns:a16="http://schemas.microsoft.com/office/drawing/2014/main" id="{EC125135-07A9-0E05-C4CD-05391487911A}"/>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47590859-ED39-9C44-5A86-D119394B78D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58924690-694F-6296-C1F9-D82A81C6BD7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57B79F88-46C9-7986-5B28-58FA3ED65B1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E0B88D50-BF2B-CA6D-0718-8FC5DD3E0BC5}"/>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024CD3F9-D7D6-7EB9-64BC-1DFB4435FDA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9536C181-AFDE-4F6E-8EB1-A00E7618962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3E6E7505-D965-ED74-6DBB-9452FF6BE8F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0B45A178-C545-73DC-8720-0D291C70DA4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A8BC3AD7-B333-CC91-0CB5-79B261298B7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0" name="Graphic 8">
              <a:extLst>
                <a:ext uri="{FF2B5EF4-FFF2-40B4-BE49-F238E27FC236}">
                  <a16:creationId xmlns:a16="http://schemas.microsoft.com/office/drawing/2014/main" id="{7FE3B364-284C-AB01-1861-D5310518E736}"/>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E5203EAF-88BB-29CE-1148-F0566CC57936}"/>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E0045D23-F316-0A4A-AC43-060B19A3698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EBA07085-D5E4-246A-489E-52DF859B4EE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4EF950DA-4073-97DF-F790-3AAA0500519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8191EF5E-4559-1073-E18A-DC183258AA6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5216A726-6B47-8847-ED76-0AF92E74AA94}"/>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2C04193F-8238-E8BC-01B2-223E3347848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1"/>
                </a:solidFill>
              </a:defRPr>
            </a:lvl1pPr>
          </a:lstStyle>
          <a:p>
            <a:r>
              <a:rPr lang="en-US" dirty="0"/>
              <a:t>Big Statement – 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Tree>
    <p:extLst>
      <p:ext uri="{BB962C8B-B14F-4D97-AF65-F5344CB8AC3E}">
        <p14:creationId xmlns:p14="http://schemas.microsoft.com/office/powerpoint/2010/main" val="1070488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ig Statement - Indigo">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22C9E3-4DB2-2C27-14FB-CE1AF9DAD04C}"/>
              </a:ext>
            </a:extLst>
          </p:cNvPr>
          <p:cNvPicPr>
            <a:picLocks noChangeAspect="1"/>
          </p:cNvPicPr>
          <p:nvPr userDrawn="1"/>
        </p:nvPicPr>
        <p:blipFill>
          <a:blip r:embed="rId2"/>
          <a:srcRect l="3" r="3"/>
          <a:stretch/>
        </p:blipFill>
        <p:spPr>
          <a:xfrm>
            <a:off x="879" y="0"/>
            <a:ext cx="12187312" cy="6858495"/>
          </a:xfrm>
          <a:prstGeom prst="rect">
            <a:avLst/>
          </a:prstGeom>
        </p:spPr>
      </p:pic>
      <p:sp>
        <p:nvSpPr>
          <p:cNvPr id="7"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1"/>
                </a:solidFill>
              </a:defRPr>
            </a:lvl1pPr>
          </a:lstStyle>
          <a:p>
            <a:r>
              <a:rPr lang="en-US" dirty="0"/>
              <a:t>Big Statement – 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6" name="TextBox 5">
            <a:extLst>
              <a:ext uri="{FF2B5EF4-FFF2-40B4-BE49-F238E27FC236}">
                <a16:creationId xmlns:a16="http://schemas.microsoft.com/office/drawing/2014/main" id="{5A5F00F9-49FE-C20A-ECAA-0104F1A64097}"/>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9" name="TextBox 8">
            <a:extLst>
              <a:ext uri="{FF2B5EF4-FFF2-40B4-BE49-F238E27FC236}">
                <a16:creationId xmlns:a16="http://schemas.microsoft.com/office/drawing/2014/main" id="{DC535A40-740D-9DB9-3054-151E5D507192}"/>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10" name="Graphic 8">
            <a:extLst>
              <a:ext uri="{FF2B5EF4-FFF2-40B4-BE49-F238E27FC236}">
                <a16:creationId xmlns:a16="http://schemas.microsoft.com/office/drawing/2014/main" id="{3D360F8E-0337-095D-9115-502569552338}"/>
              </a:ext>
            </a:extLst>
          </p:cNvPr>
          <p:cNvGrpSpPr/>
          <p:nvPr userDrawn="1"/>
        </p:nvGrpSpPr>
        <p:grpSpPr>
          <a:xfrm>
            <a:off x="265625" y="6323271"/>
            <a:ext cx="1249223" cy="369648"/>
            <a:chOff x="265625" y="6323271"/>
            <a:chExt cx="1249223" cy="369648"/>
          </a:xfrm>
          <a:solidFill>
            <a:srgbClr val="000000"/>
          </a:solidFill>
        </p:grpSpPr>
        <p:grpSp>
          <p:nvGrpSpPr>
            <p:cNvPr id="11" name="Graphic 8">
              <a:extLst>
                <a:ext uri="{FF2B5EF4-FFF2-40B4-BE49-F238E27FC236}">
                  <a16:creationId xmlns:a16="http://schemas.microsoft.com/office/drawing/2014/main" id="{D232296A-3792-8919-9C91-DCF4467EF207}"/>
                </a:ext>
              </a:extLst>
            </p:cNvPr>
            <p:cNvGrpSpPr/>
            <p:nvPr/>
          </p:nvGrpSpPr>
          <p:grpSpPr>
            <a:xfrm>
              <a:off x="745455" y="6594444"/>
              <a:ext cx="722662" cy="98475"/>
              <a:chOff x="745455" y="6594444"/>
              <a:chExt cx="722662" cy="98475"/>
            </a:xfrm>
            <a:solidFill>
              <a:srgbClr val="000000"/>
            </a:solidFill>
          </p:grpSpPr>
          <p:sp>
            <p:nvSpPr>
              <p:cNvPr id="21" name="Freeform 20">
                <a:extLst>
                  <a:ext uri="{FF2B5EF4-FFF2-40B4-BE49-F238E27FC236}">
                    <a16:creationId xmlns:a16="http://schemas.microsoft.com/office/drawing/2014/main" id="{959CAC61-58D6-C7E9-DC31-ED858BD5DEE4}"/>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0D20326D-2A57-5538-66B5-4FA92B284FF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523D5FCB-B6E4-C285-B126-C7AA0B9541D2}"/>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3C9EEE26-0E5E-0EA2-294C-E93E933780F5}"/>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7603ED56-F1A7-FC2F-E0AD-33D5A4B1A82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C99340F6-6C3F-F2E6-3F12-4A017853011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91788F2A-17CA-410C-2CA1-0D5B2A8593B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613C8560-6D89-7EF5-227E-95C90043EDBB}"/>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2E593A7C-B00D-02C0-AD6A-DCC0AF8D948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8F3DC2C2-27E8-F48E-3694-31C51132A188}"/>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2" name="Graphic 8">
              <a:extLst>
                <a:ext uri="{FF2B5EF4-FFF2-40B4-BE49-F238E27FC236}">
                  <a16:creationId xmlns:a16="http://schemas.microsoft.com/office/drawing/2014/main" id="{8CE9F28D-E280-3337-7E3C-57954D739C6D}"/>
                </a:ext>
              </a:extLst>
            </p:cNvPr>
            <p:cNvGrpSpPr/>
            <p:nvPr/>
          </p:nvGrpSpPr>
          <p:grpSpPr>
            <a:xfrm>
              <a:off x="265625" y="6323271"/>
              <a:ext cx="1249223" cy="190348"/>
              <a:chOff x="265625" y="6323271"/>
              <a:chExt cx="1249223" cy="190348"/>
            </a:xfrm>
            <a:solidFill>
              <a:srgbClr val="000000"/>
            </a:solidFill>
          </p:grpSpPr>
          <p:sp>
            <p:nvSpPr>
              <p:cNvPr id="13" name="Freeform 12">
                <a:extLst>
                  <a:ext uri="{FF2B5EF4-FFF2-40B4-BE49-F238E27FC236}">
                    <a16:creationId xmlns:a16="http://schemas.microsoft.com/office/drawing/2014/main" id="{7B504552-DFCA-DB1F-9CE9-C23EAC01EEC6}"/>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58DD4E43-F479-780B-8862-7D3BD550D2CF}"/>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E1C2F571-A12E-E4A9-EBD4-8DB67C1168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B3FE2395-5DFC-136C-FA42-B0CB36EA67E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2656E447-F978-0AF9-FB35-CA520D1C70C8}"/>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2156E7C0-9616-F893-F8B1-19172F1FD0B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5AF5F293-18F7-4682-68D7-291E7E58DD0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2690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ig Statement - Green">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BF36CF68-B9DA-3BAE-CB89-E359AADAD9B6}"/>
              </a:ext>
            </a:extLst>
          </p:cNvPr>
          <p:cNvPicPr>
            <a:picLocks noChangeAspect="1"/>
          </p:cNvPicPr>
          <p:nvPr userDrawn="1"/>
        </p:nvPicPr>
        <p:blipFill>
          <a:blip r:embed="rId2"/>
          <a:srcRect l="4" r="4"/>
          <a:stretch/>
        </p:blipFill>
        <p:spPr>
          <a:xfrm>
            <a:off x="879" y="0"/>
            <a:ext cx="12187044" cy="6858495"/>
          </a:xfrm>
          <a:prstGeom prst="rect">
            <a:avLst/>
          </a:prstGeom>
        </p:spPr>
      </p:pic>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1"/>
                </a:solidFill>
              </a:defRPr>
            </a:lvl1pPr>
          </a:lstStyle>
          <a:p>
            <a:r>
              <a:rPr lang="en-US" dirty="0"/>
              <a:t>Big Statement – 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extBox 1">
            <a:extLst>
              <a:ext uri="{FF2B5EF4-FFF2-40B4-BE49-F238E27FC236}">
                <a16:creationId xmlns:a16="http://schemas.microsoft.com/office/drawing/2014/main" id="{AE21ABEE-6BAC-C34C-5404-7BD67525FAD9}"/>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1A4946F5-69DE-D9E2-BF93-5F5E95B619EE}"/>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4BB1AF78-D766-CFC1-DA23-8B3A36428AA6}"/>
              </a:ext>
            </a:extLst>
          </p:cNvPr>
          <p:cNvGrpSpPr/>
          <p:nvPr userDrawn="1"/>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8C73EE1-3105-F8C3-3452-A28CD0603B30}"/>
                </a:ext>
              </a:extLst>
            </p:cNvPr>
            <p:cNvGrpSpPr/>
            <p:nvPr/>
          </p:nvGrpSpPr>
          <p:grpSpPr>
            <a:xfrm>
              <a:off x="745455" y="6594444"/>
              <a:ext cx="722662" cy="98475"/>
              <a:chOff x="745455" y="6594444"/>
              <a:chExt cx="722662" cy="98475"/>
            </a:xfrm>
            <a:solidFill>
              <a:srgbClr val="000000"/>
            </a:solidFill>
          </p:grpSpPr>
          <p:sp>
            <p:nvSpPr>
              <p:cNvPr id="17" name="Freeform 16">
                <a:extLst>
                  <a:ext uri="{FF2B5EF4-FFF2-40B4-BE49-F238E27FC236}">
                    <a16:creationId xmlns:a16="http://schemas.microsoft.com/office/drawing/2014/main" id="{61A4A683-4B45-D9E6-0090-CB9453F2D41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EA73007C-D2A3-EA60-C19C-07FD6E0E794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94587156-3851-CC5F-9D05-6153B55603B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40473044-D73D-429A-BD8C-A940FF93F69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0A708797-DB51-B4D7-A5BD-898FDA1FAA39}"/>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B2F74A8D-603A-A09A-877B-7C9A39434254}"/>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BFB69D16-0AF9-72C8-224F-E48C6CC35BBC}"/>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D25CBC64-30A0-425D-14A2-3B06AB00C0A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3212566-8336-9F8E-CA4D-E150086210C0}"/>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0A831B30-85CD-6967-4FA9-0A45E9CB1B7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6" name="Graphic 8">
              <a:extLst>
                <a:ext uri="{FF2B5EF4-FFF2-40B4-BE49-F238E27FC236}">
                  <a16:creationId xmlns:a16="http://schemas.microsoft.com/office/drawing/2014/main" id="{F2827068-70AA-4D4A-F30B-926331832A9C}"/>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76AC9C25-B57F-C604-F56D-96B9E76902D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6BE71AB3-DA22-347D-777A-64CFE3EC33B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BE8F43D7-F5C8-6832-D322-FB1EF9210B04}"/>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5E23250D-7DA6-3278-9A87-F4F7DF58AFF1}"/>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E4C762A4-F23D-1A6A-D3F7-5A167520FF8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B639BDF0-2952-AF67-8B92-90473400DA83}"/>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99CBC4E6-9C87-C509-AF88-EDD34944B96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563104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accent1"/>
                </a:solidFill>
              </a:defRPr>
            </a:lvl1pPr>
            <a:lvl2pPr marL="273050" indent="0">
              <a:buNone/>
              <a:defRPr/>
            </a:lvl2pPr>
          </a:lstStyle>
          <a:p>
            <a:pPr lvl="0"/>
            <a:r>
              <a:rPr lang="en-US" dirty="0"/>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93202"/>
            <a:ext cx="5403138" cy="6764798"/>
          </a:xfrm>
        </p:spPr>
        <p:txBody>
          <a:bodyPr lIns="640080" tIns="0" rIns="640080" anchor="ctr"/>
          <a:lstStyle>
            <a:lvl1pPr algn="ctr">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316105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Statistic">
    <p:bg>
      <p:bgPr>
        <a:solidFill>
          <a:srgbClr val="F4F8FA"/>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B2561DF-30FD-6C49-A8A6-D040520C9F89}"/>
              </a:ext>
              <a:ext uri="{C183D7F6-B498-43B3-948B-1728B52AA6E4}">
                <adec:decorative xmlns:adec="http://schemas.microsoft.com/office/drawing/2017/decorative" val="1"/>
              </a:ext>
            </a:extLst>
          </p:cNvPr>
          <p:cNvGrpSpPr/>
          <p:nvPr userDrawn="1"/>
        </p:nvGrpSpPr>
        <p:grpSpPr>
          <a:xfrm>
            <a:off x="0" y="99392"/>
            <a:ext cx="12188822" cy="5094005"/>
            <a:chOff x="0" y="99392"/>
            <a:chExt cx="12188822" cy="5094005"/>
          </a:xfrm>
        </p:grpSpPr>
        <p:sp>
          <p:nvSpPr>
            <p:cNvPr id="5" name="Rectangle 4">
              <a:extLst>
                <a:ext uri="{FF2B5EF4-FFF2-40B4-BE49-F238E27FC236}">
                  <a16:creationId xmlns:a16="http://schemas.microsoft.com/office/drawing/2014/main" id="{80F1D41E-848B-4178-A0D2-2A18C6921400}"/>
                </a:ext>
                <a:ext uri="{C183D7F6-B498-43B3-948B-1728B52AA6E4}">
                  <adec:decorative xmlns:adec="http://schemas.microsoft.com/office/drawing/2017/decorative" val="1"/>
                </a:ext>
              </a:extLst>
            </p:cNvPr>
            <p:cNvSpPr/>
            <p:nvPr userDrawn="1"/>
          </p:nvSpPr>
          <p:spPr bwMode="hidden">
            <a:xfrm>
              <a:off x="0" y="99392"/>
              <a:ext cx="12188822" cy="423289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sp>
          <p:nvSpPr>
            <p:cNvPr id="7" name="Oval 6">
              <a:extLst>
                <a:ext uri="{FF2B5EF4-FFF2-40B4-BE49-F238E27FC236}">
                  <a16:creationId xmlns:a16="http://schemas.microsoft.com/office/drawing/2014/main" id="{F1ED419A-30D8-44AB-9256-156B54D449CD}"/>
                </a:ext>
                <a:ext uri="{C183D7F6-B498-43B3-948B-1728B52AA6E4}">
                  <adec:decorative xmlns:adec="http://schemas.microsoft.com/office/drawing/2017/decorative" val="1"/>
                </a:ext>
              </a:extLst>
            </p:cNvPr>
            <p:cNvSpPr/>
            <p:nvPr userDrawn="1"/>
          </p:nvSpPr>
          <p:spPr bwMode="white">
            <a:xfrm>
              <a:off x="672527"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5" name="Text Placeholder 14" descr="Doughnut chart label 3">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6000" y="2514599"/>
            <a:ext cx="5027613" cy="1371601"/>
          </a:xfrm>
        </p:spPr>
        <p:txBody>
          <a:bodyPr anchor="ctr"/>
          <a:lstStyle>
            <a:lvl1pPr>
              <a:spcBef>
                <a:spcPts val="0"/>
              </a:spcBef>
              <a:defRPr sz="3600">
                <a:solidFill>
                  <a:schemeClr val="accent1"/>
                </a:solidFill>
              </a:defRPr>
            </a:lvl1pPr>
          </a:lstStyle>
          <a:p>
            <a:pPr lvl="0"/>
            <a:r>
              <a:rPr lang="en-US" dirty="0"/>
              <a:t>Doughnut Chart slide, click to add text here</a:t>
            </a:r>
          </a:p>
        </p:txBody>
      </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a:xfrm>
            <a:off x="662672" y="722997"/>
            <a:ext cx="4480256" cy="4480256"/>
          </a:xfrm>
        </p:spPr>
        <p:txBody>
          <a:bodyPr anchor="ctr"/>
          <a:lstStyle>
            <a:lvl1pPr algn="ctr">
              <a:defRPr/>
            </a:lvl1pPr>
          </a:lstStyle>
          <a:p>
            <a:r>
              <a:rPr lang="en-US" dirty="0"/>
              <a:t>Click to insert a </a:t>
            </a:r>
            <a:br>
              <a:rPr lang="en-US" dirty="0"/>
            </a:br>
            <a:r>
              <a:rPr lang="en-US" dirty="0"/>
              <a:t>Doughnut chart</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2"/>
                </a:solidFill>
              </a:defRPr>
            </a:lvl1pPr>
          </a:lstStyle>
          <a:p>
            <a:pPr lvl="0"/>
            <a:r>
              <a:rPr lang="en-US"/>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2"/>
                </a:solidFill>
              </a:defRPr>
            </a:lvl1pPr>
          </a:lstStyle>
          <a:p>
            <a:pPr lvl="0"/>
            <a:r>
              <a:rPr lang="en-US"/>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2"/>
                </a:solidFill>
              </a:defRPr>
            </a:lvl1pPr>
          </a:lstStyle>
          <a:p>
            <a:pPr lvl="0"/>
            <a:r>
              <a:rPr lang="en-US"/>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2"/>
                </a:solidFill>
              </a:defRPr>
            </a:lvl1pPr>
          </a:lstStyle>
          <a:p>
            <a:pPr lvl="0"/>
            <a:r>
              <a:rPr lang="en-US"/>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2"/>
                </a:solidFill>
              </a:defRPr>
            </a:lvl1pPr>
          </a:lstStyle>
          <a:p>
            <a:pPr lvl="0"/>
            <a:r>
              <a:rPr lang="en-US"/>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023736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863133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hank You / Closing - Leaf">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5A0D1F-E4FC-BE38-C39E-D706D91B04B5}"/>
              </a:ext>
            </a:extLst>
          </p:cNvPr>
          <p:cNvPicPr>
            <a:picLocks noChangeAspect="1"/>
          </p:cNvPicPr>
          <p:nvPr userDrawn="1"/>
        </p:nvPicPr>
        <p:blipFill>
          <a:blip r:embed="rId2"/>
          <a:srcRect l="3" r="3"/>
          <a:stretch/>
        </p:blipFill>
        <p:spPr>
          <a:xfrm>
            <a:off x="1513" y="0"/>
            <a:ext cx="12187312" cy="6858495"/>
          </a:xfrm>
          <a:prstGeom prst="rect">
            <a:avLst/>
          </a:prstGeom>
        </p:spPr>
      </p:pic>
      <p:sp>
        <p:nvSpPr>
          <p:cNvPr id="10" name="TextBox 9">
            <a:extLst>
              <a:ext uri="{FF2B5EF4-FFF2-40B4-BE49-F238E27FC236}">
                <a16:creationId xmlns:a16="http://schemas.microsoft.com/office/drawing/2014/main" id="{01F07DE2-A4BE-3B43-A385-D616B948566C}"/>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1"/>
                </a:solidFill>
                <a:latin typeface="+mj-lt"/>
                <a:ea typeface="+mj-ea"/>
                <a:cs typeface="+mj-cs"/>
              </a:rPr>
              <a:t>Thank You</a:t>
            </a:r>
          </a:p>
        </p:txBody>
      </p:sp>
      <p:sp>
        <p:nvSpPr>
          <p:cNvPr id="5" name="TextBox 4">
            <a:extLst>
              <a:ext uri="{FF2B5EF4-FFF2-40B4-BE49-F238E27FC236}">
                <a16:creationId xmlns:a16="http://schemas.microsoft.com/office/drawing/2014/main" id="{62760942-310B-BF00-89B7-7109DBFD3B1E}"/>
              </a:ext>
            </a:extLst>
          </p:cNvPr>
          <p:cNvSpPr txBox="1"/>
          <p:nvPr userDrawn="1"/>
        </p:nvSpPr>
        <p:spPr>
          <a:xfrm>
            <a:off x="1645084" y="6461498"/>
            <a:ext cx="2590453" cy="128753"/>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2025 Broadcom.  </a:t>
            </a:r>
          </a:p>
        </p:txBody>
      </p:sp>
      <p:sp>
        <p:nvSpPr>
          <p:cNvPr id="6" name="TextBox 5">
            <a:extLst>
              <a:ext uri="{FF2B5EF4-FFF2-40B4-BE49-F238E27FC236}">
                <a16:creationId xmlns:a16="http://schemas.microsoft.com/office/drawing/2014/main" id="{93D2826E-D97E-250A-75F6-336A1D7547BD}"/>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11" name="Graphic 8">
            <a:extLst>
              <a:ext uri="{FF2B5EF4-FFF2-40B4-BE49-F238E27FC236}">
                <a16:creationId xmlns:a16="http://schemas.microsoft.com/office/drawing/2014/main" id="{6CCAFF07-C864-65F7-E8B7-2C5633311999}"/>
              </a:ext>
            </a:extLst>
          </p:cNvPr>
          <p:cNvGrpSpPr/>
          <p:nvPr userDrawn="1"/>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584815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hank You / Closing - Plum">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EF0DB2D4-D49E-C131-7996-AD581FB4E7C2}"/>
              </a:ext>
            </a:extLst>
          </p:cNvPr>
          <p:cNvPicPr>
            <a:picLocks noChangeAspect="1"/>
          </p:cNvPicPr>
          <p:nvPr userDrawn="1"/>
        </p:nvPicPr>
        <p:blipFill>
          <a:blip r:embed="rId2"/>
          <a:srcRect l="3" r="3"/>
          <a:stretch/>
        </p:blipFill>
        <p:spPr>
          <a:xfrm>
            <a:off x="879" y="0"/>
            <a:ext cx="12187312" cy="6858495"/>
          </a:xfrm>
          <a:prstGeom prst="rect">
            <a:avLst/>
          </a:prstGeom>
        </p:spPr>
      </p:pic>
      <p:sp>
        <p:nvSpPr>
          <p:cNvPr id="10" name="TextBox 9">
            <a:extLst>
              <a:ext uri="{FF2B5EF4-FFF2-40B4-BE49-F238E27FC236}">
                <a16:creationId xmlns:a16="http://schemas.microsoft.com/office/drawing/2014/main" id="{53EB9DBD-7EC8-8749-8D2B-52C66972D46E}"/>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1"/>
                </a:solidFill>
                <a:latin typeface="+mj-lt"/>
                <a:ea typeface="+mj-ea"/>
                <a:cs typeface="+mj-cs"/>
              </a:rPr>
              <a:t>Thank You</a:t>
            </a:r>
          </a:p>
        </p:txBody>
      </p:sp>
      <p:sp>
        <p:nvSpPr>
          <p:cNvPr id="2" name="TextBox 1">
            <a:extLst>
              <a:ext uri="{FF2B5EF4-FFF2-40B4-BE49-F238E27FC236}">
                <a16:creationId xmlns:a16="http://schemas.microsoft.com/office/drawing/2014/main" id="{9DB548BE-0CE3-CE23-414D-C93C2FDD312A}"/>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BD199895-20CD-709C-3907-26845A30404E}"/>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8112DCCF-A410-8E64-BF5C-1AED8279B1FF}"/>
              </a:ext>
            </a:extLst>
          </p:cNvPr>
          <p:cNvGrpSpPr/>
          <p:nvPr userDrawn="1"/>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6"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643419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hank You / Closing - Aqua">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2E44290E-E445-9BA8-5C2C-7466B263CE87}"/>
              </a:ext>
            </a:extLst>
          </p:cNvPr>
          <p:cNvPicPr>
            <a:picLocks noChangeAspect="1"/>
          </p:cNvPicPr>
          <p:nvPr userDrawn="1"/>
        </p:nvPicPr>
        <p:blipFill>
          <a:blip r:embed="rId2"/>
          <a:srcRect l="3" r="3"/>
          <a:stretch/>
        </p:blipFill>
        <p:spPr>
          <a:xfrm>
            <a:off x="879" y="0"/>
            <a:ext cx="12187312" cy="6858495"/>
          </a:xfrm>
          <a:prstGeom prst="rect">
            <a:avLst/>
          </a:prstGeom>
        </p:spPr>
      </p:pic>
      <p:sp>
        <p:nvSpPr>
          <p:cNvPr id="13" name="TextBox 12">
            <a:extLst>
              <a:ext uri="{FF2B5EF4-FFF2-40B4-BE49-F238E27FC236}">
                <a16:creationId xmlns:a16="http://schemas.microsoft.com/office/drawing/2014/main" id="{1BD12A38-34FF-DD48-95F6-31F5ED4772C8}"/>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1"/>
                </a:solidFill>
                <a:latin typeface="+mj-lt"/>
                <a:ea typeface="+mj-ea"/>
                <a:cs typeface="+mj-cs"/>
              </a:rPr>
              <a:t>Thank You</a:t>
            </a:r>
          </a:p>
        </p:txBody>
      </p:sp>
      <p:sp>
        <p:nvSpPr>
          <p:cNvPr id="2" name="TextBox 1">
            <a:extLst>
              <a:ext uri="{FF2B5EF4-FFF2-40B4-BE49-F238E27FC236}">
                <a16:creationId xmlns:a16="http://schemas.microsoft.com/office/drawing/2014/main" id="{6870951A-A1C2-4343-3CAE-6020736681CC}"/>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26F24270-F144-4E34-E75B-7BF480C1A43F}"/>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51193D83-E1DC-D884-497D-C36876692E8C}"/>
              </a:ext>
            </a:extLst>
          </p:cNvPr>
          <p:cNvGrpSpPr/>
          <p:nvPr userDrawn="1"/>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6"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7" name="Freeform 6">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314322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Font Check">
    <p:bg>
      <p:bgPr>
        <a:solidFill>
          <a:schemeClr val="accent3"/>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29BE03A-21B0-4196-A033-4E90957BA156}"/>
              </a:ext>
            </a:extLst>
          </p:cNvPr>
          <p:cNvSpPr>
            <a:spLocks noGrp="1"/>
          </p:cNvSpPr>
          <p:nvPr>
            <p:ph type="title" hasCustomPrompt="1"/>
          </p:nvPr>
        </p:nvSpPr>
        <p:spPr/>
        <p:txBody>
          <a:bodyPr/>
          <a:lstStyle>
            <a:lvl1pPr>
              <a:defRPr>
                <a:solidFill>
                  <a:schemeClr val="bg1"/>
                </a:solidFill>
              </a:defRPr>
            </a:lvl1pPr>
          </a:lstStyle>
          <a:p>
            <a:r>
              <a:rPr lang="en-US" sz="2800" dirty="0">
                <a:solidFill>
                  <a:schemeClr val="bg1"/>
                </a:solidFill>
              </a:rPr>
              <a:t>Metropolis Font Check</a:t>
            </a:r>
          </a:p>
        </p:txBody>
      </p:sp>
      <p:sp>
        <p:nvSpPr>
          <p:cNvPr id="51" name="Subtitle 2">
            <a:extLst>
              <a:ext uri="{FF2B5EF4-FFF2-40B4-BE49-F238E27FC236}">
                <a16:creationId xmlns:a16="http://schemas.microsoft.com/office/drawing/2014/main" id="{CB049186-CC25-4BD3-8410-4DE62ED4B08B}"/>
              </a:ext>
            </a:extLst>
          </p:cNvPr>
          <p:cNvSpPr>
            <a:spLocks noGrp="1"/>
          </p:cNvSpPr>
          <p:nvPr>
            <p:ph type="subTitle" idx="10" hasCustomPrompt="1"/>
          </p:nvPr>
        </p:nvSpPr>
        <p:spPr>
          <a:xfrm>
            <a:off x="592866" y="838105"/>
            <a:ext cx="10962687" cy="247743"/>
          </a:xfrm>
        </p:spPr>
        <p:txBody>
          <a:bodyPr/>
          <a:lstStyle>
            <a:lvl1pPr marL="0" indent="0" algn="l">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Is the Metropolis font installed on my computer?</a:t>
            </a:r>
          </a:p>
        </p:txBody>
      </p:sp>
      <p:sp>
        <p:nvSpPr>
          <p:cNvPr id="43" name="Rectangle 42" descr="Do the fonts in the words below match on your screen?">
            <a:extLst>
              <a:ext uri="{FF2B5EF4-FFF2-40B4-BE49-F238E27FC236}">
                <a16:creationId xmlns:a16="http://schemas.microsoft.com/office/drawing/2014/main" id="{51A92F24-FC82-4FA9-9362-801284731CC8}"/>
              </a:ext>
            </a:extLst>
          </p:cNvPr>
          <p:cNvSpPr/>
          <p:nvPr userDrawn="1"/>
        </p:nvSpPr>
        <p:spPr bwMode="gray">
          <a:xfrm>
            <a:off x="623364" y="1613035"/>
            <a:ext cx="2884608" cy="24774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dirty="0">
                <a:solidFill>
                  <a:schemeClr val="accent3"/>
                </a:solidFill>
              </a:rPr>
              <a:t>Do the fonts in the words below match?</a:t>
            </a:r>
          </a:p>
        </p:txBody>
      </p:sp>
      <p:cxnSp>
        <p:nvCxnSpPr>
          <p:cNvPr id="45" name="Straight Connector 44">
            <a:extLst>
              <a:ext uri="{FF2B5EF4-FFF2-40B4-BE49-F238E27FC236}">
                <a16:creationId xmlns:a16="http://schemas.microsoft.com/office/drawing/2014/main" id="{B59E37DB-3217-4772-AE8E-E9673A139975}"/>
              </a:ext>
              <a:ext uri="{C183D7F6-B498-43B3-948B-1728B52AA6E4}">
                <adec:decorative xmlns:adec="http://schemas.microsoft.com/office/drawing/2017/decorative" val="1"/>
              </a:ext>
            </a:extLst>
          </p:cNvPr>
          <p:cNvCxnSpPr>
            <a:cxnSpLocks/>
          </p:cNvCxnSpPr>
          <p:nvPr userDrawn="1"/>
        </p:nvCxnSpPr>
        <p:spPr>
          <a:xfrm>
            <a:off x="623364" y="1860778"/>
            <a:ext cx="10150654" cy="0"/>
          </a:xfrm>
          <a:prstGeom prst="line">
            <a:avLst/>
          </a:prstGeom>
          <a:ln w="25400">
            <a:solidFill>
              <a:schemeClr val="bg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F0DFE264-D676-EA48-BBA7-F4F0331FA26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657155" y="2219739"/>
            <a:ext cx="3088310" cy="557972"/>
          </a:xfrm>
          <a:prstGeom prst="rect">
            <a:avLst/>
          </a:prstGeom>
        </p:spPr>
      </p:pic>
      <p:sp>
        <p:nvSpPr>
          <p:cNvPr id="44" name="Text Placeholder 43">
            <a:extLst>
              <a:ext uri="{FF2B5EF4-FFF2-40B4-BE49-F238E27FC236}">
                <a16:creationId xmlns:a16="http://schemas.microsoft.com/office/drawing/2014/main" id="{DDDC76C1-EE98-469A-A6AD-21148374D6C8}"/>
              </a:ext>
            </a:extLst>
          </p:cNvPr>
          <p:cNvSpPr>
            <a:spLocks noGrp="1"/>
          </p:cNvSpPr>
          <p:nvPr>
            <p:ph type="body" sz="quarter" idx="12" hasCustomPrompt="1"/>
          </p:nvPr>
        </p:nvSpPr>
        <p:spPr>
          <a:xfrm>
            <a:off x="598114" y="2908233"/>
            <a:ext cx="5354637" cy="895350"/>
          </a:xfrm>
        </p:spPr>
        <p:txBody>
          <a:bodyPr/>
          <a:lstStyle>
            <a:lvl1pPr>
              <a:defRPr sz="4900">
                <a:solidFill>
                  <a:schemeClr val="bg1"/>
                </a:solidFill>
              </a:defRPr>
            </a:lvl1pPr>
            <a:lvl2pPr>
              <a:defRPr sz="3600">
                <a:solidFill>
                  <a:schemeClr val="bg1"/>
                </a:solidFill>
              </a:defRPr>
            </a:lvl2pPr>
            <a:lvl3pPr>
              <a:defRPr sz="3200">
                <a:solidFill>
                  <a:schemeClr val="bg1"/>
                </a:solidFill>
              </a:defRPr>
            </a:lvl3pPr>
            <a:lvl4pPr>
              <a:defRPr sz="2800">
                <a:solidFill>
                  <a:schemeClr val="bg1"/>
                </a:solidFill>
              </a:defRPr>
            </a:lvl4pPr>
            <a:lvl5pPr>
              <a:defRPr sz="2800">
                <a:solidFill>
                  <a:schemeClr val="bg1"/>
                </a:solidFill>
              </a:defRPr>
            </a:lvl5pPr>
          </a:lstStyle>
          <a:p>
            <a:pPr lvl="0"/>
            <a:r>
              <a:rPr lang="en-US" dirty="0"/>
              <a:t>Metropolis</a:t>
            </a:r>
          </a:p>
        </p:txBody>
      </p:sp>
      <p:pic>
        <p:nvPicPr>
          <p:cNvPr id="5" name="Picture 4">
            <a:extLst>
              <a:ext uri="{FF2B5EF4-FFF2-40B4-BE49-F238E27FC236}">
                <a16:creationId xmlns:a16="http://schemas.microsoft.com/office/drawing/2014/main" id="{A0BB7D6E-2488-A644-A910-415B17221FB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6030912" y="2242892"/>
            <a:ext cx="4743106" cy="538407"/>
          </a:xfrm>
          <a:prstGeom prst="rect">
            <a:avLst/>
          </a:prstGeom>
        </p:spPr>
      </p:pic>
      <p:sp>
        <p:nvSpPr>
          <p:cNvPr id="63" name="Text Placeholder 43">
            <a:extLst>
              <a:ext uri="{FF2B5EF4-FFF2-40B4-BE49-F238E27FC236}">
                <a16:creationId xmlns:a16="http://schemas.microsoft.com/office/drawing/2014/main" id="{6C28CB3F-7257-499E-B2F6-B9B1B38D820E}"/>
              </a:ext>
            </a:extLst>
          </p:cNvPr>
          <p:cNvSpPr>
            <a:spLocks noGrp="1"/>
          </p:cNvSpPr>
          <p:nvPr>
            <p:ph type="body" sz="quarter" idx="13" hasCustomPrompt="1"/>
          </p:nvPr>
        </p:nvSpPr>
        <p:spPr>
          <a:xfrm>
            <a:off x="5983683" y="2908233"/>
            <a:ext cx="5354637" cy="895350"/>
          </a:xfrm>
        </p:spPr>
        <p:txBody>
          <a:bodyPr/>
          <a:lstStyle>
            <a:lvl1pPr>
              <a:defRPr sz="4900">
                <a:solidFill>
                  <a:schemeClr val="bg1"/>
                </a:solidFill>
                <a:latin typeface="+mj-lt"/>
              </a:defRPr>
            </a:lvl1pPr>
            <a:lvl2pPr>
              <a:defRPr sz="3600">
                <a:solidFill>
                  <a:schemeClr val="bg1"/>
                </a:solidFill>
              </a:defRPr>
            </a:lvl2pPr>
            <a:lvl3pPr>
              <a:defRPr sz="3200">
                <a:solidFill>
                  <a:schemeClr val="bg1"/>
                </a:solidFill>
              </a:defRPr>
            </a:lvl3pPr>
            <a:lvl4pPr>
              <a:defRPr sz="2800">
                <a:solidFill>
                  <a:schemeClr val="bg1"/>
                </a:solidFill>
              </a:defRPr>
            </a:lvl4pPr>
            <a:lvl5pPr>
              <a:defRPr sz="2800">
                <a:solidFill>
                  <a:schemeClr val="bg1"/>
                </a:solidFill>
              </a:defRPr>
            </a:lvl5pPr>
          </a:lstStyle>
          <a:p>
            <a:pPr lvl="0"/>
            <a:r>
              <a:rPr lang="en-US" dirty="0"/>
              <a:t>Metropolis Light</a:t>
            </a:r>
          </a:p>
        </p:txBody>
      </p:sp>
    </p:spTree>
    <p:extLst>
      <p:ext uri="{BB962C8B-B14F-4D97-AF65-F5344CB8AC3E}">
        <p14:creationId xmlns:p14="http://schemas.microsoft.com/office/powerpoint/2010/main" val="398471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rid">
    <p:spTree>
      <p:nvGrpSpPr>
        <p:cNvPr id="1" name=""/>
        <p:cNvGrpSpPr/>
        <p:nvPr/>
      </p:nvGrpSpPr>
      <p:grpSpPr>
        <a:xfrm>
          <a:off x="0" y="0"/>
          <a:ext cx="0" cy="0"/>
          <a:chOff x="0" y="0"/>
          <a:chExt cx="0" cy="0"/>
        </a:xfrm>
      </p:grpSpPr>
      <p:grpSp>
        <p:nvGrpSpPr>
          <p:cNvPr id="61" name="grey boxes">
            <a:extLst>
              <a:ext uri="{FF2B5EF4-FFF2-40B4-BE49-F238E27FC236}">
                <a16:creationId xmlns:a16="http://schemas.microsoft.com/office/drawing/2014/main" id="{E2F285D2-B641-461F-87F0-20A9C65B2EF7}"/>
              </a:ext>
              <a:ext uri="{C183D7F6-B498-43B3-948B-1728B52AA6E4}">
                <adec:decorative xmlns:adec="http://schemas.microsoft.com/office/drawing/2017/decorative" val="1"/>
              </a:ext>
            </a:extLst>
          </p:cNvPr>
          <p:cNvGrpSpPr/>
          <p:nvPr userDrawn="1"/>
        </p:nvGrpSpPr>
        <p:grpSpPr bwMode="gray">
          <a:xfrm>
            <a:off x="609441" y="1600202"/>
            <a:ext cx="10055941" cy="4580469"/>
            <a:chOff x="609441" y="1600198"/>
            <a:chExt cx="10055941" cy="4580469"/>
          </a:xfrm>
        </p:grpSpPr>
        <p:sp>
          <p:nvSpPr>
            <p:cNvPr id="110" name="Rectangle 109">
              <a:extLst>
                <a:ext uri="{FF2B5EF4-FFF2-40B4-BE49-F238E27FC236}">
                  <a16:creationId xmlns:a16="http://schemas.microsoft.com/office/drawing/2014/main" id="{115EE1AC-AAA1-4CAF-886B-474B1A0C95C4}"/>
                </a:ext>
                <a:ext uri="{C183D7F6-B498-43B3-948B-1728B52AA6E4}">
                  <adec:decorative xmlns:adec="http://schemas.microsoft.com/office/drawing/2017/decorative" val="1"/>
                </a:ext>
              </a:extLst>
            </p:cNvPr>
            <p:cNvSpPr/>
            <p:nvPr/>
          </p:nvSpPr>
          <p:spPr bwMode="gray">
            <a:xfrm>
              <a:off x="609441" y="1600199"/>
              <a:ext cx="914203" cy="45804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1" name="Rectangle 110">
              <a:extLst>
                <a:ext uri="{FF2B5EF4-FFF2-40B4-BE49-F238E27FC236}">
                  <a16:creationId xmlns:a16="http://schemas.microsoft.com/office/drawing/2014/main" id="{7037B7F2-249C-4DB7-A4FF-AD7E08892A0F}"/>
                </a:ext>
                <a:ext uri="{C183D7F6-B498-43B3-948B-1728B52AA6E4}">
                  <adec:decorative xmlns:adec="http://schemas.microsoft.com/office/drawing/2017/decorative" val="1"/>
                </a:ext>
              </a:extLst>
            </p:cNvPr>
            <p:cNvSpPr/>
            <p:nvPr/>
          </p:nvSpPr>
          <p:spPr bwMode="gray">
            <a:xfrm>
              <a:off x="2436448" y="1600198"/>
              <a:ext cx="915282" cy="45804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2" name="Rectangle 111">
              <a:extLst>
                <a:ext uri="{FF2B5EF4-FFF2-40B4-BE49-F238E27FC236}">
                  <a16:creationId xmlns:a16="http://schemas.microsoft.com/office/drawing/2014/main" id="{6B02FE08-2379-4E6C-AE27-D7D2ECAB18B8}"/>
                </a:ext>
                <a:ext uri="{C183D7F6-B498-43B3-948B-1728B52AA6E4}">
                  <adec:decorative xmlns:adec="http://schemas.microsoft.com/office/drawing/2017/decorative" val="1"/>
                </a:ext>
              </a:extLst>
            </p:cNvPr>
            <p:cNvSpPr/>
            <p:nvPr/>
          </p:nvSpPr>
          <p:spPr bwMode="gray">
            <a:xfrm>
              <a:off x="4263453" y="1600198"/>
              <a:ext cx="920909" cy="45804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3" name="Rectangle 112">
              <a:extLst>
                <a:ext uri="{FF2B5EF4-FFF2-40B4-BE49-F238E27FC236}">
                  <a16:creationId xmlns:a16="http://schemas.microsoft.com/office/drawing/2014/main" id="{D7C17E9A-3B70-4668-8EAE-9C7D73BACCA1}"/>
                </a:ext>
                <a:ext uri="{C183D7F6-B498-43B3-948B-1728B52AA6E4}">
                  <adec:decorative xmlns:adec="http://schemas.microsoft.com/office/drawing/2017/decorative" val="1"/>
                </a:ext>
              </a:extLst>
            </p:cNvPr>
            <p:cNvSpPr/>
            <p:nvPr/>
          </p:nvSpPr>
          <p:spPr bwMode="gray">
            <a:xfrm>
              <a:off x="6090459" y="1600198"/>
              <a:ext cx="920909" cy="45804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4" name="Rectangle 113">
              <a:extLst>
                <a:ext uri="{FF2B5EF4-FFF2-40B4-BE49-F238E27FC236}">
                  <a16:creationId xmlns:a16="http://schemas.microsoft.com/office/drawing/2014/main" id="{E02751E5-34AD-4357-BC67-2269F668FD57}"/>
                </a:ext>
                <a:ext uri="{C183D7F6-B498-43B3-948B-1728B52AA6E4}">
                  <adec:decorative xmlns:adec="http://schemas.microsoft.com/office/drawing/2017/decorative" val="1"/>
                </a:ext>
              </a:extLst>
            </p:cNvPr>
            <p:cNvSpPr/>
            <p:nvPr/>
          </p:nvSpPr>
          <p:spPr bwMode="gray">
            <a:xfrm>
              <a:off x="7921943" y="1600198"/>
              <a:ext cx="916431" cy="45804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5" name="Rectangle 114">
              <a:extLst>
                <a:ext uri="{FF2B5EF4-FFF2-40B4-BE49-F238E27FC236}">
                  <a16:creationId xmlns:a16="http://schemas.microsoft.com/office/drawing/2014/main" id="{452A85DA-B39F-40AB-B423-9F7CCB3D0D63}"/>
                </a:ext>
                <a:ext uri="{C183D7F6-B498-43B3-948B-1728B52AA6E4}">
                  <adec:decorative xmlns:adec="http://schemas.microsoft.com/office/drawing/2017/decorative" val="1"/>
                </a:ext>
              </a:extLst>
            </p:cNvPr>
            <p:cNvSpPr/>
            <p:nvPr/>
          </p:nvSpPr>
          <p:spPr bwMode="gray">
            <a:xfrm>
              <a:off x="9750028" y="1600198"/>
              <a:ext cx="915354" cy="45804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2" name="Group 1">
            <a:extLst>
              <a:ext uri="{FF2B5EF4-FFF2-40B4-BE49-F238E27FC236}">
                <a16:creationId xmlns:a16="http://schemas.microsoft.com/office/drawing/2014/main" id="{FEACC7A9-0E02-EC44-8212-DCAA966470C0}"/>
              </a:ext>
              <a:ext uri="{C183D7F6-B498-43B3-948B-1728B52AA6E4}">
                <adec:decorative xmlns:adec="http://schemas.microsoft.com/office/drawing/2017/decorative" val="1"/>
              </a:ext>
            </a:extLst>
          </p:cNvPr>
          <p:cNvGrpSpPr/>
          <p:nvPr userDrawn="1"/>
        </p:nvGrpSpPr>
        <p:grpSpPr>
          <a:xfrm>
            <a:off x="0" y="0"/>
            <a:ext cx="12188826" cy="6858004"/>
            <a:chOff x="0" y="0"/>
            <a:chExt cx="12188826" cy="6858004"/>
          </a:xfrm>
        </p:grpSpPr>
        <p:cxnSp>
          <p:nvCxnSpPr>
            <p:cNvPr id="85" name="Straight Connector 84">
              <a:extLst>
                <a:ext uri="{FF2B5EF4-FFF2-40B4-BE49-F238E27FC236}">
                  <a16:creationId xmlns:a16="http://schemas.microsoft.com/office/drawing/2014/main" id="{5B6B4CFD-041A-4081-89A4-C2B194E6465E}"/>
                </a:ext>
                <a:ext uri="{C183D7F6-B498-43B3-948B-1728B52AA6E4}">
                  <adec:decorative xmlns:adec="http://schemas.microsoft.com/office/drawing/2017/decorative" val="1"/>
                </a:ext>
              </a:extLst>
            </p:cNvPr>
            <p:cNvCxnSpPr/>
            <p:nvPr/>
          </p:nvCxnSpPr>
          <p:spPr bwMode="gray">
            <a:xfrm>
              <a:off x="609601"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63B978F-4215-434A-A0BE-E77776CE37B1}"/>
                </a:ext>
                <a:ext uri="{C183D7F6-B498-43B3-948B-1728B52AA6E4}">
                  <adec:decorative xmlns:adec="http://schemas.microsoft.com/office/drawing/2017/decorative" val="1"/>
                </a:ext>
              </a:extLst>
            </p:cNvPr>
            <p:cNvCxnSpPr/>
            <p:nvPr/>
          </p:nvCxnSpPr>
          <p:spPr bwMode="gray">
            <a:xfrm>
              <a:off x="1523644"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9EEB78C-3DA9-4AD7-BFB1-207EDE403F9D}"/>
                </a:ext>
                <a:ext uri="{C183D7F6-B498-43B3-948B-1728B52AA6E4}">
                  <adec:decorative xmlns:adec="http://schemas.microsoft.com/office/drawing/2017/decorative" val="1"/>
                </a:ext>
              </a:extLst>
            </p:cNvPr>
            <p:cNvCxnSpPr/>
            <p:nvPr/>
          </p:nvCxnSpPr>
          <p:spPr bwMode="gray">
            <a:xfrm>
              <a:off x="1980665"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062D7CE-4A4A-4C41-833F-B30B3E74AEAC}"/>
                </a:ext>
                <a:ext uri="{C183D7F6-B498-43B3-948B-1728B52AA6E4}">
                  <adec:decorative xmlns:adec="http://schemas.microsoft.com/office/drawing/2017/decorative" val="1"/>
                </a:ext>
              </a:extLst>
            </p:cNvPr>
            <p:cNvCxnSpPr/>
            <p:nvPr/>
          </p:nvCxnSpPr>
          <p:spPr bwMode="gray">
            <a:xfrm>
              <a:off x="2437686"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9C628EF-969E-4429-A992-9AD0AFECF81E}"/>
                </a:ext>
                <a:ext uri="{C183D7F6-B498-43B3-948B-1728B52AA6E4}">
                  <adec:decorative xmlns:adec="http://schemas.microsoft.com/office/drawing/2017/decorative" val="1"/>
                </a:ext>
              </a:extLst>
            </p:cNvPr>
            <p:cNvCxnSpPr/>
            <p:nvPr/>
          </p:nvCxnSpPr>
          <p:spPr bwMode="gray">
            <a:xfrm>
              <a:off x="2894708"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C7BD383-0D5C-4E3A-99F7-4DC5A51DF948}"/>
                </a:ext>
                <a:ext uri="{C183D7F6-B498-43B3-948B-1728B52AA6E4}">
                  <adec:decorative xmlns:adec="http://schemas.microsoft.com/office/drawing/2017/decorative" val="1"/>
                </a:ext>
              </a:extLst>
            </p:cNvPr>
            <p:cNvCxnSpPr/>
            <p:nvPr/>
          </p:nvCxnSpPr>
          <p:spPr bwMode="gray">
            <a:xfrm>
              <a:off x="3351729"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AA2EE63-4F24-4A26-9268-D15D92D5B068}"/>
                </a:ext>
                <a:ext uri="{C183D7F6-B498-43B3-948B-1728B52AA6E4}">
                  <adec:decorative xmlns:adec="http://schemas.microsoft.com/office/drawing/2017/decorative" val="1"/>
                </a:ext>
              </a:extLst>
            </p:cNvPr>
            <p:cNvCxnSpPr/>
            <p:nvPr/>
          </p:nvCxnSpPr>
          <p:spPr bwMode="gray">
            <a:xfrm>
              <a:off x="3808750"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F64BB08D-864A-44D4-88F6-679DBAE518B7}"/>
                </a:ext>
                <a:ext uri="{C183D7F6-B498-43B3-948B-1728B52AA6E4}">
                  <adec:decorative xmlns:adec="http://schemas.microsoft.com/office/drawing/2017/decorative" val="1"/>
                </a:ext>
              </a:extLst>
            </p:cNvPr>
            <p:cNvCxnSpPr/>
            <p:nvPr/>
          </p:nvCxnSpPr>
          <p:spPr bwMode="gray">
            <a:xfrm>
              <a:off x="4265772"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FA3F8A1-60DA-47E1-92DD-967475B2DF58}"/>
                </a:ext>
                <a:ext uri="{C183D7F6-B498-43B3-948B-1728B52AA6E4}">
                  <adec:decorative xmlns:adec="http://schemas.microsoft.com/office/drawing/2017/decorative" val="1"/>
                </a:ext>
              </a:extLst>
            </p:cNvPr>
            <p:cNvCxnSpPr/>
            <p:nvPr/>
          </p:nvCxnSpPr>
          <p:spPr bwMode="gray">
            <a:xfrm>
              <a:off x="4722793"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DECF40D-CC60-45F8-B236-F9FAC1F3E8CF}"/>
                </a:ext>
                <a:ext uri="{C183D7F6-B498-43B3-948B-1728B52AA6E4}">
                  <adec:decorative xmlns:adec="http://schemas.microsoft.com/office/drawing/2017/decorative" val="1"/>
                </a:ext>
              </a:extLst>
            </p:cNvPr>
            <p:cNvCxnSpPr/>
            <p:nvPr/>
          </p:nvCxnSpPr>
          <p:spPr bwMode="gray">
            <a:xfrm>
              <a:off x="5179814"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23BAEC6-A3C2-4892-9093-BD8EA8A7E0F6}"/>
                </a:ext>
                <a:ext uri="{C183D7F6-B498-43B3-948B-1728B52AA6E4}">
                  <adec:decorative xmlns:adec="http://schemas.microsoft.com/office/drawing/2017/decorative" val="1"/>
                </a:ext>
              </a:extLst>
            </p:cNvPr>
            <p:cNvCxnSpPr/>
            <p:nvPr/>
          </p:nvCxnSpPr>
          <p:spPr bwMode="gray">
            <a:xfrm>
              <a:off x="5636836"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D4E16FB9-EDCA-4CA6-9212-0AEBFCE175D7}"/>
                </a:ext>
                <a:ext uri="{C183D7F6-B498-43B3-948B-1728B52AA6E4}">
                  <adec:decorative xmlns:adec="http://schemas.microsoft.com/office/drawing/2017/decorative" val="1"/>
                </a:ext>
              </a:extLst>
            </p:cNvPr>
            <p:cNvCxnSpPr/>
            <p:nvPr/>
          </p:nvCxnSpPr>
          <p:spPr bwMode="gray">
            <a:xfrm>
              <a:off x="6093857"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F3AE637F-804F-4244-9AA9-FF4A629A143C}"/>
                </a:ext>
                <a:ext uri="{C183D7F6-B498-43B3-948B-1728B52AA6E4}">
                  <adec:decorative xmlns:adec="http://schemas.microsoft.com/office/drawing/2017/decorative" val="1"/>
                </a:ext>
              </a:extLst>
            </p:cNvPr>
            <p:cNvCxnSpPr/>
            <p:nvPr/>
          </p:nvCxnSpPr>
          <p:spPr bwMode="gray">
            <a:xfrm>
              <a:off x="6550878"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5EFB8414-3949-428A-B700-7C38A44425B2}"/>
                </a:ext>
                <a:ext uri="{C183D7F6-B498-43B3-948B-1728B52AA6E4}">
                  <adec:decorative xmlns:adec="http://schemas.microsoft.com/office/drawing/2017/decorative" val="1"/>
                </a:ext>
              </a:extLst>
            </p:cNvPr>
            <p:cNvCxnSpPr/>
            <p:nvPr/>
          </p:nvCxnSpPr>
          <p:spPr bwMode="gray">
            <a:xfrm>
              <a:off x="7007900"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BA61D1AB-B7D2-4169-B38F-56371D50E1DA}"/>
                </a:ext>
                <a:ext uri="{C183D7F6-B498-43B3-948B-1728B52AA6E4}">
                  <adec:decorative xmlns:adec="http://schemas.microsoft.com/office/drawing/2017/decorative" val="1"/>
                </a:ext>
              </a:extLst>
            </p:cNvPr>
            <p:cNvCxnSpPr/>
            <p:nvPr/>
          </p:nvCxnSpPr>
          <p:spPr bwMode="gray">
            <a:xfrm>
              <a:off x="7464921"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00C4593-A442-4B6C-8E9D-80BFEB1746D6}"/>
                </a:ext>
                <a:ext uri="{C183D7F6-B498-43B3-948B-1728B52AA6E4}">
                  <adec:decorative xmlns:adec="http://schemas.microsoft.com/office/drawing/2017/decorative" val="1"/>
                </a:ext>
              </a:extLst>
            </p:cNvPr>
            <p:cNvCxnSpPr/>
            <p:nvPr/>
          </p:nvCxnSpPr>
          <p:spPr bwMode="gray">
            <a:xfrm>
              <a:off x="7921943"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95B5E413-FAFF-430F-B105-4D122D50AEE1}"/>
                </a:ext>
                <a:ext uri="{C183D7F6-B498-43B3-948B-1728B52AA6E4}">
                  <adec:decorative xmlns:adec="http://schemas.microsoft.com/office/drawing/2017/decorative" val="1"/>
                </a:ext>
              </a:extLst>
            </p:cNvPr>
            <p:cNvCxnSpPr/>
            <p:nvPr/>
          </p:nvCxnSpPr>
          <p:spPr bwMode="gray">
            <a:xfrm>
              <a:off x="8378964"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B845328-662D-4D12-A209-6A0B1E78DF14}"/>
                </a:ext>
                <a:ext uri="{C183D7F6-B498-43B3-948B-1728B52AA6E4}">
                  <adec:decorative xmlns:adec="http://schemas.microsoft.com/office/drawing/2017/decorative" val="1"/>
                </a:ext>
              </a:extLst>
            </p:cNvPr>
            <p:cNvCxnSpPr/>
            <p:nvPr/>
          </p:nvCxnSpPr>
          <p:spPr bwMode="gray">
            <a:xfrm>
              <a:off x="8835985"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2AC19B5D-D919-4A48-953C-03994329E19B}"/>
                </a:ext>
                <a:ext uri="{C183D7F6-B498-43B3-948B-1728B52AA6E4}">
                  <adec:decorative xmlns:adec="http://schemas.microsoft.com/office/drawing/2017/decorative" val="1"/>
                </a:ext>
              </a:extLst>
            </p:cNvPr>
            <p:cNvCxnSpPr/>
            <p:nvPr/>
          </p:nvCxnSpPr>
          <p:spPr bwMode="gray">
            <a:xfrm>
              <a:off x="9750028"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AC81C8DC-CB2F-445A-8F7B-5A864393B553}"/>
                </a:ext>
                <a:ext uri="{C183D7F6-B498-43B3-948B-1728B52AA6E4}">
                  <adec:decorative xmlns:adec="http://schemas.microsoft.com/office/drawing/2017/decorative" val="1"/>
                </a:ext>
              </a:extLst>
            </p:cNvPr>
            <p:cNvCxnSpPr/>
            <p:nvPr/>
          </p:nvCxnSpPr>
          <p:spPr bwMode="gray">
            <a:xfrm>
              <a:off x="9293007"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F3CD9F68-6C35-4B43-B8E1-1ABF75D8D588}"/>
                </a:ext>
                <a:ext uri="{C183D7F6-B498-43B3-948B-1728B52AA6E4}">
                  <adec:decorative xmlns:adec="http://schemas.microsoft.com/office/drawing/2017/decorative" val="1"/>
                </a:ext>
              </a:extLst>
            </p:cNvPr>
            <p:cNvCxnSpPr/>
            <p:nvPr/>
          </p:nvCxnSpPr>
          <p:spPr bwMode="gray">
            <a:xfrm>
              <a:off x="10207049"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BBBCE95B-721C-44A5-8B94-8F0E42FF53FE}"/>
                </a:ext>
                <a:ext uri="{C183D7F6-B498-43B3-948B-1728B52AA6E4}">
                  <adec:decorative xmlns:adec="http://schemas.microsoft.com/office/drawing/2017/decorative" val="1"/>
                </a:ext>
              </a:extLst>
            </p:cNvPr>
            <p:cNvCxnSpPr/>
            <p:nvPr/>
          </p:nvCxnSpPr>
          <p:spPr bwMode="gray">
            <a:xfrm>
              <a:off x="10664071"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3B934F61-1ED7-4209-A1E3-04C68085B10E}"/>
                </a:ext>
                <a:ext uri="{C183D7F6-B498-43B3-948B-1728B52AA6E4}">
                  <adec:decorative xmlns:adec="http://schemas.microsoft.com/office/drawing/2017/decorative" val="1"/>
                </a:ext>
              </a:extLst>
            </p:cNvPr>
            <p:cNvCxnSpPr/>
            <p:nvPr/>
          </p:nvCxnSpPr>
          <p:spPr bwMode="gray">
            <a:xfrm>
              <a:off x="11121092"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8F636E46-095E-439D-B78B-EBC72DB23290}"/>
                </a:ext>
                <a:ext uri="{C183D7F6-B498-43B3-948B-1728B52AA6E4}">
                  <adec:decorative xmlns:adec="http://schemas.microsoft.com/office/drawing/2017/decorative" val="1"/>
                </a:ext>
              </a:extLst>
            </p:cNvPr>
            <p:cNvCxnSpPr/>
            <p:nvPr/>
          </p:nvCxnSpPr>
          <p:spPr bwMode="gray">
            <a:xfrm>
              <a:off x="1066622"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1497272-E949-488B-B9F6-FD10BA6526BF}"/>
                </a:ext>
                <a:ext uri="{C183D7F6-B498-43B3-948B-1728B52AA6E4}">
                  <adec:decorative xmlns:adec="http://schemas.microsoft.com/office/drawing/2017/decorative" val="1"/>
                </a:ext>
              </a:extLst>
            </p:cNvPr>
            <p:cNvCxnSpPr/>
            <p:nvPr/>
          </p:nvCxnSpPr>
          <p:spPr bwMode="gray">
            <a:xfrm>
              <a:off x="11572105" y="2683"/>
              <a:ext cx="0" cy="6855315"/>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34689D4-9BAE-40BF-B953-E1A0CA4F5C15}"/>
                </a:ext>
                <a:ext uri="{C183D7F6-B498-43B3-948B-1728B52AA6E4}">
                  <adec:decorative xmlns:adec="http://schemas.microsoft.com/office/drawing/2017/decorative" val="1"/>
                </a:ext>
              </a:extLst>
            </p:cNvPr>
            <p:cNvCxnSpPr/>
            <p:nvPr/>
          </p:nvCxnSpPr>
          <p:spPr bwMode="gray">
            <a:xfrm rot="5400000">
              <a:off x="6094413" y="-6094413"/>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74A3364-6F4C-4749-A110-B336801330E0}"/>
                </a:ext>
                <a:ext uri="{C183D7F6-B498-43B3-948B-1728B52AA6E4}">
                  <adec:decorative xmlns:adec="http://schemas.microsoft.com/office/drawing/2017/decorative" val="1"/>
                </a:ext>
              </a:extLst>
            </p:cNvPr>
            <p:cNvCxnSpPr/>
            <p:nvPr/>
          </p:nvCxnSpPr>
          <p:spPr bwMode="gray">
            <a:xfrm rot="5400000">
              <a:off x="6094413" y="-5637212"/>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90EC6B6-039D-4549-B1B1-8FF8A3FC2F66}"/>
                </a:ext>
                <a:ext uri="{C183D7F6-B498-43B3-948B-1728B52AA6E4}">
                  <adec:decorative xmlns:adec="http://schemas.microsoft.com/office/drawing/2017/decorative" val="1"/>
                </a:ext>
              </a:extLst>
            </p:cNvPr>
            <p:cNvCxnSpPr/>
            <p:nvPr/>
          </p:nvCxnSpPr>
          <p:spPr bwMode="gray">
            <a:xfrm rot="5400000">
              <a:off x="6094413" y="-5180012"/>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155F4FAC-9412-45E9-99EC-FDC351D60453}"/>
                </a:ext>
                <a:ext uri="{C183D7F6-B498-43B3-948B-1728B52AA6E4}">
                  <adec:decorative xmlns:adec="http://schemas.microsoft.com/office/drawing/2017/decorative" val="1"/>
                </a:ext>
              </a:extLst>
            </p:cNvPr>
            <p:cNvCxnSpPr/>
            <p:nvPr/>
          </p:nvCxnSpPr>
          <p:spPr bwMode="gray">
            <a:xfrm rot="5400000">
              <a:off x="6094413" y="-3120239"/>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A0C0A33-67B3-48C9-9B83-C39DFDEF5E0A}"/>
                </a:ext>
                <a:ext uri="{C183D7F6-B498-43B3-948B-1728B52AA6E4}">
                  <adec:decorative xmlns:adec="http://schemas.microsoft.com/office/drawing/2017/decorative" val="1"/>
                </a:ext>
              </a:extLst>
            </p:cNvPr>
            <p:cNvCxnSpPr/>
            <p:nvPr/>
          </p:nvCxnSpPr>
          <p:spPr bwMode="gray">
            <a:xfrm rot="5400000">
              <a:off x="6094413" y="-2663039"/>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A87FF284-D960-4A05-8053-9886608C6599}"/>
                </a:ext>
                <a:ext uri="{C183D7F6-B498-43B3-948B-1728B52AA6E4}">
                  <adec:decorative xmlns:adec="http://schemas.microsoft.com/office/drawing/2017/decorative" val="1"/>
                </a:ext>
              </a:extLst>
            </p:cNvPr>
            <p:cNvCxnSpPr/>
            <p:nvPr/>
          </p:nvCxnSpPr>
          <p:spPr bwMode="gray">
            <a:xfrm rot="5400000">
              <a:off x="6094413" y="-2205839"/>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BA61019-342C-4EDD-97C6-EDA59774644E}"/>
                </a:ext>
                <a:ext uri="{C183D7F6-B498-43B3-948B-1728B52AA6E4}">
                  <adec:decorative xmlns:adec="http://schemas.microsoft.com/office/drawing/2017/decorative" val="1"/>
                </a:ext>
              </a:extLst>
            </p:cNvPr>
            <p:cNvCxnSpPr/>
            <p:nvPr/>
          </p:nvCxnSpPr>
          <p:spPr bwMode="gray">
            <a:xfrm rot="5400000">
              <a:off x="6094413" y="-1748639"/>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234785CB-17D0-49DD-8DC9-3C93626DC776}"/>
                </a:ext>
                <a:ext uri="{C183D7F6-B498-43B3-948B-1728B52AA6E4}">
                  <adec:decorative xmlns:adec="http://schemas.microsoft.com/office/drawing/2017/decorative" val="1"/>
                </a:ext>
              </a:extLst>
            </p:cNvPr>
            <p:cNvCxnSpPr/>
            <p:nvPr/>
          </p:nvCxnSpPr>
          <p:spPr bwMode="gray">
            <a:xfrm rot="5400000">
              <a:off x="6094413" y="-1291438"/>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25DB222-E3A0-48A3-BBD5-FD2616577D2D}"/>
                </a:ext>
                <a:ext uri="{C183D7F6-B498-43B3-948B-1728B52AA6E4}">
                  <adec:decorative xmlns:adec="http://schemas.microsoft.com/office/drawing/2017/decorative" val="1"/>
                </a:ext>
              </a:extLst>
            </p:cNvPr>
            <p:cNvCxnSpPr/>
            <p:nvPr/>
          </p:nvCxnSpPr>
          <p:spPr bwMode="gray">
            <a:xfrm rot="5400000">
              <a:off x="6094413" y="-834238"/>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433E4E5-A945-4652-B574-37C6580344B0}"/>
                </a:ext>
                <a:ext uri="{C183D7F6-B498-43B3-948B-1728B52AA6E4}">
                  <adec:decorative xmlns:adec="http://schemas.microsoft.com/office/drawing/2017/decorative" val="1"/>
                </a:ext>
              </a:extLst>
            </p:cNvPr>
            <p:cNvCxnSpPr>
              <a:cxnSpLocks/>
            </p:cNvCxnSpPr>
            <p:nvPr/>
          </p:nvCxnSpPr>
          <p:spPr bwMode="gray">
            <a:xfrm flipH="1">
              <a:off x="1" y="5717375"/>
              <a:ext cx="12188825" cy="0"/>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52A597B-2B35-4BD4-B07E-D8CEF25A597D}"/>
                </a:ext>
                <a:ext uri="{C183D7F6-B498-43B3-948B-1728B52AA6E4}">
                  <adec:decorative xmlns:adec="http://schemas.microsoft.com/office/drawing/2017/decorative" val="1"/>
                </a:ext>
              </a:extLst>
            </p:cNvPr>
            <p:cNvCxnSpPr/>
            <p:nvPr/>
          </p:nvCxnSpPr>
          <p:spPr bwMode="gray">
            <a:xfrm rot="5400000">
              <a:off x="6094413" y="763591"/>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351C336-9D65-42C9-A33F-6971E6322E46}"/>
                </a:ext>
                <a:ext uri="{C183D7F6-B498-43B3-948B-1728B52AA6E4}">
                  <adec:decorative xmlns:adec="http://schemas.microsoft.com/office/drawing/2017/decorative" val="1"/>
                </a:ext>
              </a:extLst>
            </p:cNvPr>
            <p:cNvCxnSpPr/>
            <p:nvPr/>
          </p:nvCxnSpPr>
          <p:spPr bwMode="gray">
            <a:xfrm rot="5400000">
              <a:off x="6094413" y="-5637213"/>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CAD9518-36D4-43F7-839D-D8FE389DF1F1}"/>
                </a:ext>
                <a:ext uri="{C183D7F6-B498-43B3-948B-1728B52AA6E4}">
                  <adec:decorative xmlns:adec="http://schemas.microsoft.com/office/drawing/2017/decorative" val="1"/>
                </a:ext>
              </a:extLst>
            </p:cNvPr>
            <p:cNvCxnSpPr/>
            <p:nvPr/>
          </p:nvCxnSpPr>
          <p:spPr bwMode="gray">
            <a:xfrm rot="5400000">
              <a:off x="6094413" y="-4951412"/>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5575B3F-2A8B-4175-B6A5-D60652B87ED0}"/>
                </a:ext>
                <a:ext uri="{C183D7F6-B498-43B3-948B-1728B52AA6E4}">
                  <adec:decorative xmlns:adec="http://schemas.microsoft.com/office/drawing/2017/decorative" val="1"/>
                </a:ext>
              </a:extLst>
            </p:cNvPr>
            <p:cNvCxnSpPr/>
            <p:nvPr/>
          </p:nvCxnSpPr>
          <p:spPr bwMode="gray">
            <a:xfrm rot="5400000">
              <a:off x="6094413" y="86256"/>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1CCC90FC-8476-4A2A-8DF1-ECAB053A24FD}"/>
                </a:ext>
                <a:ext uri="{C183D7F6-B498-43B3-948B-1728B52AA6E4}">
                  <adec:decorative xmlns:adec="http://schemas.microsoft.com/office/drawing/2017/decorative" val="1"/>
                </a:ext>
              </a:extLst>
            </p:cNvPr>
            <p:cNvCxnSpPr/>
            <p:nvPr/>
          </p:nvCxnSpPr>
          <p:spPr bwMode="gray">
            <a:xfrm rot="5400000">
              <a:off x="6094413" y="306387"/>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DFB03C8E-4661-465A-B25F-147D497525A0}"/>
                </a:ext>
                <a:ext uri="{C183D7F6-B498-43B3-948B-1728B52AA6E4}">
                  <adec:decorative xmlns:adec="http://schemas.microsoft.com/office/drawing/2017/decorative" val="1"/>
                </a:ext>
              </a:extLst>
            </p:cNvPr>
            <p:cNvCxnSpPr/>
            <p:nvPr/>
          </p:nvCxnSpPr>
          <p:spPr bwMode="gray">
            <a:xfrm rot="5400000">
              <a:off x="6094413" y="-4034639"/>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88C8E030-5491-4C40-9E10-B197BD5CD587}"/>
                </a:ext>
                <a:ext uri="{C183D7F6-B498-43B3-948B-1728B52AA6E4}">
                  <adec:decorative xmlns:adec="http://schemas.microsoft.com/office/drawing/2017/decorative" val="1"/>
                </a:ext>
              </a:extLst>
            </p:cNvPr>
            <p:cNvCxnSpPr/>
            <p:nvPr/>
          </p:nvCxnSpPr>
          <p:spPr bwMode="gray">
            <a:xfrm rot="5400000">
              <a:off x="6094413" y="-3577439"/>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0EBA261-0409-41DC-98E2-4BF8173333E9}"/>
                </a:ext>
                <a:ext uri="{C183D7F6-B498-43B3-948B-1728B52AA6E4}">
                  <adec:decorative xmlns:adec="http://schemas.microsoft.com/office/drawing/2017/decorative" val="1"/>
                </a:ext>
              </a:extLst>
            </p:cNvPr>
            <p:cNvCxnSpPr>
              <a:cxnSpLocks/>
            </p:cNvCxnSpPr>
            <p:nvPr/>
          </p:nvCxnSpPr>
          <p:spPr bwMode="gray">
            <a:xfrm rot="5400000">
              <a:off x="6094413" y="-4494212"/>
              <a:ext cx="0" cy="12188826"/>
            </a:xfrm>
            <a:prstGeom prst="line">
              <a:avLst/>
            </a:prstGeom>
            <a:ln w="95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48616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Subtitle">
  <p:cSld name="1_Title and Subtitle">
    <p:spTree>
      <p:nvGrpSpPr>
        <p:cNvPr id="1" name="Shape 117"/>
        <p:cNvGrpSpPr/>
        <p:nvPr/>
      </p:nvGrpSpPr>
      <p:grpSpPr>
        <a:xfrm>
          <a:off x="0" y="0"/>
          <a:ext cx="0" cy="0"/>
          <a:chOff x="0" y="0"/>
          <a:chExt cx="0" cy="0"/>
        </a:xfrm>
      </p:grpSpPr>
      <p:sp>
        <p:nvSpPr>
          <p:cNvPr id="118" name="Google Shape;118;p17"/>
          <p:cNvSpPr txBox="1">
            <a:spLocks noGrp="1"/>
          </p:cNvSpPr>
          <p:nvPr>
            <p:ph type="title"/>
          </p:nvPr>
        </p:nvSpPr>
        <p:spPr>
          <a:xfrm>
            <a:off x="579809" y="412751"/>
            <a:ext cx="11001134" cy="3812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100"/>
              <a:buFont typeface="Arial"/>
              <a:buNone/>
              <a:defRPr>
                <a:solidFill>
                  <a:schemeClr val="accent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9" name="Google Shape;119;p17"/>
          <p:cNvSpPr txBox="1">
            <a:spLocks noGrp="1"/>
          </p:cNvSpPr>
          <p:nvPr>
            <p:ph type="subTitle" idx="1"/>
          </p:nvPr>
        </p:nvSpPr>
        <p:spPr>
          <a:xfrm>
            <a:off x="592866" y="811831"/>
            <a:ext cx="10962744" cy="248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400"/>
              <a:buNone/>
              <a:defRPr sz="2000"/>
            </a:lvl2pPr>
            <a:lvl3pPr lvl="2" algn="ctr">
              <a:lnSpc>
                <a:spcPct val="100000"/>
              </a:lnSpc>
              <a:spcBef>
                <a:spcPts val="1200"/>
              </a:spcBef>
              <a:spcAft>
                <a:spcPts val="0"/>
              </a:spcAft>
              <a:buSzPts val="1200"/>
              <a:buNone/>
              <a:defRPr sz="1866"/>
            </a:lvl3pPr>
            <a:lvl4pPr lvl="3" algn="ctr">
              <a:lnSpc>
                <a:spcPct val="100000"/>
              </a:lnSpc>
              <a:spcBef>
                <a:spcPts val="1200"/>
              </a:spcBef>
              <a:spcAft>
                <a:spcPts val="0"/>
              </a:spcAft>
              <a:buSzPts val="1100"/>
              <a:buNone/>
              <a:defRPr sz="1600"/>
            </a:lvl4pPr>
            <a:lvl5pPr lvl="4" algn="ctr">
              <a:lnSpc>
                <a:spcPct val="100000"/>
              </a:lnSpc>
              <a:spcBef>
                <a:spcPts val="1200"/>
              </a:spcBef>
              <a:spcAft>
                <a:spcPts val="0"/>
              </a:spcAft>
              <a:buSzPts val="1100"/>
              <a:buNone/>
              <a:defRPr sz="1600"/>
            </a:lvl5pPr>
            <a:lvl6pPr lvl="5" algn="ctr">
              <a:lnSpc>
                <a:spcPct val="100000"/>
              </a:lnSpc>
              <a:spcBef>
                <a:spcPts val="1200"/>
              </a:spcBef>
              <a:spcAft>
                <a:spcPts val="0"/>
              </a:spcAft>
              <a:buSzPts val="1100"/>
              <a:buNone/>
              <a:defRPr sz="1600"/>
            </a:lvl6pPr>
            <a:lvl7pPr lvl="6" algn="ctr">
              <a:lnSpc>
                <a:spcPct val="100000"/>
              </a:lnSpc>
              <a:spcBef>
                <a:spcPts val="1200"/>
              </a:spcBef>
              <a:spcAft>
                <a:spcPts val="0"/>
              </a:spcAft>
              <a:buSzPts val="1100"/>
              <a:buNone/>
              <a:defRPr sz="1600"/>
            </a:lvl7pPr>
            <a:lvl8pPr lvl="7" algn="ctr">
              <a:lnSpc>
                <a:spcPct val="100000"/>
              </a:lnSpc>
              <a:spcBef>
                <a:spcPts val="1200"/>
              </a:spcBef>
              <a:spcAft>
                <a:spcPts val="0"/>
              </a:spcAft>
              <a:buSzPts val="1100"/>
              <a:buNone/>
              <a:defRPr sz="1600"/>
            </a:lvl8pPr>
            <a:lvl9pPr lvl="8" algn="ctr">
              <a:lnSpc>
                <a:spcPct val="100000"/>
              </a:lnSpc>
              <a:spcBef>
                <a:spcPts val="1200"/>
              </a:spcBef>
              <a:spcAft>
                <a:spcPts val="1200"/>
              </a:spcAft>
              <a:buSzPts val="1100"/>
              <a:buNone/>
              <a:defRPr sz="1600"/>
            </a:lvl9pPr>
          </a:lstStyle>
          <a:p>
            <a:endParaRPr/>
          </a:p>
        </p:txBody>
      </p:sp>
      <p:sp>
        <p:nvSpPr>
          <p:cNvPr id="120" name="Google Shape;120;p17"/>
          <p:cNvSpPr txBox="1"/>
          <p:nvPr/>
        </p:nvSpPr>
        <p:spPr>
          <a:xfrm>
            <a:off x="11490941" y="6464808"/>
            <a:ext cx="437886" cy="1832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chemeClr val="dk2"/>
              </a:buClr>
              <a:buSzPts val="600"/>
              <a:buFont typeface="Arial"/>
              <a:buNone/>
            </a:pPr>
            <a:fld id="{00000000-1234-1234-1234-123412341234}" type="slidenum">
              <a:rPr lang="en" sz="800" b="0" i="0" u="none" strike="noStrike" cap="none">
                <a:solidFill>
                  <a:schemeClr val="dk2"/>
                </a:solidFill>
                <a:latin typeface="Arial"/>
                <a:ea typeface="Arial"/>
                <a:cs typeface="Arial"/>
                <a:sym typeface="Arial"/>
              </a:rPr>
              <a:pPr marL="0" marR="0" lvl="0" indent="0" algn="r" rtl="0">
                <a:lnSpc>
                  <a:spcPct val="90000"/>
                </a:lnSpc>
                <a:spcBef>
                  <a:spcPts val="0"/>
                </a:spcBef>
                <a:spcAft>
                  <a:spcPts val="0"/>
                </a:spcAft>
                <a:buClr>
                  <a:schemeClr val="dk2"/>
                </a:buClr>
                <a:buSzPts val="600"/>
                <a:buFont typeface="Arial"/>
                <a:buNone/>
              </a:pPr>
              <a:t>‹#›</a:t>
            </a:fld>
            <a:endParaRPr sz="800" b="0" i="0" u="none" strike="noStrike" cap="none">
              <a:solidFill>
                <a:schemeClr val="dk2"/>
              </a:solidFill>
              <a:latin typeface="Arial"/>
              <a:ea typeface="Arial"/>
              <a:cs typeface="Arial"/>
              <a:sym typeface="Arial"/>
            </a:endParaRPr>
          </a:p>
        </p:txBody>
      </p:sp>
    </p:spTree>
    <p:extLst>
      <p:ext uri="{BB962C8B-B14F-4D97-AF65-F5344CB8AC3E}">
        <p14:creationId xmlns:p14="http://schemas.microsoft.com/office/powerpoint/2010/main" val="1116633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1_Title, Subtitle and Content">
  <p:cSld name="1_Title, Subtitle and Content">
    <p:spTree>
      <p:nvGrpSpPr>
        <p:cNvPr id="1" name="Shape 54"/>
        <p:cNvGrpSpPr/>
        <p:nvPr/>
      </p:nvGrpSpPr>
      <p:grpSpPr>
        <a:xfrm>
          <a:off x="0" y="0"/>
          <a:ext cx="0" cy="0"/>
          <a:chOff x="0" y="0"/>
          <a:chExt cx="0" cy="0"/>
        </a:xfrm>
      </p:grpSpPr>
      <p:sp>
        <p:nvSpPr>
          <p:cNvPr id="55" name="Google Shape;55;p107"/>
          <p:cNvSpPr txBox="1">
            <a:spLocks noGrp="1"/>
          </p:cNvSpPr>
          <p:nvPr>
            <p:ph type="title"/>
          </p:nvPr>
        </p:nvSpPr>
        <p:spPr>
          <a:xfrm>
            <a:off x="579809" y="412751"/>
            <a:ext cx="11001134" cy="3812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SzPts val="2100"/>
              <a:buNone/>
              <a:defRPr>
                <a:solidFill>
                  <a:schemeClr val="accent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6" name="Google Shape;56;p107"/>
          <p:cNvSpPr txBox="1">
            <a:spLocks noGrp="1"/>
          </p:cNvSpPr>
          <p:nvPr>
            <p:ph type="subTitle" idx="1"/>
          </p:nvPr>
        </p:nvSpPr>
        <p:spPr>
          <a:xfrm>
            <a:off x="592868" y="811831"/>
            <a:ext cx="1098794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200"/>
              <a:buNone/>
              <a:defRPr sz="2000"/>
            </a:lvl2pPr>
            <a:lvl3pPr lvl="2" algn="ctr">
              <a:lnSpc>
                <a:spcPct val="100000"/>
              </a:lnSpc>
              <a:spcBef>
                <a:spcPts val="1200"/>
              </a:spcBef>
              <a:spcAft>
                <a:spcPts val="0"/>
              </a:spcAft>
              <a:buSzPts val="1100"/>
              <a:buNone/>
              <a:defRPr sz="1800"/>
            </a:lvl3pPr>
            <a:lvl4pPr lvl="3" algn="ctr">
              <a:lnSpc>
                <a:spcPct val="100000"/>
              </a:lnSpc>
              <a:spcBef>
                <a:spcPts val="1200"/>
              </a:spcBef>
              <a:spcAft>
                <a:spcPts val="0"/>
              </a:spcAft>
              <a:buSzPts val="900"/>
              <a:buNone/>
              <a:defRPr sz="1600"/>
            </a:lvl4pPr>
            <a:lvl5pPr lvl="4" algn="ctr">
              <a:lnSpc>
                <a:spcPct val="100000"/>
              </a:lnSpc>
              <a:spcBef>
                <a:spcPts val="1200"/>
              </a:spcBef>
              <a:spcAft>
                <a:spcPts val="0"/>
              </a:spcAft>
              <a:buSzPts val="900"/>
              <a:buNone/>
              <a:defRPr sz="1600"/>
            </a:lvl5pPr>
            <a:lvl6pPr lvl="5" algn="ctr">
              <a:lnSpc>
                <a:spcPct val="100000"/>
              </a:lnSpc>
              <a:spcBef>
                <a:spcPts val="1200"/>
              </a:spcBef>
              <a:spcAft>
                <a:spcPts val="0"/>
              </a:spcAft>
              <a:buSzPts val="900"/>
              <a:buNone/>
              <a:defRPr sz="1600"/>
            </a:lvl6pPr>
            <a:lvl7pPr lvl="6" algn="ctr">
              <a:lnSpc>
                <a:spcPct val="100000"/>
              </a:lnSpc>
              <a:spcBef>
                <a:spcPts val="1200"/>
              </a:spcBef>
              <a:spcAft>
                <a:spcPts val="0"/>
              </a:spcAft>
              <a:buSzPts val="900"/>
              <a:buNone/>
              <a:defRPr sz="1600"/>
            </a:lvl7pPr>
            <a:lvl8pPr lvl="7" algn="ctr">
              <a:lnSpc>
                <a:spcPct val="100000"/>
              </a:lnSpc>
              <a:spcBef>
                <a:spcPts val="1200"/>
              </a:spcBef>
              <a:spcAft>
                <a:spcPts val="0"/>
              </a:spcAft>
              <a:buSzPts val="900"/>
              <a:buNone/>
              <a:defRPr sz="1600"/>
            </a:lvl8pPr>
            <a:lvl9pPr lvl="8" algn="ctr">
              <a:lnSpc>
                <a:spcPct val="100000"/>
              </a:lnSpc>
              <a:spcBef>
                <a:spcPts val="1200"/>
              </a:spcBef>
              <a:spcAft>
                <a:spcPts val="0"/>
              </a:spcAft>
              <a:buSzPts val="900"/>
              <a:buNone/>
              <a:defRPr sz="1600"/>
            </a:lvl9pPr>
          </a:lstStyle>
          <a:p>
            <a:endParaRPr/>
          </a:p>
        </p:txBody>
      </p:sp>
      <p:sp>
        <p:nvSpPr>
          <p:cNvPr id="57" name="Google Shape;57;p107"/>
          <p:cNvSpPr txBox="1">
            <a:spLocks noGrp="1"/>
          </p:cNvSpPr>
          <p:nvPr>
            <p:ph type="body" idx="2"/>
          </p:nvPr>
        </p:nvSpPr>
        <p:spPr>
          <a:xfrm>
            <a:off x="616505" y="1600201"/>
            <a:ext cx="10972800" cy="4572000"/>
          </a:xfrm>
          <a:prstGeom prst="rect">
            <a:avLst/>
          </a:prstGeom>
          <a:noFill/>
          <a:ln>
            <a:noFill/>
          </a:ln>
        </p:spPr>
        <p:txBody>
          <a:bodyPr spcFirstLastPara="1" wrap="square" lIns="0" tIns="0" rIns="0" bIns="0" anchor="t" anchorCtr="0">
            <a:noAutofit/>
          </a:bodyPr>
          <a:lstStyle>
            <a:lvl1pPr marL="457200" lvl="0" indent="-317500" algn="l">
              <a:lnSpc>
                <a:spcPct val="100000"/>
              </a:lnSpc>
              <a:spcBef>
                <a:spcPts val="0"/>
              </a:spcBef>
              <a:spcAft>
                <a:spcPts val="0"/>
              </a:spcAft>
              <a:buSzPts val="1400"/>
              <a:buChar char="​"/>
              <a:defRPr>
                <a:solidFill>
                  <a:schemeClr val="dk1"/>
                </a:solidFill>
              </a:defRPr>
            </a:lvl1pPr>
            <a:lvl2pPr marL="914400" lvl="1" indent="-304800" algn="l">
              <a:lnSpc>
                <a:spcPct val="100000"/>
              </a:lnSpc>
              <a:spcBef>
                <a:spcPts val="0"/>
              </a:spcBef>
              <a:spcAft>
                <a:spcPts val="0"/>
              </a:spcAft>
              <a:buClr>
                <a:srgbClr val="06070D"/>
              </a:buClr>
              <a:buSzPts val="1200"/>
              <a:buChar char="•"/>
              <a:defRPr>
                <a:solidFill>
                  <a:schemeClr val="dk1"/>
                </a:solidFill>
              </a:defRPr>
            </a:lvl2pPr>
            <a:lvl3pPr marL="1371600" lvl="2" indent="-298450" algn="l">
              <a:lnSpc>
                <a:spcPct val="100000"/>
              </a:lnSpc>
              <a:spcBef>
                <a:spcPts val="0"/>
              </a:spcBef>
              <a:spcAft>
                <a:spcPts val="0"/>
              </a:spcAft>
              <a:buClr>
                <a:srgbClr val="06070D"/>
              </a:buClr>
              <a:buSzPts val="1100"/>
              <a:buChar char="–"/>
              <a:defRPr>
                <a:solidFill>
                  <a:schemeClr val="dk1"/>
                </a:solidFill>
              </a:defRPr>
            </a:lvl3pPr>
            <a:lvl4pPr marL="1828800" lvl="3" indent="-285750" algn="l">
              <a:lnSpc>
                <a:spcPct val="100000"/>
              </a:lnSpc>
              <a:spcBef>
                <a:spcPts val="0"/>
              </a:spcBef>
              <a:spcAft>
                <a:spcPts val="0"/>
              </a:spcAft>
              <a:buClr>
                <a:srgbClr val="06070D"/>
              </a:buClr>
              <a:buSzPts val="900"/>
              <a:buChar char="•"/>
              <a:defRPr>
                <a:solidFill>
                  <a:schemeClr val="dk1"/>
                </a:solidFill>
              </a:defRPr>
            </a:lvl4pPr>
            <a:lvl5pPr marL="2286000" lvl="4" indent="-285750" algn="l">
              <a:lnSpc>
                <a:spcPct val="100000"/>
              </a:lnSpc>
              <a:spcBef>
                <a:spcPts val="0"/>
              </a:spcBef>
              <a:spcAft>
                <a:spcPts val="0"/>
              </a:spcAft>
              <a:buClr>
                <a:srgbClr val="06070D"/>
              </a:buClr>
              <a:buSzPts val="900"/>
              <a:buChar char="–"/>
              <a:defRPr>
                <a:solidFill>
                  <a:schemeClr val="dk1"/>
                </a:solidFill>
              </a:defRPr>
            </a:lvl5pPr>
            <a:lvl6pPr marL="2743200" lvl="5" indent="-285750" algn="l">
              <a:lnSpc>
                <a:spcPct val="100000"/>
              </a:lnSpc>
              <a:spcBef>
                <a:spcPts val="1200"/>
              </a:spcBef>
              <a:spcAft>
                <a:spcPts val="0"/>
              </a:spcAft>
              <a:buClr>
                <a:srgbClr val="06070D"/>
              </a:buClr>
              <a:buSzPts val="900"/>
              <a:buChar char="•"/>
              <a:defRPr>
                <a:solidFill>
                  <a:srgbClr val="06070D"/>
                </a:solidFill>
              </a:defRPr>
            </a:lvl6pPr>
            <a:lvl7pPr marL="3200400" lvl="6" indent="-285750" algn="l">
              <a:lnSpc>
                <a:spcPct val="100000"/>
              </a:lnSpc>
              <a:spcBef>
                <a:spcPts val="1200"/>
              </a:spcBef>
              <a:spcAft>
                <a:spcPts val="0"/>
              </a:spcAft>
              <a:buSzPts val="900"/>
              <a:buChar char="-"/>
              <a:defRPr/>
            </a:lvl7pPr>
            <a:lvl8pPr marL="3657600" lvl="7" indent="-285750" algn="l">
              <a:lnSpc>
                <a:spcPct val="100000"/>
              </a:lnSpc>
              <a:spcBef>
                <a:spcPts val="1200"/>
              </a:spcBef>
              <a:spcAft>
                <a:spcPts val="0"/>
              </a:spcAft>
              <a:buSzPts val="900"/>
              <a:buChar char="•"/>
              <a:defRPr/>
            </a:lvl8pPr>
            <a:lvl9pPr marL="4114800" lvl="8" indent="-285750" algn="l">
              <a:lnSpc>
                <a:spcPct val="100000"/>
              </a:lnSpc>
              <a:spcBef>
                <a:spcPts val="1200"/>
              </a:spcBef>
              <a:spcAft>
                <a:spcPts val="0"/>
              </a:spcAft>
              <a:buSzPts val="900"/>
              <a:buChar char="-"/>
              <a:defRPr/>
            </a:lvl9pPr>
          </a:lstStyle>
          <a:p>
            <a:endParaRPr/>
          </a:p>
        </p:txBody>
      </p:sp>
      <p:sp>
        <p:nvSpPr>
          <p:cNvPr id="58" name="Google Shape;58;p10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lt2"/>
                </a:solidFill>
                <a:latin typeface="Arial"/>
                <a:ea typeface="Arial"/>
                <a:cs typeface="Arial"/>
                <a:sym typeface="Arial"/>
              </a:rPr>
              <a:t>‹#›</a:t>
            </a:fld>
            <a:endParaRPr sz="800" b="0" i="0" u="none" strike="noStrike" cap="none">
              <a:solidFill>
                <a:schemeClr val="lt2"/>
              </a:solidFill>
              <a:latin typeface="Arial"/>
              <a:ea typeface="Arial"/>
              <a:cs typeface="Arial"/>
              <a:sym typeface="Arial"/>
            </a:endParaRPr>
          </a:p>
        </p:txBody>
      </p:sp>
      <p:sp>
        <p:nvSpPr>
          <p:cNvPr id="59" name="Google Shape;59;p10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lt2"/>
                </a:solidFill>
                <a:latin typeface="Arial"/>
                <a:ea typeface="Arial"/>
                <a:cs typeface="Arial"/>
                <a:sym typeface="Arial"/>
              </a:rPr>
              <a:t>‹#›</a:t>
            </a:fld>
            <a:endParaRPr sz="800" b="0" i="0" u="none" strike="noStrike" cap="none">
              <a:solidFill>
                <a:schemeClr val="lt2"/>
              </a:solidFill>
              <a:latin typeface="Arial"/>
              <a:ea typeface="Arial"/>
              <a:cs typeface="Arial"/>
              <a:sym typeface="Arial"/>
            </a:endParaRPr>
          </a:p>
        </p:txBody>
      </p:sp>
    </p:spTree>
    <p:extLst>
      <p:ext uri="{BB962C8B-B14F-4D97-AF65-F5344CB8AC3E}">
        <p14:creationId xmlns:p14="http://schemas.microsoft.com/office/powerpoint/2010/main" val="2501427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ection Header – Plum">
  <p:cSld name="1_Section Header – Plum">
    <p:spTree>
      <p:nvGrpSpPr>
        <p:cNvPr id="1" name="Shape 41"/>
        <p:cNvGrpSpPr/>
        <p:nvPr/>
      </p:nvGrpSpPr>
      <p:grpSpPr>
        <a:xfrm>
          <a:off x="0" y="0"/>
          <a:ext cx="0" cy="0"/>
          <a:chOff x="0" y="0"/>
          <a:chExt cx="0" cy="0"/>
        </a:xfrm>
      </p:grpSpPr>
      <p:sp>
        <p:nvSpPr>
          <p:cNvPr id="42" name="Google Shape;42;p16"/>
          <p:cNvSpPr txBox="1">
            <a:spLocks noGrp="1"/>
          </p:cNvSpPr>
          <p:nvPr>
            <p:ph type="title"/>
          </p:nvPr>
        </p:nvSpPr>
        <p:spPr>
          <a:xfrm>
            <a:off x="589107" y="938794"/>
            <a:ext cx="6555971"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6"/>
          <p:cNvSpPr txBox="1">
            <a:spLocks noGrp="1"/>
          </p:cNvSpPr>
          <p:nvPr>
            <p:ph type="subTitle" idx="1"/>
          </p:nvPr>
        </p:nvSpPr>
        <p:spPr>
          <a:xfrm>
            <a:off x="602966" y="2267712"/>
            <a:ext cx="654211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6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44" name="Google Shape;44;p16"/>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45" name="Google Shape;45;p16"/>
          <p:cNvSpPr/>
          <p:nvPr/>
        </p:nvSpPr>
        <p:spPr>
          <a:xfrm>
            <a:off x="6524631" y="635863"/>
            <a:ext cx="5663315" cy="5331994"/>
          </a:xfrm>
          <a:custGeom>
            <a:avLst/>
            <a:gdLst/>
            <a:ahLst/>
            <a:cxnLst/>
            <a:rect l="l" t="t" r="r" b="b"/>
            <a:pathLst>
              <a:path w="5663315" h="5331994" extrusionOk="0">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0">
                <a:schemeClr val="accent5"/>
              </a:gs>
              <a:gs pos="21000">
                <a:schemeClr val="accent5"/>
              </a:gs>
              <a:gs pos="89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6"/>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47" name="Google Shape;47;p16"/>
          <p:cNvSpPr/>
          <p:nvPr/>
        </p:nvSpPr>
        <p:spPr>
          <a:xfrm>
            <a:off x="6524631" y="635863"/>
            <a:ext cx="5663315" cy="5331994"/>
          </a:xfrm>
          <a:custGeom>
            <a:avLst/>
            <a:gdLst/>
            <a:ahLst/>
            <a:cxnLst/>
            <a:rect l="l" t="t" r="r" b="b"/>
            <a:pathLst>
              <a:path w="5663315" h="5331994" extrusionOk="0">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0">
                <a:schemeClr val="accent5"/>
              </a:gs>
              <a:gs pos="21000">
                <a:schemeClr val="accent5"/>
              </a:gs>
              <a:gs pos="89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22617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Section Header – Aqua - RBLF">
    <p:spTree>
      <p:nvGrpSpPr>
        <p:cNvPr id="1" name=""/>
        <p:cNvGrpSpPr/>
        <p:nvPr/>
      </p:nvGrpSpPr>
      <p:grpSpPr>
        <a:xfrm>
          <a:off x="0" y="0"/>
          <a:ext cx="0" cy="0"/>
          <a:chOff x="0" y="0"/>
          <a:chExt cx="0" cy="0"/>
        </a:xfrm>
      </p:grpSpPr>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Freeform 17">
            <a:extLst>
              <a:ext uri="{FF2B5EF4-FFF2-40B4-BE49-F238E27FC236}">
                <a16:creationId xmlns:a16="http://schemas.microsoft.com/office/drawing/2014/main" id="{AA8AB603-8151-B92A-7BB6-D43CB0D7CBEC}"/>
              </a:ext>
            </a:extLst>
          </p:cNvPr>
          <p:cNvSpPr/>
          <p:nvPr userDrawn="1"/>
        </p:nvSpPr>
        <p:spPr>
          <a:xfrm>
            <a:off x="804256" y="1630700"/>
            <a:ext cx="5930781" cy="1234713"/>
          </a:xfrm>
          <a:custGeom>
            <a:avLst/>
            <a:gdLst>
              <a:gd name="connsiteX0" fmla="*/ 0 w 3431443"/>
              <a:gd name="connsiteY0" fmla="*/ 0 h 635534"/>
              <a:gd name="connsiteX1" fmla="*/ 1144128 w 3431443"/>
              <a:gd name="connsiteY1" fmla="*/ 0 h 635534"/>
              <a:gd name="connsiteX2" fmla="*/ 1255762 w 3431443"/>
              <a:gd name="connsiteY2" fmla="*/ 0 h 635534"/>
              <a:gd name="connsiteX3" fmla="*/ 1409044 w 3431443"/>
              <a:gd name="connsiteY3" fmla="*/ 0 h 635534"/>
              <a:gd name="connsiteX4" fmla="*/ 3151090 w 3431443"/>
              <a:gd name="connsiteY4" fmla="*/ 0 h 635534"/>
              <a:gd name="connsiteX5" fmla="*/ 3262725 w 3431443"/>
              <a:gd name="connsiteY5" fmla="*/ 0 h 635534"/>
              <a:gd name="connsiteX6" fmla="*/ 3416007 w 3431443"/>
              <a:gd name="connsiteY6" fmla="*/ 0 h 635534"/>
              <a:gd name="connsiteX7" fmla="*/ 3426902 w 3431443"/>
              <a:gd name="connsiteY7" fmla="*/ 26300 h 635534"/>
              <a:gd name="connsiteX8" fmla="*/ 2862779 w 3431443"/>
              <a:gd name="connsiteY8" fmla="*/ 590421 h 635534"/>
              <a:gd name="connsiteX9" fmla="*/ 2753853 w 3431443"/>
              <a:gd name="connsiteY9" fmla="*/ 635534 h 635534"/>
              <a:gd name="connsiteX10" fmla="*/ 2488937 w 3431443"/>
              <a:gd name="connsiteY10" fmla="*/ 635534 h 635534"/>
              <a:gd name="connsiteX11" fmla="*/ 746891 w 3431443"/>
              <a:gd name="connsiteY11" fmla="*/ 635534 h 635534"/>
              <a:gd name="connsiteX12" fmla="*/ 481974 w 3431443"/>
              <a:gd name="connsiteY12" fmla="*/ 635534 h 635534"/>
              <a:gd name="connsiteX13" fmla="*/ 0 w 3431443"/>
              <a:gd name="connsiteY13" fmla="*/ 635534 h 635534"/>
              <a:gd name="connsiteX14" fmla="*/ 0 w 3431443"/>
              <a:gd name="connsiteY14" fmla="*/ 0 h 63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1443" h="635534">
                <a:moveTo>
                  <a:pt x="0" y="0"/>
                </a:moveTo>
                <a:lnTo>
                  <a:pt x="1144128" y="0"/>
                </a:lnTo>
                <a:lnTo>
                  <a:pt x="1255762" y="0"/>
                </a:lnTo>
                <a:lnTo>
                  <a:pt x="1409044" y="0"/>
                </a:lnTo>
                <a:lnTo>
                  <a:pt x="3151090" y="0"/>
                </a:lnTo>
                <a:lnTo>
                  <a:pt x="3262725" y="0"/>
                </a:lnTo>
                <a:lnTo>
                  <a:pt x="3416007" y="0"/>
                </a:lnTo>
                <a:cubicBezTo>
                  <a:pt x="3429726" y="0"/>
                  <a:pt x="3436607" y="16595"/>
                  <a:pt x="3426902" y="26300"/>
                </a:cubicBezTo>
                <a:lnTo>
                  <a:pt x="2862779" y="590421"/>
                </a:lnTo>
                <a:cubicBezTo>
                  <a:pt x="2833892" y="619309"/>
                  <a:pt x="2794715" y="635534"/>
                  <a:pt x="2753853" y="635534"/>
                </a:cubicBezTo>
                <a:lnTo>
                  <a:pt x="2488937" y="635534"/>
                </a:lnTo>
                <a:lnTo>
                  <a:pt x="746891" y="635534"/>
                </a:lnTo>
                <a:lnTo>
                  <a:pt x="481974" y="635534"/>
                </a:lnTo>
                <a:lnTo>
                  <a:pt x="0" y="635534"/>
                </a:lnTo>
                <a:lnTo>
                  <a:pt x="0" y="0"/>
                </a:lnTo>
                <a:close/>
              </a:path>
            </a:pathLst>
          </a:custGeom>
          <a:gradFill>
            <a:gsLst>
              <a:gs pos="0">
                <a:srgbClr val="0098C7">
                  <a:alpha val="24705"/>
                </a:srgbClr>
              </a:gs>
              <a:gs pos="99000">
                <a:srgbClr val="005C8A">
                  <a:alpha val="24705"/>
                </a:srgbClr>
              </a:gs>
              <a:gs pos="100000">
                <a:srgbClr val="005C8A">
                  <a:alpha val="24705"/>
                </a:srgbClr>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 name="Freeform 8">
            <a:extLst>
              <a:ext uri="{FF2B5EF4-FFF2-40B4-BE49-F238E27FC236}">
                <a16:creationId xmlns:a16="http://schemas.microsoft.com/office/drawing/2014/main" id="{A985BF41-1393-853F-6DDF-DD489DE2FE8F}"/>
              </a:ext>
            </a:extLst>
          </p:cNvPr>
          <p:cNvSpPr/>
          <p:nvPr userDrawn="1"/>
        </p:nvSpPr>
        <p:spPr>
          <a:xfrm>
            <a:off x="0" y="1322675"/>
            <a:ext cx="6667828" cy="1645919"/>
          </a:xfrm>
          <a:custGeom>
            <a:avLst/>
            <a:gdLst>
              <a:gd name="connsiteX0" fmla="*/ 0 w 3205327"/>
              <a:gd name="connsiteY0" fmla="*/ 0 h 731416"/>
              <a:gd name="connsiteX1" fmla="*/ 572932 w 3205327"/>
              <a:gd name="connsiteY1" fmla="*/ 0 h 731416"/>
              <a:gd name="connsiteX2" fmla="*/ 701409 w 3205327"/>
              <a:gd name="connsiteY2" fmla="*/ 0 h 731416"/>
              <a:gd name="connsiteX3" fmla="*/ 877816 w 3205327"/>
              <a:gd name="connsiteY3" fmla="*/ 0 h 731416"/>
              <a:gd name="connsiteX4" fmla="*/ 2882678 w 3205327"/>
              <a:gd name="connsiteY4" fmla="*/ 0 h 731416"/>
              <a:gd name="connsiteX5" fmla="*/ 3011155 w 3205327"/>
              <a:gd name="connsiteY5" fmla="*/ 0 h 731416"/>
              <a:gd name="connsiteX6" fmla="*/ 3187562 w 3205327"/>
              <a:gd name="connsiteY6" fmla="*/ 0 h 731416"/>
              <a:gd name="connsiteX7" fmla="*/ 3200101 w 3205327"/>
              <a:gd name="connsiteY7" fmla="*/ 30268 h 731416"/>
              <a:gd name="connsiteX8" fmla="*/ 2550871 w 3205327"/>
              <a:gd name="connsiteY8" fmla="*/ 679497 h 731416"/>
              <a:gd name="connsiteX9" fmla="*/ 2425512 w 3205327"/>
              <a:gd name="connsiteY9" fmla="*/ 731416 h 731416"/>
              <a:gd name="connsiteX10" fmla="*/ 2120628 w 3205327"/>
              <a:gd name="connsiteY10" fmla="*/ 731416 h 731416"/>
              <a:gd name="connsiteX11" fmla="*/ 115766 w 3205327"/>
              <a:gd name="connsiteY11" fmla="*/ 731416 h 731416"/>
              <a:gd name="connsiteX12" fmla="*/ 0 w 3205327"/>
              <a:gd name="connsiteY12" fmla="*/ 731416 h 73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5327" h="731416">
                <a:moveTo>
                  <a:pt x="0" y="0"/>
                </a:moveTo>
                <a:lnTo>
                  <a:pt x="572932" y="0"/>
                </a:lnTo>
                <a:lnTo>
                  <a:pt x="701409" y="0"/>
                </a:lnTo>
                <a:lnTo>
                  <a:pt x="877816" y="0"/>
                </a:lnTo>
                <a:lnTo>
                  <a:pt x="2882678" y="0"/>
                </a:lnTo>
                <a:lnTo>
                  <a:pt x="3011155" y="0"/>
                </a:lnTo>
                <a:lnTo>
                  <a:pt x="3187562" y="0"/>
                </a:lnTo>
                <a:cubicBezTo>
                  <a:pt x="3203351" y="0"/>
                  <a:pt x="3211270" y="19099"/>
                  <a:pt x="3200101" y="30268"/>
                </a:cubicBezTo>
                <a:lnTo>
                  <a:pt x="2550871" y="679497"/>
                </a:lnTo>
                <a:cubicBezTo>
                  <a:pt x="2517626" y="712743"/>
                  <a:pt x="2472538" y="731416"/>
                  <a:pt x="2425512" y="731416"/>
                </a:cubicBezTo>
                <a:lnTo>
                  <a:pt x="2120628" y="731416"/>
                </a:lnTo>
                <a:lnTo>
                  <a:pt x="115766" y="731416"/>
                </a:lnTo>
                <a:lnTo>
                  <a:pt x="0" y="731416"/>
                </a:lnTo>
                <a:close/>
              </a:path>
            </a:pathLst>
          </a:custGeom>
          <a:gradFill>
            <a:gsLst>
              <a:gs pos="0">
                <a:schemeClr val="accent3"/>
              </a:gs>
              <a:gs pos="36000">
                <a:schemeClr val="accent2"/>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bg1"/>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Tree>
    <p:extLst>
      <p:ext uri="{BB962C8B-B14F-4D97-AF65-F5344CB8AC3E}">
        <p14:creationId xmlns:p14="http://schemas.microsoft.com/office/powerpoint/2010/main" val="102888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Three Icon - Horizontal - Green - RBLF">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4">
              <a:lumMod val="20000"/>
              <a:lumOff val="80000"/>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4">
                    <a:lumMod val="50000"/>
                  </a:schemeClr>
                </a:solidFill>
              </a:defRPr>
            </a:lvl1pPr>
          </a:lstStyle>
          <a:p>
            <a:r>
              <a:rPr lang="en-GB" dirty="0"/>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91E9769B-8BED-31C2-BCC5-5ED788A8862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Verdana" panose="020B060403050404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Verdana" panose="020B0604030504040204" pitchFamily="34" charset="0"/>
            </a:endParaRPr>
          </a:p>
        </p:txBody>
      </p:sp>
      <p:sp>
        <p:nvSpPr>
          <p:cNvPr id="3" name="TextBox 2">
            <a:extLst>
              <a:ext uri="{FF2B5EF4-FFF2-40B4-BE49-F238E27FC236}">
                <a16:creationId xmlns:a16="http://schemas.microsoft.com/office/drawing/2014/main" id="{E5BD7664-B488-7E4F-4D3B-ABAB755733E7}"/>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Metropolis-Regular"/>
                <a:rtl val="0"/>
              </a:rPr>
              <a:t>.  </a:t>
            </a:r>
          </a:p>
        </p:txBody>
      </p:sp>
      <p:grpSp>
        <p:nvGrpSpPr>
          <p:cNvPr id="5" name="Graphic 8">
            <a:extLst>
              <a:ext uri="{FF2B5EF4-FFF2-40B4-BE49-F238E27FC236}">
                <a16:creationId xmlns:a16="http://schemas.microsoft.com/office/drawing/2014/main" id="{D0F9EA36-BB70-5313-044B-80807DA9CCD3}"/>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C2685E30-24AA-7761-80C0-48E5848DA42B}"/>
                </a:ext>
              </a:extLst>
            </p:cNvPr>
            <p:cNvGrpSpPr/>
            <p:nvPr/>
          </p:nvGrpSpPr>
          <p:grpSpPr>
            <a:xfrm>
              <a:off x="745455" y="6594444"/>
              <a:ext cx="722662" cy="98475"/>
              <a:chOff x="745455" y="6594444"/>
              <a:chExt cx="722662" cy="98475"/>
            </a:xfrm>
            <a:solidFill>
              <a:srgbClr val="000000"/>
            </a:solidFill>
          </p:grpSpPr>
          <p:sp>
            <p:nvSpPr>
              <p:cNvPr id="25" name="Freeform 49">
                <a:extLst>
                  <a:ext uri="{FF2B5EF4-FFF2-40B4-BE49-F238E27FC236}">
                    <a16:creationId xmlns:a16="http://schemas.microsoft.com/office/drawing/2014/main" id="{E99FBFD3-FC96-695C-66D3-862CB40AC301}"/>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6" name="Freeform 50">
                <a:extLst>
                  <a:ext uri="{FF2B5EF4-FFF2-40B4-BE49-F238E27FC236}">
                    <a16:creationId xmlns:a16="http://schemas.microsoft.com/office/drawing/2014/main" id="{6CDEBF1C-4273-612B-EE4B-68FA2CD80F6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7" name="Freeform 51">
                <a:extLst>
                  <a:ext uri="{FF2B5EF4-FFF2-40B4-BE49-F238E27FC236}">
                    <a16:creationId xmlns:a16="http://schemas.microsoft.com/office/drawing/2014/main" id="{0AFBAC62-9E83-6584-B456-AD66A2F1363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8" name="Freeform 52">
                <a:extLst>
                  <a:ext uri="{FF2B5EF4-FFF2-40B4-BE49-F238E27FC236}">
                    <a16:creationId xmlns:a16="http://schemas.microsoft.com/office/drawing/2014/main" id="{7AE67FF2-752E-D8BD-6B17-68A624B2764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9" name="Freeform 53">
                <a:extLst>
                  <a:ext uri="{FF2B5EF4-FFF2-40B4-BE49-F238E27FC236}">
                    <a16:creationId xmlns:a16="http://schemas.microsoft.com/office/drawing/2014/main" id="{F274C2D8-E9AD-F8CF-758D-E76DE4236F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54">
                <a:extLst>
                  <a:ext uri="{FF2B5EF4-FFF2-40B4-BE49-F238E27FC236}">
                    <a16:creationId xmlns:a16="http://schemas.microsoft.com/office/drawing/2014/main" id="{8D25EEE2-4428-09D0-2C2E-A4671B9BE44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1" name="Freeform 55">
                <a:extLst>
                  <a:ext uri="{FF2B5EF4-FFF2-40B4-BE49-F238E27FC236}">
                    <a16:creationId xmlns:a16="http://schemas.microsoft.com/office/drawing/2014/main" id="{F812BB8E-233F-3979-A51B-8634E7DB54C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2" name="Freeform 56">
                <a:extLst>
                  <a:ext uri="{FF2B5EF4-FFF2-40B4-BE49-F238E27FC236}">
                    <a16:creationId xmlns:a16="http://schemas.microsoft.com/office/drawing/2014/main" id="{AAA3E88A-2807-2D3B-8F46-54C67622DCB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3" name="Freeform 57">
                <a:extLst>
                  <a:ext uri="{FF2B5EF4-FFF2-40B4-BE49-F238E27FC236}">
                    <a16:creationId xmlns:a16="http://schemas.microsoft.com/office/drawing/2014/main" id="{04F62A2C-C883-D52B-C7F2-32F5EF8E781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4" name="Freeform 58">
                <a:extLst>
                  <a:ext uri="{FF2B5EF4-FFF2-40B4-BE49-F238E27FC236}">
                    <a16:creationId xmlns:a16="http://schemas.microsoft.com/office/drawing/2014/main" id="{D399ED2E-7F86-EDD9-F686-2BD5A307732C}"/>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965D35B2-5C93-A6A0-129B-3451010F0999}"/>
                </a:ext>
              </a:extLst>
            </p:cNvPr>
            <p:cNvGrpSpPr/>
            <p:nvPr/>
          </p:nvGrpSpPr>
          <p:grpSpPr>
            <a:xfrm>
              <a:off x="265625" y="6323271"/>
              <a:ext cx="1249223" cy="190348"/>
              <a:chOff x="265625" y="6323271"/>
              <a:chExt cx="1249223" cy="190348"/>
            </a:xfrm>
            <a:solidFill>
              <a:srgbClr val="000000"/>
            </a:solidFill>
          </p:grpSpPr>
          <p:sp>
            <p:nvSpPr>
              <p:cNvPr id="8" name="Freeform 60">
                <a:extLst>
                  <a:ext uri="{FF2B5EF4-FFF2-40B4-BE49-F238E27FC236}">
                    <a16:creationId xmlns:a16="http://schemas.microsoft.com/office/drawing/2014/main" id="{E0FFA6EF-56B4-D322-134D-C0560EC0235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61">
                <a:extLst>
                  <a:ext uri="{FF2B5EF4-FFF2-40B4-BE49-F238E27FC236}">
                    <a16:creationId xmlns:a16="http://schemas.microsoft.com/office/drawing/2014/main" id="{5E208487-B1C7-8686-5965-DD8E1AF8ABB5}"/>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40722565-B854-AEC2-6FDD-4F8379CDFC6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AD2CAD7B-FFD3-87BD-81A9-89308D8D353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2E1E1374-E627-8B13-838C-C8E843CA72B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3D1EB2FF-6096-0636-BB9E-03CEF2B07E8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66">
                <a:extLst>
                  <a:ext uri="{FF2B5EF4-FFF2-40B4-BE49-F238E27FC236}">
                    <a16:creationId xmlns:a16="http://schemas.microsoft.com/office/drawing/2014/main" id="{A9F2620B-E7EA-2199-0614-41C3DC49F39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 name="TextBox 3">
            <a:extLst>
              <a:ext uri="{FF2B5EF4-FFF2-40B4-BE49-F238E27FC236}">
                <a16:creationId xmlns:a16="http://schemas.microsoft.com/office/drawing/2014/main" id="{D509BAC9-1014-CADB-5852-96D2DBA9D8F9}"/>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41817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hree Icon - Fancy - RBLF">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601F6BC8-890F-E2DA-3AF7-13EDFB2F57AD}"/>
              </a:ext>
            </a:extLst>
          </p:cNvPr>
          <p:cNvSpPr>
            <a:spLocks/>
          </p:cNvSpPr>
          <p:nvPr userDrawn="1"/>
        </p:nvSpPr>
        <p:spPr>
          <a:xfrm>
            <a:off x="8226351" y="1899065"/>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5" name="Oval 4">
            <a:extLst>
              <a:ext uri="{FF2B5EF4-FFF2-40B4-BE49-F238E27FC236}">
                <a16:creationId xmlns:a16="http://schemas.microsoft.com/office/drawing/2014/main" id="{CAD2CE7C-A738-5DAC-E359-C64BB0405D4D}"/>
              </a:ext>
            </a:extLst>
          </p:cNvPr>
          <p:cNvSpPr>
            <a:spLocks/>
          </p:cNvSpPr>
          <p:nvPr userDrawn="1"/>
        </p:nvSpPr>
        <p:spPr>
          <a:xfrm>
            <a:off x="5023569" y="1899065"/>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2" name="Oval 1">
            <a:extLst>
              <a:ext uri="{FF2B5EF4-FFF2-40B4-BE49-F238E27FC236}">
                <a16:creationId xmlns:a16="http://schemas.microsoft.com/office/drawing/2014/main" id="{D8410044-EE97-EC7C-9316-78E9B303D358}"/>
              </a:ext>
            </a:extLst>
          </p:cNvPr>
          <p:cNvSpPr>
            <a:spLocks/>
          </p:cNvSpPr>
          <p:nvPr userDrawn="1"/>
        </p:nvSpPr>
        <p:spPr>
          <a:xfrm>
            <a:off x="1820788" y="1899065"/>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solidFill>
            <a:schemeClr val="accent4"/>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latin typeface="Arial" panose="020B0604020202020204" pitchFamily="34" charset="0"/>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Metropolis" panose="020B0606030504020204" pitchFamily="34" charset="0"/>
              <a:buChar char="​"/>
              <a:defRPr/>
            </a:lvl2pPr>
          </a:lstStyle>
          <a:p>
            <a:pPr lvl="0"/>
            <a:r>
              <a:rPr lang="en-US" dirty="0"/>
              <a:t>add icon</a:t>
            </a:r>
            <a:br>
              <a:rPr lang="en-US" dirty="0"/>
            </a:br>
            <a:r>
              <a:rPr lang="en-US" dirty="0"/>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Metropolis" panose="020B0606030504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solidFill>
            <a:schemeClr val="accent3"/>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Arial" panose="020B0604020202020204" pitchFamily="34" charset="0"/>
            </a:endParaRPr>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Metropolis" panose="020B0606030504020204" pitchFamily="34" charset="0"/>
              <a:buChar char="​"/>
              <a:defRPr/>
            </a:lvl2pPr>
          </a:lstStyle>
          <a:p>
            <a:pPr lvl="0"/>
            <a:r>
              <a:rPr lang="en-US" dirty="0"/>
              <a:t>add icon</a:t>
            </a:r>
            <a:br>
              <a:rPr lang="en-US" dirty="0"/>
            </a:br>
            <a:r>
              <a:rPr lang="en-US" dirty="0"/>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Metropolis" panose="020B0606030504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Metropolis" panose="020B0606030504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solidFill>
            <a:schemeClr val="accent2"/>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Arial" panose="020B0604020202020204" pitchFamily="34" charset="0"/>
            </a:endParaRPr>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Metropolis" panose="020B0606030504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Metropolis" panose="020B0606030504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Metropolis" panose="020B0606030504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latin typeface="Arial" panose="020B0604020202020204" pitchFamily="34" charset="0"/>
              </a:rPr>
              <a:pPr lvl="0" algn="r"/>
              <a:t>‹#›</a:t>
            </a:fld>
            <a:endParaRPr lang="en-US" dirty="0">
              <a:latin typeface="Arial" panose="020B0604020202020204" pitchFamily="34" charset="0"/>
            </a:endParaRPr>
          </a:p>
        </p:txBody>
      </p:sp>
    </p:spTree>
    <p:extLst>
      <p:ext uri="{BB962C8B-B14F-4D97-AF65-F5344CB8AC3E}">
        <p14:creationId xmlns:p14="http://schemas.microsoft.com/office/powerpoint/2010/main" val="3546019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577129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cSld name="Section Header – Aqua - RBLF - Photo">
    <p:spTree>
      <p:nvGrpSpPr>
        <p:cNvPr id="1" name=""/>
        <p:cNvGrpSpPr/>
        <p:nvPr/>
      </p:nvGrpSpPr>
      <p:grpSpPr>
        <a:xfrm>
          <a:off x="0" y="0"/>
          <a:ext cx="0" cy="0"/>
          <a:chOff x="0" y="0"/>
          <a:chExt cx="0" cy="0"/>
        </a:xfrm>
      </p:grpSpPr>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Freeform 17">
            <a:extLst>
              <a:ext uri="{FF2B5EF4-FFF2-40B4-BE49-F238E27FC236}">
                <a16:creationId xmlns:a16="http://schemas.microsoft.com/office/drawing/2014/main" id="{AA8AB603-8151-B92A-7BB6-D43CB0D7CBEC}"/>
              </a:ext>
            </a:extLst>
          </p:cNvPr>
          <p:cNvSpPr/>
          <p:nvPr userDrawn="1"/>
        </p:nvSpPr>
        <p:spPr>
          <a:xfrm>
            <a:off x="804256" y="1630700"/>
            <a:ext cx="5930781" cy="1234713"/>
          </a:xfrm>
          <a:custGeom>
            <a:avLst/>
            <a:gdLst>
              <a:gd name="connsiteX0" fmla="*/ 0 w 3431443"/>
              <a:gd name="connsiteY0" fmla="*/ 0 h 635534"/>
              <a:gd name="connsiteX1" fmla="*/ 1144128 w 3431443"/>
              <a:gd name="connsiteY1" fmla="*/ 0 h 635534"/>
              <a:gd name="connsiteX2" fmla="*/ 1255762 w 3431443"/>
              <a:gd name="connsiteY2" fmla="*/ 0 h 635534"/>
              <a:gd name="connsiteX3" fmla="*/ 1409044 w 3431443"/>
              <a:gd name="connsiteY3" fmla="*/ 0 h 635534"/>
              <a:gd name="connsiteX4" fmla="*/ 3151090 w 3431443"/>
              <a:gd name="connsiteY4" fmla="*/ 0 h 635534"/>
              <a:gd name="connsiteX5" fmla="*/ 3262725 w 3431443"/>
              <a:gd name="connsiteY5" fmla="*/ 0 h 635534"/>
              <a:gd name="connsiteX6" fmla="*/ 3416007 w 3431443"/>
              <a:gd name="connsiteY6" fmla="*/ 0 h 635534"/>
              <a:gd name="connsiteX7" fmla="*/ 3426902 w 3431443"/>
              <a:gd name="connsiteY7" fmla="*/ 26300 h 635534"/>
              <a:gd name="connsiteX8" fmla="*/ 2862779 w 3431443"/>
              <a:gd name="connsiteY8" fmla="*/ 590421 h 635534"/>
              <a:gd name="connsiteX9" fmla="*/ 2753853 w 3431443"/>
              <a:gd name="connsiteY9" fmla="*/ 635534 h 635534"/>
              <a:gd name="connsiteX10" fmla="*/ 2488937 w 3431443"/>
              <a:gd name="connsiteY10" fmla="*/ 635534 h 635534"/>
              <a:gd name="connsiteX11" fmla="*/ 746891 w 3431443"/>
              <a:gd name="connsiteY11" fmla="*/ 635534 h 635534"/>
              <a:gd name="connsiteX12" fmla="*/ 481974 w 3431443"/>
              <a:gd name="connsiteY12" fmla="*/ 635534 h 635534"/>
              <a:gd name="connsiteX13" fmla="*/ 0 w 3431443"/>
              <a:gd name="connsiteY13" fmla="*/ 635534 h 635534"/>
              <a:gd name="connsiteX14" fmla="*/ 0 w 3431443"/>
              <a:gd name="connsiteY14" fmla="*/ 0 h 63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1443" h="635534">
                <a:moveTo>
                  <a:pt x="0" y="0"/>
                </a:moveTo>
                <a:lnTo>
                  <a:pt x="1144128" y="0"/>
                </a:lnTo>
                <a:lnTo>
                  <a:pt x="1255762" y="0"/>
                </a:lnTo>
                <a:lnTo>
                  <a:pt x="1409044" y="0"/>
                </a:lnTo>
                <a:lnTo>
                  <a:pt x="3151090" y="0"/>
                </a:lnTo>
                <a:lnTo>
                  <a:pt x="3262725" y="0"/>
                </a:lnTo>
                <a:lnTo>
                  <a:pt x="3416007" y="0"/>
                </a:lnTo>
                <a:cubicBezTo>
                  <a:pt x="3429726" y="0"/>
                  <a:pt x="3436607" y="16595"/>
                  <a:pt x="3426902" y="26300"/>
                </a:cubicBezTo>
                <a:lnTo>
                  <a:pt x="2862779" y="590421"/>
                </a:lnTo>
                <a:cubicBezTo>
                  <a:pt x="2833892" y="619309"/>
                  <a:pt x="2794715" y="635534"/>
                  <a:pt x="2753853" y="635534"/>
                </a:cubicBezTo>
                <a:lnTo>
                  <a:pt x="2488937" y="635534"/>
                </a:lnTo>
                <a:lnTo>
                  <a:pt x="746891" y="635534"/>
                </a:lnTo>
                <a:lnTo>
                  <a:pt x="481974" y="635534"/>
                </a:lnTo>
                <a:lnTo>
                  <a:pt x="0" y="635534"/>
                </a:lnTo>
                <a:lnTo>
                  <a:pt x="0" y="0"/>
                </a:lnTo>
                <a:close/>
              </a:path>
            </a:pathLst>
          </a:custGeom>
          <a:gradFill>
            <a:gsLst>
              <a:gs pos="0">
                <a:srgbClr val="0098C7">
                  <a:alpha val="24705"/>
                </a:srgbClr>
              </a:gs>
              <a:gs pos="99000">
                <a:srgbClr val="005C8A">
                  <a:alpha val="24705"/>
                </a:srgbClr>
              </a:gs>
              <a:gs pos="100000">
                <a:srgbClr val="005C8A">
                  <a:alpha val="24705"/>
                </a:srgbClr>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 name="Freeform 8">
            <a:extLst>
              <a:ext uri="{FF2B5EF4-FFF2-40B4-BE49-F238E27FC236}">
                <a16:creationId xmlns:a16="http://schemas.microsoft.com/office/drawing/2014/main" id="{A985BF41-1393-853F-6DDF-DD489DE2FE8F}"/>
              </a:ext>
            </a:extLst>
          </p:cNvPr>
          <p:cNvSpPr/>
          <p:nvPr userDrawn="1"/>
        </p:nvSpPr>
        <p:spPr>
          <a:xfrm>
            <a:off x="0" y="1322675"/>
            <a:ext cx="6667828" cy="1645919"/>
          </a:xfrm>
          <a:custGeom>
            <a:avLst/>
            <a:gdLst>
              <a:gd name="connsiteX0" fmla="*/ 0 w 3205327"/>
              <a:gd name="connsiteY0" fmla="*/ 0 h 731416"/>
              <a:gd name="connsiteX1" fmla="*/ 572932 w 3205327"/>
              <a:gd name="connsiteY1" fmla="*/ 0 h 731416"/>
              <a:gd name="connsiteX2" fmla="*/ 701409 w 3205327"/>
              <a:gd name="connsiteY2" fmla="*/ 0 h 731416"/>
              <a:gd name="connsiteX3" fmla="*/ 877816 w 3205327"/>
              <a:gd name="connsiteY3" fmla="*/ 0 h 731416"/>
              <a:gd name="connsiteX4" fmla="*/ 2882678 w 3205327"/>
              <a:gd name="connsiteY4" fmla="*/ 0 h 731416"/>
              <a:gd name="connsiteX5" fmla="*/ 3011155 w 3205327"/>
              <a:gd name="connsiteY5" fmla="*/ 0 h 731416"/>
              <a:gd name="connsiteX6" fmla="*/ 3187562 w 3205327"/>
              <a:gd name="connsiteY6" fmla="*/ 0 h 731416"/>
              <a:gd name="connsiteX7" fmla="*/ 3200101 w 3205327"/>
              <a:gd name="connsiteY7" fmla="*/ 30268 h 731416"/>
              <a:gd name="connsiteX8" fmla="*/ 2550871 w 3205327"/>
              <a:gd name="connsiteY8" fmla="*/ 679497 h 731416"/>
              <a:gd name="connsiteX9" fmla="*/ 2425512 w 3205327"/>
              <a:gd name="connsiteY9" fmla="*/ 731416 h 731416"/>
              <a:gd name="connsiteX10" fmla="*/ 2120628 w 3205327"/>
              <a:gd name="connsiteY10" fmla="*/ 731416 h 731416"/>
              <a:gd name="connsiteX11" fmla="*/ 115766 w 3205327"/>
              <a:gd name="connsiteY11" fmla="*/ 731416 h 731416"/>
              <a:gd name="connsiteX12" fmla="*/ 0 w 3205327"/>
              <a:gd name="connsiteY12" fmla="*/ 731416 h 73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5327" h="731416">
                <a:moveTo>
                  <a:pt x="0" y="0"/>
                </a:moveTo>
                <a:lnTo>
                  <a:pt x="572932" y="0"/>
                </a:lnTo>
                <a:lnTo>
                  <a:pt x="701409" y="0"/>
                </a:lnTo>
                <a:lnTo>
                  <a:pt x="877816" y="0"/>
                </a:lnTo>
                <a:lnTo>
                  <a:pt x="2882678" y="0"/>
                </a:lnTo>
                <a:lnTo>
                  <a:pt x="3011155" y="0"/>
                </a:lnTo>
                <a:lnTo>
                  <a:pt x="3187562" y="0"/>
                </a:lnTo>
                <a:cubicBezTo>
                  <a:pt x="3203351" y="0"/>
                  <a:pt x="3211270" y="19099"/>
                  <a:pt x="3200101" y="30268"/>
                </a:cubicBezTo>
                <a:lnTo>
                  <a:pt x="2550871" y="679497"/>
                </a:lnTo>
                <a:cubicBezTo>
                  <a:pt x="2517626" y="712743"/>
                  <a:pt x="2472538" y="731416"/>
                  <a:pt x="2425512" y="731416"/>
                </a:cubicBezTo>
                <a:lnTo>
                  <a:pt x="2120628" y="731416"/>
                </a:lnTo>
                <a:lnTo>
                  <a:pt x="115766" y="731416"/>
                </a:lnTo>
                <a:lnTo>
                  <a:pt x="0" y="731416"/>
                </a:lnTo>
                <a:close/>
              </a:path>
            </a:pathLst>
          </a:custGeom>
          <a:gradFill>
            <a:gsLst>
              <a:gs pos="0">
                <a:schemeClr val="accent3"/>
              </a:gs>
              <a:gs pos="36000">
                <a:schemeClr val="accent2"/>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bg1"/>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Tree>
    <p:extLst>
      <p:ext uri="{BB962C8B-B14F-4D97-AF65-F5344CB8AC3E}">
        <p14:creationId xmlns:p14="http://schemas.microsoft.com/office/powerpoint/2010/main" val="555407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userDrawn="1">
  <p:cSld name="Actuall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1284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Five Icon - Fancy - RBLF">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BAFC2F25-50FC-743D-8875-82EAA4EE6453}"/>
              </a:ext>
            </a:extLst>
          </p:cNvPr>
          <p:cNvSpPr>
            <a:spLocks/>
          </p:cNvSpPr>
          <p:nvPr userDrawn="1"/>
        </p:nvSpPr>
        <p:spPr>
          <a:xfrm>
            <a:off x="9588109" y="1908299"/>
            <a:ext cx="2141686" cy="2141686"/>
          </a:xfrm>
          <a:prstGeom prst="ellipse">
            <a:avLst/>
          </a:prstGeom>
          <a:solidFill>
            <a:schemeClr val="tx1">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Oval 1">
            <a:extLst>
              <a:ext uri="{FF2B5EF4-FFF2-40B4-BE49-F238E27FC236}">
                <a16:creationId xmlns:a16="http://schemas.microsoft.com/office/drawing/2014/main" id="{829618C8-6897-46A8-C683-D147469A957A}"/>
              </a:ext>
            </a:extLst>
          </p:cNvPr>
          <p:cNvSpPr>
            <a:spLocks/>
          </p:cNvSpPr>
          <p:nvPr userDrawn="1"/>
        </p:nvSpPr>
        <p:spPr>
          <a:xfrm>
            <a:off x="7311052" y="1908299"/>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4" name="Oval 3">
            <a:extLst>
              <a:ext uri="{FF2B5EF4-FFF2-40B4-BE49-F238E27FC236}">
                <a16:creationId xmlns:a16="http://schemas.microsoft.com/office/drawing/2014/main" id="{CA840E68-C57E-DCBB-945A-6A62A45F1D8F}"/>
              </a:ext>
            </a:extLst>
          </p:cNvPr>
          <p:cNvSpPr>
            <a:spLocks/>
          </p:cNvSpPr>
          <p:nvPr userDrawn="1"/>
        </p:nvSpPr>
        <p:spPr>
          <a:xfrm>
            <a:off x="5040149" y="1908299"/>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 name="Oval 4">
            <a:extLst>
              <a:ext uri="{FF2B5EF4-FFF2-40B4-BE49-F238E27FC236}">
                <a16:creationId xmlns:a16="http://schemas.microsoft.com/office/drawing/2014/main" id="{31E2F662-6415-4B32-A3E4-6440423BAEF3}"/>
              </a:ext>
            </a:extLst>
          </p:cNvPr>
          <p:cNvSpPr>
            <a:spLocks/>
          </p:cNvSpPr>
          <p:nvPr userDrawn="1"/>
        </p:nvSpPr>
        <p:spPr>
          <a:xfrm>
            <a:off x="2736088" y="1908299"/>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6" name="Oval 5">
            <a:extLst>
              <a:ext uri="{FF2B5EF4-FFF2-40B4-BE49-F238E27FC236}">
                <a16:creationId xmlns:a16="http://schemas.microsoft.com/office/drawing/2014/main" id="{C4D5E98A-14B2-2162-5BA1-BD39CFF7A3DB}"/>
              </a:ext>
            </a:extLst>
          </p:cNvPr>
          <p:cNvSpPr>
            <a:spLocks/>
          </p:cNvSpPr>
          <p:nvPr userDrawn="1"/>
        </p:nvSpPr>
        <p:spPr>
          <a:xfrm>
            <a:off x="454407" y="1908299"/>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solidFill>
            <a:schemeClr val="accent4"/>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Metropolis" panose="020B0606030504020204" pitchFamily="34" charset="0"/>
              <a:buChar char="​"/>
              <a:defRPr/>
            </a:lvl2pPr>
          </a:lstStyle>
          <a:p>
            <a:pPr lvl="0"/>
            <a:r>
              <a:rPr lang="en-US" dirty="0"/>
              <a:t>add icon</a:t>
            </a:r>
            <a:br>
              <a:rPr lang="en-US" dirty="0"/>
            </a:br>
            <a:r>
              <a:rPr lang="en-US" dirty="0"/>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Metropoli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solidFill>
            <a:schemeClr val="accent3"/>
          </a:solid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Metropolis" panose="020B0606030504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Metropoli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Metropolis" panose="020B0606030504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solidFill>
            <a:schemeClr val="accent2"/>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Metropolis" panose="020B0606030504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Metropoli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Metropolis" panose="020B0606030504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solidFill>
            <a:schemeClr val="accent5"/>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Metropolis" panose="020B0606030504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Metropoli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Metropolis" panose="020B0606030504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solidFill>
            <a:schemeClr val="tx2"/>
          </a:solidFill>
          <a:ln w="381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Metropolis" panose="020B0606030504020204" pitchFamily="34" charset="0"/>
              <a:buChar char="​"/>
              <a:defRPr/>
            </a:lvl2pPr>
          </a:lstStyle>
          <a:p>
            <a:pPr lvl="0"/>
            <a:r>
              <a:rPr lang="en-US" dirty="0"/>
              <a:t>add icon</a:t>
            </a:r>
            <a:br>
              <a:rPr lang="en-US" dirty="0"/>
            </a:br>
            <a:r>
              <a:rPr lang="en-US" dirty="0"/>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Metropoli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Metropolis" panose="020B0606030504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427867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Four Icon - Fancy - RBLF">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2402A473-8BC9-DDE2-85BB-4816BB586A4F}"/>
              </a:ext>
            </a:extLst>
          </p:cNvPr>
          <p:cNvSpPr>
            <a:spLocks/>
          </p:cNvSpPr>
          <p:nvPr userDrawn="1"/>
        </p:nvSpPr>
        <p:spPr>
          <a:xfrm>
            <a:off x="9150335" y="1904508"/>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5" name="Oval 4">
            <a:extLst>
              <a:ext uri="{FF2B5EF4-FFF2-40B4-BE49-F238E27FC236}">
                <a16:creationId xmlns:a16="http://schemas.microsoft.com/office/drawing/2014/main" id="{FA97217A-AFD7-3E8C-4060-5AB913DCA2AE}"/>
              </a:ext>
            </a:extLst>
          </p:cNvPr>
          <p:cNvSpPr>
            <a:spLocks/>
          </p:cNvSpPr>
          <p:nvPr userDrawn="1"/>
        </p:nvSpPr>
        <p:spPr>
          <a:xfrm>
            <a:off x="6405736" y="1904508"/>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4" name="Oval 3">
            <a:extLst>
              <a:ext uri="{FF2B5EF4-FFF2-40B4-BE49-F238E27FC236}">
                <a16:creationId xmlns:a16="http://schemas.microsoft.com/office/drawing/2014/main" id="{39063D4E-CA79-47A5-E4AA-D23B0DA056E1}"/>
              </a:ext>
            </a:extLst>
          </p:cNvPr>
          <p:cNvSpPr>
            <a:spLocks/>
          </p:cNvSpPr>
          <p:nvPr userDrawn="1"/>
        </p:nvSpPr>
        <p:spPr>
          <a:xfrm>
            <a:off x="3650568" y="1905843"/>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2" name="Oval 1">
            <a:extLst>
              <a:ext uri="{FF2B5EF4-FFF2-40B4-BE49-F238E27FC236}">
                <a16:creationId xmlns:a16="http://schemas.microsoft.com/office/drawing/2014/main" id="{EF24F155-BFA1-D04C-7B9C-42080999EDC5}"/>
              </a:ext>
            </a:extLst>
          </p:cNvPr>
          <p:cNvSpPr>
            <a:spLocks/>
          </p:cNvSpPr>
          <p:nvPr userDrawn="1"/>
        </p:nvSpPr>
        <p:spPr>
          <a:xfrm>
            <a:off x="909385" y="1904508"/>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solidFill>
            <a:schemeClr val="accent4"/>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latin typeface="Arial" panose="020B0604020202020204" pitchFamily="34" charset="0"/>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Metropolis" panose="020B0606030504020204" pitchFamily="34" charset="0"/>
              <a:buChar char="​"/>
              <a:defRPr/>
            </a:lvl2pPr>
          </a:lstStyle>
          <a:p>
            <a:pPr lvl="0"/>
            <a:r>
              <a:rPr lang="en-US" dirty="0"/>
              <a:t>add icon</a:t>
            </a:r>
            <a:br>
              <a:rPr lang="en-US" dirty="0"/>
            </a:br>
            <a:r>
              <a:rPr lang="en-US" dirty="0"/>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Metropolis" panose="020B0606030504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Metropolis" panose="020B0606030504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solidFill>
            <a:schemeClr val="accent3"/>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latin typeface="Arial" panose="020B0604020202020204" pitchFamily="34" charset="0"/>
            </a:endParaRPr>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Metropolis" panose="020B0606030504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Metropolis" panose="020B0606030504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Metropolis" panose="020B0606030504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solidFill>
            <a:schemeClr val="accent2"/>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latin typeface="Arial" panose="020B0604020202020204" pitchFamily="34" charset="0"/>
            </a:endParaRPr>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Metropolis" panose="020B0606030504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Metropolis" panose="020B0606030504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Metropolis" panose="020B0606030504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solidFill>
            <a:schemeClr val="accent5"/>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Arial" panose="020B0604020202020204" pitchFamily="34" charset="0"/>
            </a:endParaRPr>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Metropolis" panose="020B0606030504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Metropolis" panose="020B0606030504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Metropolis" panose="020B0606030504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latin typeface="Arial" panose="020B0604020202020204" pitchFamily="34" charset="0"/>
              </a:rPr>
              <a:pPr lvl="0" algn="r"/>
              <a:t>‹#›</a:t>
            </a:fld>
            <a:endParaRPr lang="en-US" dirty="0">
              <a:latin typeface="Arial" panose="020B0604020202020204" pitchFamily="34" charset="0"/>
            </a:endParaRPr>
          </a:p>
        </p:txBody>
      </p:sp>
    </p:spTree>
    <p:extLst>
      <p:ext uri="{BB962C8B-B14F-4D97-AF65-F5344CB8AC3E}">
        <p14:creationId xmlns:p14="http://schemas.microsoft.com/office/powerpoint/2010/main" val="3624246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matchingName="Title Slide 1" preserve="1" userDrawn="1">
  <p:cSld name="Title Slide 1">
    <p:bg>
      <p:bgPr>
        <a:gradFill>
          <a:gsLst>
            <a:gs pos="0">
              <a:srgbClr val="005BF8"/>
            </a:gs>
            <a:gs pos="13000">
              <a:srgbClr val="0036A4"/>
            </a:gs>
            <a:gs pos="39000">
              <a:srgbClr val="001559"/>
            </a:gs>
            <a:gs pos="100000">
              <a:srgbClr val="001559"/>
            </a:gs>
          </a:gsLst>
          <a:lin ang="18900044" scaled="0"/>
        </a:gradFill>
        <a:effectLst/>
      </p:bgPr>
    </p:bg>
    <p:spTree>
      <p:nvGrpSpPr>
        <p:cNvPr id="1" name="Shape 20"/>
        <p:cNvGrpSpPr/>
        <p:nvPr/>
      </p:nvGrpSpPr>
      <p:grpSpPr>
        <a:xfrm>
          <a:off x="0" y="0"/>
          <a:ext cx="0" cy="0"/>
          <a:chOff x="0" y="0"/>
          <a:chExt cx="0" cy="0"/>
        </a:xfrm>
      </p:grpSpPr>
      <p:pic>
        <p:nvPicPr>
          <p:cNvPr id="21" name="Google Shape;21;p3" descr="A black background with blue dots&#10;&#10;Description automatically generated"/>
          <p:cNvPicPr preferRelativeResize="0"/>
          <p:nvPr/>
        </p:nvPicPr>
        <p:blipFill rotWithShape="1">
          <a:blip r:embed="rId2">
            <a:alphaModFix/>
          </a:blip>
          <a:srcRect/>
          <a:stretch/>
        </p:blipFill>
        <p:spPr>
          <a:xfrm>
            <a:off x="-3178" y="0"/>
            <a:ext cx="12192005" cy="6858000"/>
          </a:xfrm>
          <a:prstGeom prst="rect">
            <a:avLst/>
          </a:prstGeom>
          <a:noFill/>
          <a:ln>
            <a:noFill/>
          </a:ln>
        </p:spPr>
      </p:pic>
      <p:sp>
        <p:nvSpPr>
          <p:cNvPr id="22" name="Google Shape;22;p3"/>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Figtree" pitchFamily="2" charset="0"/>
                <a:ea typeface="Figtree" pitchFamily="2" charset="0"/>
                <a:cs typeface="Figtree" pitchFamily="2" charset="0"/>
                <a:sym typeface="Figtree" pitchFamily="2" charset="0"/>
              </a:rPr>
              <a:t>‹#›</a:t>
            </a:fld>
            <a:endParaRPr sz="800">
              <a:solidFill>
                <a:schemeClr val="dk2"/>
              </a:solidFill>
              <a:latin typeface="Figtree" pitchFamily="2" charset="0"/>
              <a:ea typeface="Figtree" pitchFamily="2" charset="0"/>
              <a:cs typeface="Figtree" pitchFamily="2" charset="0"/>
              <a:sym typeface="Figtree" pitchFamily="2" charset="0"/>
            </a:endParaRPr>
          </a:p>
        </p:txBody>
      </p:sp>
      <p:pic>
        <p:nvPicPr>
          <p:cNvPr id="23" name="Google Shape;23;p3"/>
          <p:cNvPicPr preferRelativeResize="0"/>
          <p:nvPr/>
        </p:nvPicPr>
        <p:blipFill rotWithShape="1">
          <a:blip r:embed="rId3">
            <a:alphaModFix/>
          </a:blip>
          <a:srcRect/>
          <a:stretch/>
        </p:blipFill>
        <p:spPr>
          <a:xfrm>
            <a:off x="577144" y="608194"/>
            <a:ext cx="2797915" cy="368506"/>
          </a:xfrm>
          <a:prstGeom prst="rect">
            <a:avLst/>
          </a:prstGeom>
          <a:noFill/>
          <a:ln>
            <a:noFill/>
          </a:ln>
        </p:spPr>
      </p:pic>
      <p:pic>
        <p:nvPicPr>
          <p:cNvPr id="24" name="Google Shape;24;p3"/>
          <p:cNvPicPr preferRelativeResize="0"/>
          <p:nvPr/>
        </p:nvPicPr>
        <p:blipFill rotWithShape="1">
          <a:blip r:embed="rId4">
            <a:alphaModFix/>
          </a:blip>
          <a:srcRect/>
          <a:stretch/>
        </p:blipFill>
        <p:spPr>
          <a:xfrm>
            <a:off x="4857750" y="-618099"/>
            <a:ext cx="8094196" cy="8094196"/>
          </a:xfrm>
          <a:prstGeom prst="rect">
            <a:avLst/>
          </a:prstGeom>
          <a:noFill/>
          <a:ln>
            <a:noFill/>
          </a:ln>
        </p:spPr>
      </p:pic>
      <p:sp>
        <p:nvSpPr>
          <p:cNvPr id="25" name="Google Shape;25;p3"/>
          <p:cNvSpPr txBox="1">
            <a:spLocks noGrp="1"/>
          </p:cNvSpPr>
          <p:nvPr>
            <p:ph type="title"/>
          </p:nvPr>
        </p:nvSpPr>
        <p:spPr>
          <a:xfrm>
            <a:off x="577144" y="2057400"/>
            <a:ext cx="5357100" cy="1140600"/>
          </a:xfrm>
          <a:prstGeom prst="rect">
            <a:avLst/>
          </a:prstGeom>
        </p:spPr>
        <p:txBody>
          <a:bodyPr spcFirstLastPara="1" wrap="square" lIns="0" tIns="0" rIns="0" bIns="0" anchor="b"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6" name="Google Shape;26;p3"/>
          <p:cNvSpPr txBox="1">
            <a:spLocks noGrp="1"/>
          </p:cNvSpPr>
          <p:nvPr>
            <p:ph type="subTitle" idx="1"/>
          </p:nvPr>
        </p:nvSpPr>
        <p:spPr>
          <a:xfrm>
            <a:off x="577144" y="3429000"/>
            <a:ext cx="5357100" cy="5778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800"/>
              <a:buNone/>
              <a:defRPr>
                <a:solidFill>
                  <a:schemeClr val="lt1"/>
                </a:solidFill>
              </a:defRPr>
            </a:lvl1pPr>
            <a:lvl2pPr lvl="1">
              <a:spcBef>
                <a:spcPts val="1200"/>
              </a:spcBef>
              <a:spcAft>
                <a:spcPts val="0"/>
              </a:spcAft>
              <a:buClr>
                <a:schemeClr val="lt1"/>
              </a:buClr>
              <a:buSzPts val="1620"/>
              <a:buNone/>
              <a:defRPr>
                <a:solidFill>
                  <a:schemeClr val="lt1"/>
                </a:solidFill>
              </a:defRPr>
            </a:lvl2pPr>
            <a:lvl3pPr lvl="2">
              <a:spcBef>
                <a:spcPts val="1200"/>
              </a:spcBef>
              <a:spcAft>
                <a:spcPts val="0"/>
              </a:spcAft>
              <a:buClr>
                <a:schemeClr val="lt1"/>
              </a:buClr>
              <a:buSzPts val="1440"/>
              <a:buNone/>
              <a:defRPr>
                <a:solidFill>
                  <a:schemeClr val="lt1"/>
                </a:solidFill>
              </a:defRPr>
            </a:lvl3pPr>
            <a:lvl4pPr lvl="3">
              <a:spcBef>
                <a:spcPts val="1200"/>
              </a:spcBef>
              <a:spcAft>
                <a:spcPts val="0"/>
              </a:spcAft>
              <a:buClr>
                <a:schemeClr val="lt1"/>
              </a:buClr>
              <a:buSzPts val="1260"/>
              <a:buNone/>
              <a:defRPr>
                <a:solidFill>
                  <a:schemeClr val="lt1"/>
                </a:solidFill>
              </a:defRPr>
            </a:lvl4pPr>
            <a:lvl5pPr lvl="4">
              <a:spcBef>
                <a:spcPts val="1200"/>
              </a:spcBef>
              <a:spcAft>
                <a:spcPts val="0"/>
              </a:spcAft>
              <a:buClr>
                <a:schemeClr val="lt1"/>
              </a:buClr>
              <a:buSzPts val="1260"/>
              <a:buNone/>
              <a:defRPr>
                <a:solidFill>
                  <a:schemeClr val="lt1"/>
                </a:solidFill>
              </a:defRPr>
            </a:lvl5pPr>
            <a:lvl6pPr lvl="5">
              <a:spcBef>
                <a:spcPts val="1200"/>
              </a:spcBef>
              <a:spcAft>
                <a:spcPts val="0"/>
              </a:spcAft>
              <a:buClr>
                <a:schemeClr val="lt1"/>
              </a:buClr>
              <a:buSzPts val="1260"/>
              <a:buNone/>
              <a:defRPr>
                <a:solidFill>
                  <a:schemeClr val="lt1"/>
                </a:solidFill>
              </a:defRPr>
            </a:lvl6pPr>
            <a:lvl7pPr lvl="6">
              <a:spcBef>
                <a:spcPts val="1200"/>
              </a:spcBef>
              <a:spcAft>
                <a:spcPts val="0"/>
              </a:spcAft>
              <a:buClr>
                <a:schemeClr val="lt1"/>
              </a:buClr>
              <a:buSzPts val="1260"/>
              <a:buNone/>
              <a:defRPr>
                <a:solidFill>
                  <a:schemeClr val="lt1"/>
                </a:solidFill>
              </a:defRPr>
            </a:lvl7pPr>
            <a:lvl8pPr lvl="7">
              <a:spcBef>
                <a:spcPts val="1200"/>
              </a:spcBef>
              <a:spcAft>
                <a:spcPts val="0"/>
              </a:spcAft>
              <a:buClr>
                <a:schemeClr val="lt1"/>
              </a:buClr>
              <a:buSzPts val="1260"/>
              <a:buNone/>
              <a:defRPr>
                <a:solidFill>
                  <a:schemeClr val="lt1"/>
                </a:solidFill>
              </a:defRPr>
            </a:lvl8pPr>
            <a:lvl9pPr lvl="8">
              <a:spcBef>
                <a:spcPts val="1200"/>
              </a:spcBef>
              <a:spcAft>
                <a:spcPts val="1200"/>
              </a:spcAft>
              <a:buClr>
                <a:schemeClr val="lt1"/>
              </a:buClr>
              <a:buSzPts val="1260"/>
              <a:buNone/>
              <a:defRPr>
                <a:solidFill>
                  <a:schemeClr val="lt1"/>
                </a:solidFill>
              </a:defRPr>
            </a:lvl9pPr>
          </a:lstStyle>
          <a:p>
            <a:endParaRPr/>
          </a:p>
        </p:txBody>
      </p:sp>
      <p:sp>
        <p:nvSpPr>
          <p:cNvPr id="27" name="Google Shape;27;p3"/>
          <p:cNvSpPr txBox="1"/>
          <p:nvPr/>
        </p:nvSpPr>
        <p:spPr>
          <a:xfrm>
            <a:off x="588500" y="6395850"/>
            <a:ext cx="3855300" cy="215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chemeClr val="lt1"/>
                </a:solidFill>
                <a:latin typeface="Figtree" pitchFamily="2" charset="0"/>
                <a:ea typeface="Figtree" pitchFamily="2" charset="0"/>
                <a:cs typeface="Figtree" pitchFamily="2" charset="0"/>
                <a:sym typeface="Figtree" pitchFamily="2" charset="0"/>
              </a:rPr>
              <a:t>Broadcom Proprietary and Confidential. Copyright © 2025 Broadcom. </a:t>
            </a:r>
            <a:endParaRPr/>
          </a:p>
          <a:p>
            <a:pPr marL="0" marR="0" lvl="0" indent="0" algn="l" rtl="0">
              <a:lnSpc>
                <a:spcPct val="100000"/>
              </a:lnSpc>
              <a:spcBef>
                <a:spcPts val="0"/>
              </a:spcBef>
              <a:spcAft>
                <a:spcPts val="0"/>
              </a:spcAft>
              <a:buClr>
                <a:schemeClr val="lt1"/>
              </a:buClr>
              <a:buSzPts val="700"/>
              <a:buFont typeface="Figtree" pitchFamily="2" charset="0"/>
              <a:buNone/>
            </a:pPr>
            <a:r>
              <a:rPr lang="en-US" sz="700">
                <a:solidFill>
                  <a:schemeClr val="lt1"/>
                </a:solidFill>
                <a:latin typeface="Figtree" pitchFamily="2" charset="0"/>
                <a:ea typeface="Figtree" pitchFamily="2" charset="0"/>
                <a:cs typeface="Figtree" pitchFamily="2" charset="0"/>
                <a:sym typeface="Figtree" pitchFamily="2" charset="0"/>
              </a:rPr>
              <a:t>All Rights Reserved. The term “Broadcom” refers to Broadcom Inc. and/or its subsidiaries.</a:t>
            </a:r>
            <a:endParaRPr/>
          </a:p>
        </p:txBody>
      </p:sp>
      <p:sp>
        <p:nvSpPr>
          <p:cNvPr id="3" name="Text Placeholder 2">
            <a:extLst>
              <a:ext uri="{FF2B5EF4-FFF2-40B4-BE49-F238E27FC236}">
                <a16:creationId xmlns:a16="http://schemas.microsoft.com/office/drawing/2014/main" id="{BDC5CA78-A7ED-D047-8A84-02B573466CC7}"/>
              </a:ext>
            </a:extLst>
          </p:cNvPr>
          <p:cNvSpPr>
            <a:spLocks noGrp="1"/>
          </p:cNvSpPr>
          <p:nvPr>
            <p:ph type="body" sz="quarter" idx="10" hasCustomPrompt="1"/>
          </p:nvPr>
        </p:nvSpPr>
        <p:spPr>
          <a:xfrm>
            <a:off x="577144" y="1543858"/>
            <a:ext cx="3678670" cy="368506"/>
          </a:xfrm>
        </p:spPr>
        <p:txBody>
          <a:bodyPr anchor="b"/>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Session ID Number</a:t>
            </a:r>
          </a:p>
        </p:txBody>
      </p:sp>
      <p:sp>
        <p:nvSpPr>
          <p:cNvPr id="13" name="Text Placeholder 2">
            <a:extLst>
              <a:ext uri="{FF2B5EF4-FFF2-40B4-BE49-F238E27FC236}">
                <a16:creationId xmlns:a16="http://schemas.microsoft.com/office/drawing/2014/main" id="{31ADF3F8-6958-9BBB-40C1-9C893F3FEF02}"/>
              </a:ext>
            </a:extLst>
          </p:cNvPr>
          <p:cNvSpPr>
            <a:spLocks noGrp="1"/>
          </p:cNvSpPr>
          <p:nvPr>
            <p:ph type="body" sz="quarter" idx="11" hasCustomPrompt="1"/>
          </p:nvPr>
        </p:nvSpPr>
        <p:spPr>
          <a:xfrm>
            <a:off x="577144" y="4454656"/>
            <a:ext cx="3678670" cy="368506"/>
          </a:xfrm>
        </p:spPr>
        <p:txBody>
          <a:bodyPr anchor="b"/>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Speaker Name</a:t>
            </a:r>
          </a:p>
        </p:txBody>
      </p:sp>
      <p:sp>
        <p:nvSpPr>
          <p:cNvPr id="14" name="Text Placeholder 2">
            <a:extLst>
              <a:ext uri="{FF2B5EF4-FFF2-40B4-BE49-F238E27FC236}">
                <a16:creationId xmlns:a16="http://schemas.microsoft.com/office/drawing/2014/main" id="{CDE4FD57-33DE-1970-3699-C349F622F163}"/>
              </a:ext>
            </a:extLst>
          </p:cNvPr>
          <p:cNvSpPr>
            <a:spLocks noGrp="1"/>
          </p:cNvSpPr>
          <p:nvPr>
            <p:ph type="body" sz="quarter" idx="12" hasCustomPrompt="1"/>
          </p:nvPr>
        </p:nvSpPr>
        <p:spPr>
          <a:xfrm>
            <a:off x="577144" y="4844357"/>
            <a:ext cx="3678670" cy="368506"/>
          </a:xfrm>
        </p:spPr>
        <p:txBody>
          <a:bodyPr anchor="b"/>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Role/Division</a:t>
            </a:r>
          </a:p>
        </p:txBody>
      </p:sp>
      <p:sp>
        <p:nvSpPr>
          <p:cNvPr id="15" name="Text Placeholder 2">
            <a:extLst>
              <a:ext uri="{FF2B5EF4-FFF2-40B4-BE49-F238E27FC236}">
                <a16:creationId xmlns:a16="http://schemas.microsoft.com/office/drawing/2014/main" id="{B3F15F3F-544E-5F98-76B2-A864F679AAD9}"/>
              </a:ext>
            </a:extLst>
          </p:cNvPr>
          <p:cNvSpPr>
            <a:spLocks noGrp="1"/>
          </p:cNvSpPr>
          <p:nvPr>
            <p:ph type="body" sz="quarter" idx="13" hasCustomPrompt="1"/>
          </p:nvPr>
        </p:nvSpPr>
        <p:spPr>
          <a:xfrm>
            <a:off x="577144" y="5231697"/>
            <a:ext cx="3678670" cy="368506"/>
          </a:xfrm>
        </p:spPr>
        <p:txBody>
          <a:bodyPr anchor="b"/>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#vmwareexplore #sessionID</a:t>
            </a:r>
          </a:p>
        </p:txBody>
      </p:sp>
    </p:spTree>
    <p:extLst>
      <p:ext uri="{BB962C8B-B14F-4D97-AF65-F5344CB8AC3E}">
        <p14:creationId xmlns:p14="http://schemas.microsoft.com/office/powerpoint/2010/main" val="3730434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p:transition spd="slow">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matchingName="1_Section Header – VMware Explore - Stay Connected" preserve="1">
  <p:cSld name="1_Section Header – VMware Explore - Stay Connected">
    <p:bg>
      <p:bgPr>
        <a:gradFill>
          <a:gsLst>
            <a:gs pos="0">
              <a:srgbClr val="005BF8"/>
            </a:gs>
            <a:gs pos="13000">
              <a:srgbClr val="0036A4"/>
            </a:gs>
            <a:gs pos="39000">
              <a:srgbClr val="001559"/>
            </a:gs>
            <a:gs pos="100000">
              <a:srgbClr val="001559"/>
            </a:gs>
          </a:gsLst>
          <a:lin ang="18900000" scaled="0"/>
        </a:gradFill>
        <a:effectLst/>
      </p:bgPr>
    </p:bg>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589108" y="2100082"/>
            <a:ext cx="5937816"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600"/>
              <a:buFont typeface="Figtree" pitchFamily="2" charset="0"/>
              <a:buNone/>
              <a:defRPr sz="3600" b="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subTitle" idx="1"/>
          </p:nvPr>
        </p:nvSpPr>
        <p:spPr>
          <a:xfrm>
            <a:off x="602966" y="3429000"/>
            <a:ext cx="5937816"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lt1"/>
                </a:solidFill>
                <a:latin typeface="Figtree" pitchFamily="2" charset="0"/>
                <a:ea typeface="Figtree" pitchFamily="2" charset="0"/>
                <a:cs typeface="Figtree" pitchFamily="2" charset="0"/>
                <a:sym typeface="Figtree" pitchFamily="2" charset="0"/>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37" name="Google Shape;37;p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Figtree" pitchFamily="2" charset="0"/>
                <a:ea typeface="Figtree" pitchFamily="2" charset="0"/>
                <a:cs typeface="Figtree" pitchFamily="2" charset="0"/>
                <a:sym typeface="Figtree" pitchFamily="2" charset="0"/>
              </a:rPr>
              <a:t>‹#›</a:t>
            </a:fld>
            <a:endParaRPr sz="800">
              <a:solidFill>
                <a:schemeClr val="dk2"/>
              </a:solidFill>
              <a:latin typeface="Figtree" pitchFamily="2" charset="0"/>
              <a:ea typeface="Figtree" pitchFamily="2" charset="0"/>
              <a:cs typeface="Figtree" pitchFamily="2" charset="0"/>
              <a:sym typeface="Figtree" pitchFamily="2" charset="0"/>
            </a:endParaRPr>
          </a:p>
        </p:txBody>
      </p:sp>
      <p:pic>
        <p:nvPicPr>
          <p:cNvPr id="38" name="Google Shape;38;p5"/>
          <p:cNvPicPr preferRelativeResize="0"/>
          <p:nvPr/>
        </p:nvPicPr>
        <p:blipFill rotWithShape="1">
          <a:blip r:embed="rId2">
            <a:alphaModFix/>
          </a:blip>
          <a:srcRect/>
          <a:stretch/>
        </p:blipFill>
        <p:spPr>
          <a:xfrm>
            <a:off x="588494" y="608194"/>
            <a:ext cx="2797916" cy="368506"/>
          </a:xfrm>
          <a:prstGeom prst="rect">
            <a:avLst/>
          </a:prstGeom>
          <a:noFill/>
          <a:ln>
            <a:noFill/>
          </a:ln>
        </p:spPr>
      </p:pic>
    </p:spTree>
    <p:extLst>
      <p:ext uri="{BB962C8B-B14F-4D97-AF65-F5344CB8AC3E}">
        <p14:creationId xmlns:p14="http://schemas.microsoft.com/office/powerpoint/2010/main" val="1734044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isclaimer - RevRec">
    <p:spTree>
      <p:nvGrpSpPr>
        <p:cNvPr id="1" name=""/>
        <p:cNvGrpSpPr/>
        <p:nvPr/>
      </p:nvGrpSpPr>
      <p:grpSpPr>
        <a:xfrm>
          <a:off x="0" y="0"/>
          <a:ext cx="0" cy="0"/>
          <a:chOff x="0" y="0"/>
          <a:chExt cx="0" cy="0"/>
        </a:xfrm>
      </p:grpSpPr>
      <p:sp>
        <p:nvSpPr>
          <p:cNvPr id="2" name="page number">
            <a:extLst>
              <a:ext uri="{FF2B5EF4-FFF2-40B4-BE49-F238E27FC236}">
                <a16:creationId xmlns:a16="http://schemas.microsoft.com/office/drawing/2014/main" id="{B85AE0A0-04F0-DD06-B7B7-2F519FD602F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6" name="TextBox 5">
            <a:extLst>
              <a:ext uri="{FF2B5EF4-FFF2-40B4-BE49-F238E27FC236}">
                <a16:creationId xmlns:a16="http://schemas.microsoft.com/office/drawing/2014/main" id="{34C98CD6-73CF-0CA2-1B0C-AEEF52456990}"/>
              </a:ext>
            </a:extLst>
          </p:cNvPr>
          <p:cNvSpPr txBox="1"/>
          <p:nvPr userDrawn="1"/>
        </p:nvSpPr>
        <p:spPr>
          <a:xfrm>
            <a:off x="579809" y="285278"/>
            <a:ext cx="1861387" cy="508473"/>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5C8A"/>
                </a:solidFill>
                <a:effectLst/>
                <a:uLnTx/>
                <a:uFillTx/>
                <a:latin typeface="Figtree" panose="020B0604020202020204"/>
                <a:ea typeface="+mn-ea"/>
                <a:cs typeface="+mn-cs"/>
              </a:rPr>
              <a:t>Disclaimer</a:t>
            </a:r>
            <a:endParaRPr kumimoji="0" lang="en-US" sz="1800" b="0" i="0" u="none" strike="noStrike" kern="1200" cap="none" spc="0" normalizeH="0" baseline="0" noProof="0" dirty="0">
              <a:ln>
                <a:noFill/>
              </a:ln>
              <a:solidFill>
                <a:srgbClr val="005C8A"/>
              </a:solidFill>
              <a:effectLst/>
              <a:uLnTx/>
              <a:uFillTx/>
              <a:latin typeface="Figtree" panose="020B0604020202020204"/>
              <a:ea typeface="+mn-ea"/>
              <a:cs typeface="+mn-cs"/>
            </a:endParaRPr>
          </a:p>
        </p:txBody>
      </p:sp>
      <p:sp>
        <p:nvSpPr>
          <p:cNvPr id="7" name="TextBox 6">
            <a:extLst>
              <a:ext uri="{FF2B5EF4-FFF2-40B4-BE49-F238E27FC236}">
                <a16:creationId xmlns:a16="http://schemas.microsoft.com/office/drawing/2014/main" id="{811EB471-E9F1-2457-B0CC-19A2442ED13B}"/>
              </a:ext>
            </a:extLst>
          </p:cNvPr>
          <p:cNvSpPr txBox="1"/>
          <p:nvPr userDrawn="1"/>
        </p:nvSpPr>
        <p:spPr>
          <a:xfrm>
            <a:off x="592865" y="1062111"/>
            <a:ext cx="10898075" cy="4929207"/>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
                <a:srgbClr val="3F3F3F"/>
              </a:buClr>
              <a:buSzPts val="1798"/>
              <a:buFont typeface="Figtree" pitchFamily="2" charset="0"/>
              <a:buNone/>
              <a:tabLst/>
              <a:defRPr/>
            </a:pPr>
            <a:r>
              <a:rPr kumimoji="0" lang="en-US" sz="1600" b="0" i="0" u="none" strike="noStrike" kern="1200" cap="none" spc="0" normalizeH="0" baseline="0" noProof="0" dirty="0">
                <a:ln>
                  <a:noFill/>
                </a:ln>
                <a:solidFill>
                  <a:srgbClr val="000000"/>
                </a:solidFill>
                <a:effectLst/>
                <a:uLnTx/>
                <a:uFillTx/>
                <a:latin typeface="Figtree" pitchFamily="2" charset="0"/>
                <a:ea typeface="Figtree" pitchFamily="2" charset="0"/>
                <a:cs typeface="Figtree" pitchFamily="2" charset="0"/>
                <a:sym typeface="Figtree" pitchFamily="2" charset="0"/>
              </a:rPr>
              <a:t>Certain information in this presentation may outline Broadcom's general product direction. </a:t>
            </a:r>
            <a:endParaRPr kumimoji="0" lang="en-US" sz="1600" b="0" i="0" u="none" strike="noStrike" kern="1200" cap="none" spc="0" normalizeH="0" baseline="0" noProof="0" dirty="0">
              <a:ln>
                <a:noFill/>
              </a:ln>
              <a:solidFill>
                <a:srgbClr val="000000"/>
              </a:solidFill>
              <a:effectLst/>
              <a:uLnTx/>
              <a:uFillTx/>
              <a:latin typeface="Figtree" panose="020B0604020202020204"/>
              <a:ea typeface="+mn-ea"/>
              <a:cs typeface="+mn-cs"/>
            </a:endParaRPr>
          </a:p>
          <a:p>
            <a:pPr marL="114173" marR="0" lvl="0" indent="0" algn="l" defTabSz="914400" rtl="0" eaLnBrk="1" fontAlgn="auto" latinLnBrk="0" hangingPunct="1">
              <a:lnSpc>
                <a:spcPct val="100000"/>
              </a:lnSpc>
              <a:spcBef>
                <a:spcPts val="0"/>
              </a:spcBef>
              <a:spcAft>
                <a:spcPts val="0"/>
              </a:spcAft>
              <a:buClr>
                <a:srgbClr val="3F3F3F"/>
              </a:buClr>
              <a:buSzPts val="1798"/>
              <a:buFont typeface="Figtree" pitchFamily="2" charset="0"/>
              <a:buNone/>
              <a:tabLst/>
              <a:defRPr/>
            </a:pPr>
            <a:endParaRPr kumimoji="0" lang="en-US" sz="1600" b="0" i="0" u="none" strike="noStrike" kern="1200" cap="none" spc="0" normalizeH="0" baseline="0" noProof="0" dirty="0">
              <a:ln>
                <a:noFill/>
              </a:ln>
              <a:solidFill>
                <a:srgbClr val="000000"/>
              </a:solidFill>
              <a:effectLst/>
              <a:uLnTx/>
              <a:uFillTx/>
              <a:latin typeface="Figtree" pitchFamily="2" charset="0"/>
              <a:ea typeface="Figtree" pitchFamily="2" charset="0"/>
              <a:cs typeface="Figtree" pitchFamily="2" charset="0"/>
              <a:sym typeface="Figtree" pitchFamily="2" charset="0"/>
            </a:endParaRPr>
          </a:p>
          <a:p>
            <a:pPr marL="0" marR="0" lvl="0" indent="0" algn="l" defTabSz="914400" rtl="0" eaLnBrk="1" fontAlgn="auto" latinLnBrk="0" hangingPunct="1">
              <a:lnSpc>
                <a:spcPct val="100000"/>
              </a:lnSpc>
              <a:spcBef>
                <a:spcPts val="0"/>
              </a:spcBef>
              <a:spcAft>
                <a:spcPts val="0"/>
              </a:spcAft>
              <a:buClr>
                <a:srgbClr val="3F3F3F"/>
              </a:buClr>
              <a:buSzPts val="1798"/>
              <a:buFont typeface="Figtree" pitchFamily="2" charset="0"/>
              <a:buNone/>
              <a:tabLst/>
              <a:defRPr/>
            </a:pPr>
            <a:r>
              <a:rPr kumimoji="0" lang="en-US" sz="1600" b="0" i="0" u="none" strike="noStrike" kern="1200" cap="none" spc="0" normalizeH="0" baseline="0" noProof="0" dirty="0">
                <a:ln>
                  <a:noFill/>
                </a:ln>
                <a:solidFill>
                  <a:srgbClr val="000000"/>
                </a:solidFill>
                <a:effectLst/>
                <a:uLnTx/>
                <a:uFillTx/>
                <a:latin typeface="Figtree" pitchFamily="2" charset="0"/>
                <a:ea typeface="Figtree" pitchFamily="2" charset="0"/>
                <a:cs typeface="Figtree" pitchFamily="2" charset="0"/>
                <a:sym typeface="Figtree" pitchFamily="2" charset="0"/>
              </a:rPr>
              <a:t>This presentation shall not serve to (</a:t>
            </a:r>
            <a:r>
              <a:rPr kumimoji="0" lang="en-US" sz="1600" b="0" i="0" u="none" strike="noStrike" kern="1200" cap="none" spc="0" normalizeH="0" baseline="0" noProof="0" dirty="0" err="1">
                <a:ln>
                  <a:noFill/>
                </a:ln>
                <a:solidFill>
                  <a:srgbClr val="000000"/>
                </a:solidFill>
                <a:effectLst/>
                <a:uLnTx/>
                <a:uFillTx/>
                <a:latin typeface="Figtree" pitchFamily="2" charset="0"/>
                <a:ea typeface="Figtree" pitchFamily="2" charset="0"/>
                <a:cs typeface="Figtree" pitchFamily="2" charset="0"/>
                <a:sym typeface="Figtree" pitchFamily="2" charset="0"/>
              </a:rPr>
              <a:t>i</a:t>
            </a:r>
            <a:r>
              <a:rPr kumimoji="0" lang="en-US" sz="1600" b="0" i="0" u="none" strike="noStrike" kern="1200" cap="none" spc="0" normalizeH="0" baseline="0" noProof="0" dirty="0">
                <a:ln>
                  <a:noFill/>
                </a:ln>
                <a:solidFill>
                  <a:srgbClr val="000000"/>
                </a:solidFill>
                <a:effectLst/>
                <a:uLnTx/>
                <a:uFillTx/>
                <a:latin typeface="Figtree" pitchFamily="2" charset="0"/>
                <a:ea typeface="Figtree" pitchFamily="2" charset="0"/>
                <a:cs typeface="Figtree" pitchFamily="2" charset="0"/>
                <a:sym typeface="Figtree" pitchFamily="2" charset="0"/>
              </a:rPr>
              <a:t>) affect the rights and/or obligations of Broadcom or its licensees under any existing or future license agreement or services agreement relating to any Broadcom software product; or (ii) amend any product documentation or specifications for any Broadcom software product. </a:t>
            </a:r>
            <a:endParaRPr kumimoji="0" lang="en-US" sz="1600" b="0" i="0" u="none" strike="noStrike" kern="1200" cap="none" spc="0" normalizeH="0" baseline="0" noProof="0" dirty="0">
              <a:ln>
                <a:noFill/>
              </a:ln>
              <a:solidFill>
                <a:srgbClr val="000000"/>
              </a:solidFill>
              <a:effectLst/>
              <a:uLnTx/>
              <a:uFillTx/>
              <a:latin typeface="Figtree" panose="020B0604020202020204"/>
              <a:ea typeface="+mn-ea"/>
              <a:cs typeface="+mn-cs"/>
            </a:endParaRPr>
          </a:p>
          <a:p>
            <a:pPr marL="114173" marR="0" lvl="0" indent="0" algn="l" defTabSz="914400" rtl="0" eaLnBrk="1" fontAlgn="auto" latinLnBrk="0" hangingPunct="1">
              <a:lnSpc>
                <a:spcPct val="100000"/>
              </a:lnSpc>
              <a:spcBef>
                <a:spcPts val="0"/>
              </a:spcBef>
              <a:spcAft>
                <a:spcPts val="0"/>
              </a:spcAft>
              <a:buClr>
                <a:srgbClr val="3F3F3F"/>
              </a:buClr>
              <a:buSzPts val="1798"/>
              <a:buFont typeface="Figtree" pitchFamily="2" charset="0"/>
              <a:buNone/>
              <a:tabLst/>
              <a:defRPr/>
            </a:pPr>
            <a:endParaRPr kumimoji="0" lang="en-US" sz="1600" b="0" i="0" u="none" strike="noStrike" kern="1200" cap="none" spc="0" normalizeH="0" baseline="0" noProof="0" dirty="0">
              <a:ln>
                <a:noFill/>
              </a:ln>
              <a:solidFill>
                <a:srgbClr val="000000"/>
              </a:solidFill>
              <a:effectLst/>
              <a:uLnTx/>
              <a:uFillTx/>
              <a:latin typeface="Figtree" pitchFamily="2" charset="0"/>
              <a:ea typeface="Figtree" pitchFamily="2" charset="0"/>
              <a:cs typeface="Figtree" pitchFamily="2" charset="0"/>
              <a:sym typeface="Figtree" pitchFamily="2" charset="0"/>
            </a:endParaRPr>
          </a:p>
          <a:p>
            <a:pPr marL="0" marR="0" lvl="0" indent="0" algn="l" defTabSz="914400" rtl="0" eaLnBrk="1" fontAlgn="auto" latinLnBrk="0" hangingPunct="1">
              <a:lnSpc>
                <a:spcPct val="100000"/>
              </a:lnSpc>
              <a:spcBef>
                <a:spcPts val="0"/>
              </a:spcBef>
              <a:spcAft>
                <a:spcPts val="0"/>
              </a:spcAft>
              <a:buClr>
                <a:srgbClr val="3F3F3F"/>
              </a:buClr>
              <a:buSzPts val="1798"/>
              <a:buFont typeface="Figtree" pitchFamily="2" charset="0"/>
              <a:buNone/>
              <a:tabLst/>
              <a:defRPr/>
            </a:pPr>
            <a:r>
              <a:rPr kumimoji="0" lang="en-US" sz="1600" b="0" i="0" u="none" strike="noStrike" kern="1200" cap="none" spc="0" normalizeH="0" baseline="0" noProof="0" dirty="0">
                <a:ln>
                  <a:noFill/>
                </a:ln>
                <a:solidFill>
                  <a:srgbClr val="000000"/>
                </a:solidFill>
                <a:effectLst/>
                <a:uLnTx/>
                <a:uFillTx/>
                <a:latin typeface="Figtree" pitchFamily="2" charset="0"/>
                <a:ea typeface="Figtree" pitchFamily="2" charset="0"/>
                <a:cs typeface="Figtree" pitchFamily="2" charset="0"/>
                <a:sym typeface="Figtree" pitchFamily="2" charset="0"/>
              </a:rPr>
              <a:t>This presentation is based on current information and resource allocations and is subject to change or withdrawal by Broadcom at any time without notice. </a:t>
            </a:r>
            <a:endParaRPr kumimoji="0" lang="en-US" sz="1600" b="0" i="0" u="none" strike="noStrike" kern="1200" cap="none" spc="0" normalizeH="0" baseline="0" noProof="0" dirty="0">
              <a:ln>
                <a:noFill/>
              </a:ln>
              <a:solidFill>
                <a:srgbClr val="000000"/>
              </a:solidFill>
              <a:effectLst/>
              <a:uLnTx/>
              <a:uFillTx/>
              <a:latin typeface="Figtree" panose="020B0604020202020204"/>
              <a:ea typeface="+mn-ea"/>
              <a:cs typeface="+mn-cs"/>
            </a:endParaRPr>
          </a:p>
          <a:p>
            <a:pPr marL="114173" marR="0" lvl="0" indent="0" algn="l" defTabSz="914400" rtl="0" eaLnBrk="1" fontAlgn="auto" latinLnBrk="0" hangingPunct="1">
              <a:lnSpc>
                <a:spcPct val="100000"/>
              </a:lnSpc>
              <a:spcBef>
                <a:spcPts val="0"/>
              </a:spcBef>
              <a:spcAft>
                <a:spcPts val="0"/>
              </a:spcAft>
              <a:buClr>
                <a:srgbClr val="3F3F3F"/>
              </a:buClr>
              <a:buSzPts val="1798"/>
              <a:buFont typeface="Figtree" pitchFamily="2" charset="0"/>
              <a:buNone/>
              <a:tabLst/>
              <a:defRPr/>
            </a:pPr>
            <a:endParaRPr kumimoji="0" lang="en-US" sz="1600" b="0" i="0" u="none" strike="noStrike" kern="1200" cap="none" spc="0" normalizeH="0" baseline="0" noProof="0" dirty="0">
              <a:ln>
                <a:noFill/>
              </a:ln>
              <a:solidFill>
                <a:srgbClr val="000000"/>
              </a:solidFill>
              <a:effectLst/>
              <a:uLnTx/>
              <a:uFillTx/>
              <a:latin typeface="Figtree" pitchFamily="2" charset="0"/>
              <a:ea typeface="Figtree" pitchFamily="2" charset="0"/>
              <a:cs typeface="Figtree" pitchFamily="2" charset="0"/>
              <a:sym typeface="Figtree" pitchFamily="2" charset="0"/>
            </a:endParaRPr>
          </a:p>
          <a:p>
            <a:pPr marL="0" marR="0" lvl="0" indent="0" algn="l" defTabSz="914400" rtl="0" eaLnBrk="1" fontAlgn="auto" latinLnBrk="0" hangingPunct="1">
              <a:lnSpc>
                <a:spcPct val="100000"/>
              </a:lnSpc>
              <a:spcBef>
                <a:spcPts val="0"/>
              </a:spcBef>
              <a:spcAft>
                <a:spcPts val="0"/>
              </a:spcAft>
              <a:buClr>
                <a:srgbClr val="3F3F3F"/>
              </a:buClr>
              <a:buSzPts val="1798"/>
              <a:buFont typeface="Figtree" pitchFamily="2" charset="0"/>
              <a:buNone/>
              <a:tabLst/>
              <a:defRPr/>
            </a:pPr>
            <a:r>
              <a:rPr kumimoji="0" lang="en-US" sz="1600" b="0" i="0" u="none" strike="noStrike" kern="1200" cap="none" spc="0" normalizeH="0" baseline="0" noProof="0" dirty="0">
                <a:ln>
                  <a:noFill/>
                </a:ln>
                <a:solidFill>
                  <a:srgbClr val="000000"/>
                </a:solidFill>
                <a:effectLst/>
                <a:uLnTx/>
                <a:uFillTx/>
                <a:latin typeface="Figtree" pitchFamily="2" charset="0"/>
                <a:ea typeface="Figtree" pitchFamily="2" charset="0"/>
                <a:cs typeface="Figtree" pitchFamily="2" charset="0"/>
                <a:sym typeface="Figtree" pitchFamily="2" charset="0"/>
              </a:rPr>
              <a:t>The development, release and timing of any features or functionality described in this presentation remain at Broadcom's sole discretion. </a:t>
            </a:r>
            <a:endParaRPr kumimoji="0" lang="en-US" sz="1600" b="0" i="0" u="none" strike="noStrike" kern="1200" cap="none" spc="0" normalizeH="0" baseline="0" noProof="0" dirty="0">
              <a:ln>
                <a:noFill/>
              </a:ln>
              <a:solidFill>
                <a:srgbClr val="000000"/>
              </a:solidFill>
              <a:effectLst/>
              <a:uLnTx/>
              <a:uFillTx/>
              <a:latin typeface="Figtree" panose="020B0604020202020204"/>
              <a:ea typeface="+mn-ea"/>
              <a:cs typeface="+mn-cs"/>
            </a:endParaRPr>
          </a:p>
          <a:p>
            <a:pPr marL="114173" marR="0" lvl="0" indent="0" algn="l" defTabSz="914400" rtl="0" eaLnBrk="1" fontAlgn="auto" latinLnBrk="0" hangingPunct="1">
              <a:lnSpc>
                <a:spcPct val="100000"/>
              </a:lnSpc>
              <a:spcBef>
                <a:spcPts val="0"/>
              </a:spcBef>
              <a:spcAft>
                <a:spcPts val="0"/>
              </a:spcAft>
              <a:buClr>
                <a:srgbClr val="3F3F3F"/>
              </a:buClr>
              <a:buSzPts val="1798"/>
              <a:buFont typeface="Figtree" pitchFamily="2" charset="0"/>
              <a:buNone/>
              <a:tabLst/>
              <a:defRPr/>
            </a:pPr>
            <a:endParaRPr kumimoji="0" lang="en-US" sz="1600" b="0" i="0" u="none" strike="noStrike" kern="1200" cap="none" spc="0" normalizeH="0" baseline="0" noProof="0" dirty="0">
              <a:ln>
                <a:noFill/>
              </a:ln>
              <a:solidFill>
                <a:srgbClr val="000000"/>
              </a:solidFill>
              <a:effectLst/>
              <a:uLnTx/>
              <a:uFillTx/>
              <a:latin typeface="Figtree" pitchFamily="2" charset="0"/>
              <a:ea typeface="Figtree" pitchFamily="2" charset="0"/>
              <a:cs typeface="Figtree" pitchFamily="2" charset="0"/>
              <a:sym typeface="Figtree" pitchFamily="2" charset="0"/>
            </a:endParaRPr>
          </a:p>
          <a:p>
            <a:pPr marL="0" marR="0" lvl="0" indent="0" algn="l" defTabSz="914400" rtl="0" eaLnBrk="1" fontAlgn="auto" latinLnBrk="0" hangingPunct="1">
              <a:lnSpc>
                <a:spcPct val="100000"/>
              </a:lnSpc>
              <a:spcBef>
                <a:spcPts val="0"/>
              </a:spcBef>
              <a:spcAft>
                <a:spcPts val="0"/>
              </a:spcAft>
              <a:buClr>
                <a:srgbClr val="3F3F3F"/>
              </a:buClr>
              <a:buSzPts val="1798"/>
              <a:buFont typeface="Figtree" pitchFamily="2" charset="0"/>
              <a:buNone/>
              <a:tabLst/>
              <a:defRPr/>
            </a:pPr>
            <a:r>
              <a:rPr kumimoji="0" lang="en-US" sz="1600" b="0" i="0" u="none" strike="noStrike" kern="1200" cap="none" spc="0" normalizeH="0" baseline="0" noProof="0" dirty="0">
                <a:ln>
                  <a:noFill/>
                </a:ln>
                <a:solidFill>
                  <a:srgbClr val="000000"/>
                </a:solidFill>
                <a:effectLst/>
                <a:uLnTx/>
                <a:uFillTx/>
                <a:latin typeface="Figtree" pitchFamily="2" charset="0"/>
                <a:ea typeface="Figtree" pitchFamily="2" charset="0"/>
                <a:cs typeface="Figtree" pitchFamily="2" charset="0"/>
                <a:sym typeface="Figtree" pitchFamily="2" charset="0"/>
              </a:rPr>
              <a:t>Notwithstanding anything in this presentation to the contrary, upon the general availability of any future Broadcom product release referenced in this presentation, Broadcom may make such release available to new licensees in the form of a regularly scheduled major product release. </a:t>
            </a:r>
            <a:endParaRPr kumimoji="0" lang="en-US" sz="1600" b="0" i="0" u="none" strike="noStrike" kern="1200" cap="none" spc="0" normalizeH="0" baseline="0" noProof="0" dirty="0">
              <a:ln>
                <a:noFill/>
              </a:ln>
              <a:solidFill>
                <a:srgbClr val="000000"/>
              </a:solidFill>
              <a:effectLst/>
              <a:uLnTx/>
              <a:uFillTx/>
              <a:latin typeface="Figtree" panose="020B0604020202020204"/>
              <a:ea typeface="+mn-ea"/>
              <a:cs typeface="+mn-cs"/>
            </a:endParaRPr>
          </a:p>
          <a:p>
            <a:pPr marL="114173" marR="0" lvl="0" indent="0" algn="l" defTabSz="914400" rtl="0" eaLnBrk="1" fontAlgn="auto" latinLnBrk="0" hangingPunct="1">
              <a:lnSpc>
                <a:spcPct val="100000"/>
              </a:lnSpc>
              <a:spcBef>
                <a:spcPts val="0"/>
              </a:spcBef>
              <a:spcAft>
                <a:spcPts val="0"/>
              </a:spcAft>
              <a:buClr>
                <a:srgbClr val="3F3F3F"/>
              </a:buClr>
              <a:buSzPts val="1798"/>
              <a:buFont typeface="Figtree" pitchFamily="2" charset="0"/>
              <a:buNone/>
              <a:tabLst/>
              <a:defRPr/>
            </a:pPr>
            <a:endParaRPr kumimoji="0" lang="en-US" sz="1600" b="0" i="0" u="none" strike="noStrike" kern="1200" cap="none" spc="0" normalizeH="0" baseline="0" noProof="0" dirty="0">
              <a:ln>
                <a:noFill/>
              </a:ln>
              <a:solidFill>
                <a:srgbClr val="000000"/>
              </a:solidFill>
              <a:effectLst/>
              <a:uLnTx/>
              <a:uFillTx/>
              <a:latin typeface="Figtree" pitchFamily="2" charset="0"/>
              <a:ea typeface="Figtree" pitchFamily="2" charset="0"/>
              <a:cs typeface="Figtree" pitchFamily="2" charset="0"/>
              <a:sym typeface="Figtree" pitchFamily="2" charset="0"/>
            </a:endParaRPr>
          </a:p>
          <a:p>
            <a:pPr marL="0" marR="0" lvl="0" indent="0" algn="l" defTabSz="914400" rtl="0" eaLnBrk="1" fontAlgn="auto" latinLnBrk="0" hangingPunct="1">
              <a:lnSpc>
                <a:spcPct val="100000"/>
              </a:lnSpc>
              <a:spcBef>
                <a:spcPts val="0"/>
              </a:spcBef>
              <a:spcAft>
                <a:spcPts val="0"/>
              </a:spcAft>
              <a:buClr>
                <a:srgbClr val="3F3F3F"/>
              </a:buClr>
              <a:buSzPts val="1798"/>
              <a:buFont typeface="Figtree" pitchFamily="2" charset="0"/>
              <a:buNone/>
              <a:tabLst/>
              <a:defRPr/>
            </a:pPr>
            <a:r>
              <a:rPr kumimoji="0" lang="en-US" sz="1600" b="0" i="0" u="none" strike="noStrike" kern="1200" cap="none" spc="0" normalizeH="0" baseline="0" noProof="0" dirty="0">
                <a:ln>
                  <a:noFill/>
                </a:ln>
                <a:solidFill>
                  <a:srgbClr val="000000"/>
                </a:solidFill>
                <a:effectLst/>
                <a:uLnTx/>
                <a:uFillTx/>
                <a:latin typeface="Figtree" pitchFamily="2" charset="0"/>
                <a:ea typeface="Figtree" pitchFamily="2" charset="0"/>
                <a:cs typeface="Figtree" pitchFamily="2" charset="0"/>
                <a:sym typeface="Figtree" pitchFamily="2" charset="0"/>
              </a:rPr>
              <a:t>Such release may be made available to licensees of the product who are active subscribers to  Broadcom maintenance and support, on a when and if-available basis. </a:t>
            </a:r>
            <a:endParaRPr kumimoji="0" lang="en-US" sz="1600" b="0" i="0" u="none" strike="noStrike" kern="1200" cap="none" spc="0" normalizeH="0" baseline="0" noProof="0" dirty="0">
              <a:ln>
                <a:noFill/>
              </a:ln>
              <a:solidFill>
                <a:srgbClr val="000000"/>
              </a:solidFill>
              <a:effectLst/>
              <a:uLnTx/>
              <a:uFillTx/>
              <a:latin typeface="Figtree" panose="020B0604020202020204"/>
              <a:ea typeface="+mn-ea"/>
              <a:cs typeface="+mn-cs"/>
            </a:endParaRPr>
          </a:p>
          <a:p>
            <a:pPr marL="114173" marR="0" lvl="0" indent="0" algn="l" defTabSz="914400" rtl="0" eaLnBrk="1" fontAlgn="auto" latinLnBrk="0" hangingPunct="1">
              <a:lnSpc>
                <a:spcPct val="100000"/>
              </a:lnSpc>
              <a:spcBef>
                <a:spcPts val="0"/>
              </a:spcBef>
              <a:spcAft>
                <a:spcPts val="0"/>
              </a:spcAft>
              <a:buClr>
                <a:srgbClr val="3F3F3F"/>
              </a:buClr>
              <a:buSzPts val="1798"/>
              <a:buFont typeface="Figtree" pitchFamily="2" charset="0"/>
              <a:buNone/>
              <a:tabLst/>
              <a:defRPr/>
            </a:pPr>
            <a:endParaRPr kumimoji="0" lang="en-US" sz="1600" b="0" i="0" u="none" strike="noStrike" kern="1200" cap="none" spc="0" normalizeH="0" baseline="0" noProof="0" dirty="0">
              <a:ln>
                <a:noFill/>
              </a:ln>
              <a:solidFill>
                <a:srgbClr val="000000"/>
              </a:solidFill>
              <a:effectLst/>
              <a:uLnTx/>
              <a:uFillTx/>
              <a:latin typeface="Figtree" pitchFamily="2" charset="0"/>
              <a:ea typeface="Figtree" pitchFamily="2" charset="0"/>
              <a:cs typeface="Figtree" pitchFamily="2" charset="0"/>
              <a:sym typeface="Figtree" pitchFamily="2" charset="0"/>
            </a:endParaRPr>
          </a:p>
          <a:p>
            <a:pPr marL="0" marR="0" lvl="0" indent="0" algn="l" defTabSz="914400" rtl="0" eaLnBrk="1" fontAlgn="auto" latinLnBrk="0" hangingPunct="1">
              <a:lnSpc>
                <a:spcPct val="100000"/>
              </a:lnSpc>
              <a:spcBef>
                <a:spcPts val="0"/>
              </a:spcBef>
              <a:spcAft>
                <a:spcPts val="0"/>
              </a:spcAft>
              <a:buClr>
                <a:srgbClr val="3F3F3F"/>
              </a:buClr>
              <a:buSzPts val="1798"/>
              <a:buFont typeface="Figtree" pitchFamily="2" charset="0"/>
              <a:buNone/>
              <a:tabLst/>
              <a:defRPr/>
            </a:pPr>
            <a:r>
              <a:rPr kumimoji="0" lang="en-US" sz="1600" b="0" i="0" u="none" strike="noStrike" kern="1200" cap="none" spc="0" normalizeH="0" baseline="0" noProof="0" dirty="0">
                <a:ln>
                  <a:noFill/>
                </a:ln>
                <a:solidFill>
                  <a:srgbClr val="000000"/>
                </a:solidFill>
                <a:effectLst/>
                <a:uLnTx/>
                <a:uFillTx/>
                <a:latin typeface="Figtree" pitchFamily="2" charset="0"/>
                <a:ea typeface="Figtree" pitchFamily="2" charset="0"/>
                <a:cs typeface="Figtree" pitchFamily="2" charset="0"/>
                <a:sym typeface="Figtree" pitchFamily="2" charset="0"/>
              </a:rPr>
              <a:t>The information in this presentation is not deemed to be incorporated into any contract.</a:t>
            </a:r>
            <a:endParaRPr kumimoji="0" lang="en-US" sz="1600" b="0" i="0" u="none" strike="noStrike" kern="1200" cap="none" spc="0" normalizeH="0" baseline="0" noProof="0" dirty="0">
              <a:ln>
                <a:noFill/>
              </a:ln>
              <a:solidFill>
                <a:srgbClr val="000000"/>
              </a:solidFill>
              <a:effectLst/>
              <a:uLnTx/>
              <a:uFillTx/>
              <a:latin typeface="Figtree" panose="020B0604020202020204"/>
              <a:ea typeface="+mn-ea"/>
              <a:cs typeface="+mn-cs"/>
            </a:endParaRPr>
          </a:p>
        </p:txBody>
      </p:sp>
    </p:spTree>
    <p:extLst>
      <p:ext uri="{BB962C8B-B14F-4D97-AF65-F5344CB8AC3E}">
        <p14:creationId xmlns:p14="http://schemas.microsoft.com/office/powerpoint/2010/main" val="135026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isclaimer - Regulatory">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7DBA86B-6376-6BE6-E240-280A6DAB3FEF}"/>
              </a:ext>
            </a:extLst>
          </p:cNvPr>
          <p:cNvSpPr txBox="1"/>
          <p:nvPr userDrawn="1"/>
        </p:nvSpPr>
        <p:spPr>
          <a:xfrm>
            <a:off x="579809" y="285278"/>
            <a:ext cx="1861387" cy="508473"/>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5C8A"/>
                </a:solidFill>
                <a:effectLst/>
                <a:uLnTx/>
                <a:uFillTx/>
                <a:latin typeface="Figtree" panose="020B0604020202020204"/>
                <a:ea typeface="+mn-ea"/>
                <a:cs typeface="+mn-cs"/>
              </a:rPr>
              <a:t>Disclaimer</a:t>
            </a:r>
            <a:endParaRPr kumimoji="0" lang="en-US" sz="1800" b="0" i="0" u="none" strike="noStrike" kern="1200" cap="none" spc="0" normalizeH="0" baseline="0" noProof="0" dirty="0">
              <a:ln>
                <a:noFill/>
              </a:ln>
              <a:solidFill>
                <a:srgbClr val="005C8A"/>
              </a:solidFill>
              <a:effectLst/>
              <a:uLnTx/>
              <a:uFillTx/>
              <a:latin typeface="Figtree" panose="020B0604020202020204"/>
              <a:ea typeface="+mn-ea"/>
              <a:cs typeface="+mn-cs"/>
            </a:endParaRPr>
          </a:p>
        </p:txBody>
      </p:sp>
      <p:sp>
        <p:nvSpPr>
          <p:cNvPr id="2" name="TextBox 1">
            <a:extLst>
              <a:ext uri="{FF2B5EF4-FFF2-40B4-BE49-F238E27FC236}">
                <a16:creationId xmlns:a16="http://schemas.microsoft.com/office/drawing/2014/main" id="{F3C246B1-DC1F-7690-A28D-3D06B3A1014A}"/>
              </a:ext>
            </a:extLst>
          </p:cNvPr>
          <p:cNvSpPr txBox="1"/>
          <p:nvPr userDrawn="1"/>
        </p:nvSpPr>
        <p:spPr>
          <a:xfrm>
            <a:off x="592865" y="1062111"/>
            <a:ext cx="10898075" cy="4929207"/>
          </a:xfrm>
          <a:prstGeom prst="rect">
            <a:avLst/>
          </a:prstGeom>
          <a:noFill/>
        </p:spPr>
        <p:txBody>
          <a:bodyPr wrap="square" lIns="0" tIns="0" rIns="0" bIns="0" rtlCol="0">
            <a:noAutofit/>
          </a:bodyPr>
          <a:lstStyle/>
          <a:p>
            <a:pPr marL="0" marR="0" lvl="0" indent="0" algn="l" defTabSz="914126" rtl="0" eaLnBrk="1" fontAlgn="auto" latinLnBrk="0" hangingPunct="1">
              <a:lnSpc>
                <a:spcPct val="100000"/>
              </a:lnSpc>
              <a:spcBef>
                <a:spcPts val="0"/>
              </a:spcBef>
              <a:spcAft>
                <a:spcPts val="0"/>
              </a:spcAft>
              <a:buClrTx/>
              <a:buSzTx/>
              <a:buFont typeface="Figtree" pitchFamily="2" charset="0"/>
              <a:buNone/>
              <a:tabLst/>
              <a:defRPr/>
            </a:pPr>
            <a:r>
              <a:rPr kumimoji="0" lang="en-US" sz="1800" b="0" i="0" u="none" strike="noStrike" kern="1200" cap="none" spc="0" normalizeH="0" baseline="0" noProof="0" dirty="0">
                <a:ln>
                  <a:noFill/>
                </a:ln>
                <a:solidFill>
                  <a:srgbClr val="3F3F3F"/>
                </a:solidFill>
                <a:effectLst/>
                <a:uLnTx/>
                <a:uFillTx/>
                <a:latin typeface="Figtree" panose="020B0604020202020204"/>
                <a:ea typeface="+mn-ea"/>
                <a:cs typeface="+mn-cs"/>
              </a:rPr>
              <a:t>This document is intended to provide general guidance for organizations that are considering Broadcom solutions. The information contained in this document is for educational and informational purposes only.</a:t>
            </a:r>
          </a:p>
          <a:p>
            <a:pPr marL="0" marR="0" lvl="0" indent="0" algn="l" defTabSz="914126" rtl="0" eaLnBrk="1" fontAlgn="auto" latinLnBrk="0" hangingPunct="1">
              <a:lnSpc>
                <a:spcPct val="100000"/>
              </a:lnSpc>
              <a:spcBef>
                <a:spcPts val="0"/>
              </a:spcBef>
              <a:spcAft>
                <a:spcPts val="0"/>
              </a:spcAft>
              <a:buClrTx/>
              <a:buSzTx/>
              <a:buFont typeface="Figtree" pitchFamily="2" charset="0"/>
              <a:buNone/>
              <a:tabLst/>
              <a:defRPr/>
            </a:pPr>
            <a:endParaRPr kumimoji="0" lang="en-US" sz="1800" b="0" i="0" u="none" strike="noStrike" kern="1200" cap="none" spc="0" normalizeH="0" baseline="0" noProof="0" dirty="0">
              <a:ln>
                <a:noFill/>
              </a:ln>
              <a:solidFill>
                <a:srgbClr val="3F3F3F"/>
              </a:solidFill>
              <a:effectLst/>
              <a:uLnTx/>
              <a:uFillTx/>
              <a:latin typeface="Figtree" panose="020B0604020202020204"/>
              <a:ea typeface="+mn-ea"/>
              <a:cs typeface="+mn-cs"/>
            </a:endParaRPr>
          </a:p>
          <a:p>
            <a:pPr marL="0" marR="0" lvl="0" indent="0" algn="l" defTabSz="914126" rtl="0" eaLnBrk="1" fontAlgn="auto" latinLnBrk="0" hangingPunct="1">
              <a:lnSpc>
                <a:spcPct val="100000"/>
              </a:lnSpc>
              <a:spcBef>
                <a:spcPts val="0"/>
              </a:spcBef>
              <a:spcAft>
                <a:spcPts val="0"/>
              </a:spcAft>
              <a:buClrTx/>
              <a:buSzTx/>
              <a:buFont typeface="Figtree" pitchFamily="2" charset="0"/>
              <a:buNone/>
              <a:tabLst/>
              <a:defRPr/>
            </a:pPr>
            <a:r>
              <a:rPr kumimoji="0" lang="en-US" sz="1800" b="0" i="0" u="none" strike="noStrike" kern="1200" cap="none" spc="0" normalizeH="0" baseline="0" noProof="0" dirty="0">
                <a:ln>
                  <a:noFill/>
                </a:ln>
                <a:solidFill>
                  <a:srgbClr val="3F3F3F"/>
                </a:solidFill>
                <a:effectLst/>
                <a:uLnTx/>
                <a:uFillTx/>
                <a:latin typeface="Figtree" panose="020B0604020202020204"/>
                <a:ea typeface="+mn-ea"/>
                <a:cs typeface="+mn-cs"/>
              </a:rPr>
              <a:t>This document is not intended to provide advice and is provided “AS IS.”  </a:t>
            </a:r>
          </a:p>
          <a:p>
            <a:pPr marL="0" marR="0" lvl="0" indent="0" algn="l" defTabSz="914126" rtl="0" eaLnBrk="1" fontAlgn="auto" latinLnBrk="0" hangingPunct="1">
              <a:lnSpc>
                <a:spcPct val="100000"/>
              </a:lnSpc>
              <a:spcBef>
                <a:spcPts val="0"/>
              </a:spcBef>
              <a:spcAft>
                <a:spcPts val="0"/>
              </a:spcAft>
              <a:buClrTx/>
              <a:buSzTx/>
              <a:buFont typeface="Figtree" pitchFamily="2" charset="0"/>
              <a:buNone/>
              <a:tabLst/>
              <a:defRPr/>
            </a:pPr>
            <a:endParaRPr kumimoji="0" lang="en-US" sz="1800" b="0" i="0" u="none" strike="noStrike" kern="1200" cap="none" spc="0" normalizeH="0" baseline="0" noProof="0" dirty="0">
              <a:ln>
                <a:noFill/>
              </a:ln>
              <a:solidFill>
                <a:srgbClr val="3F3F3F"/>
              </a:solidFill>
              <a:effectLst/>
              <a:uLnTx/>
              <a:uFillTx/>
              <a:latin typeface="Figtree" panose="020B0604020202020204"/>
              <a:ea typeface="+mn-ea"/>
              <a:cs typeface="+mn-cs"/>
            </a:endParaRPr>
          </a:p>
          <a:p>
            <a:pPr marL="0" marR="0" lvl="0" indent="0" algn="l" defTabSz="914126" rtl="0" eaLnBrk="1" fontAlgn="auto" latinLnBrk="0" hangingPunct="1">
              <a:lnSpc>
                <a:spcPct val="100000"/>
              </a:lnSpc>
              <a:spcBef>
                <a:spcPts val="0"/>
              </a:spcBef>
              <a:spcAft>
                <a:spcPts val="0"/>
              </a:spcAft>
              <a:buClrTx/>
              <a:buSzTx/>
              <a:buFont typeface="Figtree" pitchFamily="2" charset="0"/>
              <a:buNone/>
              <a:tabLst/>
              <a:defRPr/>
            </a:pPr>
            <a:r>
              <a:rPr kumimoji="0" lang="en-US" sz="1800" b="0" i="0" u="none" strike="noStrike" kern="1200" cap="none" spc="0" normalizeH="0" baseline="0" noProof="0" dirty="0">
                <a:ln>
                  <a:noFill/>
                </a:ln>
                <a:solidFill>
                  <a:srgbClr val="3F3F3F"/>
                </a:solidFill>
                <a:effectLst/>
                <a:uLnTx/>
                <a:uFillTx/>
                <a:latin typeface="Figtree" panose="020B0604020202020204"/>
                <a:ea typeface="+mn-ea"/>
                <a:cs typeface="+mn-cs"/>
              </a:rPr>
              <a:t>Broadcom makes no claims, promises, or guarantees about the accuracy, completeness, or adequacy of the information contained herein.</a:t>
            </a:r>
          </a:p>
          <a:p>
            <a:pPr marL="0" marR="0" lvl="0" indent="0" algn="l" defTabSz="914126" rtl="0" eaLnBrk="1" fontAlgn="auto" latinLnBrk="0" hangingPunct="1">
              <a:lnSpc>
                <a:spcPct val="100000"/>
              </a:lnSpc>
              <a:spcBef>
                <a:spcPts val="0"/>
              </a:spcBef>
              <a:spcAft>
                <a:spcPts val="0"/>
              </a:spcAft>
              <a:buClrTx/>
              <a:buSzTx/>
              <a:buFont typeface="Figtree" pitchFamily="2" charset="0"/>
              <a:buNone/>
              <a:tabLst/>
              <a:defRPr/>
            </a:pPr>
            <a:endParaRPr kumimoji="0" lang="en-US" sz="1800" b="0" i="0" u="none" strike="noStrike" kern="1200" cap="none" spc="0" normalizeH="0" baseline="0" noProof="0" dirty="0">
              <a:ln>
                <a:noFill/>
              </a:ln>
              <a:solidFill>
                <a:srgbClr val="3F3F3F"/>
              </a:solidFill>
              <a:effectLst/>
              <a:uLnTx/>
              <a:uFillTx/>
              <a:latin typeface="Figtree" panose="020B0604020202020204"/>
              <a:ea typeface="+mn-ea"/>
              <a:cs typeface="+mn-cs"/>
            </a:endParaRPr>
          </a:p>
          <a:p>
            <a:pPr marL="0" marR="0" lvl="0" indent="0" algn="l" defTabSz="914126" rtl="0" eaLnBrk="1" fontAlgn="auto" latinLnBrk="0" hangingPunct="1">
              <a:lnSpc>
                <a:spcPct val="100000"/>
              </a:lnSpc>
              <a:spcBef>
                <a:spcPts val="0"/>
              </a:spcBef>
              <a:spcAft>
                <a:spcPts val="0"/>
              </a:spcAft>
              <a:buClrTx/>
              <a:buSzTx/>
              <a:buFont typeface="Figtree" pitchFamily="2" charset="0"/>
              <a:buNone/>
              <a:tabLst/>
              <a:defRPr/>
            </a:pPr>
            <a:r>
              <a:rPr kumimoji="0" lang="en-US" sz="1800" b="0" i="0" u="none" strike="noStrike" kern="1200" cap="none" spc="0" normalizeH="0" baseline="0" noProof="0" dirty="0">
                <a:ln>
                  <a:noFill/>
                </a:ln>
                <a:solidFill>
                  <a:srgbClr val="3F3F3F"/>
                </a:solidFill>
                <a:effectLst/>
                <a:uLnTx/>
                <a:uFillTx/>
                <a:latin typeface="Figtree" panose="020B0604020202020204"/>
                <a:ea typeface="+mn-ea"/>
                <a:cs typeface="+mn-cs"/>
              </a:rPr>
              <a:t>Organizations should engage appropriate legal, business, technical, and audit expertise within their specific organization for review of requirements and effectiveness of implementations.</a:t>
            </a:r>
          </a:p>
        </p:txBody>
      </p:sp>
    </p:spTree>
    <p:extLst>
      <p:ext uri="{BB962C8B-B14F-4D97-AF65-F5344CB8AC3E}">
        <p14:creationId xmlns:p14="http://schemas.microsoft.com/office/powerpoint/2010/main" val="104683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4" name="Text Placeholder 3">
            <a:extLst>
              <a:ext uri="{FF2B5EF4-FFF2-40B4-BE49-F238E27FC236}">
                <a16:creationId xmlns:a16="http://schemas.microsoft.com/office/drawing/2014/main" id="{B6CCD82C-92EF-52E3-6D43-409D112BB960}"/>
              </a:ext>
            </a:extLst>
          </p:cNvPr>
          <p:cNvSpPr>
            <a:spLocks noGrp="1"/>
          </p:cNvSpPr>
          <p:nvPr>
            <p:ph type="body" sz="quarter" idx="24"/>
          </p:nvPr>
        </p:nvSpPr>
        <p:spPr>
          <a:xfrm>
            <a:off x="609600" y="1267608"/>
            <a:ext cx="1939925" cy="1969770"/>
          </a:xfrm>
        </p:spPr>
        <p:txBody>
          <a:bodyPr>
            <a:spAutoFit/>
          </a:bodyPr>
          <a:lstStyle>
            <a:lvl1pPr>
              <a:defRPr sz="3200">
                <a:solidFill>
                  <a:schemeClr val="accent2"/>
                </a:solidFill>
                <a:latin typeface="+mj-lt"/>
              </a:defRPr>
            </a:lvl1pPr>
          </a:lstStyle>
          <a:p>
            <a:pPr lvl="0"/>
            <a:r>
              <a:rPr lang="en-US"/>
              <a:t>Click to edit Master text styles</a:t>
            </a:r>
          </a:p>
        </p:txBody>
      </p:sp>
      <p:sp>
        <p:nvSpPr>
          <p:cNvPr id="7" name="Text Placeholder 6">
            <a:extLst>
              <a:ext uri="{FF2B5EF4-FFF2-40B4-BE49-F238E27FC236}">
                <a16:creationId xmlns:a16="http://schemas.microsoft.com/office/drawing/2014/main" id="{E948148D-4A41-A447-0432-B69E69A94358}"/>
              </a:ext>
            </a:extLst>
          </p:cNvPr>
          <p:cNvSpPr>
            <a:spLocks noGrp="1"/>
          </p:cNvSpPr>
          <p:nvPr>
            <p:ph type="body" sz="quarter" idx="25"/>
          </p:nvPr>
        </p:nvSpPr>
        <p:spPr>
          <a:xfrm>
            <a:off x="2894013" y="1267608"/>
            <a:ext cx="7335837" cy="4337050"/>
          </a:xfrm>
        </p:spPr>
        <p:txBody>
          <a:bodyPr/>
          <a:lstStyle>
            <a:lvl1pPr marL="342900" indent="-342900">
              <a:buClr>
                <a:schemeClr val="accent2"/>
              </a:buClr>
              <a:buFont typeface="Figtree" pitchFamily="2" charset="0"/>
              <a:buChar char="•"/>
              <a:defRPr sz="2800"/>
            </a:lvl1pPr>
            <a:lvl2pPr marL="804863" indent="-347663">
              <a:buClr>
                <a:schemeClr val="accent2"/>
              </a:buClr>
              <a:defRPr sz="2400"/>
            </a:lvl2pPr>
            <a:lvl3pPr marL="1033463" indent="-346075">
              <a:buClr>
                <a:schemeClr val="accent2"/>
              </a:buClr>
              <a:defRPr sz="2000"/>
            </a:lvl3pPr>
            <a:lvl4pPr marL="1262063" indent="-342900">
              <a:buClr>
                <a:schemeClr val="accent2"/>
              </a:buClr>
              <a:defRPr sz="1800"/>
            </a:lvl4pPr>
            <a:lvl5pPr marL="1490663" indent="-347663">
              <a:buClr>
                <a:schemeClr val="accent2"/>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94517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Section Header – Aqua - VCF 9">
    <p:spTree>
      <p:nvGrpSpPr>
        <p:cNvPr id="1" name=""/>
        <p:cNvGrpSpPr/>
        <p:nvPr/>
      </p:nvGrpSpPr>
      <p:grpSpPr>
        <a:xfrm>
          <a:off x="0" y="0"/>
          <a:ext cx="0" cy="0"/>
          <a:chOff x="0" y="0"/>
          <a:chExt cx="0" cy="0"/>
        </a:xfrm>
      </p:grpSpPr>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2" name="Title 1"/>
          <p:cNvSpPr>
            <a:spLocks noGrp="1"/>
          </p:cNvSpPr>
          <p:nvPr>
            <p:ph type="title" hasCustomPrompt="1"/>
          </p:nvPr>
        </p:nvSpPr>
        <p:spPr>
          <a:xfrm>
            <a:off x="589107" y="938794"/>
            <a:ext cx="6587869" cy="1229360"/>
          </a:xfrm>
        </p:spPr>
        <p:txBody>
          <a:bodyPr wrap="square" anchor="b"/>
          <a:lstStyle>
            <a:lvl1pPr algn="l">
              <a:defRPr sz="40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pic>
        <p:nvPicPr>
          <p:cNvPr id="4" name="Picture 3" descr="A logo of a cloud computing system&#10;&#10;AI-generated content may be incorrect.">
            <a:extLst>
              <a:ext uri="{FF2B5EF4-FFF2-40B4-BE49-F238E27FC236}">
                <a16:creationId xmlns:a16="http://schemas.microsoft.com/office/drawing/2014/main" id="{426B88A1-F096-8B45-B00A-19D682059EAE}"/>
              </a:ext>
            </a:extLst>
          </p:cNvPr>
          <p:cNvPicPr>
            <a:picLocks noChangeAspect="1"/>
          </p:cNvPicPr>
          <p:nvPr userDrawn="1"/>
        </p:nvPicPr>
        <p:blipFill>
          <a:blip r:embed="rId2"/>
          <a:stretch>
            <a:fillRect/>
          </a:stretch>
        </p:blipFill>
        <p:spPr>
          <a:xfrm>
            <a:off x="5330825" y="0"/>
            <a:ext cx="6858000" cy="6858000"/>
          </a:xfrm>
          <a:prstGeom prst="rect">
            <a:avLst/>
          </a:prstGeom>
        </p:spPr>
      </p:pic>
      <p:sp>
        <p:nvSpPr>
          <p:cNvPr id="3" name="Google Shape;13;p1">
            <a:extLst>
              <a:ext uri="{FF2B5EF4-FFF2-40B4-BE49-F238E27FC236}">
                <a16:creationId xmlns:a16="http://schemas.microsoft.com/office/drawing/2014/main" id="{45CD723A-EB76-5513-62C5-607B4C080174}"/>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5" name="Google Shape;14;p1">
            <a:extLst>
              <a:ext uri="{FF2B5EF4-FFF2-40B4-BE49-F238E27FC236}">
                <a16:creationId xmlns:a16="http://schemas.microsoft.com/office/drawing/2014/main" id="{F4F1EBF8-B46E-9EC6-B40F-366D5962590B}"/>
              </a:ext>
            </a:extLst>
          </p:cNvPr>
          <p:cNvPicPr preferRelativeResize="0"/>
          <p:nvPr userDrawn="1"/>
        </p:nvPicPr>
        <p:blipFill rotWithShape="1">
          <a:blip r:embed="rId3">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4069549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4"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1146974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5"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1293294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2"/>
                </a:solidFill>
              </a:defRPr>
            </a:lvl1pPr>
          </a:lstStyle>
          <a:p>
            <a:r>
              <a:rPr lang="en-US"/>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buClr>
                <a:schemeClr val="bg2">
                  <a:lumMod val="25000"/>
                </a:schemeClr>
              </a:buClr>
              <a:defRPr>
                <a:solidFill>
                  <a:schemeClr val="tx1"/>
                </a:solidFill>
              </a:defRPr>
            </a:lvl2pPr>
            <a:lvl3pPr>
              <a:spcBef>
                <a:spcPts val="0"/>
              </a:spcBef>
              <a:buClr>
                <a:schemeClr val="bg2">
                  <a:lumMod val="25000"/>
                </a:schemeClr>
              </a:buClr>
              <a:defRPr>
                <a:solidFill>
                  <a:schemeClr val="tx1"/>
                </a:solidFill>
              </a:defRPr>
            </a:lvl3pPr>
            <a:lvl4pPr>
              <a:spcBef>
                <a:spcPts val="0"/>
              </a:spcBef>
              <a:buClr>
                <a:schemeClr val="bg2">
                  <a:lumMod val="25000"/>
                </a:schemeClr>
              </a:buClr>
              <a:defRPr>
                <a:solidFill>
                  <a:schemeClr val="tx1"/>
                </a:solidFill>
              </a:defRPr>
            </a:lvl4pPr>
            <a:lvl5pPr>
              <a:spcBef>
                <a:spcPts val="0"/>
              </a:spcBef>
              <a:buClr>
                <a:schemeClr val="bg2">
                  <a:lumMod val="25000"/>
                </a:schemeClr>
              </a:buClr>
              <a:defRPr>
                <a:solidFill>
                  <a:schemeClr val="tx1"/>
                </a:solidFill>
              </a:defRPr>
            </a:lvl5pPr>
            <a:lvl6pPr>
              <a:buClr>
                <a:schemeClr val="bg2">
                  <a:lumMod val="25000"/>
                </a:schemeClr>
              </a:buClr>
              <a:defRPr>
                <a:solidFill>
                  <a:schemeClr val="bg2">
                    <a:lumMod val="25000"/>
                  </a:schemeClr>
                </a:solidFill>
              </a:defRPr>
            </a:lvl6pPr>
            <a:lvl7pPr>
              <a:defRPr/>
            </a:lvl7pPr>
            <a:lvl8pPr>
              <a:defRPr/>
            </a:lvl8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6"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3111214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1287"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9" name="page number">
            <a:extLst>
              <a:ext uri="{FF2B5EF4-FFF2-40B4-BE49-F238E27FC236}">
                <a16:creationId xmlns:a16="http://schemas.microsoft.com/office/drawing/2014/main" id="{306FFEC8-099C-484D-841A-7FCB225B189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1959950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rgbClr val="F4F8FA"/>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2" name="Content Placeholder 17">
            <a:extLst>
              <a:ext uri="{FF2B5EF4-FFF2-40B4-BE49-F238E27FC236}">
                <a16:creationId xmlns:a16="http://schemas.microsoft.com/office/drawing/2014/main" id="{DCC3C30A-44C0-E837-19B2-6A2DFD1C7D7F}"/>
              </a:ext>
            </a:extLst>
          </p:cNvPr>
          <p:cNvSpPr>
            <a:spLocks noGrp="1"/>
          </p:cNvSpPr>
          <p:nvPr>
            <p:ph sz="quarter" idx="17" hasCustomPrompt="1"/>
          </p:nvPr>
        </p:nvSpPr>
        <p:spPr bwMode="ltGray">
          <a:xfrm>
            <a:off x="0" y="1600201"/>
            <a:ext cx="5893593" cy="4572000"/>
          </a:xfrm>
          <a:no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page number">
            <a:extLst>
              <a:ext uri="{FF2B5EF4-FFF2-40B4-BE49-F238E27FC236}">
                <a16:creationId xmlns:a16="http://schemas.microsoft.com/office/drawing/2014/main" id="{1727F760-24DE-9A42-B7E9-356D8DC2B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1855555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2" name="Content Placeholder 17">
            <a:extLst>
              <a:ext uri="{FF2B5EF4-FFF2-40B4-BE49-F238E27FC236}">
                <a16:creationId xmlns:a16="http://schemas.microsoft.com/office/drawing/2014/main" id="{D7F87D5F-EABF-6E97-FCBB-22D4040C1B63}"/>
              </a:ext>
            </a:extLst>
          </p:cNvPr>
          <p:cNvSpPr>
            <a:spLocks noGrp="1"/>
          </p:cNvSpPr>
          <p:nvPr>
            <p:ph sz="quarter" idx="16" hasCustomPrompt="1"/>
          </p:nvPr>
        </p:nvSpPr>
        <p:spPr bwMode="ltGray">
          <a:xfrm>
            <a:off x="6323381" y="1600201"/>
            <a:ext cx="5865445" cy="4572000"/>
          </a:xfrm>
          <a:no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Content Placeholder 17">
            <a:extLst>
              <a:ext uri="{FF2B5EF4-FFF2-40B4-BE49-F238E27FC236}">
                <a16:creationId xmlns:a16="http://schemas.microsoft.com/office/drawing/2014/main" id="{CA8AC63D-F94C-D60E-8AB3-9211BDCC455C}"/>
              </a:ext>
            </a:extLst>
          </p:cNvPr>
          <p:cNvSpPr>
            <a:spLocks noGrp="1"/>
          </p:cNvSpPr>
          <p:nvPr>
            <p:ph sz="quarter" idx="17" hasCustomPrompt="1"/>
          </p:nvPr>
        </p:nvSpPr>
        <p:spPr bwMode="ltGray">
          <a:xfrm>
            <a:off x="0" y="1600201"/>
            <a:ext cx="5893593" cy="4572000"/>
          </a:xfrm>
          <a:solidFill>
            <a:srgbClr val="F4F8FA"/>
          </a:solid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4FD1F5D3-21E9-5341-B48A-48F1E4CF33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3064844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accent2"/>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87234" cy="875370"/>
          </a:xfrm>
          <a:noFill/>
        </p:spPr>
        <p:txBody>
          <a:bodyPr vert="horz" lIns="0" tIns="91440" rIns="457200" bIns="91440" rtlCol="0" anchor="b">
            <a:noAutofit/>
          </a:bodyPr>
          <a:lstStyle>
            <a:lvl1pPr>
              <a:defRPr lang="en-US" dirty="0">
                <a:solidFill>
                  <a:schemeClr val="accent2"/>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92865" y="2621020"/>
            <a:ext cx="531579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08726" y="1600202"/>
            <a:ext cx="528723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08143" y="2621280"/>
            <a:ext cx="5287234" cy="3575124"/>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userDrawn="1"/>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userDrawn="1"/>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19" name="page number">
            <a:extLst>
              <a:ext uri="{FF2B5EF4-FFF2-40B4-BE49-F238E27FC236}">
                <a16:creationId xmlns:a16="http://schemas.microsoft.com/office/drawing/2014/main" id="{3E816477-50B7-9248-BE5F-B9062610CEE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521334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accent2"/>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2"/>
                </a:solidFill>
              </a:defRPr>
            </a:lvl1pPr>
            <a:lvl2pPr marL="0" indent="0">
              <a:buFont typeface="Figtree" pitchFamily="2"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297616" y="1600200"/>
            <a:ext cx="3593592" cy="914400"/>
          </a:xfrm>
          <a:noFill/>
        </p:spPr>
        <p:txBody>
          <a:bodyPr lIns="0" tIns="91440" rIns="182880" bIns="91440" anchor="b"/>
          <a:lstStyle>
            <a:lvl1pPr>
              <a:defRPr sz="1800">
                <a:solidFill>
                  <a:schemeClr val="accent3"/>
                </a:solidFill>
              </a:defRPr>
            </a:lvl1pPr>
            <a:lvl2pPr marL="0" indent="0">
              <a:buFont typeface="Figtree" pitchFamily="2"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1859" y="1600200"/>
            <a:ext cx="3593592" cy="914400"/>
          </a:xfrm>
          <a:noFill/>
        </p:spPr>
        <p:txBody>
          <a:bodyPr lIns="0" tIns="91440" rIns="182880" bIns="91440" anchor="b"/>
          <a:lstStyle>
            <a:lvl1pPr>
              <a:defRPr sz="1800">
                <a:solidFill>
                  <a:schemeClr val="accent4"/>
                </a:solidFill>
              </a:defRPr>
            </a:lvl1pPr>
            <a:lvl2pPr marL="0" indent="0">
              <a:buFont typeface="Figtree" pitchFamily="2"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2" name="Rectangle 1">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7" name="Text Placeholder 6">
            <a:extLst>
              <a:ext uri="{FF2B5EF4-FFF2-40B4-BE49-F238E27FC236}">
                <a16:creationId xmlns:a16="http://schemas.microsoft.com/office/drawing/2014/main" id="{34AF0ECF-E71C-8AC9-36B9-29CB570B16D7}"/>
              </a:ext>
            </a:extLst>
          </p:cNvPr>
          <p:cNvSpPr>
            <a:spLocks noGrp="1"/>
          </p:cNvSpPr>
          <p:nvPr>
            <p:ph type="body" sz="quarter" idx="29"/>
          </p:nvPr>
        </p:nvSpPr>
        <p:spPr>
          <a:xfrm>
            <a:off x="59286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6">
            <a:extLst>
              <a:ext uri="{FF2B5EF4-FFF2-40B4-BE49-F238E27FC236}">
                <a16:creationId xmlns:a16="http://schemas.microsoft.com/office/drawing/2014/main" id="{D43B6B0E-4AB9-6144-29E4-820FC763DE97}"/>
              </a:ext>
            </a:extLst>
          </p:cNvPr>
          <p:cNvSpPr>
            <a:spLocks noGrp="1"/>
          </p:cNvSpPr>
          <p:nvPr>
            <p:ph type="body" sz="quarter" idx="30"/>
          </p:nvPr>
        </p:nvSpPr>
        <p:spPr>
          <a:xfrm>
            <a:off x="429761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EE5625D-A2F8-6592-7C13-07EAF5CBBC33}"/>
              </a:ext>
            </a:extLst>
          </p:cNvPr>
          <p:cNvSpPr>
            <a:spLocks noGrp="1"/>
          </p:cNvSpPr>
          <p:nvPr>
            <p:ph type="body" sz="quarter" idx="31"/>
          </p:nvPr>
        </p:nvSpPr>
        <p:spPr>
          <a:xfrm>
            <a:off x="8001859"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userDrawn="1"/>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16" name="Rectangle 15">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userDrawn="1"/>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17" name="page number">
            <a:extLst>
              <a:ext uri="{FF2B5EF4-FFF2-40B4-BE49-F238E27FC236}">
                <a16:creationId xmlns:a16="http://schemas.microsoft.com/office/drawing/2014/main" id="{7788490C-B63E-8E46-A9C1-9CF865F7FA57}"/>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18" name="Rectangle 17">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userDrawn="1"/>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Tree>
    <p:extLst>
      <p:ext uri="{BB962C8B-B14F-4D97-AF65-F5344CB8AC3E}">
        <p14:creationId xmlns:p14="http://schemas.microsoft.com/office/powerpoint/2010/main" val="3163146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9531"/>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userDrawn="1"/>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10" name="page number">
            <a:extLst>
              <a:ext uri="{FF2B5EF4-FFF2-40B4-BE49-F238E27FC236}">
                <a16:creationId xmlns:a16="http://schemas.microsoft.com/office/drawing/2014/main" id="{1A93E906-C928-C345-B032-1F5C677FAED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3863935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2" name="Rectangle 1">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4" name="Text Placeholder 3">
            <a:extLst>
              <a:ext uri="{FF2B5EF4-FFF2-40B4-BE49-F238E27FC236}">
                <a16:creationId xmlns:a16="http://schemas.microsoft.com/office/drawing/2014/main" id="{CEB93DEE-AB9E-C81E-DF9C-D1BE09F22E09}"/>
              </a:ext>
            </a:extLst>
          </p:cNvPr>
          <p:cNvSpPr>
            <a:spLocks noGrp="1"/>
          </p:cNvSpPr>
          <p:nvPr>
            <p:ph type="body" sz="quarter" idx="20" hasCustomPrompt="1"/>
          </p:nvPr>
        </p:nvSpPr>
        <p:spPr>
          <a:xfrm>
            <a:off x="9294812"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10">
            <a:extLst>
              <a:ext uri="{FF2B5EF4-FFF2-40B4-BE49-F238E27FC236}">
                <a16:creationId xmlns:a16="http://schemas.microsoft.com/office/drawing/2014/main" id="{DC18C6BC-2416-B51C-F45A-9BCC874B47ED}"/>
              </a:ext>
            </a:extLst>
          </p:cNvPr>
          <p:cNvSpPr>
            <a:spLocks noGrp="1"/>
          </p:cNvSpPr>
          <p:nvPr>
            <p:ph sz="quarter" idx="19" hasCustomPrompt="1"/>
          </p:nvPr>
        </p:nvSpPr>
        <p:spPr>
          <a:xfrm>
            <a:off x="579809" y="1607465"/>
            <a:ext cx="8229600" cy="4572000"/>
          </a:xfrm>
        </p:spPr>
        <p:txBody>
          <a:bodyPr vert="horz" lIns="59436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EA3FFB13-8625-D245-BD64-AAC7CCCB5B6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10" name="Rectangle 9">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userDrawn="1"/>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Tree>
    <p:extLst>
      <p:ext uri="{BB962C8B-B14F-4D97-AF65-F5344CB8AC3E}">
        <p14:creationId xmlns:p14="http://schemas.microsoft.com/office/powerpoint/2010/main" val="3922468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2"/>
                </a:solidFill>
              </a:defRPr>
            </a:lvl1pPr>
            <a:lvl2pPr>
              <a:buClr>
                <a:schemeClr val="accent2"/>
              </a:buClr>
              <a:defRPr sz="1400">
                <a:solidFill>
                  <a:schemeClr val="accent2"/>
                </a:solidFill>
              </a:defRPr>
            </a:lvl2pPr>
            <a:lvl3pPr>
              <a:buClr>
                <a:schemeClr val="accent2"/>
              </a:buClr>
              <a:defRPr sz="1200">
                <a:solidFill>
                  <a:schemeClr val="accent2"/>
                </a:solidFill>
              </a:defRPr>
            </a:lvl3pPr>
            <a:lvl4pPr>
              <a:buClr>
                <a:schemeClr val="accent2"/>
              </a:buClr>
              <a:defRPr sz="1100">
                <a:solidFill>
                  <a:schemeClr val="accent2"/>
                </a:solidFill>
              </a:defRPr>
            </a:lvl4pPr>
            <a:lvl5pPr>
              <a:buClr>
                <a:schemeClr val="accent2"/>
              </a:buClr>
              <a:defRPr sz="1100">
                <a:solidFill>
                  <a:schemeClr val="accent2"/>
                </a:solidFill>
              </a:defRPr>
            </a:lvl5pPr>
            <a:lvl6pPr>
              <a:buClr>
                <a:schemeClr val="accent2"/>
              </a:buClr>
              <a:defRPr sz="1100">
                <a:solidFill>
                  <a:schemeClr val="accent2"/>
                </a:solidFill>
              </a:defRPr>
            </a:lvl6pPr>
            <a:lvl7pPr>
              <a:buClr>
                <a:schemeClr val="accent2"/>
              </a:buClr>
              <a:defRPr sz="1100">
                <a:solidFill>
                  <a:schemeClr val="accent2"/>
                </a:solidFill>
              </a:defRPr>
            </a:lvl7pPr>
            <a:lvl8pPr>
              <a:buClr>
                <a:schemeClr val="accent2"/>
              </a:buClr>
              <a:defRPr sz="1100">
                <a:solidFill>
                  <a:schemeClr val="accent2"/>
                </a:solidFill>
              </a:defRPr>
            </a:lvl8pPr>
            <a:lvl9pPr>
              <a:buClr>
                <a:schemeClr val="accent2"/>
              </a:buClr>
              <a:defRPr sz="11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2" name="Content Placeholder 17">
            <a:extLst>
              <a:ext uri="{FF2B5EF4-FFF2-40B4-BE49-F238E27FC236}">
                <a16:creationId xmlns:a16="http://schemas.microsoft.com/office/drawing/2014/main" id="{C05F02B7-B99F-8424-E971-B7478FAB40DE}"/>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dirty="0"/>
              <a:t>NOTE: This is intended for a diagram only.</a:t>
            </a:r>
            <a:br>
              <a:rPr lang="en-US" dirty="0"/>
            </a:br>
            <a:r>
              <a:rPr lang="en-US" dirty="0"/>
              <a:t>Not recommended to add text here, as it’s not formatted for it. </a:t>
            </a:r>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10"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1525127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accent2"/>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3200400" cy="298450"/>
          </a:xfrm>
        </p:spPr>
        <p:txBody>
          <a:bodyPr anchor="b"/>
          <a:lstStyle>
            <a:lvl1pPr>
              <a:defRPr sz="1800">
                <a:solidFill>
                  <a:schemeClr val="accent2"/>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32004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a:t>Click to add text</a:t>
            </a:r>
          </a:p>
          <a:p>
            <a:pPr lvl="1"/>
            <a:r>
              <a:rPr lang="en-US"/>
              <a:t>Second level</a:t>
            </a:r>
          </a:p>
          <a:p>
            <a:pPr lvl="2"/>
            <a:r>
              <a:rPr lang="en-US"/>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2" name="Content Placeholder 17">
            <a:extLst>
              <a:ext uri="{FF2B5EF4-FFF2-40B4-BE49-F238E27FC236}">
                <a16:creationId xmlns:a16="http://schemas.microsoft.com/office/drawing/2014/main" id="{81258617-CE72-E542-2E67-9B2874ED90B7}"/>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NOTE: This is intended for a diagram only.</a:t>
            </a:r>
            <a:br>
              <a:rPr lang="en-US"/>
            </a:br>
            <a:r>
              <a:rPr lang="en-US"/>
              <a:t>Not recommended to add text here, as it’s not formatted for it. </a:t>
            </a: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userDrawn="1"/>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userDrawn="1"/>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2516976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accent2"/>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93624"/>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59911"/>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93624"/>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59911"/>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dirty="0"/>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Figtree" pitchFamily="2" charset="0"/>
              <a:buChar char="​"/>
              <a:defRPr sz="1200">
                <a:solidFill>
                  <a:schemeClr val="accent1"/>
                </a:solidFill>
              </a:defRPr>
            </a:lvl2pPr>
            <a:lvl3pPr marL="0" indent="0" algn="ctr">
              <a:buFont typeface="Figtree" pitchFamily="2" charset="0"/>
              <a:buChar char="​"/>
              <a:defRPr sz="1200">
                <a:solidFill>
                  <a:schemeClr val="accent1"/>
                </a:solidFill>
              </a:defRPr>
            </a:lvl3pPr>
            <a:lvl4pPr marL="0" indent="0" algn="ctr">
              <a:buFont typeface="Figtree" pitchFamily="2" charset="0"/>
              <a:buChar char="​"/>
              <a:defRPr sz="1200">
                <a:solidFill>
                  <a:schemeClr val="accent1"/>
                </a:solidFill>
              </a:defRPr>
            </a:lvl4pPr>
            <a:lvl5pPr marL="0" indent="0" algn="ctr">
              <a:buFont typeface="Figtree" pitchFamily="2"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Figtree" pitchFamily="2" charset="0"/>
              <a:buChar char="​"/>
              <a:defRPr sz="1200">
                <a:solidFill>
                  <a:schemeClr val="accent1"/>
                </a:solidFill>
              </a:defRPr>
            </a:lvl2pPr>
            <a:lvl3pPr marL="0" indent="0" algn="ctr">
              <a:buFont typeface="Figtree" pitchFamily="2" charset="0"/>
              <a:buChar char="​"/>
              <a:defRPr sz="1200">
                <a:solidFill>
                  <a:schemeClr val="accent1"/>
                </a:solidFill>
              </a:defRPr>
            </a:lvl3pPr>
            <a:lvl4pPr marL="0" indent="0" algn="ctr">
              <a:buFont typeface="Figtree" pitchFamily="2" charset="0"/>
              <a:buChar char="​"/>
              <a:defRPr sz="1200">
                <a:solidFill>
                  <a:schemeClr val="accent1"/>
                </a:solidFill>
              </a:defRPr>
            </a:lvl4pPr>
            <a:lvl5pPr marL="0" indent="0" algn="ctr">
              <a:buFont typeface="Figtree" pitchFamily="2"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US"/>
              <a:t>Click icon to add picture</a:t>
            </a:r>
            <a:endParaRPr lang="en-US" dirty="0"/>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Figtree" pitchFamily="2" charset="0"/>
              <a:buChar char="​"/>
              <a:defRPr sz="1200">
                <a:solidFill>
                  <a:schemeClr val="tx1"/>
                </a:solidFill>
              </a:defRPr>
            </a:lvl2pPr>
            <a:lvl3pPr marL="0" indent="0" algn="ctr">
              <a:buFont typeface="Figtree" pitchFamily="2" charset="0"/>
              <a:buNone/>
              <a:defRPr sz="1200">
                <a:solidFill>
                  <a:schemeClr val="accent1"/>
                </a:solidFill>
              </a:defRPr>
            </a:lvl3pPr>
            <a:lvl4pPr marL="0" indent="0" algn="ctr">
              <a:buFont typeface="Figtree" pitchFamily="2" charset="0"/>
              <a:buChar char="​"/>
              <a:defRPr sz="1200">
                <a:solidFill>
                  <a:schemeClr val="accent1"/>
                </a:solidFill>
              </a:defRPr>
            </a:lvl4pPr>
            <a:lvl5pPr marL="0" indent="0" algn="ctr">
              <a:buFont typeface="Figtree" pitchFamily="2"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cxnSp>
        <p:nvCxnSpPr>
          <p:cNvPr id="2" name="Straight Connector 1">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2906119E-8D41-BF4A-7D53-2FBB71F653C6}"/>
              </a:ext>
            </a:extLst>
          </p:cNvPr>
          <p:cNvSpPr>
            <a:spLocks noGrp="1"/>
          </p:cNvSpPr>
          <p:nvPr>
            <p:ph type="body" sz="quarter" idx="41" hasCustomPrompt="1"/>
          </p:nvPr>
        </p:nvSpPr>
        <p:spPr>
          <a:xfrm>
            <a:off x="608013" y="1552575"/>
            <a:ext cx="3201987" cy="219075"/>
          </a:xfrm>
        </p:spPr>
        <p:txBody>
          <a:bodyPr anchor="b" anchorCtr="0"/>
          <a:lstStyle>
            <a:lvl1pPr>
              <a:defRPr sz="1200" cap="all" baseline="0">
                <a:solidFill>
                  <a:schemeClr val="accent2"/>
                </a:solidFill>
              </a:defRPr>
            </a:lvl1pPr>
          </a:lstStyle>
          <a:p>
            <a:pPr lvl="0"/>
            <a:r>
              <a:rPr lang="en-US" dirty="0"/>
              <a:t>About</a:t>
            </a:r>
          </a:p>
        </p:txBody>
      </p:sp>
      <p:sp>
        <p:nvSpPr>
          <p:cNvPr id="18" name="Text Placeholder 17">
            <a:extLst>
              <a:ext uri="{FF2B5EF4-FFF2-40B4-BE49-F238E27FC236}">
                <a16:creationId xmlns:a16="http://schemas.microsoft.com/office/drawing/2014/main" id="{D52D6E64-9DD1-43CD-C247-B83E374482F5}"/>
              </a:ext>
            </a:extLst>
          </p:cNvPr>
          <p:cNvSpPr>
            <a:spLocks noGrp="1"/>
          </p:cNvSpPr>
          <p:nvPr>
            <p:ph type="body" sz="quarter" idx="42" hasCustomPrompt="1"/>
          </p:nvPr>
        </p:nvSpPr>
        <p:spPr>
          <a:xfrm>
            <a:off x="4411663" y="1552575"/>
            <a:ext cx="3201987" cy="219075"/>
          </a:xfrm>
        </p:spPr>
        <p:txBody>
          <a:bodyPr anchor="b" anchorCtr="0"/>
          <a:lstStyle>
            <a:lvl1pPr>
              <a:defRPr sz="1200" cap="all" baseline="0">
                <a:solidFill>
                  <a:schemeClr val="accent2"/>
                </a:solidFill>
              </a:defRPr>
            </a:lvl1pPr>
          </a:lstStyle>
          <a:p>
            <a:pPr lvl="0"/>
            <a:r>
              <a:rPr lang="en-US" dirty="0"/>
              <a:t>solution</a:t>
            </a:r>
          </a:p>
        </p:txBody>
      </p:sp>
      <p:sp>
        <p:nvSpPr>
          <p:cNvPr id="20" name="Text Placeholder 19">
            <a:extLst>
              <a:ext uri="{FF2B5EF4-FFF2-40B4-BE49-F238E27FC236}">
                <a16:creationId xmlns:a16="http://schemas.microsoft.com/office/drawing/2014/main" id="{D02A9C0F-4D4C-0EEC-0E20-65368D11774B}"/>
              </a:ext>
            </a:extLst>
          </p:cNvPr>
          <p:cNvSpPr>
            <a:spLocks noGrp="1"/>
          </p:cNvSpPr>
          <p:nvPr>
            <p:ph type="body" sz="quarter" idx="43" hasCustomPrompt="1"/>
          </p:nvPr>
        </p:nvSpPr>
        <p:spPr>
          <a:xfrm>
            <a:off x="608013" y="3338514"/>
            <a:ext cx="3201987" cy="219075"/>
          </a:xfrm>
        </p:spPr>
        <p:txBody>
          <a:bodyPr anchor="b" anchorCtr="0"/>
          <a:lstStyle>
            <a:lvl1pPr>
              <a:defRPr sz="1200" cap="all" baseline="0">
                <a:solidFill>
                  <a:schemeClr val="accent3"/>
                </a:solidFill>
              </a:defRPr>
            </a:lvl1pPr>
          </a:lstStyle>
          <a:p>
            <a:pPr lvl="0"/>
            <a:r>
              <a:rPr lang="en-US" dirty="0"/>
              <a:t>challenges</a:t>
            </a:r>
          </a:p>
        </p:txBody>
      </p:sp>
      <p:sp>
        <p:nvSpPr>
          <p:cNvPr id="22" name="Text Placeholder 21">
            <a:extLst>
              <a:ext uri="{FF2B5EF4-FFF2-40B4-BE49-F238E27FC236}">
                <a16:creationId xmlns:a16="http://schemas.microsoft.com/office/drawing/2014/main" id="{1DEF5052-BBAD-A22B-0D68-BBBFD706375E}"/>
              </a:ext>
            </a:extLst>
          </p:cNvPr>
          <p:cNvSpPr>
            <a:spLocks noGrp="1"/>
          </p:cNvSpPr>
          <p:nvPr>
            <p:ph type="body" sz="quarter" idx="44" hasCustomPrompt="1"/>
          </p:nvPr>
        </p:nvSpPr>
        <p:spPr>
          <a:xfrm>
            <a:off x="4427538" y="3338514"/>
            <a:ext cx="3201987" cy="219075"/>
          </a:xfrm>
        </p:spPr>
        <p:txBody>
          <a:bodyPr anchor="b" anchorCtr="0"/>
          <a:lstStyle>
            <a:lvl1pPr>
              <a:defRPr sz="1200" cap="all" baseline="0">
                <a:solidFill>
                  <a:schemeClr val="accent3"/>
                </a:solidFill>
              </a:defRPr>
            </a:lvl1pPr>
          </a:lstStyle>
          <a:p>
            <a:pPr lvl="0"/>
            <a:r>
              <a:rPr lang="en-US"/>
              <a:t>impact</a:t>
            </a:r>
          </a:p>
        </p:txBody>
      </p:sp>
      <p:sp>
        <p:nvSpPr>
          <p:cNvPr id="24" name="Text Placeholder 23">
            <a:extLst>
              <a:ext uri="{FF2B5EF4-FFF2-40B4-BE49-F238E27FC236}">
                <a16:creationId xmlns:a16="http://schemas.microsoft.com/office/drawing/2014/main" id="{9FFF9CD2-0893-33FB-480A-506C7095C2FA}"/>
              </a:ext>
            </a:extLst>
          </p:cNvPr>
          <p:cNvSpPr>
            <a:spLocks noGrp="1"/>
          </p:cNvSpPr>
          <p:nvPr>
            <p:ph type="body" sz="quarter" idx="45" hasCustomPrompt="1"/>
          </p:nvPr>
        </p:nvSpPr>
        <p:spPr>
          <a:xfrm>
            <a:off x="608013" y="5022850"/>
            <a:ext cx="3200400" cy="227013"/>
          </a:xfrm>
        </p:spPr>
        <p:txBody>
          <a:bodyPr anchor="b" anchorCtr="0"/>
          <a:lstStyle>
            <a:lvl1pPr>
              <a:defRPr sz="1200" cap="all" baseline="0">
                <a:solidFill>
                  <a:schemeClr val="accent4"/>
                </a:solidFill>
              </a:defRPr>
            </a:lvl1pPr>
          </a:lstStyle>
          <a:p>
            <a:pPr lvl="0"/>
            <a:r>
              <a:rPr lang="en-US"/>
              <a:t>products</a:t>
            </a:r>
          </a:p>
        </p:txBody>
      </p:sp>
      <p:sp>
        <p:nvSpPr>
          <p:cNvPr id="26" name="Text Placeholder 25">
            <a:extLst>
              <a:ext uri="{FF2B5EF4-FFF2-40B4-BE49-F238E27FC236}">
                <a16:creationId xmlns:a16="http://schemas.microsoft.com/office/drawing/2014/main" id="{F2B49FE0-BA78-9DF9-AB7D-9F52651E93AD}"/>
              </a:ext>
            </a:extLst>
          </p:cNvPr>
          <p:cNvSpPr>
            <a:spLocks noGrp="1"/>
          </p:cNvSpPr>
          <p:nvPr>
            <p:ph type="body" sz="quarter" idx="46" hasCustomPrompt="1"/>
          </p:nvPr>
        </p:nvSpPr>
        <p:spPr>
          <a:xfrm>
            <a:off x="4427538" y="5022850"/>
            <a:ext cx="3200400" cy="227013"/>
          </a:xfrm>
        </p:spPr>
        <p:txBody>
          <a:bodyPr anchor="b" anchorCtr="0"/>
          <a:lstStyle>
            <a:lvl1pPr>
              <a:defRPr sz="1200" cap="all" baseline="0">
                <a:solidFill>
                  <a:schemeClr val="accent4"/>
                </a:solidFill>
              </a:defRPr>
            </a:lvl1pPr>
          </a:lstStyle>
          <a:p>
            <a:pPr lvl="0"/>
            <a:r>
              <a:rPr lang="en-US"/>
              <a:t>Strategic priorities</a:t>
            </a:r>
          </a:p>
        </p:txBody>
      </p: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userDrawn="1"/>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userDrawn="1"/>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userDrawn="1"/>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userDrawn="1"/>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userDrawn="1"/>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cxnSp>
        <p:nvCxnSpPr>
          <p:cNvPr id="49" name="Straight Connector 48">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userDrawn="1"/>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1530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1A60E"/>
              </a:solidFill>
              <a:effectLst/>
              <a:uLnTx/>
              <a:uFillTx/>
              <a:latin typeface="Figtree" panose="020B0604020202020204"/>
              <a:ea typeface="+mn-ea"/>
              <a:cs typeface="+mn-cs"/>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Figtree" pitchFamily="2"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Figtree" pitchFamily="2"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Figtree" pitchFamily="2"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18" name="Oval 17">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1A60E"/>
              </a:solidFill>
              <a:effectLst/>
              <a:uLnTx/>
              <a:uFillTx/>
              <a:latin typeface="Figtree" panose="020B0604020202020204"/>
              <a:ea typeface="+mn-ea"/>
              <a:cs typeface="+mn-cs"/>
            </a:endParaRPr>
          </a:p>
        </p:txBody>
      </p:sp>
      <p:sp>
        <p:nvSpPr>
          <p:cNvPr id="20" name="Oval 19">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25"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15115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hree Icon - Fancy">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601F6BC8-890F-E2DA-3AF7-13EDFB2F57AD}"/>
              </a:ext>
            </a:extLst>
          </p:cNvPr>
          <p:cNvSpPr>
            <a:spLocks/>
          </p:cNvSpPr>
          <p:nvPr userDrawn="1"/>
        </p:nvSpPr>
        <p:spPr>
          <a:xfrm>
            <a:off x="8226351" y="1899065"/>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5" name="Oval 4">
            <a:extLst>
              <a:ext uri="{FF2B5EF4-FFF2-40B4-BE49-F238E27FC236}">
                <a16:creationId xmlns:a16="http://schemas.microsoft.com/office/drawing/2014/main" id="{CAD2CE7C-A738-5DAC-E359-C64BB0405D4D}"/>
              </a:ext>
            </a:extLst>
          </p:cNvPr>
          <p:cNvSpPr>
            <a:spLocks/>
          </p:cNvSpPr>
          <p:nvPr userDrawn="1"/>
        </p:nvSpPr>
        <p:spPr>
          <a:xfrm>
            <a:off x="5023569" y="1899065"/>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2" name="Oval 1">
            <a:extLst>
              <a:ext uri="{FF2B5EF4-FFF2-40B4-BE49-F238E27FC236}">
                <a16:creationId xmlns:a16="http://schemas.microsoft.com/office/drawing/2014/main" id="{D8410044-EE97-EC7C-9316-78E9B303D358}"/>
              </a:ext>
            </a:extLst>
          </p:cNvPr>
          <p:cNvSpPr>
            <a:spLocks/>
          </p:cNvSpPr>
          <p:nvPr userDrawn="1"/>
        </p:nvSpPr>
        <p:spPr>
          <a:xfrm>
            <a:off x="1820788" y="1899065"/>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solidFill>
            <a:schemeClr val="bg1"/>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1A60E"/>
              </a:solidFill>
              <a:effectLst/>
              <a:uLnTx/>
              <a:uFillTx/>
              <a:latin typeface="Figtree" panose="020B0604020202020204"/>
              <a:ea typeface="+mn-ea"/>
              <a:cs typeface="+mn-cs"/>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Figtree" pitchFamily="2"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solidFill>
            <a:schemeClr val="bg1"/>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Figtree" pitchFamily="2"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Figtree" pitchFamily="2"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1190412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hree Icon - Fancy - RBLF">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601F6BC8-890F-E2DA-3AF7-13EDFB2F57AD}"/>
              </a:ext>
            </a:extLst>
          </p:cNvPr>
          <p:cNvSpPr>
            <a:spLocks/>
          </p:cNvSpPr>
          <p:nvPr userDrawn="1"/>
        </p:nvSpPr>
        <p:spPr>
          <a:xfrm>
            <a:off x="8226351" y="1899065"/>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5" name="Oval 4">
            <a:extLst>
              <a:ext uri="{FF2B5EF4-FFF2-40B4-BE49-F238E27FC236}">
                <a16:creationId xmlns:a16="http://schemas.microsoft.com/office/drawing/2014/main" id="{CAD2CE7C-A738-5DAC-E359-C64BB0405D4D}"/>
              </a:ext>
            </a:extLst>
          </p:cNvPr>
          <p:cNvSpPr>
            <a:spLocks/>
          </p:cNvSpPr>
          <p:nvPr userDrawn="1"/>
        </p:nvSpPr>
        <p:spPr>
          <a:xfrm>
            <a:off x="5023569" y="1899065"/>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2" name="Oval 1">
            <a:extLst>
              <a:ext uri="{FF2B5EF4-FFF2-40B4-BE49-F238E27FC236}">
                <a16:creationId xmlns:a16="http://schemas.microsoft.com/office/drawing/2014/main" id="{D8410044-EE97-EC7C-9316-78E9B303D358}"/>
              </a:ext>
            </a:extLst>
          </p:cNvPr>
          <p:cNvSpPr>
            <a:spLocks/>
          </p:cNvSpPr>
          <p:nvPr userDrawn="1"/>
        </p:nvSpPr>
        <p:spPr>
          <a:xfrm>
            <a:off x="1820788" y="1899065"/>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Figtree"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solidFill>
            <a:schemeClr val="accent4"/>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1A60E"/>
              </a:solidFill>
              <a:effectLst/>
              <a:uLnTx/>
              <a:uFillTx/>
              <a:latin typeface="Figtree" pitchFamily="2" charset="0"/>
              <a:ea typeface="+mn-ea"/>
              <a:cs typeface="+mn-cs"/>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Figtree" pitchFamily="2" charset="0"/>
              <a:buChar char="​"/>
              <a:defRPr/>
            </a:lvl2pPr>
          </a:lstStyle>
          <a:p>
            <a:pPr lvl="0"/>
            <a:r>
              <a:rPr lang="en-US" dirty="0"/>
              <a:t>add icon</a:t>
            </a:r>
            <a:br>
              <a:rPr lang="en-US" dirty="0"/>
            </a:br>
            <a:r>
              <a:rPr lang="en-US" dirty="0"/>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Figtree" pitchFamily="2"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solidFill>
            <a:schemeClr val="accent3"/>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Figtree" pitchFamily="2" charset="0"/>
              <a:buChar char="​"/>
              <a:defRPr/>
            </a:lvl2pPr>
          </a:lstStyle>
          <a:p>
            <a:pPr lvl="0"/>
            <a:r>
              <a:rPr lang="en-US" dirty="0"/>
              <a:t>add icon</a:t>
            </a:r>
            <a:br>
              <a:rPr lang="en-US" dirty="0"/>
            </a:br>
            <a:r>
              <a:rPr lang="en-US" dirty="0"/>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Figtree" pitchFamily="2" charset="0"/>
              <a:buChar char="​"/>
              <a:defRPr lang="en-US" sz="1800" kern="1200" dirty="0">
                <a:solidFill>
                  <a:schemeClr val="tx1"/>
                </a:solidFill>
                <a:latin typeface="Figtree" pitchFamily="2" charset="0"/>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solidFill>
            <a:schemeClr val="accent2"/>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Figtree" pitchFamily="2" charset="0"/>
              <a:buChar char="​"/>
              <a:defRPr lang="en-US" sz="1800" kern="1200" dirty="0">
                <a:solidFill>
                  <a:schemeClr val="tx1"/>
                </a:solidFill>
                <a:latin typeface="Figtree" pitchFamily="2" charset="0"/>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itchFamily="2"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itchFamily="2" charset="0"/>
            </a:endParaRPr>
          </a:p>
        </p:txBody>
      </p:sp>
    </p:spTree>
    <p:extLst>
      <p:ext uri="{BB962C8B-B14F-4D97-AF65-F5344CB8AC3E}">
        <p14:creationId xmlns:p14="http://schemas.microsoft.com/office/powerpoint/2010/main" val="3516429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1A60E"/>
              </a:solidFill>
              <a:effectLst/>
              <a:uLnTx/>
              <a:uFillTx/>
              <a:latin typeface="Figtree" panose="020B0604020202020204"/>
              <a:ea typeface="+mn-ea"/>
              <a:cs typeface="+mn-cs"/>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Figtree" pitchFamily="2"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Figtree" pitchFamily="2"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Figtree" pitchFamily="2"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Figtree" pitchFamily="2"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19" name="Oval 18">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1A60E"/>
              </a:solidFill>
              <a:effectLst/>
              <a:uLnTx/>
              <a:uFillTx/>
              <a:latin typeface="Figtree" panose="020B0604020202020204"/>
              <a:ea typeface="+mn-ea"/>
              <a:cs typeface="+mn-cs"/>
            </a:endParaRPr>
          </a:p>
        </p:txBody>
      </p:sp>
      <p:sp>
        <p:nvSpPr>
          <p:cNvPr id="24" name="Oval 23">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27"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4247972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Four Icon - Fancy">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2402A473-8BC9-DDE2-85BB-4816BB586A4F}"/>
              </a:ext>
            </a:extLst>
          </p:cNvPr>
          <p:cNvSpPr>
            <a:spLocks/>
          </p:cNvSpPr>
          <p:nvPr userDrawn="1"/>
        </p:nvSpPr>
        <p:spPr>
          <a:xfrm>
            <a:off x="9150335" y="1904508"/>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5" name="Oval 4">
            <a:extLst>
              <a:ext uri="{FF2B5EF4-FFF2-40B4-BE49-F238E27FC236}">
                <a16:creationId xmlns:a16="http://schemas.microsoft.com/office/drawing/2014/main" id="{FA97217A-AFD7-3E8C-4060-5AB913DCA2AE}"/>
              </a:ext>
            </a:extLst>
          </p:cNvPr>
          <p:cNvSpPr>
            <a:spLocks/>
          </p:cNvSpPr>
          <p:nvPr userDrawn="1"/>
        </p:nvSpPr>
        <p:spPr>
          <a:xfrm>
            <a:off x="6405736" y="1904508"/>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4" name="Oval 3">
            <a:extLst>
              <a:ext uri="{FF2B5EF4-FFF2-40B4-BE49-F238E27FC236}">
                <a16:creationId xmlns:a16="http://schemas.microsoft.com/office/drawing/2014/main" id="{39063D4E-CA79-47A5-E4AA-D23B0DA056E1}"/>
              </a:ext>
            </a:extLst>
          </p:cNvPr>
          <p:cNvSpPr>
            <a:spLocks/>
          </p:cNvSpPr>
          <p:nvPr userDrawn="1"/>
        </p:nvSpPr>
        <p:spPr>
          <a:xfrm>
            <a:off x="3650568" y="1905843"/>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2" name="Oval 1">
            <a:extLst>
              <a:ext uri="{FF2B5EF4-FFF2-40B4-BE49-F238E27FC236}">
                <a16:creationId xmlns:a16="http://schemas.microsoft.com/office/drawing/2014/main" id="{EF24F155-BFA1-D04C-7B9C-42080999EDC5}"/>
              </a:ext>
            </a:extLst>
          </p:cNvPr>
          <p:cNvSpPr>
            <a:spLocks/>
          </p:cNvSpPr>
          <p:nvPr userDrawn="1"/>
        </p:nvSpPr>
        <p:spPr>
          <a:xfrm>
            <a:off x="909385" y="1904508"/>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solidFill>
            <a:schemeClr val="bg1"/>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1A60E"/>
              </a:solidFill>
              <a:effectLst/>
              <a:uLnTx/>
              <a:uFillTx/>
              <a:latin typeface="Figtree" panose="020B0604020202020204"/>
              <a:ea typeface="+mn-ea"/>
              <a:cs typeface="+mn-cs"/>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Figtree" pitchFamily="2"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solidFill>
            <a:schemeClr val="bg1"/>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Figtree" pitchFamily="2"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Figtree" pitchFamily="2"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solidFill>
            <a:schemeClr val="bg1"/>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Figtree" pitchFamily="2"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2687401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Four Icon - Fancy - RBLF">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2402A473-8BC9-DDE2-85BB-4816BB586A4F}"/>
              </a:ext>
            </a:extLst>
          </p:cNvPr>
          <p:cNvSpPr>
            <a:spLocks/>
          </p:cNvSpPr>
          <p:nvPr userDrawn="1"/>
        </p:nvSpPr>
        <p:spPr>
          <a:xfrm>
            <a:off x="9150335" y="1904508"/>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5" name="Oval 4">
            <a:extLst>
              <a:ext uri="{FF2B5EF4-FFF2-40B4-BE49-F238E27FC236}">
                <a16:creationId xmlns:a16="http://schemas.microsoft.com/office/drawing/2014/main" id="{FA97217A-AFD7-3E8C-4060-5AB913DCA2AE}"/>
              </a:ext>
            </a:extLst>
          </p:cNvPr>
          <p:cNvSpPr>
            <a:spLocks/>
          </p:cNvSpPr>
          <p:nvPr userDrawn="1"/>
        </p:nvSpPr>
        <p:spPr>
          <a:xfrm>
            <a:off x="6405736" y="1904508"/>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4" name="Oval 3">
            <a:extLst>
              <a:ext uri="{FF2B5EF4-FFF2-40B4-BE49-F238E27FC236}">
                <a16:creationId xmlns:a16="http://schemas.microsoft.com/office/drawing/2014/main" id="{39063D4E-CA79-47A5-E4AA-D23B0DA056E1}"/>
              </a:ext>
            </a:extLst>
          </p:cNvPr>
          <p:cNvSpPr>
            <a:spLocks/>
          </p:cNvSpPr>
          <p:nvPr userDrawn="1"/>
        </p:nvSpPr>
        <p:spPr>
          <a:xfrm>
            <a:off x="3650568" y="1905843"/>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2" name="Oval 1">
            <a:extLst>
              <a:ext uri="{FF2B5EF4-FFF2-40B4-BE49-F238E27FC236}">
                <a16:creationId xmlns:a16="http://schemas.microsoft.com/office/drawing/2014/main" id="{EF24F155-BFA1-D04C-7B9C-42080999EDC5}"/>
              </a:ext>
            </a:extLst>
          </p:cNvPr>
          <p:cNvSpPr>
            <a:spLocks/>
          </p:cNvSpPr>
          <p:nvPr userDrawn="1"/>
        </p:nvSpPr>
        <p:spPr>
          <a:xfrm>
            <a:off x="909385" y="1904508"/>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Figtree"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solidFill>
            <a:schemeClr val="accent4"/>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1A60E"/>
              </a:solidFill>
              <a:effectLst/>
              <a:uLnTx/>
              <a:uFillTx/>
              <a:latin typeface="Figtree" pitchFamily="2" charset="0"/>
              <a:ea typeface="+mn-ea"/>
              <a:cs typeface="+mn-cs"/>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Figtree" pitchFamily="2" charset="0"/>
              <a:buChar char="​"/>
              <a:defRPr/>
            </a:lvl2pPr>
          </a:lstStyle>
          <a:p>
            <a:pPr lvl="0"/>
            <a:r>
              <a:rPr lang="en-US" dirty="0"/>
              <a:t>add icon</a:t>
            </a:r>
            <a:br>
              <a:rPr lang="en-US" dirty="0"/>
            </a:br>
            <a:r>
              <a:rPr lang="en-US" dirty="0"/>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Figtree" pitchFamily="2" charset="0"/>
              <a:buChar char="​"/>
              <a:defRPr lang="en-US" sz="1800" kern="1200" dirty="0">
                <a:solidFill>
                  <a:schemeClr val="tx1"/>
                </a:solidFill>
                <a:latin typeface="Figtree" pitchFamily="2"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solidFill>
            <a:schemeClr val="accent3"/>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Figtree" pitchFamily="2" charset="0"/>
              <a:buChar char="​"/>
              <a:defRPr lang="en-US" sz="1800" kern="1200" dirty="0">
                <a:solidFill>
                  <a:schemeClr val="tx1"/>
                </a:solidFill>
                <a:latin typeface="Figtree" pitchFamily="2"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solidFill>
            <a:schemeClr val="accent2"/>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Figtree" pitchFamily="2" charset="0"/>
              <a:buChar char="​"/>
              <a:defRPr lang="en-US" sz="1800" kern="1200" dirty="0">
                <a:solidFill>
                  <a:schemeClr val="tx1"/>
                </a:solidFill>
                <a:latin typeface="Figtree" pitchFamily="2"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solidFill>
            <a:schemeClr val="accent5"/>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Figtree" pitchFamily="2" charset="0"/>
              <a:buChar char="​"/>
              <a:defRPr lang="en-US" sz="1800" kern="1200" dirty="0">
                <a:solidFill>
                  <a:schemeClr val="tx1"/>
                </a:solidFill>
                <a:latin typeface="Figtree" pitchFamily="2"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itchFamily="2"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itchFamily="2" charset="0"/>
            </a:endParaRPr>
          </a:p>
        </p:txBody>
      </p:sp>
    </p:spTree>
    <p:extLst>
      <p:ext uri="{BB962C8B-B14F-4D97-AF65-F5344CB8AC3E}">
        <p14:creationId xmlns:p14="http://schemas.microsoft.com/office/powerpoint/2010/main" val="423533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1A60E"/>
              </a:solidFill>
              <a:effectLst/>
              <a:uLnTx/>
              <a:uFillTx/>
              <a:latin typeface="Figtree" panose="020B0604020202020204"/>
              <a:ea typeface="+mn-ea"/>
              <a:cs typeface="+mn-cs"/>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Figtree" pitchFamily="2"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Figtree" pitchFamily="2"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Figtree" pitchFamily="2"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Figtree" pitchFamily="2"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3BA16"/>
              </a:solidFill>
              <a:effectLst/>
              <a:uLnTx/>
              <a:uFillTx/>
              <a:latin typeface="Figtree" panose="020B0604020202020204"/>
              <a:ea typeface="+mn-ea"/>
              <a:cs typeface="+mn-cs"/>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Figtree" pitchFamily="2"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26" name="Oval 25">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1A60E"/>
              </a:solidFill>
              <a:effectLst/>
              <a:uLnTx/>
              <a:uFillTx/>
              <a:latin typeface="Figtree" panose="020B0604020202020204"/>
              <a:ea typeface="+mn-ea"/>
              <a:cs typeface="+mn-cs"/>
            </a:endParaRPr>
          </a:p>
        </p:txBody>
      </p:sp>
      <p:sp>
        <p:nvSpPr>
          <p:cNvPr id="31" name="Oval 30">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noFill/>
          <a:ln w="38100">
            <a:solidFill>
              <a:schemeClr val="accent3"/>
            </a:solidFill>
          </a:ln>
          <a:effec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33" name="Oval 32">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3BA16"/>
              </a:solidFill>
              <a:effectLst/>
              <a:uLnTx/>
              <a:uFillTx/>
              <a:latin typeface="Figtree" panose="020B0604020202020204"/>
              <a:ea typeface="+mn-ea"/>
              <a:cs typeface="+mn-cs"/>
            </a:endParaRPr>
          </a:p>
        </p:txBody>
      </p:sp>
      <p:sp>
        <p:nvSpPr>
          <p:cNvPr id="36"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1255573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Five Icon - Fancy">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BAFC2F25-50FC-743D-8875-82EAA4EE6453}"/>
              </a:ext>
            </a:extLst>
          </p:cNvPr>
          <p:cNvSpPr>
            <a:spLocks/>
          </p:cNvSpPr>
          <p:nvPr userDrawn="1"/>
        </p:nvSpPr>
        <p:spPr>
          <a:xfrm>
            <a:off x="9588109" y="1908299"/>
            <a:ext cx="2141686" cy="2141686"/>
          </a:xfrm>
          <a:prstGeom prst="ellipse">
            <a:avLst/>
          </a:prstGeom>
          <a:solidFill>
            <a:schemeClr val="tx1">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2" name="Oval 1">
            <a:extLst>
              <a:ext uri="{FF2B5EF4-FFF2-40B4-BE49-F238E27FC236}">
                <a16:creationId xmlns:a16="http://schemas.microsoft.com/office/drawing/2014/main" id="{829618C8-6897-46A8-C683-D147469A957A}"/>
              </a:ext>
            </a:extLst>
          </p:cNvPr>
          <p:cNvSpPr>
            <a:spLocks/>
          </p:cNvSpPr>
          <p:nvPr userDrawn="1"/>
        </p:nvSpPr>
        <p:spPr>
          <a:xfrm>
            <a:off x="7311052" y="1908299"/>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4" name="Oval 3">
            <a:extLst>
              <a:ext uri="{FF2B5EF4-FFF2-40B4-BE49-F238E27FC236}">
                <a16:creationId xmlns:a16="http://schemas.microsoft.com/office/drawing/2014/main" id="{CA840E68-C57E-DCBB-945A-6A62A45F1D8F}"/>
              </a:ext>
            </a:extLst>
          </p:cNvPr>
          <p:cNvSpPr>
            <a:spLocks/>
          </p:cNvSpPr>
          <p:nvPr userDrawn="1"/>
        </p:nvSpPr>
        <p:spPr>
          <a:xfrm>
            <a:off x="5040149" y="1908299"/>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5" name="Oval 4">
            <a:extLst>
              <a:ext uri="{FF2B5EF4-FFF2-40B4-BE49-F238E27FC236}">
                <a16:creationId xmlns:a16="http://schemas.microsoft.com/office/drawing/2014/main" id="{31E2F662-6415-4B32-A3E4-6440423BAEF3}"/>
              </a:ext>
            </a:extLst>
          </p:cNvPr>
          <p:cNvSpPr>
            <a:spLocks/>
          </p:cNvSpPr>
          <p:nvPr userDrawn="1"/>
        </p:nvSpPr>
        <p:spPr>
          <a:xfrm>
            <a:off x="2736088" y="1908299"/>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6" name="Oval 5">
            <a:extLst>
              <a:ext uri="{FF2B5EF4-FFF2-40B4-BE49-F238E27FC236}">
                <a16:creationId xmlns:a16="http://schemas.microsoft.com/office/drawing/2014/main" id="{C4D5E98A-14B2-2162-5BA1-BD39CFF7A3DB}"/>
              </a:ext>
            </a:extLst>
          </p:cNvPr>
          <p:cNvSpPr>
            <a:spLocks/>
          </p:cNvSpPr>
          <p:nvPr userDrawn="1"/>
        </p:nvSpPr>
        <p:spPr>
          <a:xfrm>
            <a:off x="454407" y="1908299"/>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solidFill>
            <a:schemeClr val="bg1"/>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1A60E"/>
              </a:solidFill>
              <a:effectLst/>
              <a:uLnTx/>
              <a:uFillTx/>
              <a:latin typeface="Figtree" panose="020B0604020202020204"/>
              <a:ea typeface="+mn-ea"/>
              <a:cs typeface="+mn-cs"/>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Figtree" pitchFamily="2"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solidFill>
            <a:schemeClr val="bg1"/>
          </a:solidFill>
          <a:ln w="38100">
            <a:solidFill>
              <a:schemeClr val="accent3"/>
            </a:solidFill>
          </a:ln>
          <a:effectLst/>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Figtree" pitchFamily="2"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Figtree" pitchFamily="2"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solidFill>
            <a:schemeClr val="bg1"/>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Figtree" pitchFamily="2"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solidFill>
            <a:schemeClr val="bg1"/>
          </a:solid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BA16"/>
              </a:solidFill>
              <a:effectLst/>
              <a:uLnTx/>
              <a:uFillTx/>
              <a:latin typeface="Figtree" panose="020B0604020202020204"/>
              <a:ea typeface="+mn-ea"/>
              <a:cs typeface="+mn-cs"/>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Figtree" pitchFamily="2"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1180805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Five Icon - Fancy - RBLF">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BAFC2F25-50FC-743D-8875-82EAA4EE6453}"/>
              </a:ext>
            </a:extLst>
          </p:cNvPr>
          <p:cNvSpPr>
            <a:spLocks/>
          </p:cNvSpPr>
          <p:nvPr userDrawn="1"/>
        </p:nvSpPr>
        <p:spPr>
          <a:xfrm>
            <a:off x="9588109" y="1908299"/>
            <a:ext cx="2141686" cy="2141686"/>
          </a:xfrm>
          <a:prstGeom prst="ellipse">
            <a:avLst/>
          </a:prstGeom>
          <a:solidFill>
            <a:schemeClr val="tx1">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2" name="Oval 1">
            <a:extLst>
              <a:ext uri="{FF2B5EF4-FFF2-40B4-BE49-F238E27FC236}">
                <a16:creationId xmlns:a16="http://schemas.microsoft.com/office/drawing/2014/main" id="{829618C8-6897-46A8-C683-D147469A957A}"/>
              </a:ext>
            </a:extLst>
          </p:cNvPr>
          <p:cNvSpPr>
            <a:spLocks/>
          </p:cNvSpPr>
          <p:nvPr userDrawn="1"/>
        </p:nvSpPr>
        <p:spPr>
          <a:xfrm>
            <a:off x="7311052" y="1908299"/>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4" name="Oval 3">
            <a:extLst>
              <a:ext uri="{FF2B5EF4-FFF2-40B4-BE49-F238E27FC236}">
                <a16:creationId xmlns:a16="http://schemas.microsoft.com/office/drawing/2014/main" id="{CA840E68-C57E-DCBB-945A-6A62A45F1D8F}"/>
              </a:ext>
            </a:extLst>
          </p:cNvPr>
          <p:cNvSpPr>
            <a:spLocks/>
          </p:cNvSpPr>
          <p:nvPr userDrawn="1"/>
        </p:nvSpPr>
        <p:spPr>
          <a:xfrm>
            <a:off x="5040149" y="1908299"/>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5" name="Oval 4">
            <a:extLst>
              <a:ext uri="{FF2B5EF4-FFF2-40B4-BE49-F238E27FC236}">
                <a16:creationId xmlns:a16="http://schemas.microsoft.com/office/drawing/2014/main" id="{31E2F662-6415-4B32-A3E4-6440423BAEF3}"/>
              </a:ext>
            </a:extLst>
          </p:cNvPr>
          <p:cNvSpPr>
            <a:spLocks/>
          </p:cNvSpPr>
          <p:nvPr userDrawn="1"/>
        </p:nvSpPr>
        <p:spPr>
          <a:xfrm>
            <a:off x="2736088" y="1908299"/>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6" name="Oval 5">
            <a:extLst>
              <a:ext uri="{FF2B5EF4-FFF2-40B4-BE49-F238E27FC236}">
                <a16:creationId xmlns:a16="http://schemas.microsoft.com/office/drawing/2014/main" id="{C4D5E98A-14B2-2162-5BA1-BD39CFF7A3DB}"/>
              </a:ext>
            </a:extLst>
          </p:cNvPr>
          <p:cNvSpPr>
            <a:spLocks/>
          </p:cNvSpPr>
          <p:nvPr userDrawn="1"/>
        </p:nvSpPr>
        <p:spPr>
          <a:xfrm>
            <a:off x="454407" y="1908299"/>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solidFill>
            <a:schemeClr val="accent4"/>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1A60E"/>
              </a:solidFill>
              <a:effectLst/>
              <a:uLnTx/>
              <a:uFillTx/>
              <a:latin typeface="Figtree" panose="020B0604020202020204"/>
              <a:ea typeface="+mn-ea"/>
              <a:cs typeface="+mn-cs"/>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Figtree" pitchFamily="2" charset="0"/>
              <a:buChar char="​"/>
              <a:defRPr/>
            </a:lvl2pPr>
          </a:lstStyle>
          <a:p>
            <a:pPr lvl="0"/>
            <a:r>
              <a:rPr lang="en-US" dirty="0"/>
              <a:t>add icon</a:t>
            </a:r>
            <a:br>
              <a:rPr lang="en-US" dirty="0"/>
            </a:br>
            <a:r>
              <a:rPr lang="en-US" dirty="0"/>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Figtree" pitchFamily="2"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solidFill>
            <a:schemeClr val="accent3"/>
          </a:solidFill>
          <a:ln w="38100">
            <a:solidFill>
              <a:schemeClr val="accent3"/>
            </a:solidFill>
          </a:ln>
          <a:effectLst/>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Figtree" pitchFamily="2"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solidFill>
            <a:schemeClr val="accent2"/>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Figtree" pitchFamily="2"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solidFill>
            <a:schemeClr val="accent5"/>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Figtree" pitchFamily="2"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Figtree" pitchFamily="2"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solidFill>
            <a:schemeClr val="tx2"/>
          </a:solidFill>
          <a:ln w="381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BA16"/>
              </a:solidFill>
              <a:effectLst/>
              <a:uLnTx/>
              <a:uFillTx/>
              <a:latin typeface="Figtree" panose="020B0604020202020204"/>
              <a:ea typeface="+mn-ea"/>
              <a:cs typeface="+mn-cs"/>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Figtree" pitchFamily="2" charset="0"/>
              <a:buChar char="​"/>
              <a:defRPr/>
            </a:lvl2pPr>
          </a:lstStyle>
          <a:p>
            <a:pPr lvl="0"/>
            <a:r>
              <a:rPr lang="en-US" dirty="0"/>
              <a:t>add icon</a:t>
            </a:r>
            <a:br>
              <a:rPr lang="en-US" dirty="0"/>
            </a:br>
            <a:r>
              <a:rPr lang="en-US" dirty="0"/>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Figtree" pitchFamily="2"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2839380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Four Square 1">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B7B2E889-83BD-B9A4-9C03-75723757127C}"/>
              </a:ext>
            </a:extLst>
          </p:cNvPr>
          <p:cNvGrpSpPr/>
          <p:nvPr/>
        </p:nvGrpSpPr>
        <p:grpSpPr>
          <a:xfrm>
            <a:off x="3815292" y="1126212"/>
            <a:ext cx="2141686" cy="2141686"/>
            <a:chOff x="6739684" y="1484266"/>
            <a:chExt cx="3889468" cy="3889468"/>
          </a:xfrm>
        </p:grpSpPr>
        <p:sp>
          <p:nvSpPr>
            <p:cNvPr id="19" name="Oval 18">
              <a:extLst>
                <a:ext uri="{FF2B5EF4-FFF2-40B4-BE49-F238E27FC236}">
                  <a16:creationId xmlns:a16="http://schemas.microsoft.com/office/drawing/2014/main" id="{832CB124-2963-808E-2CA1-D49EC254E642}"/>
                </a:ext>
              </a:extLst>
            </p:cNvPr>
            <p:cNvSpPr>
              <a:spLocks/>
            </p:cNvSpPr>
            <p:nvPr/>
          </p:nvSpPr>
          <p:spPr>
            <a:xfrm>
              <a:off x="6739684" y="1484266"/>
              <a:ext cx="3889468" cy="3889468"/>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20" name="Oval 19">
              <a:extLst>
                <a:ext uri="{FF2B5EF4-FFF2-40B4-BE49-F238E27FC236}">
                  <a16:creationId xmlns:a16="http://schemas.microsoft.com/office/drawing/2014/main" id="{3D6A054A-2791-FFE0-A116-15F8B8309CFA}"/>
                </a:ext>
              </a:extLst>
            </p:cNvPr>
            <p:cNvSpPr/>
            <p:nvPr/>
          </p:nvSpPr>
          <p:spPr>
            <a:xfrm flipV="1">
              <a:off x="7108410" y="1852992"/>
              <a:ext cx="3152006" cy="3152006"/>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Figtree" panose="020B0604020202020204"/>
                <a:ea typeface="+mn-ea"/>
                <a:cs typeface="+mn-cs"/>
              </a:endParaRPr>
            </a:p>
          </p:txBody>
        </p:sp>
      </p:grpSp>
      <p:grpSp>
        <p:nvGrpSpPr>
          <p:cNvPr id="22" name="Group 21">
            <a:extLst>
              <a:ext uri="{FF2B5EF4-FFF2-40B4-BE49-F238E27FC236}">
                <a16:creationId xmlns:a16="http://schemas.microsoft.com/office/drawing/2014/main" id="{3AB9BEE9-522A-9893-8F17-7A00C60FFE9A}"/>
              </a:ext>
            </a:extLst>
          </p:cNvPr>
          <p:cNvGrpSpPr/>
          <p:nvPr/>
        </p:nvGrpSpPr>
        <p:grpSpPr>
          <a:xfrm>
            <a:off x="3815292" y="3522366"/>
            <a:ext cx="2141686" cy="2141686"/>
            <a:chOff x="6739684" y="1484266"/>
            <a:chExt cx="3889468" cy="3889468"/>
          </a:xfrm>
        </p:grpSpPr>
        <p:sp>
          <p:nvSpPr>
            <p:cNvPr id="42" name="Oval 41">
              <a:extLst>
                <a:ext uri="{FF2B5EF4-FFF2-40B4-BE49-F238E27FC236}">
                  <a16:creationId xmlns:a16="http://schemas.microsoft.com/office/drawing/2014/main" id="{E1475D01-F0AD-EC50-B844-D36567E8C461}"/>
                </a:ext>
              </a:extLst>
            </p:cNvPr>
            <p:cNvSpPr>
              <a:spLocks/>
            </p:cNvSpPr>
            <p:nvPr/>
          </p:nvSpPr>
          <p:spPr>
            <a:xfrm>
              <a:off x="6739684" y="1484266"/>
              <a:ext cx="3889468" cy="3889468"/>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43" name="Oval 42">
              <a:extLst>
                <a:ext uri="{FF2B5EF4-FFF2-40B4-BE49-F238E27FC236}">
                  <a16:creationId xmlns:a16="http://schemas.microsoft.com/office/drawing/2014/main" id="{8609B93B-68E8-6F87-C28D-9D04961728F5}"/>
                </a:ext>
              </a:extLst>
            </p:cNvPr>
            <p:cNvSpPr/>
            <p:nvPr/>
          </p:nvSpPr>
          <p:spPr>
            <a:xfrm flipV="1">
              <a:off x="7108410" y="1852992"/>
              <a:ext cx="3152006" cy="3152006"/>
            </a:xfrm>
            <a:prstGeom prst="ellipse">
              <a:avLst/>
            </a:prstGeom>
            <a:solidFill>
              <a:schemeClr val="bg1"/>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Figtree" panose="020B0604020202020204"/>
                <a:ea typeface="+mn-ea"/>
                <a:cs typeface="+mn-cs"/>
              </a:endParaRPr>
            </a:p>
          </p:txBody>
        </p:sp>
      </p:grpSp>
      <p:grpSp>
        <p:nvGrpSpPr>
          <p:cNvPr id="45" name="Group 44">
            <a:extLst>
              <a:ext uri="{FF2B5EF4-FFF2-40B4-BE49-F238E27FC236}">
                <a16:creationId xmlns:a16="http://schemas.microsoft.com/office/drawing/2014/main" id="{C3F2C21C-9E87-1B63-D3BF-0006EB660260}"/>
              </a:ext>
            </a:extLst>
          </p:cNvPr>
          <p:cNvGrpSpPr/>
          <p:nvPr userDrawn="1"/>
        </p:nvGrpSpPr>
        <p:grpSpPr>
          <a:xfrm>
            <a:off x="6231847" y="1126212"/>
            <a:ext cx="2141686" cy="2141686"/>
            <a:chOff x="6739684" y="1484266"/>
            <a:chExt cx="3889468" cy="3889468"/>
          </a:xfrm>
        </p:grpSpPr>
        <p:sp>
          <p:nvSpPr>
            <p:cNvPr id="49" name="Oval 48">
              <a:extLst>
                <a:ext uri="{FF2B5EF4-FFF2-40B4-BE49-F238E27FC236}">
                  <a16:creationId xmlns:a16="http://schemas.microsoft.com/office/drawing/2014/main" id="{E7803037-5F81-499A-D3F1-6264D7836524}"/>
                </a:ext>
              </a:extLst>
            </p:cNvPr>
            <p:cNvSpPr>
              <a:spLocks/>
            </p:cNvSpPr>
            <p:nvPr/>
          </p:nvSpPr>
          <p:spPr>
            <a:xfrm>
              <a:off x="6739684" y="1484266"/>
              <a:ext cx="3889468" cy="3889468"/>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50" name="Oval 49">
              <a:extLst>
                <a:ext uri="{FF2B5EF4-FFF2-40B4-BE49-F238E27FC236}">
                  <a16:creationId xmlns:a16="http://schemas.microsoft.com/office/drawing/2014/main" id="{E2EA1895-20D5-1303-1C00-85FD90DC8915}"/>
                </a:ext>
              </a:extLst>
            </p:cNvPr>
            <p:cNvSpPr/>
            <p:nvPr/>
          </p:nvSpPr>
          <p:spPr>
            <a:xfrm flipV="1">
              <a:off x="7108410" y="1852992"/>
              <a:ext cx="3152006" cy="3152006"/>
            </a:xfrm>
            <a:prstGeom prst="ellipse">
              <a:avLst/>
            </a:prstGeom>
            <a:solidFill>
              <a:schemeClr val="bg1"/>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Figtree" panose="020B0604020202020204"/>
                <a:ea typeface="+mn-ea"/>
                <a:cs typeface="+mn-cs"/>
              </a:endParaRPr>
            </a:p>
          </p:txBody>
        </p:sp>
      </p:grpSp>
      <p:grpSp>
        <p:nvGrpSpPr>
          <p:cNvPr id="52" name="Group 51">
            <a:extLst>
              <a:ext uri="{FF2B5EF4-FFF2-40B4-BE49-F238E27FC236}">
                <a16:creationId xmlns:a16="http://schemas.microsoft.com/office/drawing/2014/main" id="{93AD8C21-63B3-EEB8-75E0-EFD9E9E3281C}"/>
              </a:ext>
            </a:extLst>
          </p:cNvPr>
          <p:cNvGrpSpPr/>
          <p:nvPr userDrawn="1"/>
        </p:nvGrpSpPr>
        <p:grpSpPr>
          <a:xfrm>
            <a:off x="6231847" y="3522366"/>
            <a:ext cx="2141686" cy="2141686"/>
            <a:chOff x="6739684" y="1484266"/>
            <a:chExt cx="3889468" cy="3889468"/>
          </a:xfrm>
        </p:grpSpPr>
        <p:sp>
          <p:nvSpPr>
            <p:cNvPr id="79" name="Oval 78">
              <a:extLst>
                <a:ext uri="{FF2B5EF4-FFF2-40B4-BE49-F238E27FC236}">
                  <a16:creationId xmlns:a16="http://schemas.microsoft.com/office/drawing/2014/main" id="{18450753-5DFC-BADD-F912-C2AE22FE43DA}"/>
                </a:ext>
              </a:extLst>
            </p:cNvPr>
            <p:cNvSpPr>
              <a:spLocks/>
            </p:cNvSpPr>
            <p:nvPr/>
          </p:nvSpPr>
          <p:spPr>
            <a:xfrm>
              <a:off x="6739684" y="1484266"/>
              <a:ext cx="3889468" cy="3889468"/>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80" name="Oval 79">
              <a:extLst>
                <a:ext uri="{FF2B5EF4-FFF2-40B4-BE49-F238E27FC236}">
                  <a16:creationId xmlns:a16="http://schemas.microsoft.com/office/drawing/2014/main" id="{474F314F-1C6D-0DF8-B35D-FD918115C7FC}"/>
                </a:ext>
              </a:extLst>
            </p:cNvPr>
            <p:cNvSpPr/>
            <p:nvPr/>
          </p:nvSpPr>
          <p:spPr>
            <a:xfrm flipV="1">
              <a:off x="7108410" y="1852992"/>
              <a:ext cx="3152006" cy="3152006"/>
            </a:xfrm>
            <a:prstGeom prst="ellipse">
              <a:avLst/>
            </a:prstGeom>
            <a:solidFill>
              <a:schemeClr val="bg1"/>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Figtree" panose="020B0604020202020204"/>
                <a:ea typeface="+mn-ea"/>
                <a:cs typeface="+mn-cs"/>
              </a:endParaRPr>
            </a:p>
          </p:txBody>
        </p:sp>
      </p:grpSp>
      <p:sp>
        <p:nvSpPr>
          <p:cNvPr id="84" name="page number">
            <a:extLst>
              <a:ext uri="{FF2B5EF4-FFF2-40B4-BE49-F238E27FC236}">
                <a16:creationId xmlns:a16="http://schemas.microsoft.com/office/drawing/2014/main" id="{EC157D86-03E9-43E1-3857-8F60F298D26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1B1D36"/>
              </a:solidFill>
              <a:effectLst/>
              <a:uLnTx/>
              <a:uFillTx/>
              <a:latin typeface="Figtree" panose="020B0604020202020204"/>
            </a:endParaRPr>
          </a:p>
        </p:txBody>
      </p:sp>
      <p:sp>
        <p:nvSpPr>
          <p:cNvPr id="87" name="Content Placeholder 85">
            <a:extLst>
              <a:ext uri="{FF2B5EF4-FFF2-40B4-BE49-F238E27FC236}">
                <a16:creationId xmlns:a16="http://schemas.microsoft.com/office/drawing/2014/main" id="{CA3964CB-7FC7-3A4B-6A0C-B3F23E15A213}"/>
              </a:ext>
            </a:extLst>
          </p:cNvPr>
          <p:cNvSpPr>
            <a:spLocks noGrp="1"/>
          </p:cNvSpPr>
          <p:nvPr userDrawn="1">
            <p:ph sz="quarter" idx="12"/>
          </p:nvPr>
        </p:nvSpPr>
        <p:spPr>
          <a:xfrm>
            <a:off x="722611" y="1282655"/>
            <a:ext cx="2817812" cy="1782203"/>
          </a:xfrm>
        </p:spPr>
        <p:txBody>
          <a:bodyPr anchor="ctr"/>
          <a:lstStyle>
            <a:lvl1pPr algn="r">
              <a:defRPr/>
            </a:lvl1pPr>
            <a:lvl2pPr marL="273050" indent="0">
              <a:buNone/>
              <a:defRPr/>
            </a:lvl2pPr>
          </a:lstStyle>
          <a:p>
            <a:pPr lvl="0"/>
            <a:r>
              <a:rPr lang="en-GB"/>
              <a:t>Click to edit Master text styles</a:t>
            </a:r>
          </a:p>
        </p:txBody>
      </p:sp>
      <p:sp>
        <p:nvSpPr>
          <p:cNvPr id="90" name="Content Placeholder 85">
            <a:extLst>
              <a:ext uri="{FF2B5EF4-FFF2-40B4-BE49-F238E27FC236}">
                <a16:creationId xmlns:a16="http://schemas.microsoft.com/office/drawing/2014/main" id="{85D7AC42-E32C-5776-89C3-92892E6BE9C3}"/>
              </a:ext>
            </a:extLst>
          </p:cNvPr>
          <p:cNvSpPr>
            <a:spLocks noGrp="1"/>
          </p:cNvSpPr>
          <p:nvPr userDrawn="1">
            <p:ph sz="quarter" idx="13"/>
          </p:nvPr>
        </p:nvSpPr>
        <p:spPr>
          <a:xfrm>
            <a:off x="8648402" y="1282655"/>
            <a:ext cx="2817812" cy="1782203"/>
          </a:xfrm>
        </p:spPr>
        <p:txBody>
          <a:bodyPr anchor="ctr"/>
          <a:lstStyle>
            <a:lvl1pPr algn="l">
              <a:defRPr/>
            </a:lvl1pPr>
            <a:lvl2pPr marL="273050" indent="0">
              <a:buNone/>
              <a:defRPr/>
            </a:lvl2pPr>
          </a:lstStyle>
          <a:p>
            <a:pPr lvl="0"/>
            <a:r>
              <a:rPr lang="en-GB"/>
              <a:t>Click to edit Master text styles</a:t>
            </a:r>
          </a:p>
        </p:txBody>
      </p:sp>
      <p:sp>
        <p:nvSpPr>
          <p:cNvPr id="92" name="Content Placeholder 85">
            <a:extLst>
              <a:ext uri="{FF2B5EF4-FFF2-40B4-BE49-F238E27FC236}">
                <a16:creationId xmlns:a16="http://schemas.microsoft.com/office/drawing/2014/main" id="{40488B02-541B-4537-2C4B-1D28947B215E}"/>
              </a:ext>
            </a:extLst>
          </p:cNvPr>
          <p:cNvSpPr>
            <a:spLocks noGrp="1"/>
          </p:cNvSpPr>
          <p:nvPr userDrawn="1">
            <p:ph sz="quarter" idx="14"/>
          </p:nvPr>
        </p:nvSpPr>
        <p:spPr>
          <a:xfrm>
            <a:off x="722611" y="3702104"/>
            <a:ext cx="2817812" cy="1782203"/>
          </a:xfrm>
        </p:spPr>
        <p:txBody>
          <a:bodyPr anchor="ctr"/>
          <a:lstStyle>
            <a:lvl1pPr algn="r">
              <a:defRPr/>
            </a:lvl1pPr>
            <a:lvl2pPr marL="273050" indent="0">
              <a:buNone/>
              <a:defRPr/>
            </a:lvl2pPr>
          </a:lstStyle>
          <a:p>
            <a:pPr lvl="0"/>
            <a:r>
              <a:rPr lang="en-GB"/>
              <a:t>Click to edit Master text styles</a:t>
            </a:r>
          </a:p>
        </p:txBody>
      </p:sp>
      <p:sp>
        <p:nvSpPr>
          <p:cNvPr id="94" name="Content Placeholder 85">
            <a:extLst>
              <a:ext uri="{FF2B5EF4-FFF2-40B4-BE49-F238E27FC236}">
                <a16:creationId xmlns:a16="http://schemas.microsoft.com/office/drawing/2014/main" id="{CD0DF2F0-EE44-A3A5-ECA8-62C510C2EADC}"/>
              </a:ext>
            </a:extLst>
          </p:cNvPr>
          <p:cNvSpPr>
            <a:spLocks noGrp="1"/>
          </p:cNvSpPr>
          <p:nvPr userDrawn="1">
            <p:ph sz="quarter" idx="15"/>
          </p:nvPr>
        </p:nvSpPr>
        <p:spPr>
          <a:xfrm>
            <a:off x="8648402" y="3702104"/>
            <a:ext cx="2817812" cy="1782203"/>
          </a:xfrm>
        </p:spPr>
        <p:txBody>
          <a:bodyPr anchor="ctr"/>
          <a:lstStyle>
            <a:lvl1pPr algn="l">
              <a:defRPr/>
            </a:lvl1pPr>
            <a:lvl2pPr marL="273050" indent="0">
              <a:buNone/>
              <a:defRPr/>
            </a:lvl2pPr>
          </a:lstStyle>
          <a:p>
            <a:pPr lvl="0"/>
            <a:r>
              <a:rPr lang="en-GB"/>
              <a:t>Click to edit Master text styles</a:t>
            </a:r>
          </a:p>
        </p:txBody>
      </p:sp>
      <p:sp>
        <p:nvSpPr>
          <p:cNvPr id="2" name="Rectangle 1">
            <a:extLst>
              <a:ext uri="{FF2B5EF4-FFF2-40B4-BE49-F238E27FC236}">
                <a16:creationId xmlns:a16="http://schemas.microsoft.com/office/drawing/2014/main" id="{C0BA8351-BD18-88BA-D983-7A58F5A42D1F}"/>
              </a:ext>
            </a:extLst>
          </p:cNvPr>
          <p:cNvSpPr/>
          <p:nvPr userDrawn="1"/>
        </p:nvSpPr>
        <p:spPr>
          <a:xfrm>
            <a:off x="0" y="0"/>
            <a:ext cx="12188825" cy="25101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pic>
        <p:nvPicPr>
          <p:cNvPr id="5" name="Picture 4" descr="A green and blue arrow&#10;&#10;Description automatically generated">
            <a:extLst>
              <a:ext uri="{FF2B5EF4-FFF2-40B4-BE49-F238E27FC236}">
                <a16:creationId xmlns:a16="http://schemas.microsoft.com/office/drawing/2014/main" id="{1037025F-BC06-846C-0197-1D91D7FA2FD4}"/>
              </a:ext>
            </a:extLst>
          </p:cNvPr>
          <p:cNvPicPr>
            <a:picLocks noChangeAspect="1"/>
          </p:cNvPicPr>
          <p:nvPr userDrawn="1"/>
        </p:nvPicPr>
        <p:blipFill rotWithShape="1">
          <a:blip r:embed="rId2"/>
          <a:srcRect b="97344"/>
          <a:stretch/>
        </p:blipFill>
        <p:spPr>
          <a:xfrm>
            <a:off x="0" y="-494"/>
            <a:ext cx="12187946" cy="182146"/>
          </a:xfrm>
          <a:prstGeom prst="rect">
            <a:avLst/>
          </a:prstGeom>
        </p:spPr>
      </p:pic>
    </p:spTree>
    <p:extLst>
      <p:ext uri="{BB962C8B-B14F-4D97-AF65-F5344CB8AC3E}">
        <p14:creationId xmlns:p14="http://schemas.microsoft.com/office/powerpoint/2010/main" val="198296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accent4"/>
                </a:solidFill>
              </a:defRPr>
            </a:lvl1pPr>
            <a:lvl2pPr marL="0" indent="0" algn="ctr">
              <a:lnSpc>
                <a:spcPct val="100000"/>
              </a:lnSpc>
              <a:spcBef>
                <a:spcPts val="600"/>
              </a:spcBef>
              <a:buFont typeface="Figtree" pitchFamily="2" charset="0"/>
              <a:buChar char="​"/>
              <a:defRPr sz="1600">
                <a:solidFill>
                  <a:schemeClr val="tx1"/>
                </a:solidFill>
              </a:defRPr>
            </a:lvl2pPr>
          </a:lstStyle>
          <a:p>
            <a:pPr lvl="0"/>
            <a:r>
              <a:rPr lang="en-US" dirty="0"/>
              <a:t>Click to add text</a:t>
            </a:r>
          </a:p>
          <a:p>
            <a:pPr lvl="1"/>
            <a:r>
              <a:rPr lang="en-US" dirty="0"/>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2529075"/>
            <a:ext cx="1828800" cy="2871263"/>
          </a:xfrm>
          <a:noFill/>
          <a:ln>
            <a:noFill/>
          </a:ln>
        </p:spPr>
        <p:txBody>
          <a:bodyPr lIns="182880" tIns="548640" rIns="182880" bIns="182880"/>
          <a:lstStyle>
            <a:lvl1pPr algn="ctr">
              <a:lnSpc>
                <a:spcPct val="90000"/>
              </a:lnSpc>
              <a:spcBef>
                <a:spcPts val="600"/>
              </a:spcBef>
              <a:defRPr sz="2000">
                <a:solidFill>
                  <a:schemeClr val="accent3"/>
                </a:solidFill>
              </a:defRPr>
            </a:lvl1pPr>
            <a:lvl2pPr marL="285750" indent="-285750" algn="ctr">
              <a:lnSpc>
                <a:spcPct val="100000"/>
              </a:lnSpc>
              <a:spcBef>
                <a:spcPts val="600"/>
              </a:spcBef>
              <a:buFont typeface="Figtree" pitchFamily="2"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2529075"/>
            <a:ext cx="1828800" cy="2871263"/>
          </a:xfrm>
          <a:noFill/>
          <a:ln>
            <a:noFill/>
          </a:ln>
        </p:spPr>
        <p:txBody>
          <a:bodyPr lIns="182880" tIns="548640" rIns="182880" bIns="182880"/>
          <a:lstStyle>
            <a:lvl1pPr algn="ctr">
              <a:lnSpc>
                <a:spcPct val="90000"/>
              </a:lnSpc>
              <a:spcBef>
                <a:spcPts val="600"/>
              </a:spcBef>
              <a:buNone/>
              <a:defRPr sz="2000">
                <a:solidFill>
                  <a:schemeClr val="accent2"/>
                </a:solidFill>
              </a:defRPr>
            </a:lvl1pPr>
            <a:lvl2pPr marL="285750" indent="-285750" algn="ctr">
              <a:lnSpc>
                <a:spcPct val="100000"/>
              </a:lnSpc>
              <a:spcBef>
                <a:spcPts val="600"/>
              </a:spcBef>
              <a:buFont typeface="Figtree" pitchFamily="2"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accent5"/>
                </a:solidFill>
              </a:defRPr>
            </a:lvl1pPr>
            <a:lvl2pPr marL="285750" indent="-285750" algn="ctr">
              <a:lnSpc>
                <a:spcPct val="100000"/>
              </a:lnSpc>
              <a:spcBef>
                <a:spcPts val="600"/>
              </a:spcBef>
              <a:buFont typeface="Figtree" pitchFamily="2"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bg2">
                    <a:lumMod val="25000"/>
                  </a:schemeClr>
                </a:solidFill>
              </a:defRPr>
            </a:lvl1pPr>
            <a:lvl2pPr marL="285750" indent="-285750" algn="ctr">
              <a:lnSpc>
                <a:spcPct val="100000"/>
              </a:lnSpc>
              <a:spcBef>
                <a:spcPts val="600"/>
              </a:spcBef>
              <a:buFont typeface="Figtree" pitchFamily="2"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61A60E"/>
                </a:solidFill>
                <a:effectLst/>
                <a:uLnTx/>
                <a:uFillTx/>
                <a:latin typeface="Figtree" panose="020B0604020202020204"/>
                <a:ea typeface="+mn-ea"/>
                <a:cs typeface="+mn-cs"/>
              </a:rPr>
              <a:t>1</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98C7"/>
                </a:solidFill>
                <a:effectLst/>
                <a:uLnTx/>
                <a:uFillTx/>
                <a:latin typeface="Figtree" panose="020B0604020202020204"/>
                <a:ea typeface="+mn-ea"/>
                <a:cs typeface="+mn-cs"/>
              </a:rPr>
              <a:t>2</a:t>
            </a:r>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C8A"/>
                </a:solidFill>
                <a:effectLst/>
                <a:uLnTx/>
                <a:uFillTx/>
                <a:latin typeface="Figtree" panose="020B0604020202020204"/>
                <a:ea typeface="+mn-ea"/>
                <a:cs typeface="+mn-cs"/>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6C4B94"/>
                </a:solidFill>
                <a:effectLst/>
                <a:uLnTx/>
                <a:uFillTx/>
                <a:latin typeface="Figtree" panose="020B0604020202020204"/>
                <a:ea typeface="+mn-ea"/>
                <a:cs typeface="+mn-cs"/>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EEEEE">
                    <a:lumMod val="25000"/>
                  </a:srgbClr>
                </a:solidFill>
                <a:effectLst/>
                <a:uLnTx/>
                <a:uFillTx/>
                <a:latin typeface="Figtree" panose="020B0604020202020204"/>
                <a:ea typeface="+mn-ea"/>
                <a:cs typeface="+mn-cs"/>
              </a:rPr>
              <a:t>5</a:t>
            </a:r>
          </a:p>
        </p:txBody>
      </p:sp>
      <p:sp>
        <p:nvSpPr>
          <p:cNvPr id="25" name="Rectangle 24">
            <a:extLst>
              <a:ext uri="{FF2B5EF4-FFF2-40B4-BE49-F238E27FC236}">
                <a16:creationId xmlns:a16="http://schemas.microsoft.com/office/drawing/2014/main" id="{C52EE46A-2B6A-D0CE-D67A-E39C4516F8BB}"/>
              </a:ext>
            </a:extLst>
          </p:cNvPr>
          <p:cNvSpPr/>
          <p:nvPr userDrawn="1"/>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26" name="Rectangle 25">
            <a:extLst>
              <a:ext uri="{FF2B5EF4-FFF2-40B4-BE49-F238E27FC236}">
                <a16:creationId xmlns:a16="http://schemas.microsoft.com/office/drawing/2014/main" id="{1DC9EA80-9EA8-343E-F517-1CAD885879D6}"/>
              </a:ext>
            </a:extLst>
          </p:cNvPr>
          <p:cNvSpPr/>
          <p:nvPr userDrawn="1"/>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27" name="Rectangle 26">
            <a:extLst>
              <a:ext uri="{FF2B5EF4-FFF2-40B4-BE49-F238E27FC236}">
                <a16:creationId xmlns:a16="http://schemas.microsoft.com/office/drawing/2014/main" id="{A8D23D95-E4CC-0B03-48A9-0EC81B2368E5}"/>
              </a:ext>
            </a:extLst>
          </p:cNvPr>
          <p:cNvSpPr/>
          <p:nvPr userDrawn="1"/>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31" name="Rectangle 30">
            <a:extLst>
              <a:ext uri="{FF2B5EF4-FFF2-40B4-BE49-F238E27FC236}">
                <a16:creationId xmlns:a16="http://schemas.microsoft.com/office/drawing/2014/main" id="{3737E5D6-04BF-01BC-A221-0F1D603C51D8}"/>
              </a:ext>
            </a:extLst>
          </p:cNvPr>
          <p:cNvSpPr/>
          <p:nvPr userDrawn="1"/>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33" name="Rectangle 32">
            <a:extLst>
              <a:ext uri="{FF2B5EF4-FFF2-40B4-BE49-F238E27FC236}">
                <a16:creationId xmlns:a16="http://schemas.microsoft.com/office/drawing/2014/main" id="{65142366-F01F-D56A-11BB-7D669E9AD2B4}"/>
              </a:ext>
            </a:extLst>
          </p:cNvPr>
          <p:cNvSpPr/>
          <p:nvPr userDrawn="1"/>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cxnSp>
        <p:nvCxnSpPr>
          <p:cNvPr id="34" name="Straight Connector 33">
            <a:extLst>
              <a:ext uri="{FF2B5EF4-FFF2-40B4-BE49-F238E27FC236}">
                <a16:creationId xmlns:a16="http://schemas.microsoft.com/office/drawing/2014/main" id="{182EA033-41AE-6148-A260-889FF59E41C9}"/>
              </a:ext>
            </a:extLst>
          </p:cNvPr>
          <p:cNvCxnSpPr/>
          <p:nvPr userDrawn="1"/>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2FF207-1B75-1940-91E1-2692254C727F}"/>
              </a:ext>
            </a:extLst>
          </p:cNvPr>
          <p:cNvCxnSpPr/>
          <p:nvPr userDrawn="1"/>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03341DC-DE80-5E4C-A4C9-C984D7074760}"/>
              </a:ext>
            </a:extLst>
          </p:cNvPr>
          <p:cNvCxnSpPr/>
          <p:nvPr userDrawn="1"/>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userDrawn="1"/>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userDrawn="1"/>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45" name="Oval 44">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userDrawn="1"/>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61A60E"/>
                </a:solidFill>
                <a:effectLst/>
                <a:uLnTx/>
                <a:uFillTx/>
                <a:latin typeface="Figtree" panose="020B0604020202020204"/>
                <a:ea typeface="+mn-ea"/>
                <a:cs typeface="+mn-cs"/>
              </a:rPr>
              <a:t>1</a:t>
            </a:r>
          </a:p>
        </p:txBody>
      </p:sp>
      <p:sp>
        <p:nvSpPr>
          <p:cNvPr id="46" name="Oval 45">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userDrawn="1"/>
        </p:nvSpPr>
        <p:spPr bwMode="gray">
          <a:xfrm>
            <a:off x="3414170" y="2118221"/>
            <a:ext cx="788487" cy="788487"/>
          </a:xfrm>
          <a:prstGeom prst="ellipse">
            <a:avLst/>
          </a:prstGeom>
          <a:solidFill>
            <a:schemeClr val="bg1"/>
          </a:solidFill>
          <a:ln w="25400">
            <a:solidFill>
              <a:schemeClr val="accent3"/>
            </a:solidFill>
          </a:ln>
          <a:effec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98C7"/>
                </a:solidFill>
                <a:effectLst/>
                <a:uLnTx/>
                <a:uFillTx/>
                <a:latin typeface="Figtree" panose="020B0604020202020204"/>
                <a:ea typeface="+mn-ea"/>
                <a:cs typeface="+mn-cs"/>
              </a:rPr>
              <a:t>2</a:t>
            </a:r>
          </a:p>
        </p:txBody>
      </p:sp>
      <p:sp>
        <p:nvSpPr>
          <p:cNvPr id="47" name="Oval 46">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userDrawn="1"/>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C8A"/>
                </a:solidFill>
                <a:effectLst/>
                <a:uLnTx/>
                <a:uFillTx/>
                <a:latin typeface="Figtree" panose="020B0604020202020204"/>
                <a:ea typeface="+mn-ea"/>
                <a:cs typeface="+mn-cs"/>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userDrawn="1"/>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6C4B94"/>
                </a:solidFill>
                <a:effectLst/>
                <a:uLnTx/>
                <a:uFillTx/>
                <a:latin typeface="Figtree" panose="020B0604020202020204"/>
                <a:ea typeface="+mn-ea"/>
                <a:cs typeface="+mn-cs"/>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userDrawn="1"/>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EEEEE">
                    <a:lumMod val="25000"/>
                  </a:srgbClr>
                </a:solidFill>
                <a:effectLst/>
                <a:uLnTx/>
                <a:uFillTx/>
                <a:latin typeface="Figtree" panose="020B0604020202020204"/>
                <a:ea typeface="+mn-ea"/>
                <a:cs typeface="+mn-cs"/>
              </a:rPr>
              <a:t>5</a:t>
            </a:r>
          </a:p>
        </p:txBody>
      </p:sp>
    </p:spTree>
    <p:extLst>
      <p:ext uri="{BB962C8B-B14F-4D97-AF65-F5344CB8AC3E}">
        <p14:creationId xmlns:p14="http://schemas.microsoft.com/office/powerpoint/2010/main" val="1038198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Figtree" pitchFamily="2"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solidFill>
            <a:srgbClr val="F4F8FA"/>
          </a:solid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Figtree" pitchFamily="2" charset="0"/>
              <a:buChar char="​"/>
              <a:defRPr sz="1400"/>
            </a:lvl2pPr>
          </a:lstStyle>
          <a:p>
            <a:pPr lvl="0"/>
            <a:r>
              <a:rPr lang="en-US"/>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Figtree" pitchFamily="2" charset="0"/>
              <a:buChar char="​"/>
              <a:defRPr sz="1400"/>
            </a:lvl2pPr>
          </a:lstStyle>
          <a:p>
            <a:pPr lvl="0"/>
            <a:r>
              <a:rPr lang="en-US" dirty="0"/>
              <a:t>Click to add text</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59421" cy="1949198"/>
          </a:xfrm>
          <a:noFill/>
          <a:ln w="15875">
            <a:noFill/>
          </a:ln>
        </p:spPr>
        <p:txBody>
          <a:bodyPr tIns="365760"/>
          <a:lstStyle>
            <a:lvl1pPr algn="ctr">
              <a:lnSpc>
                <a:spcPct val="100000"/>
              </a:lnSpc>
              <a:spcBef>
                <a:spcPts val="600"/>
              </a:spcBef>
              <a:buNone/>
              <a:defRPr sz="1800">
                <a:solidFill>
                  <a:schemeClr val="accent4"/>
                </a:solidFill>
              </a:defRPr>
            </a:lvl1pPr>
            <a:lvl2pPr marL="0" indent="0" algn="ctr">
              <a:lnSpc>
                <a:spcPct val="100000"/>
              </a:lnSpc>
              <a:spcBef>
                <a:spcPts val="600"/>
              </a:spcBef>
              <a:buFont typeface="Figtree" pitchFamily="2"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3816081" y="2699834"/>
            <a:ext cx="2459421" cy="1949198"/>
          </a:xfrm>
          <a:noFill/>
          <a:ln w="15875">
            <a:noFill/>
          </a:ln>
        </p:spPr>
        <p:txBody>
          <a:bodyPr tIns="365760"/>
          <a:lstStyle>
            <a:lvl1pPr algn="ctr">
              <a:lnSpc>
                <a:spcPct val="100000"/>
              </a:lnSpc>
              <a:spcBef>
                <a:spcPts val="600"/>
              </a:spcBef>
              <a:defRPr sz="1800">
                <a:solidFill>
                  <a:schemeClr val="accent3"/>
                </a:solidFill>
              </a:defRPr>
            </a:lvl1pPr>
            <a:lvl2pPr marL="285750" indent="-285750" algn="ctr">
              <a:lnSpc>
                <a:spcPct val="100000"/>
              </a:lnSpc>
              <a:spcBef>
                <a:spcPts val="600"/>
              </a:spcBef>
              <a:buFont typeface="Figtree" pitchFamily="2"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6529755" y="2699834"/>
            <a:ext cx="2459421" cy="1949198"/>
          </a:xfrm>
          <a:noFill/>
          <a:ln w="15875">
            <a:noFill/>
          </a:ln>
        </p:spPr>
        <p:txBody>
          <a:bodyPr tIns="365760"/>
          <a:lstStyle>
            <a:lvl1pPr algn="ctr">
              <a:lnSpc>
                <a:spcPct val="100000"/>
              </a:lnSpc>
              <a:spcBef>
                <a:spcPts val="600"/>
              </a:spcBef>
              <a:buNone/>
              <a:defRPr sz="1800">
                <a:solidFill>
                  <a:schemeClr val="accent2"/>
                </a:solidFill>
              </a:defRPr>
            </a:lvl1pPr>
            <a:lvl2pPr marL="285750" indent="-285750" algn="ctr">
              <a:lnSpc>
                <a:spcPct val="100000"/>
              </a:lnSpc>
              <a:spcBef>
                <a:spcPts val="600"/>
              </a:spcBef>
              <a:buFont typeface="Figtree" pitchFamily="2" charset="0"/>
              <a:buChar char="​"/>
              <a:defRPr lang="en-US" sz="1400" kern="120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9421" cy="1949198"/>
          </a:xfrm>
          <a:noFill/>
          <a:ln w="15875">
            <a:noFill/>
          </a:ln>
        </p:spPr>
        <p:txBody>
          <a:bodyPr tIns="365760"/>
          <a:lstStyle>
            <a:lvl1pPr algn="ctr">
              <a:lnSpc>
                <a:spcPct val="100000"/>
              </a:lnSpc>
              <a:spcBef>
                <a:spcPts val="600"/>
              </a:spcBef>
              <a:buNone/>
              <a:defRPr sz="1800">
                <a:solidFill>
                  <a:schemeClr val="accent5"/>
                </a:solidFill>
              </a:defRPr>
            </a:lvl1pPr>
            <a:lvl2pPr marL="285750" indent="-285750" algn="ctr">
              <a:lnSpc>
                <a:spcPct val="100000"/>
              </a:lnSpc>
              <a:spcBef>
                <a:spcPts val="600"/>
              </a:spcBef>
              <a:buFont typeface="Figtree" pitchFamily="2"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Figtree" pitchFamily="2" charset="0"/>
              <a:buChar char="​"/>
            </a:pPr>
            <a:r>
              <a:rPr lang="en-US" dirty="0"/>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Figtree" pitchFamily="2" charset="0"/>
              <a:buChar char="​"/>
              <a:defRPr sz="1400"/>
            </a:lvl2pPr>
          </a:lstStyle>
          <a:p>
            <a:pPr lvl="0"/>
            <a:r>
              <a:rPr lang="en-US"/>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Figtree" pitchFamily="2" charset="0"/>
              <a:buChar char="​"/>
              <a:defRPr sz="1000">
                <a:solidFill>
                  <a:schemeClr val="tx1"/>
                </a:solidFill>
              </a:defRPr>
            </a:lvl2pPr>
          </a:lstStyle>
          <a:p>
            <a:pPr lvl="0"/>
            <a:r>
              <a:rPr lang="en-US"/>
              <a:t>Click to add text</a:t>
            </a:r>
          </a:p>
          <a:p>
            <a:pPr lvl="1"/>
            <a:r>
              <a:rPr lang="en-US"/>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Figtree" pitchFamily="2"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Figtree" pitchFamily="2"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Figtree" pitchFamily="2"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Figtree" pitchFamily="2"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Figtree" pitchFamily="2"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cxnSp>
        <p:nvCxnSpPr>
          <p:cNvPr id="23" name="Straight Connector 22">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userDrawn="1"/>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userDrawn="1"/>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userDrawn="1"/>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userDrawn="1"/>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2160879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wo-Content Balanced with 4 Item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dirty="0"/>
              <a:t>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2"/>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Text Placeholder 4">
            <a:extLst>
              <a:ext uri="{FF2B5EF4-FFF2-40B4-BE49-F238E27FC236}">
                <a16:creationId xmlns:a16="http://schemas.microsoft.com/office/drawing/2014/main" id="{BEC064C4-3E9E-B246-ACD5-2D012920B654}"/>
              </a:ext>
            </a:extLst>
          </p:cNvPr>
          <p:cNvSpPr>
            <a:spLocks noGrp="1"/>
          </p:cNvSpPr>
          <p:nvPr>
            <p:ph type="body" sz="quarter" idx="27" hasCustomPrompt="1"/>
          </p:nvPr>
        </p:nvSpPr>
        <p:spPr>
          <a:xfrm>
            <a:off x="556590" y="1665027"/>
            <a:ext cx="3551385" cy="4343400"/>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vl6pPr>
              <a:defRPr lang="en-US" dirty="0"/>
            </a:lvl6pPr>
            <a:lvl7pPr>
              <a:defRPr lang="en-US" dirty="0"/>
            </a:lvl7pPr>
            <a:lvl8pPr>
              <a:defRPr lang="en-US" dirty="0"/>
            </a:lvl8pPr>
            <a:lvl9pPr>
              <a:defRPr lang="en-US" dirty="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 Seventh level</a:t>
            </a:r>
          </a:p>
          <a:p>
            <a:pPr lvl="7"/>
            <a:r>
              <a:rPr lang="en-US" dirty="0"/>
              <a:t> Eighth level</a:t>
            </a:r>
          </a:p>
          <a:p>
            <a:pPr lvl="8"/>
            <a:r>
              <a:rPr lang="en-US" dirty="0"/>
              <a:t>Ninth level</a:t>
            </a:r>
          </a:p>
        </p:txBody>
      </p:sp>
      <p:cxnSp>
        <p:nvCxnSpPr>
          <p:cNvPr id="19" name="Straight Connector 18">
            <a:extLst>
              <a:ext uri="{FF2B5EF4-FFF2-40B4-BE49-F238E27FC236}">
                <a16:creationId xmlns:a16="http://schemas.microsoft.com/office/drawing/2014/main" id="{B9D231B6-B665-5B4B-98D5-858F74779A9A}"/>
              </a:ext>
              <a:ext uri="{C183D7F6-B498-43B3-948B-1728B52AA6E4}">
                <adec:decorative xmlns:adec="http://schemas.microsoft.com/office/drawing/2017/decorative" val="1"/>
              </a:ext>
            </a:extLst>
          </p:cNvPr>
          <p:cNvCxnSpPr/>
          <p:nvPr userDrawn="1"/>
        </p:nvCxnSpPr>
        <p:spPr bwMode="gray">
          <a:xfrm>
            <a:off x="4566265" y="1718036"/>
            <a:ext cx="0" cy="3710608"/>
          </a:xfrm>
          <a:prstGeom prst="line">
            <a:avLst/>
          </a:prstGeom>
          <a:ln w="25400">
            <a:solidFill>
              <a:schemeClr val="tx1"/>
            </a:solidFill>
            <a:prstDash val="sysDot"/>
            <a:miter lim="800000"/>
            <a:tailEnd type="none"/>
          </a:ln>
        </p:spPr>
        <p:style>
          <a:lnRef idx="1">
            <a:schemeClr val="accent1"/>
          </a:lnRef>
          <a:fillRef idx="0">
            <a:schemeClr val="accent1"/>
          </a:fillRef>
          <a:effectRef idx="0">
            <a:schemeClr val="accent1"/>
          </a:effectRef>
          <a:fontRef idx="minor">
            <a:schemeClr val="tx1"/>
          </a:fontRef>
        </p:style>
      </p:cxn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p:nvPr>
        </p:nvSpPr>
        <p:spPr>
          <a:xfrm>
            <a:off x="4886408" y="1750485"/>
            <a:ext cx="1136591" cy="709301"/>
          </a:xfrm>
        </p:spPr>
        <p:txBody>
          <a:bodyPr lIns="0" rIns="594360"/>
          <a:lstStyle>
            <a:lvl1pPr>
              <a:defRPr sz="18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GB"/>
              <a:t>Click to edit Master text styles</a:t>
            </a:r>
          </a:p>
        </p:txBody>
      </p:sp>
      <p:sp>
        <p:nvSpPr>
          <p:cNvPr id="11" name="Content Placeholder 3">
            <a:extLst>
              <a:ext uri="{FF2B5EF4-FFF2-40B4-BE49-F238E27FC236}">
                <a16:creationId xmlns:a16="http://schemas.microsoft.com/office/drawing/2014/main" id="{3636B989-5405-7743-8C4B-6894A84D494C}"/>
              </a:ext>
            </a:extLst>
          </p:cNvPr>
          <p:cNvSpPr>
            <a:spLocks noGrp="1"/>
          </p:cNvSpPr>
          <p:nvPr>
            <p:ph sz="quarter" idx="20" hasCustomPrompt="1"/>
          </p:nvPr>
        </p:nvSpPr>
        <p:spPr>
          <a:xfrm>
            <a:off x="6165266" y="1750485"/>
            <a:ext cx="5455228" cy="709301"/>
          </a:xfrm>
        </p:spPr>
        <p:txBody>
          <a:bodyPr lIns="0" rIns="594360"/>
          <a:lstStyle>
            <a:lvl1pPr>
              <a:defRPr sz="1400" b="0">
                <a:solidFill>
                  <a:schemeClr val="accent5"/>
                </a:solidFill>
                <a:latin typeface="Figtree" pitchFamily="2" charset="0"/>
              </a:defRPr>
            </a:lvl1pPr>
            <a:lvl2pPr>
              <a:defRPr sz="12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US" dirty="0"/>
              <a:t>Click to add text</a:t>
            </a:r>
          </a:p>
          <a:p>
            <a:pPr lvl="1"/>
            <a:r>
              <a:rPr lang="en-US" dirty="0"/>
              <a:t>Second level</a:t>
            </a:r>
          </a:p>
        </p:txBody>
      </p:sp>
      <p:sp>
        <p:nvSpPr>
          <p:cNvPr id="13" name="Content Placeholder 3">
            <a:extLst>
              <a:ext uri="{FF2B5EF4-FFF2-40B4-BE49-F238E27FC236}">
                <a16:creationId xmlns:a16="http://schemas.microsoft.com/office/drawing/2014/main" id="{8E5AB2B4-4B40-9E4B-88EE-A534B0D16E87}"/>
              </a:ext>
            </a:extLst>
          </p:cNvPr>
          <p:cNvSpPr>
            <a:spLocks noGrp="1"/>
          </p:cNvSpPr>
          <p:nvPr>
            <p:ph sz="quarter" idx="21"/>
          </p:nvPr>
        </p:nvSpPr>
        <p:spPr>
          <a:xfrm>
            <a:off x="4886408" y="2743933"/>
            <a:ext cx="1136591" cy="709301"/>
          </a:xfrm>
        </p:spPr>
        <p:txBody>
          <a:bodyPr lIns="0" rIns="594360"/>
          <a:lstStyle>
            <a:lvl1pPr>
              <a:defRPr sz="18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GB"/>
              <a:t>Click to edit Master text styles</a:t>
            </a:r>
          </a:p>
        </p:txBody>
      </p:sp>
      <p:sp>
        <p:nvSpPr>
          <p:cNvPr id="14" name="Content Placeholder 3">
            <a:extLst>
              <a:ext uri="{FF2B5EF4-FFF2-40B4-BE49-F238E27FC236}">
                <a16:creationId xmlns:a16="http://schemas.microsoft.com/office/drawing/2014/main" id="{EE3DDFE7-075F-F842-B0E7-0D71FBAC2C36}"/>
              </a:ext>
            </a:extLst>
          </p:cNvPr>
          <p:cNvSpPr>
            <a:spLocks noGrp="1"/>
          </p:cNvSpPr>
          <p:nvPr>
            <p:ph sz="quarter" idx="22" hasCustomPrompt="1"/>
          </p:nvPr>
        </p:nvSpPr>
        <p:spPr>
          <a:xfrm>
            <a:off x="6165266" y="2743933"/>
            <a:ext cx="5455228" cy="709301"/>
          </a:xfrm>
        </p:spPr>
        <p:txBody>
          <a:bodyPr lIns="0" rIns="594360"/>
          <a:lstStyle>
            <a:lvl1pPr>
              <a:defRPr sz="1400" b="0">
                <a:solidFill>
                  <a:schemeClr val="accent1"/>
                </a:solidFill>
                <a:latin typeface="Figtree" pitchFamily="2" charset="0"/>
              </a:defRPr>
            </a:lvl1pPr>
            <a:lvl2pPr>
              <a:defRPr sz="12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US" dirty="0"/>
              <a:t>Click to add text</a:t>
            </a:r>
          </a:p>
          <a:p>
            <a:pPr lvl="1"/>
            <a:r>
              <a:rPr lang="en-US" dirty="0"/>
              <a:t>Second level</a:t>
            </a:r>
          </a:p>
        </p:txBody>
      </p:sp>
      <p:sp>
        <p:nvSpPr>
          <p:cNvPr id="15" name="Content Placeholder 3">
            <a:extLst>
              <a:ext uri="{FF2B5EF4-FFF2-40B4-BE49-F238E27FC236}">
                <a16:creationId xmlns:a16="http://schemas.microsoft.com/office/drawing/2014/main" id="{3CD5D980-E9FD-A743-B21C-35D97EFF78B6}"/>
              </a:ext>
            </a:extLst>
          </p:cNvPr>
          <p:cNvSpPr>
            <a:spLocks noGrp="1"/>
          </p:cNvSpPr>
          <p:nvPr>
            <p:ph sz="quarter" idx="23"/>
          </p:nvPr>
        </p:nvSpPr>
        <p:spPr>
          <a:xfrm>
            <a:off x="4886408" y="3727413"/>
            <a:ext cx="1136591" cy="709301"/>
          </a:xfrm>
        </p:spPr>
        <p:txBody>
          <a:bodyPr lIns="0" rIns="594360"/>
          <a:lstStyle>
            <a:lvl1pPr>
              <a:defRPr sz="18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GB"/>
              <a:t>Click to edit Master text styles</a:t>
            </a:r>
          </a:p>
        </p:txBody>
      </p:sp>
      <p:sp>
        <p:nvSpPr>
          <p:cNvPr id="16" name="Content Placeholder 3">
            <a:extLst>
              <a:ext uri="{FF2B5EF4-FFF2-40B4-BE49-F238E27FC236}">
                <a16:creationId xmlns:a16="http://schemas.microsoft.com/office/drawing/2014/main" id="{23ED76AC-9B3D-A24D-BAEE-275D30215215}"/>
              </a:ext>
            </a:extLst>
          </p:cNvPr>
          <p:cNvSpPr>
            <a:spLocks noGrp="1"/>
          </p:cNvSpPr>
          <p:nvPr>
            <p:ph sz="quarter" idx="24" hasCustomPrompt="1"/>
          </p:nvPr>
        </p:nvSpPr>
        <p:spPr>
          <a:xfrm>
            <a:off x="6165266" y="3727413"/>
            <a:ext cx="5455228" cy="709301"/>
          </a:xfrm>
        </p:spPr>
        <p:txBody>
          <a:bodyPr lIns="0" rIns="594360"/>
          <a:lstStyle>
            <a:lvl1pPr>
              <a:defRPr sz="1400" b="0" i="0">
                <a:solidFill>
                  <a:schemeClr val="accent2"/>
                </a:solidFill>
                <a:latin typeface="Figtree" pitchFamily="2" charset="0"/>
              </a:defRPr>
            </a:lvl1pPr>
            <a:lvl2pPr>
              <a:defRPr sz="12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US" dirty="0"/>
              <a:t>Click to add text</a:t>
            </a:r>
          </a:p>
          <a:p>
            <a:pPr lvl="1"/>
            <a:r>
              <a:rPr lang="en-US" dirty="0"/>
              <a:t>Second level</a:t>
            </a:r>
          </a:p>
        </p:txBody>
      </p:sp>
      <p:sp>
        <p:nvSpPr>
          <p:cNvPr id="17" name="Content Placeholder 3">
            <a:extLst>
              <a:ext uri="{FF2B5EF4-FFF2-40B4-BE49-F238E27FC236}">
                <a16:creationId xmlns:a16="http://schemas.microsoft.com/office/drawing/2014/main" id="{6E328FCB-AD7A-0B48-84A3-BC75E4A968AC}"/>
              </a:ext>
            </a:extLst>
          </p:cNvPr>
          <p:cNvSpPr>
            <a:spLocks noGrp="1"/>
          </p:cNvSpPr>
          <p:nvPr>
            <p:ph sz="quarter" idx="25"/>
          </p:nvPr>
        </p:nvSpPr>
        <p:spPr>
          <a:xfrm>
            <a:off x="4886408" y="4693800"/>
            <a:ext cx="1136591" cy="709301"/>
          </a:xfrm>
        </p:spPr>
        <p:txBody>
          <a:bodyPr lIns="0" rIns="594360"/>
          <a:lstStyle>
            <a:lvl1pPr>
              <a:defRPr sz="18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GB"/>
              <a:t>Click to edit Master text styles</a:t>
            </a:r>
          </a:p>
        </p:txBody>
      </p:sp>
      <p:sp>
        <p:nvSpPr>
          <p:cNvPr id="18" name="Content Placeholder 3">
            <a:extLst>
              <a:ext uri="{FF2B5EF4-FFF2-40B4-BE49-F238E27FC236}">
                <a16:creationId xmlns:a16="http://schemas.microsoft.com/office/drawing/2014/main" id="{C7E39CCE-D379-974E-B6F3-5D4820EF2F9B}"/>
              </a:ext>
            </a:extLst>
          </p:cNvPr>
          <p:cNvSpPr>
            <a:spLocks noGrp="1"/>
          </p:cNvSpPr>
          <p:nvPr>
            <p:ph sz="quarter" idx="26" hasCustomPrompt="1"/>
          </p:nvPr>
        </p:nvSpPr>
        <p:spPr>
          <a:xfrm>
            <a:off x="6165266" y="4693800"/>
            <a:ext cx="5455228" cy="709301"/>
          </a:xfrm>
        </p:spPr>
        <p:txBody>
          <a:bodyPr lIns="0" rIns="594360"/>
          <a:lstStyle>
            <a:lvl1pPr>
              <a:defRPr sz="1400" b="0" i="0">
                <a:solidFill>
                  <a:schemeClr val="accent4"/>
                </a:solidFill>
                <a:latin typeface="Figtree" pitchFamily="2" charset="0"/>
              </a:defRPr>
            </a:lvl1pPr>
            <a:lvl2pPr>
              <a:defRPr sz="12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US" dirty="0"/>
              <a:t>Click to add text</a:t>
            </a:r>
          </a:p>
          <a:p>
            <a:pPr lvl="1"/>
            <a:r>
              <a:rPr lang="en-US" dirty="0"/>
              <a:t>Second level</a:t>
            </a:r>
          </a:p>
        </p:txBody>
      </p:sp>
      <p:sp>
        <p:nvSpPr>
          <p:cNvPr id="22" name="page number">
            <a:extLst>
              <a:ext uri="{FF2B5EF4-FFF2-40B4-BE49-F238E27FC236}">
                <a16:creationId xmlns:a16="http://schemas.microsoft.com/office/drawing/2014/main" id="{9061FB38-B1F1-AA4D-B978-CB2F5E5AA60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131723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Three Icon - Horizontal">
    <p:spTree>
      <p:nvGrpSpPr>
        <p:cNvPr id="1" name=""/>
        <p:cNvGrpSpPr/>
        <p:nvPr/>
      </p:nvGrpSpPr>
      <p:grpSpPr>
        <a:xfrm>
          <a:off x="0" y="0"/>
          <a:ext cx="0" cy="0"/>
          <a:chOff x="0" y="0"/>
          <a:chExt cx="0" cy="0"/>
        </a:xfrm>
      </p:grpSpPr>
      <p:sp>
        <p:nvSpPr>
          <p:cNvPr id="2" name="!!Rectangle 15">
            <a:extLst>
              <a:ext uri="{FF2B5EF4-FFF2-40B4-BE49-F238E27FC236}">
                <a16:creationId xmlns:a16="http://schemas.microsoft.com/office/drawing/2014/main" id="{B17085B4-21A4-E37D-90E5-68BC409C5E34}"/>
              </a:ext>
              <a:ext uri="{C183D7F6-B498-43B3-948B-1728B52AA6E4}">
                <adec:decorative xmlns:adec="http://schemas.microsoft.com/office/drawing/2017/decorative" val="1"/>
              </a:ext>
            </a:extLst>
          </p:cNvPr>
          <p:cNvSpPr/>
          <p:nvPr userDrawn="1"/>
        </p:nvSpPr>
        <p:spPr>
          <a:xfrm>
            <a:off x="6094412" y="89084"/>
            <a:ext cx="6094413" cy="6768916"/>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4"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14" name="!!TextBox 26">
            <a:extLst>
              <a:ext uri="{FF2B5EF4-FFF2-40B4-BE49-F238E27FC236}">
                <a16:creationId xmlns:a16="http://schemas.microsoft.com/office/drawing/2014/main" id="{1D95B6AF-2AF7-8F0A-0819-EE9A5EFB3E0E}"/>
              </a:ext>
            </a:extLst>
          </p:cNvPr>
          <p:cNvSpPr txBox="1"/>
          <p:nvPr userDrawn="1"/>
        </p:nvSpPr>
        <p:spPr>
          <a:xfrm>
            <a:off x="681419" y="3919264"/>
            <a:ext cx="4332506" cy="27687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3F3F3F"/>
                </a:solidFill>
                <a:effectLst/>
                <a:uLnTx/>
                <a:uFillTx/>
                <a:latin typeface="Figtree" panose="020B0604020202020204"/>
                <a:ea typeface="+mn-ea"/>
                <a:cs typeface="+mn-cs"/>
              </a:rPr>
              <a:t>Sub-title</a:t>
            </a:r>
          </a:p>
        </p:txBody>
      </p:sp>
      <p:cxnSp>
        <p:nvCxnSpPr>
          <p:cNvPr id="15" name="!!Straight Connector 6">
            <a:extLst>
              <a:ext uri="{FF2B5EF4-FFF2-40B4-BE49-F238E27FC236}">
                <a16:creationId xmlns:a16="http://schemas.microsoft.com/office/drawing/2014/main" id="{6074C606-0366-716A-252D-466372C9B17C}"/>
              </a:ext>
              <a:ext uri="{C183D7F6-B498-43B3-948B-1728B52AA6E4}">
                <adec:decorative xmlns:adec="http://schemas.microsoft.com/office/drawing/2017/decorative" val="1"/>
              </a:ext>
            </a:extLst>
          </p:cNvPr>
          <p:cNvCxnSpPr>
            <a:cxnSpLocks/>
          </p:cNvCxnSpPr>
          <p:nvPr userDrawn="1"/>
        </p:nvCxnSpPr>
        <p:spPr bwMode="gray">
          <a:xfrm>
            <a:off x="681418" y="3720041"/>
            <a:ext cx="4332507" cy="0"/>
          </a:xfrm>
          <a:prstGeom prst="line">
            <a:avLst/>
          </a:prstGeom>
          <a:solidFill>
            <a:schemeClr val="bg1"/>
          </a:solidFill>
          <a:ln w="25400">
            <a:solidFill>
              <a:schemeClr val="accent2">
                <a:alpha val="20000"/>
              </a:schemeClr>
            </a:solidFill>
            <a:miter lim="800000"/>
          </a:ln>
          <a:effectLst/>
        </p:spPr>
        <p:style>
          <a:lnRef idx="1">
            <a:schemeClr val="accent1"/>
          </a:lnRef>
          <a:fillRef idx="3">
            <a:schemeClr val="accent1"/>
          </a:fillRef>
          <a:effectRef idx="2">
            <a:schemeClr val="accent1"/>
          </a:effectRef>
          <a:fontRef idx="minor">
            <a:schemeClr val="lt1"/>
          </a:fontRef>
        </p:style>
      </p:cxnSp>
      <p:sp>
        <p:nvSpPr>
          <p:cNvPr id="16" name="!!TextBox 4">
            <a:extLst>
              <a:ext uri="{FF2B5EF4-FFF2-40B4-BE49-F238E27FC236}">
                <a16:creationId xmlns:a16="http://schemas.microsoft.com/office/drawing/2014/main" id="{565B18A3-329F-25A3-304C-20A0F76C0A78}"/>
              </a:ext>
            </a:extLst>
          </p:cNvPr>
          <p:cNvSpPr txBox="1">
            <a:spLocks/>
          </p:cNvSpPr>
          <p:nvPr userDrawn="1"/>
        </p:nvSpPr>
        <p:spPr>
          <a:xfrm>
            <a:off x="628113" y="2108124"/>
            <a:ext cx="4385812" cy="4708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2800" b="0" kern="1200">
                <a:solidFill>
                  <a:schemeClr val="accent2"/>
                </a:solidFill>
                <a:latin typeface="+mj-lt"/>
                <a:ea typeface="+mj-ea"/>
                <a:cs typeface="+mj-cs"/>
              </a:defRPr>
            </a:lvl1p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3400" b="0" i="0" u="none" strike="noStrike" kern="1200" cap="none" spc="0" normalizeH="0" baseline="0" noProof="0" dirty="0">
                <a:ln>
                  <a:noFill/>
                </a:ln>
                <a:solidFill>
                  <a:srgbClr val="005C8A"/>
                </a:solidFill>
                <a:effectLst/>
                <a:uLnTx/>
                <a:uFillTx/>
                <a:latin typeface="Figtree" panose="020B0604020202020204"/>
                <a:ea typeface="+mj-ea"/>
                <a:cs typeface="+mj-cs"/>
              </a:rPr>
              <a:t>Title</a:t>
            </a:r>
          </a:p>
        </p:txBody>
      </p:sp>
      <p:sp>
        <p:nvSpPr>
          <p:cNvPr id="17" name="!! Oval Top">
            <a:extLst>
              <a:ext uri="{FF2B5EF4-FFF2-40B4-BE49-F238E27FC236}">
                <a16:creationId xmlns:a16="http://schemas.microsoft.com/office/drawing/2014/main" id="{D1525B54-BDD5-3465-7194-47B679639BA1}"/>
              </a:ext>
              <a:ext uri="{C183D7F6-B498-43B3-948B-1728B52AA6E4}">
                <adec:decorative xmlns:adec="http://schemas.microsoft.com/office/drawing/2017/decorative" val="1"/>
              </a:ext>
            </a:extLst>
          </p:cNvPr>
          <p:cNvSpPr/>
          <p:nvPr userDrawn="1"/>
        </p:nvSpPr>
        <p:spPr>
          <a:xfrm>
            <a:off x="5450991" y="2719433"/>
            <a:ext cx="1324173" cy="1324169"/>
          </a:xfrm>
          <a:prstGeom prst="ellipse">
            <a:avLst/>
          </a:prstGeom>
          <a:solidFill>
            <a:schemeClr val="bg1"/>
          </a:solidFill>
          <a:ln w="25400" cap="flat" cmpd="sng" algn="ctr">
            <a:solidFill>
              <a:schemeClr val="accent2"/>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1B1D36"/>
              </a:solidFill>
              <a:effectLst/>
              <a:uLnTx/>
              <a:uFillTx/>
              <a:latin typeface="Figtree" pitchFamily="2" charset="0"/>
              <a:ea typeface="+mn-ea"/>
              <a:cs typeface="+mn-cs"/>
            </a:endParaRPr>
          </a:p>
        </p:txBody>
      </p:sp>
      <p:sp>
        <p:nvSpPr>
          <p:cNvPr id="18" name="!! Oval Top">
            <a:extLst>
              <a:ext uri="{FF2B5EF4-FFF2-40B4-BE49-F238E27FC236}">
                <a16:creationId xmlns:a16="http://schemas.microsoft.com/office/drawing/2014/main" id="{F9D64DDB-3FEC-6B78-E957-8C3D195F9BBD}"/>
              </a:ext>
              <a:ext uri="{C183D7F6-B498-43B3-948B-1728B52AA6E4}">
                <adec:decorative xmlns:adec="http://schemas.microsoft.com/office/drawing/2017/decorative" val="1"/>
              </a:ext>
            </a:extLst>
          </p:cNvPr>
          <p:cNvSpPr/>
          <p:nvPr userDrawn="1"/>
        </p:nvSpPr>
        <p:spPr>
          <a:xfrm>
            <a:off x="5450990" y="4481694"/>
            <a:ext cx="1324173" cy="1324169"/>
          </a:xfrm>
          <a:prstGeom prst="ellipse">
            <a:avLst/>
          </a:prstGeom>
          <a:solidFill>
            <a:schemeClr val="bg1"/>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1B1D36"/>
              </a:solidFill>
              <a:effectLst/>
              <a:uLnTx/>
              <a:uFillTx/>
              <a:latin typeface="Figtree" pitchFamily="2" charset="0"/>
              <a:ea typeface="+mn-ea"/>
              <a:cs typeface="+mn-cs"/>
            </a:endParaRPr>
          </a:p>
        </p:txBody>
      </p:sp>
      <p:sp>
        <p:nvSpPr>
          <p:cNvPr id="19" name="!! Oval Top">
            <a:extLst>
              <a:ext uri="{FF2B5EF4-FFF2-40B4-BE49-F238E27FC236}">
                <a16:creationId xmlns:a16="http://schemas.microsoft.com/office/drawing/2014/main" id="{8C2A440A-D958-872C-8B21-59C4B1ED2F21}"/>
              </a:ext>
              <a:ext uri="{C183D7F6-B498-43B3-948B-1728B52AA6E4}">
                <adec:decorative xmlns:adec="http://schemas.microsoft.com/office/drawing/2017/decorative" val="1"/>
              </a:ext>
            </a:extLst>
          </p:cNvPr>
          <p:cNvSpPr/>
          <p:nvPr userDrawn="1"/>
        </p:nvSpPr>
        <p:spPr>
          <a:xfrm>
            <a:off x="5450989" y="957172"/>
            <a:ext cx="1324173" cy="1324169"/>
          </a:xfrm>
          <a:prstGeom prst="ellipse">
            <a:avLst/>
          </a:prstGeom>
          <a:solidFill>
            <a:schemeClr val="bg1"/>
          </a:solidFill>
          <a:ln w="25400" cap="flat" cmpd="sng" algn="ctr">
            <a:solidFill>
              <a:schemeClr val="accent5"/>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1B1D36"/>
              </a:solidFill>
              <a:effectLst/>
              <a:uLnTx/>
              <a:uFillTx/>
              <a:latin typeface="Figtree" pitchFamily="2" charset="0"/>
              <a:ea typeface="+mn-ea"/>
              <a:cs typeface="+mn-cs"/>
            </a:endParaRPr>
          </a:p>
        </p:txBody>
      </p:sp>
      <p:sp>
        <p:nvSpPr>
          <p:cNvPr id="20" name="Text Placeholder 17">
            <a:extLst>
              <a:ext uri="{FF2B5EF4-FFF2-40B4-BE49-F238E27FC236}">
                <a16:creationId xmlns:a16="http://schemas.microsoft.com/office/drawing/2014/main" id="{892EFECD-72D9-9D22-6801-BB2D920D8DCF}"/>
              </a:ext>
            </a:extLst>
          </p:cNvPr>
          <p:cNvSpPr>
            <a:spLocks noGrp="1"/>
          </p:cNvSpPr>
          <p:nvPr>
            <p:ph type="body" sz="quarter" idx="12" hasCustomPrompt="1"/>
          </p:nvPr>
        </p:nvSpPr>
        <p:spPr>
          <a:xfrm>
            <a:off x="7186099" y="2719433"/>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1" name="Text Placeholder 19">
            <a:extLst>
              <a:ext uri="{FF2B5EF4-FFF2-40B4-BE49-F238E27FC236}">
                <a16:creationId xmlns:a16="http://schemas.microsoft.com/office/drawing/2014/main" id="{15809458-7263-AB1F-C12C-47354139D8B4}"/>
              </a:ext>
            </a:extLst>
          </p:cNvPr>
          <p:cNvSpPr>
            <a:spLocks noGrp="1"/>
          </p:cNvSpPr>
          <p:nvPr>
            <p:ph type="body" sz="quarter" idx="13"/>
          </p:nvPr>
        </p:nvSpPr>
        <p:spPr>
          <a:xfrm>
            <a:off x="7186099" y="3291127"/>
            <a:ext cx="4532442" cy="752475"/>
          </a:xfrm>
        </p:spPr>
        <p:txBody>
          <a:bodyPr/>
          <a:lstStyle>
            <a:lvl1pPr>
              <a:defRPr sz="1600"/>
            </a:lvl1pPr>
            <a:lvl2pPr marL="273050" indent="0">
              <a:buNone/>
              <a:defRPr/>
            </a:lvl2pPr>
          </a:lstStyle>
          <a:p>
            <a:pPr lvl="0"/>
            <a:r>
              <a:rPr lang="en-GB"/>
              <a:t>Click to edit Master text styles</a:t>
            </a:r>
          </a:p>
        </p:txBody>
      </p:sp>
      <p:sp>
        <p:nvSpPr>
          <p:cNvPr id="22" name="Text Placeholder 17">
            <a:extLst>
              <a:ext uri="{FF2B5EF4-FFF2-40B4-BE49-F238E27FC236}">
                <a16:creationId xmlns:a16="http://schemas.microsoft.com/office/drawing/2014/main" id="{9F21E455-F1E5-3058-4926-AD04FD3080F1}"/>
              </a:ext>
            </a:extLst>
          </p:cNvPr>
          <p:cNvSpPr>
            <a:spLocks noGrp="1"/>
          </p:cNvSpPr>
          <p:nvPr>
            <p:ph type="body" sz="quarter" idx="14" hasCustomPrompt="1"/>
          </p:nvPr>
        </p:nvSpPr>
        <p:spPr>
          <a:xfrm>
            <a:off x="7186099" y="962235"/>
            <a:ext cx="4532442" cy="431800"/>
          </a:xfrm>
        </p:spPr>
        <p:txBody>
          <a:bodyPr/>
          <a:lstStyle>
            <a:lvl1pPr>
              <a:defRPr sz="2800">
                <a:solidFill>
                  <a:schemeClr val="accent5"/>
                </a:solidFill>
              </a:defRPr>
            </a:lvl1pPr>
            <a:lvl2pPr>
              <a:defRPr sz="2800"/>
            </a:lvl2pPr>
            <a:lvl3pPr>
              <a:defRPr sz="2800"/>
            </a:lvl3pPr>
            <a:lvl4pPr>
              <a:defRPr sz="2800"/>
            </a:lvl4pPr>
            <a:lvl5pPr>
              <a:defRPr sz="2800"/>
            </a:lvl5pPr>
          </a:lstStyle>
          <a:p>
            <a:pPr lvl="0"/>
            <a:r>
              <a:rPr lang="en-US" dirty="0"/>
              <a:t>Click to Edit</a:t>
            </a:r>
          </a:p>
        </p:txBody>
      </p:sp>
      <p:sp>
        <p:nvSpPr>
          <p:cNvPr id="23" name="Text Placeholder 19">
            <a:extLst>
              <a:ext uri="{FF2B5EF4-FFF2-40B4-BE49-F238E27FC236}">
                <a16:creationId xmlns:a16="http://schemas.microsoft.com/office/drawing/2014/main" id="{E93DF45B-B013-B373-406D-D57DEBD6CA48}"/>
              </a:ext>
            </a:extLst>
          </p:cNvPr>
          <p:cNvSpPr>
            <a:spLocks noGrp="1"/>
          </p:cNvSpPr>
          <p:nvPr>
            <p:ph type="body" sz="quarter" idx="15"/>
          </p:nvPr>
        </p:nvSpPr>
        <p:spPr>
          <a:xfrm>
            <a:off x="7186099" y="1533929"/>
            <a:ext cx="4532442" cy="752475"/>
          </a:xfrm>
        </p:spPr>
        <p:txBody>
          <a:bodyPr/>
          <a:lstStyle>
            <a:lvl1pPr>
              <a:defRPr sz="1600"/>
            </a:lvl1pPr>
            <a:lvl2pPr marL="273050" indent="0">
              <a:buNone/>
              <a:defRPr/>
            </a:lvl2pPr>
          </a:lstStyle>
          <a:p>
            <a:pPr lvl="0"/>
            <a:r>
              <a:rPr lang="en-GB"/>
              <a:t>Click to edit Master text styles</a:t>
            </a:r>
          </a:p>
        </p:txBody>
      </p:sp>
      <p:sp>
        <p:nvSpPr>
          <p:cNvPr id="24" name="Text Placeholder 17">
            <a:extLst>
              <a:ext uri="{FF2B5EF4-FFF2-40B4-BE49-F238E27FC236}">
                <a16:creationId xmlns:a16="http://schemas.microsoft.com/office/drawing/2014/main" id="{B7AE2A4F-B38C-37A4-8FD8-92DCF6B79A76}"/>
              </a:ext>
            </a:extLst>
          </p:cNvPr>
          <p:cNvSpPr>
            <a:spLocks noGrp="1"/>
          </p:cNvSpPr>
          <p:nvPr>
            <p:ph type="body" sz="quarter" idx="16" hasCustomPrompt="1"/>
          </p:nvPr>
        </p:nvSpPr>
        <p:spPr>
          <a:xfrm>
            <a:off x="7186099" y="4487077"/>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5" name="Text Placeholder 19">
            <a:extLst>
              <a:ext uri="{FF2B5EF4-FFF2-40B4-BE49-F238E27FC236}">
                <a16:creationId xmlns:a16="http://schemas.microsoft.com/office/drawing/2014/main" id="{7FEE55BF-A065-35DB-818E-08E9B05CFA70}"/>
              </a:ext>
            </a:extLst>
          </p:cNvPr>
          <p:cNvSpPr>
            <a:spLocks noGrp="1"/>
          </p:cNvSpPr>
          <p:nvPr>
            <p:ph type="body" sz="quarter" idx="17"/>
          </p:nvPr>
        </p:nvSpPr>
        <p:spPr>
          <a:xfrm>
            <a:off x="7186099" y="5058771"/>
            <a:ext cx="4532442" cy="752475"/>
          </a:xfrm>
        </p:spPr>
        <p:txBody>
          <a:bodyPr/>
          <a:lstStyle>
            <a:lvl1pPr>
              <a:defRPr sz="1600"/>
            </a:lvl1pPr>
            <a:lvl2pPr marL="273050" indent="0">
              <a:buNone/>
              <a:defRPr/>
            </a:lvl2pPr>
          </a:lstStyle>
          <a:p>
            <a:pPr lvl="0"/>
            <a:r>
              <a:rPr lang="en-GB"/>
              <a:t>Click to edit Master text styles</a:t>
            </a:r>
          </a:p>
        </p:txBody>
      </p:sp>
    </p:spTree>
    <p:extLst>
      <p:ext uri="{BB962C8B-B14F-4D97-AF65-F5344CB8AC3E}">
        <p14:creationId xmlns:p14="http://schemas.microsoft.com/office/powerpoint/2010/main" val="4041821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750"/>
                                        <p:tgtEl>
                                          <p:spTgt spid="19"/>
                                        </p:tgtEl>
                                      </p:cBhvr>
                                    </p:animEffect>
                                  </p:childTnLst>
                                </p:cTn>
                              </p:par>
                              <p:par>
                                <p:cTn id="8" presetID="6" presetClass="emph" presetSubtype="0" fill="hold" grpId="1" nodeType="withEffect">
                                  <p:stCondLst>
                                    <p:cond delay="0"/>
                                  </p:stCondLst>
                                  <p:childTnLst>
                                    <p:animScale>
                                      <p:cBhvr>
                                        <p:cTn id="9" dur="10" fill="hold"/>
                                        <p:tgtEl>
                                          <p:spTgt spid="19"/>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9"/>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750"/>
                                        <p:tgtEl>
                                          <p:spTgt spid="17"/>
                                        </p:tgtEl>
                                      </p:cBhvr>
                                    </p:animEffect>
                                  </p:childTnLst>
                                </p:cTn>
                              </p:par>
                              <p:par>
                                <p:cTn id="15" presetID="6" presetClass="emph" presetSubtype="0" fill="hold" grpId="1" nodeType="withEffect">
                                  <p:stCondLst>
                                    <p:cond delay="0"/>
                                  </p:stCondLst>
                                  <p:childTnLst>
                                    <p:animScale>
                                      <p:cBhvr>
                                        <p:cTn id="16" dur="10" fill="hold"/>
                                        <p:tgtEl>
                                          <p:spTgt spid="17"/>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7"/>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750"/>
                                        <p:tgtEl>
                                          <p:spTgt spid="18"/>
                                        </p:tgtEl>
                                      </p:cBhvr>
                                    </p:animEffect>
                                  </p:childTnLst>
                                </p:cTn>
                              </p:par>
                              <p:par>
                                <p:cTn id="22" presetID="6" presetClass="emph" presetSubtype="0" fill="hold" grpId="1" nodeType="withEffect">
                                  <p:stCondLst>
                                    <p:cond delay="0"/>
                                  </p:stCondLst>
                                  <p:childTnLst>
                                    <p:animScale>
                                      <p:cBhvr>
                                        <p:cTn id="23" dur="10" fill="hold"/>
                                        <p:tgtEl>
                                          <p:spTgt spid="18"/>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8"/>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2">
                                            <p:txEl>
                                              <p:pRg st="0" end="0"/>
                                            </p:txEl>
                                          </p:spTgt>
                                        </p:tgtEl>
                                        <p:attrNameLst>
                                          <p:attrName>style.visibility</p:attrName>
                                        </p:attrNameLst>
                                      </p:cBhvr>
                                      <p:to>
                                        <p:strVal val="visible"/>
                                      </p:to>
                                    </p:set>
                                    <p:anim calcmode="lin" valueType="num">
                                      <p:cBhvr additive="base">
                                        <p:cTn id="30"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2">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3">
                                            <p:txEl>
                                              <p:pRg st="0" end="0"/>
                                            </p:txEl>
                                          </p:spTgt>
                                        </p:tgtEl>
                                        <p:attrNameLst>
                                          <p:attrName>style.visibility</p:attrName>
                                        </p:attrNameLst>
                                      </p:cBhvr>
                                      <p:to>
                                        <p:strVal val="visible"/>
                                      </p:to>
                                    </p:set>
                                    <p:anim calcmode="lin" valueType="num">
                                      <p:cBhvr additive="base">
                                        <p:cTn id="34"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20">
                                            <p:txEl>
                                              <p:pRg st="0" end="0"/>
                                            </p:txEl>
                                          </p:spTgt>
                                        </p:tgtEl>
                                        <p:attrNameLst>
                                          <p:attrName>style.visibility</p:attrName>
                                        </p:attrNameLst>
                                      </p:cBhvr>
                                      <p:to>
                                        <p:strVal val="visible"/>
                                      </p:to>
                                    </p:set>
                                    <p:anim calcmode="lin" valueType="num">
                                      <p:cBhvr additive="base">
                                        <p:cTn id="40"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20">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1">
                                            <p:txEl>
                                              <p:pRg st="0" end="0"/>
                                            </p:txEl>
                                          </p:spTgt>
                                        </p:tgtEl>
                                        <p:attrNameLst>
                                          <p:attrName>style.visibility</p:attrName>
                                        </p:attrNameLst>
                                      </p:cBhvr>
                                      <p:to>
                                        <p:strVal val="visible"/>
                                      </p:to>
                                    </p:set>
                                    <p:anim calcmode="lin" valueType="num">
                                      <p:cBhvr additive="base">
                                        <p:cTn id="44"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4">
                                            <p:txEl>
                                              <p:pRg st="0" end="0"/>
                                            </p:txEl>
                                          </p:spTgt>
                                        </p:tgtEl>
                                        <p:attrNameLst>
                                          <p:attrName>style.visibility</p:attrName>
                                        </p:attrNameLst>
                                      </p:cBhvr>
                                      <p:to>
                                        <p:strVal val="visible"/>
                                      </p:to>
                                    </p:set>
                                    <p:anim calcmode="lin" valueType="num">
                                      <p:cBhvr additive="base">
                                        <p:cTn id="50"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4">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5">
                                            <p:txEl>
                                              <p:pRg st="0" end="0"/>
                                            </p:txEl>
                                          </p:spTgt>
                                        </p:tgtEl>
                                        <p:attrNameLst>
                                          <p:attrName>style.visibility</p:attrName>
                                        </p:attrNameLst>
                                      </p:cBhvr>
                                      <p:to>
                                        <p:strVal val="visible"/>
                                      </p:to>
                                    </p:set>
                                    <p:anim calcmode="lin" valueType="num">
                                      <p:cBhvr additive="base">
                                        <p:cTn id="54" dur="500" fill="hold"/>
                                        <p:tgtEl>
                                          <p:spTgt spid="25">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7" grpId="2" animBg="1"/>
      <p:bldP spid="18" grpId="0" animBg="1"/>
      <p:bldP spid="18" grpId="1" animBg="1"/>
      <p:bldP spid="18" grpId="2" animBg="1"/>
      <p:bldP spid="19" grpId="0" animBg="1"/>
      <p:bldP spid="19" grpId="1" animBg="1"/>
      <p:bldP spid="19" grpId="2" animBg="1"/>
      <p:bldP spid="20" grpId="0" build="p">
        <p:tmplLst>
          <p:tmpl lvl="1">
            <p:tnLst>
              <p:par>
                <p:cTn presetID="2" presetClass="entr" presetSubtype="2" decel="20000" fill="hold" nodeType="click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click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click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P spid="25" grpId="0" build="p">
        <p:tmplLst>
          <p:tmpl lvl="1">
            <p:tnLst>
              <p:par>
                <p:cTn presetID="2" presetClass="entr" presetSubtype="2" decel="2000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1+#ppt_w/2"/>
                          </p:val>
                        </p:tav>
                        <p:tav tm="100000">
                          <p:val>
                            <p:strVal val="#ppt_x"/>
                          </p:val>
                        </p:tav>
                      </p:tavLst>
                    </p:anim>
                    <p:anim calcmode="lin" valueType="num">
                      <p:cBhvr additive="base">
                        <p:cTn dur="500" fill="hold"/>
                        <p:tgtEl>
                          <p:spTgt spid="2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1_Three Icon - Horizontal - Purple">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5">
              <a:alpha val="4927"/>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5">
                    <a:lumMod val="75000"/>
                  </a:schemeClr>
                </a:solidFill>
              </a:defRPr>
            </a:lvl1pPr>
          </a:lstStyle>
          <a:p>
            <a:r>
              <a:rPr lang="en-GB" dirty="0"/>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bg1"/>
          </a:solidFill>
          <a:ln w="25400" cap="flat" cmpd="sng" algn="ctr">
            <a:solidFill>
              <a:schemeClr val="accent5"/>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1B1D36"/>
              </a:solidFill>
              <a:effectLst/>
              <a:uLnTx/>
              <a:uFillTx/>
              <a:latin typeface="Figtree" pitchFamily="2" charset="0"/>
              <a:ea typeface="+mn-ea"/>
              <a:cs typeface="+mn-cs"/>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bg1"/>
          </a:solidFill>
          <a:ln w="25400" cap="flat" cmpd="sng" algn="ctr">
            <a:solidFill>
              <a:schemeClr val="accent5"/>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1B1D36"/>
              </a:solidFill>
              <a:effectLst/>
              <a:uLnTx/>
              <a:uFillTx/>
              <a:latin typeface="Figtree" pitchFamily="2" charset="0"/>
              <a:ea typeface="+mn-ea"/>
              <a:cs typeface="+mn-cs"/>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bg1"/>
          </a:solidFill>
          <a:ln w="25400" cap="flat" cmpd="sng" algn="ctr">
            <a:solidFill>
              <a:schemeClr val="accent5"/>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1B1D36"/>
              </a:solidFill>
              <a:effectLst/>
              <a:uLnTx/>
              <a:uFillTx/>
              <a:latin typeface="Figtree" pitchFamily="2" charset="0"/>
              <a:ea typeface="+mn-ea"/>
              <a:cs typeface="+mn-cs"/>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5"/>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5"/>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5"/>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ED191B88-6C9A-C2BD-3C36-38C61A1EA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Figtree" pitchFamily="2" charset="0"/>
                <a:ea typeface="Figtree" pitchFamily="2"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Figtree" pitchFamily="2" charset="0"/>
              <a:ea typeface="Figtree" pitchFamily="2" charset="0"/>
            </a:endParaRPr>
          </a:p>
        </p:txBody>
      </p:sp>
      <p:sp>
        <p:nvSpPr>
          <p:cNvPr id="3" name="TextBox 2">
            <a:extLst>
              <a:ext uri="{FF2B5EF4-FFF2-40B4-BE49-F238E27FC236}">
                <a16:creationId xmlns:a16="http://schemas.microsoft.com/office/drawing/2014/main" id="{ABFEBF4A-E3D2-6BEC-564E-428949A12BCD}"/>
              </a:ext>
            </a:extLst>
          </p:cNvPr>
          <p:cNvSpPr txBox="1"/>
          <p:nvPr userDrawn="1"/>
        </p:nvSpPr>
        <p:spPr>
          <a:xfrm>
            <a:off x="1645084" y="6461498"/>
            <a:ext cx="76944" cy="127086"/>
          </a:xfrm>
          <a:prstGeom prst="rect">
            <a:avLst/>
          </a:prstGeom>
          <a:noFill/>
        </p:spPr>
        <p:txBody>
          <a:bodyPr wrap="non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itchFamily="2" charset="0"/>
                <a:ea typeface="+mn-ea"/>
                <a:cs typeface="+mn-cs"/>
                <a:sym typeface="Figtree" pitchFamily="2" charset="0"/>
                <a:rtl val="0"/>
              </a:rPr>
              <a:t>.  </a:t>
            </a:r>
          </a:p>
        </p:txBody>
      </p:sp>
      <p:grpSp>
        <p:nvGrpSpPr>
          <p:cNvPr id="5" name="Graphic 8">
            <a:extLst>
              <a:ext uri="{FF2B5EF4-FFF2-40B4-BE49-F238E27FC236}">
                <a16:creationId xmlns:a16="http://schemas.microsoft.com/office/drawing/2014/main" id="{6BA86662-8169-AAF0-A3F0-CB5A0B312842}"/>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E2525186-F784-9B5A-A70E-3EA82CB899C8}"/>
                </a:ext>
              </a:extLst>
            </p:cNvPr>
            <p:cNvGrpSpPr/>
            <p:nvPr/>
          </p:nvGrpSpPr>
          <p:grpSpPr>
            <a:xfrm>
              <a:off x="745455" y="6594444"/>
              <a:ext cx="722662" cy="98475"/>
              <a:chOff x="745455" y="6594444"/>
              <a:chExt cx="722662" cy="98475"/>
            </a:xfrm>
            <a:solidFill>
              <a:srgbClr val="000000"/>
            </a:solidFill>
          </p:grpSpPr>
          <p:sp>
            <p:nvSpPr>
              <p:cNvPr id="25" name="Freeform 49">
                <a:extLst>
                  <a:ext uri="{FF2B5EF4-FFF2-40B4-BE49-F238E27FC236}">
                    <a16:creationId xmlns:a16="http://schemas.microsoft.com/office/drawing/2014/main" id="{A54E3871-3565-7B33-5957-068211F3749B}"/>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26" name="Freeform 50">
                <a:extLst>
                  <a:ext uri="{FF2B5EF4-FFF2-40B4-BE49-F238E27FC236}">
                    <a16:creationId xmlns:a16="http://schemas.microsoft.com/office/drawing/2014/main" id="{D4246DC1-3021-5AC0-AB95-7FCE49A522B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27" name="Freeform 51">
                <a:extLst>
                  <a:ext uri="{FF2B5EF4-FFF2-40B4-BE49-F238E27FC236}">
                    <a16:creationId xmlns:a16="http://schemas.microsoft.com/office/drawing/2014/main" id="{51D7E616-C7EE-30EC-E082-73FB60DEE60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28" name="Freeform 52">
                <a:extLst>
                  <a:ext uri="{FF2B5EF4-FFF2-40B4-BE49-F238E27FC236}">
                    <a16:creationId xmlns:a16="http://schemas.microsoft.com/office/drawing/2014/main" id="{BB968BD3-ADAA-5870-150F-B6A04933C575}"/>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29" name="Freeform 53">
                <a:extLst>
                  <a:ext uri="{FF2B5EF4-FFF2-40B4-BE49-F238E27FC236}">
                    <a16:creationId xmlns:a16="http://schemas.microsoft.com/office/drawing/2014/main" id="{B40FA98B-DCC3-3B07-8D19-133A3E63759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0" name="Freeform 54">
                <a:extLst>
                  <a:ext uri="{FF2B5EF4-FFF2-40B4-BE49-F238E27FC236}">
                    <a16:creationId xmlns:a16="http://schemas.microsoft.com/office/drawing/2014/main" id="{03AF07CE-086F-4B96-726C-1A76872EAF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1" name="Freeform 55">
                <a:extLst>
                  <a:ext uri="{FF2B5EF4-FFF2-40B4-BE49-F238E27FC236}">
                    <a16:creationId xmlns:a16="http://schemas.microsoft.com/office/drawing/2014/main" id="{432DEB24-1557-1C8C-D368-4EF690C3BB03}"/>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2" name="Freeform 56">
                <a:extLst>
                  <a:ext uri="{FF2B5EF4-FFF2-40B4-BE49-F238E27FC236}">
                    <a16:creationId xmlns:a16="http://schemas.microsoft.com/office/drawing/2014/main" id="{411AECA4-7145-94EE-6038-F58A7E516739}"/>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3" name="Freeform 57">
                <a:extLst>
                  <a:ext uri="{FF2B5EF4-FFF2-40B4-BE49-F238E27FC236}">
                    <a16:creationId xmlns:a16="http://schemas.microsoft.com/office/drawing/2014/main" id="{936296B4-3FD3-C785-87F7-560E5B2C2E2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4" name="Freeform 58">
                <a:extLst>
                  <a:ext uri="{FF2B5EF4-FFF2-40B4-BE49-F238E27FC236}">
                    <a16:creationId xmlns:a16="http://schemas.microsoft.com/office/drawing/2014/main" id="{24E5779D-8092-750B-5E6E-25172964BA9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grpSp>
        <p:grpSp>
          <p:nvGrpSpPr>
            <p:cNvPr id="7" name="Graphic 8">
              <a:extLst>
                <a:ext uri="{FF2B5EF4-FFF2-40B4-BE49-F238E27FC236}">
                  <a16:creationId xmlns:a16="http://schemas.microsoft.com/office/drawing/2014/main" id="{93369AB6-F65A-BD4A-097E-0132432D4CB5}"/>
                </a:ext>
              </a:extLst>
            </p:cNvPr>
            <p:cNvGrpSpPr/>
            <p:nvPr/>
          </p:nvGrpSpPr>
          <p:grpSpPr>
            <a:xfrm>
              <a:off x="265625" y="6323271"/>
              <a:ext cx="1249223" cy="190348"/>
              <a:chOff x="265625" y="6323271"/>
              <a:chExt cx="1249223" cy="190348"/>
            </a:xfrm>
            <a:solidFill>
              <a:srgbClr val="000000"/>
            </a:solidFill>
          </p:grpSpPr>
          <p:sp>
            <p:nvSpPr>
              <p:cNvPr id="8" name="Freeform 60">
                <a:extLst>
                  <a:ext uri="{FF2B5EF4-FFF2-40B4-BE49-F238E27FC236}">
                    <a16:creationId xmlns:a16="http://schemas.microsoft.com/office/drawing/2014/main" id="{1B7028E7-5607-C3FF-B707-EE81ACB4892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9" name="Freeform 61">
                <a:extLst>
                  <a:ext uri="{FF2B5EF4-FFF2-40B4-BE49-F238E27FC236}">
                    <a16:creationId xmlns:a16="http://schemas.microsoft.com/office/drawing/2014/main" id="{12D107A8-DE85-ACF0-3C67-2F320844F2B1}"/>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4" name="Freeform 62">
                <a:extLst>
                  <a:ext uri="{FF2B5EF4-FFF2-40B4-BE49-F238E27FC236}">
                    <a16:creationId xmlns:a16="http://schemas.microsoft.com/office/drawing/2014/main" id="{8D453B72-6198-4D25-FD3D-28D293C9488B}"/>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5" name="Freeform 63">
                <a:extLst>
                  <a:ext uri="{FF2B5EF4-FFF2-40B4-BE49-F238E27FC236}">
                    <a16:creationId xmlns:a16="http://schemas.microsoft.com/office/drawing/2014/main" id="{BAFF6053-79AF-A1B5-16C0-20AFB064D7E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6" name="Freeform 64">
                <a:extLst>
                  <a:ext uri="{FF2B5EF4-FFF2-40B4-BE49-F238E27FC236}">
                    <a16:creationId xmlns:a16="http://schemas.microsoft.com/office/drawing/2014/main" id="{5A1131A3-9C80-0343-D70F-C50686F9D592}"/>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7" name="Freeform 65">
                <a:extLst>
                  <a:ext uri="{FF2B5EF4-FFF2-40B4-BE49-F238E27FC236}">
                    <a16:creationId xmlns:a16="http://schemas.microsoft.com/office/drawing/2014/main" id="{46946097-27E4-D4A8-131D-759E4E4727F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9" name="Freeform 66">
                <a:extLst>
                  <a:ext uri="{FF2B5EF4-FFF2-40B4-BE49-F238E27FC236}">
                    <a16:creationId xmlns:a16="http://schemas.microsoft.com/office/drawing/2014/main" id="{A6F128C5-FDBB-0966-3231-F4977E609AF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grpSp>
      </p:grpSp>
      <p:sp>
        <p:nvSpPr>
          <p:cNvPr id="4" name="TextBox 3">
            <a:extLst>
              <a:ext uri="{FF2B5EF4-FFF2-40B4-BE49-F238E27FC236}">
                <a16:creationId xmlns:a16="http://schemas.microsoft.com/office/drawing/2014/main" id="{682E21C9-CB80-85B2-69A0-72D5904A2736}"/>
              </a:ext>
            </a:extLst>
          </p:cNvPr>
          <p:cNvSpPr txBox="1"/>
          <p:nvPr userDrawn="1"/>
        </p:nvSpPr>
        <p:spPr>
          <a:xfrm>
            <a:off x="1645084" y="6461498"/>
            <a:ext cx="3574697"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spTree>
    <p:extLst>
      <p:ext uri="{BB962C8B-B14F-4D97-AF65-F5344CB8AC3E}">
        <p14:creationId xmlns:p14="http://schemas.microsoft.com/office/powerpoint/2010/main" val="242754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Three Icon - Horizontal - Teal 2">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2">
              <a:lumMod val="75000"/>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2">
                    <a:lumMod val="75000"/>
                  </a:schemeClr>
                </a:solidFill>
              </a:defRPr>
            </a:lvl1pPr>
          </a:lstStyle>
          <a:p>
            <a:r>
              <a:rPr lang="en-GB" dirty="0"/>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bg1"/>
          </a:solidFill>
          <a:ln w="25400" cap="flat" cmpd="sng" algn="ctr">
            <a:solidFill>
              <a:schemeClr val="accent2"/>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1B1D36"/>
              </a:solidFill>
              <a:effectLst/>
              <a:uLnTx/>
              <a:uFillTx/>
              <a:latin typeface="Figtree" pitchFamily="2" charset="0"/>
              <a:ea typeface="+mn-ea"/>
              <a:cs typeface="+mn-cs"/>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bg1"/>
          </a:solidFill>
          <a:ln w="25400" cap="flat" cmpd="sng" algn="ctr">
            <a:solidFill>
              <a:schemeClr val="accent2"/>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1B1D36"/>
              </a:solidFill>
              <a:effectLst/>
              <a:uLnTx/>
              <a:uFillTx/>
              <a:latin typeface="Figtree" pitchFamily="2" charset="0"/>
              <a:ea typeface="+mn-ea"/>
              <a:cs typeface="+mn-cs"/>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bg1"/>
          </a:solidFill>
          <a:ln w="25400" cap="flat" cmpd="sng" algn="ctr">
            <a:solidFill>
              <a:schemeClr val="accent2"/>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1B1D36"/>
              </a:solidFill>
              <a:effectLst/>
              <a:uLnTx/>
              <a:uFillTx/>
              <a:latin typeface="Figtree" pitchFamily="2" charset="0"/>
              <a:ea typeface="+mn-ea"/>
              <a:cs typeface="+mn-cs"/>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91E9769B-8BED-31C2-BCC5-5ED788A8862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Figtree" pitchFamily="2" charset="0"/>
                <a:ea typeface="Figtree" pitchFamily="2"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Figtree" pitchFamily="2" charset="0"/>
              <a:ea typeface="Figtree" pitchFamily="2" charset="0"/>
            </a:endParaRPr>
          </a:p>
        </p:txBody>
      </p:sp>
      <p:sp>
        <p:nvSpPr>
          <p:cNvPr id="3" name="TextBox 2">
            <a:extLst>
              <a:ext uri="{FF2B5EF4-FFF2-40B4-BE49-F238E27FC236}">
                <a16:creationId xmlns:a16="http://schemas.microsoft.com/office/drawing/2014/main" id="{E5BD7664-B488-7E4F-4D3B-ABAB755733E7}"/>
              </a:ext>
            </a:extLst>
          </p:cNvPr>
          <p:cNvSpPr txBox="1"/>
          <p:nvPr userDrawn="1"/>
        </p:nvSpPr>
        <p:spPr>
          <a:xfrm>
            <a:off x="1645084" y="6461498"/>
            <a:ext cx="76944" cy="127086"/>
          </a:xfrm>
          <a:prstGeom prst="rect">
            <a:avLst/>
          </a:prstGeom>
          <a:noFill/>
        </p:spPr>
        <p:txBody>
          <a:bodyPr wrap="non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itchFamily="2" charset="0"/>
                <a:ea typeface="+mn-ea"/>
                <a:cs typeface="+mn-cs"/>
                <a:sym typeface="Figtree" pitchFamily="2" charset="0"/>
                <a:rtl val="0"/>
              </a:rPr>
              <a:t>.  </a:t>
            </a:r>
          </a:p>
        </p:txBody>
      </p:sp>
      <p:grpSp>
        <p:nvGrpSpPr>
          <p:cNvPr id="5" name="Graphic 8">
            <a:extLst>
              <a:ext uri="{FF2B5EF4-FFF2-40B4-BE49-F238E27FC236}">
                <a16:creationId xmlns:a16="http://schemas.microsoft.com/office/drawing/2014/main" id="{D0F9EA36-BB70-5313-044B-80807DA9CCD3}"/>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C2685E30-24AA-7761-80C0-48E5848DA42B}"/>
                </a:ext>
              </a:extLst>
            </p:cNvPr>
            <p:cNvGrpSpPr/>
            <p:nvPr/>
          </p:nvGrpSpPr>
          <p:grpSpPr>
            <a:xfrm>
              <a:off x="745455" y="6594444"/>
              <a:ext cx="722662" cy="98475"/>
              <a:chOff x="745455" y="6594444"/>
              <a:chExt cx="722662" cy="98475"/>
            </a:xfrm>
            <a:solidFill>
              <a:srgbClr val="000000"/>
            </a:solidFill>
          </p:grpSpPr>
          <p:sp>
            <p:nvSpPr>
              <p:cNvPr id="25" name="Freeform 49">
                <a:extLst>
                  <a:ext uri="{FF2B5EF4-FFF2-40B4-BE49-F238E27FC236}">
                    <a16:creationId xmlns:a16="http://schemas.microsoft.com/office/drawing/2014/main" id="{E99FBFD3-FC96-695C-66D3-862CB40AC301}"/>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26" name="Freeform 50">
                <a:extLst>
                  <a:ext uri="{FF2B5EF4-FFF2-40B4-BE49-F238E27FC236}">
                    <a16:creationId xmlns:a16="http://schemas.microsoft.com/office/drawing/2014/main" id="{6CDEBF1C-4273-612B-EE4B-68FA2CD80F6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27" name="Freeform 51">
                <a:extLst>
                  <a:ext uri="{FF2B5EF4-FFF2-40B4-BE49-F238E27FC236}">
                    <a16:creationId xmlns:a16="http://schemas.microsoft.com/office/drawing/2014/main" id="{0AFBAC62-9E83-6584-B456-AD66A2F1363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28" name="Freeform 52">
                <a:extLst>
                  <a:ext uri="{FF2B5EF4-FFF2-40B4-BE49-F238E27FC236}">
                    <a16:creationId xmlns:a16="http://schemas.microsoft.com/office/drawing/2014/main" id="{7AE67FF2-752E-D8BD-6B17-68A624B2764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29" name="Freeform 53">
                <a:extLst>
                  <a:ext uri="{FF2B5EF4-FFF2-40B4-BE49-F238E27FC236}">
                    <a16:creationId xmlns:a16="http://schemas.microsoft.com/office/drawing/2014/main" id="{F274C2D8-E9AD-F8CF-758D-E76DE4236F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0" name="Freeform 54">
                <a:extLst>
                  <a:ext uri="{FF2B5EF4-FFF2-40B4-BE49-F238E27FC236}">
                    <a16:creationId xmlns:a16="http://schemas.microsoft.com/office/drawing/2014/main" id="{8D25EEE2-4428-09D0-2C2E-A4671B9BE44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1" name="Freeform 55">
                <a:extLst>
                  <a:ext uri="{FF2B5EF4-FFF2-40B4-BE49-F238E27FC236}">
                    <a16:creationId xmlns:a16="http://schemas.microsoft.com/office/drawing/2014/main" id="{F812BB8E-233F-3979-A51B-8634E7DB54C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2" name="Freeform 56">
                <a:extLst>
                  <a:ext uri="{FF2B5EF4-FFF2-40B4-BE49-F238E27FC236}">
                    <a16:creationId xmlns:a16="http://schemas.microsoft.com/office/drawing/2014/main" id="{AAA3E88A-2807-2D3B-8F46-54C67622DCB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3" name="Freeform 57">
                <a:extLst>
                  <a:ext uri="{FF2B5EF4-FFF2-40B4-BE49-F238E27FC236}">
                    <a16:creationId xmlns:a16="http://schemas.microsoft.com/office/drawing/2014/main" id="{04F62A2C-C883-D52B-C7F2-32F5EF8E781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4" name="Freeform 58">
                <a:extLst>
                  <a:ext uri="{FF2B5EF4-FFF2-40B4-BE49-F238E27FC236}">
                    <a16:creationId xmlns:a16="http://schemas.microsoft.com/office/drawing/2014/main" id="{D399ED2E-7F86-EDD9-F686-2BD5A307732C}"/>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grpSp>
        <p:grpSp>
          <p:nvGrpSpPr>
            <p:cNvPr id="7" name="Graphic 8">
              <a:extLst>
                <a:ext uri="{FF2B5EF4-FFF2-40B4-BE49-F238E27FC236}">
                  <a16:creationId xmlns:a16="http://schemas.microsoft.com/office/drawing/2014/main" id="{965D35B2-5C93-A6A0-129B-3451010F0999}"/>
                </a:ext>
              </a:extLst>
            </p:cNvPr>
            <p:cNvGrpSpPr/>
            <p:nvPr/>
          </p:nvGrpSpPr>
          <p:grpSpPr>
            <a:xfrm>
              <a:off x="265625" y="6323271"/>
              <a:ext cx="1249223" cy="190348"/>
              <a:chOff x="265625" y="6323271"/>
              <a:chExt cx="1249223" cy="190348"/>
            </a:xfrm>
            <a:solidFill>
              <a:srgbClr val="000000"/>
            </a:solidFill>
          </p:grpSpPr>
          <p:sp>
            <p:nvSpPr>
              <p:cNvPr id="8" name="Freeform 60">
                <a:extLst>
                  <a:ext uri="{FF2B5EF4-FFF2-40B4-BE49-F238E27FC236}">
                    <a16:creationId xmlns:a16="http://schemas.microsoft.com/office/drawing/2014/main" id="{E0FFA6EF-56B4-D322-134D-C0560EC0235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9" name="Freeform 61">
                <a:extLst>
                  <a:ext uri="{FF2B5EF4-FFF2-40B4-BE49-F238E27FC236}">
                    <a16:creationId xmlns:a16="http://schemas.microsoft.com/office/drawing/2014/main" id="{5E208487-B1C7-8686-5965-DD8E1AF8ABB5}"/>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4" name="Freeform 62">
                <a:extLst>
                  <a:ext uri="{FF2B5EF4-FFF2-40B4-BE49-F238E27FC236}">
                    <a16:creationId xmlns:a16="http://schemas.microsoft.com/office/drawing/2014/main" id="{40722565-B854-AEC2-6FDD-4F8379CDFC6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5" name="Freeform 63">
                <a:extLst>
                  <a:ext uri="{FF2B5EF4-FFF2-40B4-BE49-F238E27FC236}">
                    <a16:creationId xmlns:a16="http://schemas.microsoft.com/office/drawing/2014/main" id="{AD2CAD7B-FFD3-87BD-81A9-89308D8D353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6" name="Freeform 64">
                <a:extLst>
                  <a:ext uri="{FF2B5EF4-FFF2-40B4-BE49-F238E27FC236}">
                    <a16:creationId xmlns:a16="http://schemas.microsoft.com/office/drawing/2014/main" id="{2E1E1374-E627-8B13-838C-C8E843CA72B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7" name="Freeform 65">
                <a:extLst>
                  <a:ext uri="{FF2B5EF4-FFF2-40B4-BE49-F238E27FC236}">
                    <a16:creationId xmlns:a16="http://schemas.microsoft.com/office/drawing/2014/main" id="{3D1EB2FF-6096-0636-BB9E-03CEF2B07E8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9" name="Freeform 66">
                <a:extLst>
                  <a:ext uri="{FF2B5EF4-FFF2-40B4-BE49-F238E27FC236}">
                    <a16:creationId xmlns:a16="http://schemas.microsoft.com/office/drawing/2014/main" id="{A9F2620B-E7EA-2199-0614-41C3DC49F39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grpSp>
      </p:grpSp>
      <p:sp>
        <p:nvSpPr>
          <p:cNvPr id="4" name="TextBox 3">
            <a:extLst>
              <a:ext uri="{FF2B5EF4-FFF2-40B4-BE49-F238E27FC236}">
                <a16:creationId xmlns:a16="http://schemas.microsoft.com/office/drawing/2014/main" id="{D509BAC9-1014-CADB-5852-96D2DBA9D8F9}"/>
              </a:ext>
            </a:extLst>
          </p:cNvPr>
          <p:cNvSpPr txBox="1"/>
          <p:nvPr userDrawn="1"/>
        </p:nvSpPr>
        <p:spPr>
          <a:xfrm>
            <a:off x="1645084" y="6461498"/>
            <a:ext cx="3574697"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spTree>
    <p:extLst>
      <p:ext uri="{BB962C8B-B14F-4D97-AF65-F5344CB8AC3E}">
        <p14:creationId xmlns:p14="http://schemas.microsoft.com/office/powerpoint/2010/main" val="3368293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Three Icon - Horizontal - Green">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1">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2">
                    <a:lumMod val="75000"/>
                  </a:schemeClr>
                </a:solidFill>
              </a:defRPr>
            </a:lvl1pPr>
          </a:lstStyle>
          <a:p>
            <a:r>
              <a:rPr lang="en-GB" dirty="0"/>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bg1"/>
          </a:solidFill>
          <a:ln w="25400" cap="flat" cmpd="sng" algn="ctr">
            <a:solidFill>
              <a:schemeClr val="accent1"/>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1B1D36"/>
              </a:solidFill>
              <a:effectLst/>
              <a:uLnTx/>
              <a:uFillTx/>
              <a:latin typeface="Figtree" pitchFamily="2" charset="0"/>
              <a:ea typeface="+mn-ea"/>
              <a:cs typeface="+mn-cs"/>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bg1"/>
          </a:solidFill>
          <a:ln w="25400" cap="flat" cmpd="sng" algn="ctr">
            <a:solidFill>
              <a:schemeClr val="accent1"/>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1B1D36"/>
              </a:solidFill>
              <a:effectLst/>
              <a:uLnTx/>
              <a:uFillTx/>
              <a:latin typeface="Figtree" pitchFamily="2" charset="0"/>
              <a:ea typeface="+mn-ea"/>
              <a:cs typeface="+mn-cs"/>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bg1"/>
          </a:solidFill>
          <a:ln w="25400" cap="flat" cmpd="sng" algn="ctr">
            <a:solidFill>
              <a:schemeClr val="accent1"/>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1B1D36"/>
              </a:solidFill>
              <a:effectLst/>
              <a:uLnTx/>
              <a:uFillTx/>
              <a:latin typeface="Figtree" pitchFamily="2" charset="0"/>
              <a:ea typeface="+mn-ea"/>
              <a:cs typeface="+mn-cs"/>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1"/>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1"/>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1"/>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ECE5CC55-AFD3-07F6-E92E-41F15057C9A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Figtree" pitchFamily="2" charset="0"/>
                <a:ea typeface="Figtree" pitchFamily="2"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Figtree" pitchFamily="2" charset="0"/>
              <a:ea typeface="Figtree" pitchFamily="2" charset="0"/>
            </a:endParaRPr>
          </a:p>
        </p:txBody>
      </p:sp>
      <p:sp>
        <p:nvSpPr>
          <p:cNvPr id="3" name="TextBox 2">
            <a:extLst>
              <a:ext uri="{FF2B5EF4-FFF2-40B4-BE49-F238E27FC236}">
                <a16:creationId xmlns:a16="http://schemas.microsoft.com/office/drawing/2014/main" id="{EB82E6B6-31E6-3594-BC96-4D58BF8FED73}"/>
              </a:ext>
            </a:extLst>
          </p:cNvPr>
          <p:cNvSpPr txBox="1"/>
          <p:nvPr userDrawn="1"/>
        </p:nvSpPr>
        <p:spPr>
          <a:xfrm>
            <a:off x="1645084" y="6461498"/>
            <a:ext cx="76944" cy="127086"/>
          </a:xfrm>
          <a:prstGeom prst="rect">
            <a:avLst/>
          </a:prstGeom>
          <a:noFill/>
        </p:spPr>
        <p:txBody>
          <a:bodyPr wrap="non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itchFamily="2" charset="0"/>
                <a:ea typeface="+mn-ea"/>
                <a:cs typeface="+mn-cs"/>
                <a:sym typeface="Figtree" pitchFamily="2" charset="0"/>
                <a:rtl val="0"/>
              </a:rPr>
              <a:t>.  </a:t>
            </a:r>
          </a:p>
        </p:txBody>
      </p:sp>
      <p:grpSp>
        <p:nvGrpSpPr>
          <p:cNvPr id="5" name="Graphic 8">
            <a:extLst>
              <a:ext uri="{FF2B5EF4-FFF2-40B4-BE49-F238E27FC236}">
                <a16:creationId xmlns:a16="http://schemas.microsoft.com/office/drawing/2014/main" id="{7E14BCC4-F87C-D8A8-4B00-224B5757A249}"/>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34220D2F-65A4-AE6E-936B-1A5AB8461DED}"/>
                </a:ext>
              </a:extLst>
            </p:cNvPr>
            <p:cNvGrpSpPr/>
            <p:nvPr/>
          </p:nvGrpSpPr>
          <p:grpSpPr>
            <a:xfrm>
              <a:off x="745455" y="6594444"/>
              <a:ext cx="722662" cy="98475"/>
              <a:chOff x="745455" y="6594444"/>
              <a:chExt cx="722662" cy="98475"/>
            </a:xfrm>
            <a:solidFill>
              <a:srgbClr val="000000"/>
            </a:solidFill>
          </p:grpSpPr>
          <p:sp>
            <p:nvSpPr>
              <p:cNvPr id="25" name="Freeform 49">
                <a:extLst>
                  <a:ext uri="{FF2B5EF4-FFF2-40B4-BE49-F238E27FC236}">
                    <a16:creationId xmlns:a16="http://schemas.microsoft.com/office/drawing/2014/main" id="{7872564D-06ED-10C9-1D10-19A1856FEDA4}"/>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26" name="Freeform 50">
                <a:extLst>
                  <a:ext uri="{FF2B5EF4-FFF2-40B4-BE49-F238E27FC236}">
                    <a16:creationId xmlns:a16="http://schemas.microsoft.com/office/drawing/2014/main" id="{F7EE18CD-0E2F-9EDF-846E-182A638AAC9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27" name="Freeform 51">
                <a:extLst>
                  <a:ext uri="{FF2B5EF4-FFF2-40B4-BE49-F238E27FC236}">
                    <a16:creationId xmlns:a16="http://schemas.microsoft.com/office/drawing/2014/main" id="{504480C8-7AFB-3C23-8ECD-71C57D45778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28" name="Freeform 52">
                <a:extLst>
                  <a:ext uri="{FF2B5EF4-FFF2-40B4-BE49-F238E27FC236}">
                    <a16:creationId xmlns:a16="http://schemas.microsoft.com/office/drawing/2014/main" id="{91F3EEAF-7439-286E-4B06-AA62FF20504C}"/>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29" name="Freeform 53">
                <a:extLst>
                  <a:ext uri="{FF2B5EF4-FFF2-40B4-BE49-F238E27FC236}">
                    <a16:creationId xmlns:a16="http://schemas.microsoft.com/office/drawing/2014/main" id="{779F3764-4639-F6CD-65D1-8A2A78731D25}"/>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0" name="Freeform 54">
                <a:extLst>
                  <a:ext uri="{FF2B5EF4-FFF2-40B4-BE49-F238E27FC236}">
                    <a16:creationId xmlns:a16="http://schemas.microsoft.com/office/drawing/2014/main" id="{E7A96EC0-5F31-689A-B6BA-4577F518C653}"/>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1" name="Freeform 55">
                <a:extLst>
                  <a:ext uri="{FF2B5EF4-FFF2-40B4-BE49-F238E27FC236}">
                    <a16:creationId xmlns:a16="http://schemas.microsoft.com/office/drawing/2014/main" id="{47532263-02D9-472F-4533-58DF92EB8F3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2" name="Freeform 56">
                <a:extLst>
                  <a:ext uri="{FF2B5EF4-FFF2-40B4-BE49-F238E27FC236}">
                    <a16:creationId xmlns:a16="http://schemas.microsoft.com/office/drawing/2014/main" id="{68A2D90D-5AAD-D59E-9155-39E411BB54F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3" name="Freeform 57">
                <a:extLst>
                  <a:ext uri="{FF2B5EF4-FFF2-40B4-BE49-F238E27FC236}">
                    <a16:creationId xmlns:a16="http://schemas.microsoft.com/office/drawing/2014/main" id="{0EA84E3A-31BA-1045-CF14-BE3C899626C2}"/>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4" name="Freeform 58">
                <a:extLst>
                  <a:ext uri="{FF2B5EF4-FFF2-40B4-BE49-F238E27FC236}">
                    <a16:creationId xmlns:a16="http://schemas.microsoft.com/office/drawing/2014/main" id="{7A354B37-DBF1-7A15-4C62-CCACE1416598}"/>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grpSp>
        <p:grpSp>
          <p:nvGrpSpPr>
            <p:cNvPr id="7" name="Graphic 8">
              <a:extLst>
                <a:ext uri="{FF2B5EF4-FFF2-40B4-BE49-F238E27FC236}">
                  <a16:creationId xmlns:a16="http://schemas.microsoft.com/office/drawing/2014/main" id="{D2981FCD-FE8B-E54E-CECF-046FEAE0B69D}"/>
                </a:ext>
              </a:extLst>
            </p:cNvPr>
            <p:cNvGrpSpPr/>
            <p:nvPr/>
          </p:nvGrpSpPr>
          <p:grpSpPr>
            <a:xfrm>
              <a:off x="265625" y="6323271"/>
              <a:ext cx="1249223" cy="190348"/>
              <a:chOff x="265625" y="6323271"/>
              <a:chExt cx="1249223" cy="190348"/>
            </a:xfrm>
            <a:solidFill>
              <a:srgbClr val="000000"/>
            </a:solidFill>
          </p:grpSpPr>
          <p:sp>
            <p:nvSpPr>
              <p:cNvPr id="8" name="Freeform 60">
                <a:extLst>
                  <a:ext uri="{FF2B5EF4-FFF2-40B4-BE49-F238E27FC236}">
                    <a16:creationId xmlns:a16="http://schemas.microsoft.com/office/drawing/2014/main" id="{44B1B223-BF12-C293-B25B-435D3410160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9" name="Freeform 61">
                <a:extLst>
                  <a:ext uri="{FF2B5EF4-FFF2-40B4-BE49-F238E27FC236}">
                    <a16:creationId xmlns:a16="http://schemas.microsoft.com/office/drawing/2014/main" id="{0B22EA0E-DB2B-AAB4-B88F-9DA19CD5A9A1}"/>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4" name="Freeform 62">
                <a:extLst>
                  <a:ext uri="{FF2B5EF4-FFF2-40B4-BE49-F238E27FC236}">
                    <a16:creationId xmlns:a16="http://schemas.microsoft.com/office/drawing/2014/main" id="{FFB826DF-7FB7-1C1B-FA2F-42CC955A96A4}"/>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5" name="Freeform 63">
                <a:extLst>
                  <a:ext uri="{FF2B5EF4-FFF2-40B4-BE49-F238E27FC236}">
                    <a16:creationId xmlns:a16="http://schemas.microsoft.com/office/drawing/2014/main" id="{88633F40-6CE2-A037-0C64-267EF3D8C9B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6" name="Freeform 64">
                <a:extLst>
                  <a:ext uri="{FF2B5EF4-FFF2-40B4-BE49-F238E27FC236}">
                    <a16:creationId xmlns:a16="http://schemas.microsoft.com/office/drawing/2014/main" id="{9E78D316-C64D-D134-87C3-93C8E9A8380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7" name="Freeform 65">
                <a:extLst>
                  <a:ext uri="{FF2B5EF4-FFF2-40B4-BE49-F238E27FC236}">
                    <a16:creationId xmlns:a16="http://schemas.microsoft.com/office/drawing/2014/main" id="{CAA5FAB6-3BFB-0423-AC6C-982274B9F7C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9" name="Freeform 66">
                <a:extLst>
                  <a:ext uri="{FF2B5EF4-FFF2-40B4-BE49-F238E27FC236}">
                    <a16:creationId xmlns:a16="http://schemas.microsoft.com/office/drawing/2014/main" id="{EFB6D80A-7556-5AA9-34BF-69158D7886C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grpSp>
      </p:grpSp>
      <p:sp>
        <p:nvSpPr>
          <p:cNvPr id="4" name="TextBox 3">
            <a:extLst>
              <a:ext uri="{FF2B5EF4-FFF2-40B4-BE49-F238E27FC236}">
                <a16:creationId xmlns:a16="http://schemas.microsoft.com/office/drawing/2014/main" id="{658E500E-7ACC-476A-0D5A-BD1865DDE632}"/>
              </a:ext>
            </a:extLst>
          </p:cNvPr>
          <p:cNvSpPr txBox="1"/>
          <p:nvPr userDrawn="1"/>
        </p:nvSpPr>
        <p:spPr>
          <a:xfrm>
            <a:off x="1645084" y="6461498"/>
            <a:ext cx="3574697"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spTree>
    <p:extLst>
      <p:ext uri="{BB962C8B-B14F-4D97-AF65-F5344CB8AC3E}">
        <p14:creationId xmlns:p14="http://schemas.microsoft.com/office/powerpoint/2010/main" val="4053413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hree Icon - Horizontal - Green - RBLF">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4">
              <a:lumMod val="20000"/>
              <a:lumOff val="80000"/>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4">
                    <a:lumMod val="50000"/>
                  </a:schemeClr>
                </a:solidFill>
              </a:defRPr>
            </a:lvl1pPr>
          </a:lstStyle>
          <a:p>
            <a:r>
              <a:rPr lang="en-GB" dirty="0"/>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1B1D36"/>
              </a:solidFill>
              <a:effectLst/>
              <a:uLnTx/>
              <a:uFillTx/>
              <a:latin typeface="Figtree" pitchFamily="2" charset="0"/>
              <a:ea typeface="+mn-ea"/>
              <a:cs typeface="+mn-cs"/>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1B1D36"/>
              </a:solidFill>
              <a:effectLst/>
              <a:uLnTx/>
              <a:uFillTx/>
              <a:latin typeface="Figtree" pitchFamily="2" charset="0"/>
              <a:ea typeface="+mn-ea"/>
              <a:cs typeface="+mn-cs"/>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1B1D36"/>
              </a:solidFill>
              <a:effectLst/>
              <a:uLnTx/>
              <a:uFillTx/>
              <a:latin typeface="Figtree" pitchFamily="2" charset="0"/>
              <a:ea typeface="+mn-ea"/>
              <a:cs typeface="+mn-cs"/>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91E9769B-8BED-31C2-BCC5-5ED788A8862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Figtree" pitchFamily="2" charset="0"/>
                <a:ea typeface="Figtree" pitchFamily="2"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Figtree" pitchFamily="2" charset="0"/>
              <a:ea typeface="Figtree" pitchFamily="2" charset="0"/>
            </a:endParaRPr>
          </a:p>
        </p:txBody>
      </p:sp>
      <p:sp>
        <p:nvSpPr>
          <p:cNvPr id="36" name="Google Shape;13;p1">
            <a:extLst>
              <a:ext uri="{FF2B5EF4-FFF2-40B4-BE49-F238E27FC236}">
                <a16:creationId xmlns:a16="http://schemas.microsoft.com/office/drawing/2014/main" id="{EA3A0944-273F-331A-4204-0FC5DD15AA2D}"/>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37" name="Google Shape;14;p1">
            <a:extLst>
              <a:ext uri="{FF2B5EF4-FFF2-40B4-BE49-F238E27FC236}">
                <a16:creationId xmlns:a16="http://schemas.microsoft.com/office/drawing/2014/main" id="{63E8F946-3A5D-3CA1-D72E-AD69D7D17C65}"/>
              </a:ext>
            </a:extLst>
          </p:cNvPr>
          <p:cNvPicPr preferRelativeResize="0"/>
          <p:nvPr userDrawn="1"/>
        </p:nvPicPr>
        <p:blipFill rotWithShape="1">
          <a:blip r:embed="rId2">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2829166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Three Icon - Horizontal - Blue - RBLF">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2">
              <a:lumMod val="75000"/>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Figtree" panose="020B0604020202020204"/>
              <a:ea typeface="+mn-ea"/>
              <a:cs typeface="+mn-cs"/>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tx1"/>
                </a:solidFill>
              </a:defRPr>
            </a:lvl1pPr>
          </a:lstStyle>
          <a:p>
            <a:r>
              <a:rPr lang="en-GB" dirty="0"/>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accent3">
              <a:lumMod val="75000"/>
            </a:schemeClr>
          </a:solidFill>
          <a:ln w="25400" cap="flat" cmpd="sng" algn="ctr">
            <a:no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1B1D36"/>
              </a:solidFill>
              <a:effectLst/>
              <a:uLnTx/>
              <a:uFillTx/>
              <a:latin typeface="Figtree" pitchFamily="2" charset="0"/>
              <a:ea typeface="+mn-ea"/>
              <a:cs typeface="+mn-cs"/>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accent3">
              <a:lumMod val="75000"/>
            </a:schemeClr>
          </a:solidFill>
          <a:ln w="25400" cap="flat" cmpd="sng" algn="ctr">
            <a:no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1B1D36"/>
              </a:solidFill>
              <a:effectLst/>
              <a:uLnTx/>
              <a:uFillTx/>
              <a:latin typeface="Figtree" pitchFamily="2" charset="0"/>
              <a:ea typeface="+mn-ea"/>
              <a:cs typeface="+mn-cs"/>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accent3">
              <a:lumMod val="75000"/>
            </a:schemeClr>
          </a:solidFill>
          <a:ln w="25400" cap="flat" cmpd="sng" algn="ctr">
            <a:no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1B1D36"/>
              </a:solidFill>
              <a:effectLst/>
              <a:uLnTx/>
              <a:uFillTx/>
              <a:latin typeface="Figtree" pitchFamily="2" charset="0"/>
              <a:ea typeface="+mn-ea"/>
              <a:cs typeface="+mn-cs"/>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695529"/>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67223"/>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38331"/>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10025"/>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63173"/>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34867"/>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91E9769B-8BED-31C2-BCC5-5ED788A8862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Figtree" pitchFamily="2" charset="0"/>
                <a:ea typeface="Figtree" pitchFamily="2"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Figtree" pitchFamily="2" charset="0"/>
              <a:ea typeface="Figtree" pitchFamily="2" charset="0"/>
            </a:endParaRPr>
          </a:p>
        </p:txBody>
      </p:sp>
      <p:sp>
        <p:nvSpPr>
          <p:cNvPr id="36" name="Google Shape;13;p1">
            <a:extLst>
              <a:ext uri="{FF2B5EF4-FFF2-40B4-BE49-F238E27FC236}">
                <a16:creationId xmlns:a16="http://schemas.microsoft.com/office/drawing/2014/main" id="{76FCD551-EB7B-2664-5F8C-C68CA404A274}"/>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37" name="Google Shape;14;p1">
            <a:extLst>
              <a:ext uri="{FF2B5EF4-FFF2-40B4-BE49-F238E27FC236}">
                <a16:creationId xmlns:a16="http://schemas.microsoft.com/office/drawing/2014/main" id="{DAD6F00C-9F22-138F-7E6D-A8ADF4D45258}"/>
              </a:ext>
            </a:extLst>
          </p:cNvPr>
          <p:cNvPicPr preferRelativeResize="0"/>
          <p:nvPr userDrawn="1"/>
        </p:nvPicPr>
        <p:blipFill rotWithShape="1">
          <a:blip r:embed="rId2">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3487975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Big Statement - Leaf">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AE796DBB-7792-6B1A-4BD6-1B6B3F4B736A}"/>
              </a:ext>
            </a:extLst>
          </p:cNvPr>
          <p:cNvGrpSpPr/>
          <p:nvPr/>
        </p:nvGrpSpPr>
        <p:grpSpPr>
          <a:xfrm>
            <a:off x="5111737" y="1408637"/>
            <a:ext cx="7077088" cy="4553747"/>
            <a:chOff x="5111737" y="1408637"/>
            <a:chExt cx="7077088" cy="4553747"/>
          </a:xfrm>
        </p:grpSpPr>
        <p:sp>
          <p:nvSpPr>
            <p:cNvPr id="33" name="Freeform: Shape 32">
              <a:extLst>
                <a:ext uri="{FF2B5EF4-FFF2-40B4-BE49-F238E27FC236}">
                  <a16:creationId xmlns:a16="http://schemas.microsoft.com/office/drawing/2014/main" id="{E4086297-1AF3-2A2B-2613-14EDF97D3E23}"/>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igtree" panose="020B0604020202020204"/>
                <a:ea typeface="+mn-ea"/>
                <a:cs typeface="+mn-cs"/>
              </a:endParaRPr>
            </a:p>
          </p:txBody>
        </p:sp>
        <p:sp>
          <p:nvSpPr>
            <p:cNvPr id="30" name="Freeform: Shape 29">
              <a:extLst>
                <a:ext uri="{FF2B5EF4-FFF2-40B4-BE49-F238E27FC236}">
                  <a16:creationId xmlns:a16="http://schemas.microsoft.com/office/drawing/2014/main" id="{6E43FCC5-AD89-BD2E-37A1-C8E7D4E39967}"/>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igtree" panose="020B0604020202020204"/>
                <a:ea typeface="+mn-ea"/>
                <a:cs typeface="+mn-cs"/>
              </a:endParaRPr>
            </a:p>
          </p:txBody>
        </p:sp>
      </p:grpSp>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4"/>
                </a:solidFill>
              </a:defRPr>
            </a:lvl1pPr>
            <a:lvl2pPr marL="273050" indent="0">
              <a:buNone/>
              <a:defRPr/>
            </a:lvl2pPr>
          </a:lstStyle>
          <a:p>
            <a:pPr lvl="0"/>
            <a:r>
              <a:rPr lang="en-US" dirty="0"/>
              <a:t>Slide with large text placeholder, green theme.</a:t>
            </a:r>
          </a:p>
        </p:txBody>
      </p:sp>
      <p:sp>
        <p:nvSpPr>
          <p:cNvPr id="15"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11" name="page number">
            <a:extLst>
              <a:ext uri="{FF2B5EF4-FFF2-40B4-BE49-F238E27FC236}">
                <a16:creationId xmlns:a16="http://schemas.microsoft.com/office/drawing/2014/main" id="{55FF2E89-7A98-C14C-B802-9BBF588108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2185145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hf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Big Statement - Aqua">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AE981AE-FE9F-186D-50E0-7F14F9BF53B6}"/>
              </a:ext>
            </a:extLst>
          </p:cNvPr>
          <p:cNvGrpSpPr/>
          <p:nvPr/>
        </p:nvGrpSpPr>
        <p:grpSpPr>
          <a:xfrm>
            <a:off x="5111737" y="1408637"/>
            <a:ext cx="7077088" cy="4553747"/>
            <a:chOff x="5111737" y="1408637"/>
            <a:chExt cx="7077088" cy="4553747"/>
          </a:xfrm>
        </p:grpSpPr>
        <p:sp>
          <p:nvSpPr>
            <p:cNvPr id="3" name="Freeform: Shape 2">
              <a:extLst>
                <a:ext uri="{FF2B5EF4-FFF2-40B4-BE49-F238E27FC236}">
                  <a16:creationId xmlns:a16="http://schemas.microsoft.com/office/drawing/2014/main" id="{4C6C08E0-382E-E034-0786-953B81FE7655}"/>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igtree" panose="020B0604020202020204"/>
                <a:ea typeface="+mn-ea"/>
                <a:cs typeface="+mn-cs"/>
              </a:endParaRPr>
            </a:p>
          </p:txBody>
        </p:sp>
        <p:sp>
          <p:nvSpPr>
            <p:cNvPr id="13" name="Freeform: Shape 12">
              <a:extLst>
                <a:ext uri="{FF2B5EF4-FFF2-40B4-BE49-F238E27FC236}">
                  <a16:creationId xmlns:a16="http://schemas.microsoft.com/office/drawing/2014/main" id="{E200D762-9980-0F2F-A4D2-E7F64294A756}"/>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igtree" panose="020B0604020202020204"/>
                <a:ea typeface="+mn-ea"/>
                <a:cs typeface="+mn-cs"/>
              </a:endParaRPr>
            </a:p>
          </p:txBody>
        </p:sp>
      </p:grpSp>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580171" y="2233670"/>
            <a:ext cx="6525709" cy="22859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11"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669141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hf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Big Statement - Plum">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6AE21A-751A-3AAB-6E34-CE624563FF91}"/>
              </a:ext>
            </a:extLst>
          </p:cNvPr>
          <p:cNvGrpSpPr/>
          <p:nvPr/>
        </p:nvGrpSpPr>
        <p:grpSpPr>
          <a:xfrm>
            <a:off x="5111737" y="1408637"/>
            <a:ext cx="7077088" cy="4553747"/>
            <a:chOff x="5111737" y="1408637"/>
            <a:chExt cx="7077088" cy="4553747"/>
          </a:xfrm>
        </p:grpSpPr>
        <p:sp>
          <p:nvSpPr>
            <p:cNvPr id="13" name="Freeform: Shape 12">
              <a:extLst>
                <a:ext uri="{FF2B5EF4-FFF2-40B4-BE49-F238E27FC236}">
                  <a16:creationId xmlns:a16="http://schemas.microsoft.com/office/drawing/2014/main" id="{FCFA1240-3D0D-AB66-BC3F-80EED354648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igtree" panose="020B0604020202020204"/>
                <a:ea typeface="+mn-ea"/>
                <a:cs typeface="+mn-cs"/>
              </a:endParaRPr>
            </a:p>
          </p:txBody>
        </p:sp>
        <p:sp>
          <p:nvSpPr>
            <p:cNvPr id="14" name="Freeform: Shape 13">
              <a:extLst>
                <a:ext uri="{FF2B5EF4-FFF2-40B4-BE49-F238E27FC236}">
                  <a16:creationId xmlns:a16="http://schemas.microsoft.com/office/drawing/2014/main" id="{A884ED15-B8BE-771F-D78D-1BE6D9F66CCF}"/>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igtree" panose="020B0604020202020204"/>
                <a:ea typeface="+mn-ea"/>
                <a:cs typeface="+mn-cs"/>
              </a:endParaRPr>
            </a:p>
          </p:txBody>
        </p:sp>
      </p:grpSp>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11" name="page number">
            <a:extLst>
              <a:ext uri="{FF2B5EF4-FFF2-40B4-BE49-F238E27FC236}">
                <a16:creationId xmlns:a16="http://schemas.microsoft.com/office/drawing/2014/main" id="{312DD3E6-E621-1B4F-9197-621CC0C346A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3627174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hf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Big Statement 2 - Leaf ">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552AB5D8-753F-CA24-2C8A-45BC9791756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igtree" panose="020B0604020202020204"/>
              <a:ea typeface="+mn-ea"/>
              <a:cs typeface="+mn-cs"/>
            </a:endParaRPr>
          </a:p>
        </p:txBody>
      </p:sp>
      <p:sp>
        <p:nvSpPr>
          <p:cNvPr id="37" name="Freeform: Shape 36">
            <a:extLst>
              <a:ext uri="{FF2B5EF4-FFF2-40B4-BE49-F238E27FC236}">
                <a16:creationId xmlns:a16="http://schemas.microsoft.com/office/drawing/2014/main" id="{1A0A18CC-E157-AD15-E51D-50F3DC99465B}"/>
              </a:ext>
            </a:extLst>
          </p:cNvPr>
          <p:cNvSpPr/>
          <p:nvPr userDrawn="1"/>
        </p:nvSpPr>
        <p:spPr>
          <a:xfrm>
            <a:off x="6457030" y="355921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igtree" panose="020B0604020202020204"/>
              <a:ea typeface="+mn-ea"/>
              <a:cs typeface="+mn-cs"/>
            </a:endParaRPr>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 </a:t>
            </a:r>
            <a:br>
              <a:rPr lang="en-US"/>
            </a:br>
            <a:r>
              <a:rPr lang="en-US"/>
              <a:t>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194702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hf hdr="0" dt="0"/>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igtree" panose="020B0604020202020204"/>
              <a:ea typeface="+mn-ea"/>
              <a:cs typeface="+mn-cs"/>
            </a:endParaRPr>
          </a:p>
        </p:txBody>
      </p:sp>
      <p:sp>
        <p:nvSpPr>
          <p:cNvPr id="18" name="Freeform: Shape 17">
            <a:extLst>
              <a:ext uri="{FF2B5EF4-FFF2-40B4-BE49-F238E27FC236}">
                <a16:creationId xmlns:a16="http://schemas.microsoft.com/office/drawing/2014/main" id="{C43BE5DC-D92A-9A5C-C8AE-7A979F11542A}"/>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2"/>
              </a:gs>
              <a:gs pos="83000">
                <a:srgbClr val="0095C4"/>
              </a:gs>
            </a:gsLst>
            <a:lin ang="18900033"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igtree" panose="020B0604020202020204"/>
              <a:ea typeface="+mn-ea"/>
              <a:cs typeface="+mn-cs"/>
            </a:endParaRPr>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a:t>
            </a:r>
            <a:br>
              <a:rPr lang="en-US"/>
            </a:br>
            <a:r>
              <a:rPr lang="en-US"/>
              <a:t>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0" name="Freeform: Shape 5">
            <a:extLst>
              <a:ext uri="{FF2B5EF4-FFF2-40B4-BE49-F238E27FC236}">
                <a16:creationId xmlns:a16="http://schemas.microsoft.com/office/drawing/2014/main" id="{DC6694C6-6A30-F4F5-68A3-ABC8048E7AE9}"/>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igtree" panose="020B0604020202020204"/>
              <a:ea typeface="+mn-ea"/>
              <a:cs typeface="+mn-cs"/>
            </a:endParaRPr>
          </a:p>
        </p:txBody>
      </p:sp>
      <p:sp>
        <p:nvSpPr>
          <p:cNvPr id="12"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972127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hf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32"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igtree" panose="020B0604020202020204"/>
              <a:ea typeface="+mn-ea"/>
              <a:cs typeface="+mn-cs"/>
            </a:endParaRPr>
          </a:p>
        </p:txBody>
      </p:sp>
      <p:sp>
        <p:nvSpPr>
          <p:cNvPr id="33" name="Freeform: Shape 32">
            <a:extLst>
              <a:ext uri="{FF2B5EF4-FFF2-40B4-BE49-F238E27FC236}">
                <a16:creationId xmlns:a16="http://schemas.microsoft.com/office/drawing/2014/main" id="{C2AE01D1-6E35-D230-30F3-0D3E2F8A5364}"/>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igtree" panose="020B0604020202020204"/>
              <a:ea typeface="+mn-ea"/>
              <a:cs typeface="+mn-cs"/>
            </a:endParaRPr>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Big Statement – </a:t>
            </a:r>
            <a:br>
              <a:rPr lang="en-US" dirty="0"/>
            </a:br>
            <a:r>
              <a:rPr lang="en-US" dirty="0"/>
              <a:t>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9" name="Freeform: Shape 31">
            <a:extLst>
              <a:ext uri="{FF2B5EF4-FFF2-40B4-BE49-F238E27FC236}">
                <a16:creationId xmlns:a16="http://schemas.microsoft.com/office/drawing/2014/main" id="{23AA4DDC-2936-0AB6-8344-5481913C661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igtree" panose="020B0604020202020204"/>
              <a:ea typeface="+mn-ea"/>
              <a:cs typeface="+mn-cs"/>
            </a:endParaRPr>
          </a:p>
        </p:txBody>
      </p:sp>
      <p:sp>
        <p:nvSpPr>
          <p:cNvPr id="11"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474556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hf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69850"/>
            <a:ext cx="5403138" cy="6788150"/>
          </a:xfrm>
        </p:spPr>
        <p:txBody>
          <a:bodyPr lIns="640080" tIns="0" rIns="640080" anchor="ctr"/>
          <a:lstStyle>
            <a:lvl1pPr algn="ctr">
              <a:defRPr>
                <a:solidFill>
                  <a:schemeClr val="tx1"/>
                </a:solidFill>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5" name="page number">
            <a:extLst>
              <a:ext uri="{FF2B5EF4-FFF2-40B4-BE49-F238E27FC236}">
                <a16:creationId xmlns:a16="http://schemas.microsoft.com/office/drawing/2014/main" id="{1AAC44A2-B8BC-4B45-BE44-C4C65AFCB66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3752296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B88A46-F304-51F6-1AAF-726E7309052D}"/>
              </a:ext>
            </a:extLst>
          </p:cNvPr>
          <p:cNvSpPr/>
          <p:nvPr/>
        </p:nvSpPr>
        <p:spPr>
          <a:xfrm>
            <a:off x="0" y="4332288"/>
            <a:ext cx="12188825" cy="2525712"/>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15" name="Text Placeholder 14" descr="Doughnut chart label 3">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6000" y="2514599"/>
            <a:ext cx="5027613" cy="1371601"/>
          </a:xfrm>
        </p:spPr>
        <p:txBody>
          <a:bodyPr anchor="ctr"/>
          <a:lstStyle>
            <a:lvl1pPr>
              <a:spcBef>
                <a:spcPts val="0"/>
              </a:spcBef>
              <a:defRPr sz="3600">
                <a:solidFill>
                  <a:schemeClr val="accent2"/>
                </a:solidFill>
              </a:defRPr>
            </a:lvl1pPr>
          </a:lstStyle>
          <a:p>
            <a:pPr lvl="0"/>
            <a:r>
              <a:rPr lang="en-US" dirty="0"/>
              <a:t>Doughnut Chart slide, click to add text here</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US"/>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US"/>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US"/>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US"/>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US"/>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35" name="Oval 34">
            <a:extLst>
              <a:ext uri="{FF2B5EF4-FFF2-40B4-BE49-F238E27FC236}">
                <a16:creationId xmlns:a16="http://schemas.microsoft.com/office/drawing/2014/main" id="{24AFE851-C873-10C5-E165-301FDB834692}"/>
              </a:ext>
            </a:extLst>
          </p:cNvPr>
          <p:cNvSpPr/>
          <p:nvPr userDrawn="1"/>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36" name="page number">
            <a:extLst>
              <a:ext uri="{FF2B5EF4-FFF2-40B4-BE49-F238E27FC236}">
                <a16:creationId xmlns:a16="http://schemas.microsoft.com/office/drawing/2014/main" id="{5FED840F-E343-734C-96BA-0EFF5AE5DAD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bwMode="gray">
          <a:xfrm>
            <a:off x="662672" y="722997"/>
            <a:ext cx="4480256" cy="4480256"/>
          </a:xfrm>
        </p:spPr>
        <p:txBody>
          <a:bodyPr anchor="ctr"/>
          <a:lstStyle>
            <a:lvl1pPr algn="ctr">
              <a:defRPr>
                <a:solidFill>
                  <a:schemeClr val="tx1"/>
                </a:solidFill>
              </a:defRPr>
            </a:lvl1pPr>
          </a:lstStyle>
          <a:p>
            <a:r>
              <a:rPr lang="en-US" dirty="0"/>
              <a:t>Click to insert a </a:t>
            </a:r>
            <a:br>
              <a:rPr lang="en-US" dirty="0"/>
            </a:br>
            <a:r>
              <a:rPr lang="en-US" dirty="0"/>
              <a:t>Doughnut chart</a:t>
            </a:r>
          </a:p>
        </p:txBody>
      </p:sp>
      <p:sp>
        <p:nvSpPr>
          <p:cNvPr id="2" name="Google Shape;13;p1">
            <a:extLst>
              <a:ext uri="{FF2B5EF4-FFF2-40B4-BE49-F238E27FC236}">
                <a16:creationId xmlns:a16="http://schemas.microsoft.com/office/drawing/2014/main" id="{66F4A6E6-2A0A-5466-D02B-FCF475CF0FCA}"/>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6" name="Google Shape;14;p1">
            <a:extLst>
              <a:ext uri="{FF2B5EF4-FFF2-40B4-BE49-F238E27FC236}">
                <a16:creationId xmlns:a16="http://schemas.microsoft.com/office/drawing/2014/main" id="{151DAE16-12FD-EEA3-041E-33E0E4C7244A}"/>
              </a:ext>
            </a:extLst>
          </p:cNvPr>
          <p:cNvPicPr preferRelativeResize="0"/>
          <p:nvPr userDrawn="1"/>
        </p:nvPicPr>
        <p:blipFill rotWithShape="1">
          <a:blip r:embed="rId2">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2150033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3"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Tree>
    <p:extLst>
      <p:ext uri="{BB962C8B-B14F-4D97-AF65-F5344CB8AC3E}">
        <p14:creationId xmlns:p14="http://schemas.microsoft.com/office/powerpoint/2010/main" val="255106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Actuall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17776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1_Full-Bleed Photo 2">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11" name="page number">
            <a:extLst>
              <a:ext uri="{FF2B5EF4-FFF2-40B4-BE49-F238E27FC236}">
                <a16:creationId xmlns:a16="http://schemas.microsoft.com/office/drawing/2014/main" id="{55062593-5C0A-1043-8749-AF6C4D1E873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FFFFFF"/>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FFFFFF"/>
              </a:solidFill>
              <a:effectLst/>
              <a:uLnTx/>
              <a:uFillTx/>
              <a:latin typeface="Figtree" panose="020B0604020202020204"/>
            </a:endParaRPr>
          </a:p>
        </p:txBody>
      </p:sp>
      <p:sp>
        <p:nvSpPr>
          <p:cNvPr id="6" name="Google Shape;13;p1">
            <a:extLst>
              <a:ext uri="{FF2B5EF4-FFF2-40B4-BE49-F238E27FC236}">
                <a16:creationId xmlns:a16="http://schemas.microsoft.com/office/drawing/2014/main" id="{A3D65C9B-9F4E-ABF2-53A4-28CEDC0F19B7}"/>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7" name="Google Shape;14;p1">
            <a:extLst>
              <a:ext uri="{FF2B5EF4-FFF2-40B4-BE49-F238E27FC236}">
                <a16:creationId xmlns:a16="http://schemas.microsoft.com/office/drawing/2014/main" id="{9424A3A7-082D-FCB7-D80C-58F1A9D6A6AD}"/>
              </a:ext>
            </a:extLst>
          </p:cNvPr>
          <p:cNvPicPr preferRelativeResize="0"/>
          <p:nvPr userDrawn="1"/>
        </p:nvPicPr>
        <p:blipFill rotWithShape="1">
          <a:blip r:embed="rId3">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2416645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Full-Bleed Photo - Dark Text">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11" name="page number">
            <a:extLst>
              <a:ext uri="{FF2B5EF4-FFF2-40B4-BE49-F238E27FC236}">
                <a16:creationId xmlns:a16="http://schemas.microsoft.com/office/drawing/2014/main" id="{55062593-5C0A-1043-8749-AF6C4D1E873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FFFFFF"/>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FFFFFF"/>
              </a:solidFill>
              <a:effectLst/>
              <a:uLnTx/>
              <a:uFillTx/>
              <a:latin typeface="Figtree" panose="020B0604020202020204"/>
            </a:endParaRPr>
          </a:p>
        </p:txBody>
      </p:sp>
      <p:sp>
        <p:nvSpPr>
          <p:cNvPr id="4" name="Google Shape;13;p1">
            <a:extLst>
              <a:ext uri="{FF2B5EF4-FFF2-40B4-BE49-F238E27FC236}">
                <a16:creationId xmlns:a16="http://schemas.microsoft.com/office/drawing/2014/main" id="{9DE678DB-1005-9851-4583-78E071F234AB}"/>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5" name="Google Shape;14;p1">
            <a:extLst>
              <a:ext uri="{FF2B5EF4-FFF2-40B4-BE49-F238E27FC236}">
                <a16:creationId xmlns:a16="http://schemas.microsoft.com/office/drawing/2014/main" id="{1CE35943-F0FD-A73E-0440-92049845289B}"/>
              </a:ext>
            </a:extLst>
          </p:cNvPr>
          <p:cNvPicPr preferRelativeResize="0"/>
          <p:nvPr userDrawn="1"/>
        </p:nvPicPr>
        <p:blipFill rotWithShape="1">
          <a:blip r:embed="rId3">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345965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Big Statement with Icon - Ocean">
    <p:spTree>
      <p:nvGrpSpPr>
        <p:cNvPr id="1" name=""/>
        <p:cNvGrpSpPr/>
        <p:nvPr/>
      </p:nvGrpSpPr>
      <p:grpSpPr>
        <a:xfrm>
          <a:off x="0" y="0"/>
          <a:ext cx="0" cy="0"/>
          <a:chOff x="0" y="0"/>
          <a:chExt cx="0" cy="0"/>
        </a:xfrm>
      </p:grpSpPr>
      <p:sp>
        <p:nvSpPr>
          <p:cNvPr id="18" name="Text Placeholder 862">
            <a:extLst>
              <a:ext uri="{FF2B5EF4-FFF2-40B4-BE49-F238E27FC236}">
                <a16:creationId xmlns:a16="http://schemas.microsoft.com/office/drawing/2014/main" id="{E56855D3-D3B3-4208-ADBF-9790190F0A6E}"/>
              </a:ext>
            </a:extLst>
          </p:cNvPr>
          <p:cNvSpPr>
            <a:spLocks noGrp="1"/>
          </p:cNvSpPr>
          <p:nvPr>
            <p:ph type="body" sz="quarter" idx="12" hasCustomPrompt="1"/>
          </p:nvPr>
        </p:nvSpPr>
        <p:spPr>
          <a:xfrm>
            <a:off x="608013" y="2514600"/>
            <a:ext cx="5486400"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and circle graphic.</a:t>
            </a:r>
          </a:p>
        </p:txBody>
      </p:sp>
      <p:sp>
        <p:nvSpPr>
          <p:cNvPr id="6" name="Freeform: Shape 5">
            <a:extLst>
              <a:ext uri="{FF2B5EF4-FFF2-40B4-BE49-F238E27FC236}">
                <a16:creationId xmlns:a16="http://schemas.microsoft.com/office/drawing/2014/main" id="{B95FD2E6-B8EA-4366-97C4-6A53370F84D0}"/>
              </a:ext>
              <a:ext uri="{C183D7F6-B498-43B3-948B-1728B52AA6E4}">
                <adec:decorative xmlns:adec="http://schemas.microsoft.com/office/drawing/2017/decorative" val="1"/>
              </a:ext>
            </a:extLst>
          </p:cNvPr>
          <p:cNvSpPr/>
          <p:nvPr userDrawn="1"/>
        </p:nvSpPr>
        <p:spPr>
          <a:xfrm>
            <a:off x="5378859" y="1"/>
            <a:ext cx="6809966" cy="6858000"/>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bg2">
                  <a:alpha val="0"/>
                </a:schemeClr>
              </a:gs>
              <a:gs pos="100000">
                <a:schemeClr val="tx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2147" name="Oval 2146" descr="place icon in center">
            <a:extLst>
              <a:ext uri="{FF2B5EF4-FFF2-40B4-BE49-F238E27FC236}">
                <a16:creationId xmlns:a16="http://schemas.microsoft.com/office/drawing/2014/main" id="{FDDA58E5-A99B-48C0-A6B7-6BAE32E46F62}"/>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tx2"/>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marR="0" lvl="0" indent="0" algn="ctr" defTabSz="914400" rtl="0" eaLnBrk="1" fontAlgn="auto" latinLnBrk="0" hangingPunct="1">
              <a:lnSpc>
                <a:spcPct val="100000"/>
              </a:lnSpc>
              <a:spcBef>
                <a:spcPts val="0"/>
              </a:spcBef>
              <a:spcAft>
                <a:spcPts val="80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Figtree" panose="020B0604020202020204"/>
              <a:ea typeface="+mn-ea"/>
              <a:cs typeface="+mn-cs"/>
            </a:endParaRPr>
          </a:p>
        </p:txBody>
      </p:sp>
      <p:sp>
        <p:nvSpPr>
          <p:cNvPr id="8"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27" name="Google Shape;13;p1">
            <a:extLst>
              <a:ext uri="{FF2B5EF4-FFF2-40B4-BE49-F238E27FC236}">
                <a16:creationId xmlns:a16="http://schemas.microsoft.com/office/drawing/2014/main" id="{AF566DB2-292A-90B2-CFD8-5E59939BDAE6}"/>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28" name="Google Shape;14;p1">
            <a:extLst>
              <a:ext uri="{FF2B5EF4-FFF2-40B4-BE49-F238E27FC236}">
                <a16:creationId xmlns:a16="http://schemas.microsoft.com/office/drawing/2014/main" id="{640810FC-7AA4-1A35-E552-25CB98EB0420}"/>
              </a:ext>
            </a:extLst>
          </p:cNvPr>
          <p:cNvPicPr preferRelativeResize="0"/>
          <p:nvPr userDrawn="1"/>
        </p:nvPicPr>
        <p:blipFill rotWithShape="1">
          <a:blip r:embed="rId2">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1823947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hf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Big Statement with Icon - Indigo">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0240D96F-DE33-80F8-2C2A-CFCF89A6BD2C}"/>
              </a:ext>
              <a:ext uri="{C183D7F6-B498-43B3-948B-1728B52AA6E4}">
                <adec:decorative xmlns:adec="http://schemas.microsoft.com/office/drawing/2017/decorative" val="1"/>
              </a:ext>
            </a:extLst>
          </p:cNvPr>
          <p:cNvSpPr/>
          <p:nvPr userDrawn="1"/>
        </p:nvSpPr>
        <p:spPr>
          <a:xfrm>
            <a:off x="5378859" y="7557"/>
            <a:ext cx="6809966" cy="6857999"/>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bg2">
                  <a:alpha val="0"/>
                </a:schemeClr>
              </a:gs>
              <a:gs pos="98000">
                <a:schemeClr val="accent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18" name="Text Placeholder 862">
            <a:extLst>
              <a:ext uri="{FF2B5EF4-FFF2-40B4-BE49-F238E27FC236}">
                <a16:creationId xmlns:a16="http://schemas.microsoft.com/office/drawing/2014/main" id="{E56855D3-D3B3-4208-ADBF-9790190F0A6E}"/>
              </a:ext>
            </a:extLst>
          </p:cNvPr>
          <p:cNvSpPr>
            <a:spLocks noGrp="1"/>
          </p:cNvSpPr>
          <p:nvPr>
            <p:ph type="body" sz="quarter" idx="12" hasCustomPrompt="1"/>
          </p:nvPr>
        </p:nvSpPr>
        <p:spPr>
          <a:xfrm>
            <a:off x="608012" y="2514600"/>
            <a:ext cx="5486400"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and circle graphic.</a:t>
            </a:r>
          </a:p>
        </p:txBody>
      </p:sp>
      <p:sp>
        <p:nvSpPr>
          <p:cNvPr id="2147" name="Oval 2146" descr="place icon in center">
            <a:extLst>
              <a:ext uri="{FF2B5EF4-FFF2-40B4-BE49-F238E27FC236}">
                <a16:creationId xmlns:a16="http://schemas.microsoft.com/office/drawing/2014/main" id="{FDDA58E5-A99B-48C0-A6B7-6BAE32E46F62}"/>
              </a:ext>
              <a:ext uri="{C183D7F6-B498-43B3-948B-1728B52AA6E4}">
                <adec:decorative xmlns:adec="http://schemas.microsoft.com/office/drawing/2017/decorative" val="0"/>
              </a:ext>
            </a:extLst>
          </p:cNvPr>
          <p:cNvSpPr/>
          <p:nvPr userDrawn="1"/>
        </p:nvSpPr>
        <p:spPr bwMode="gray">
          <a:xfrm rot="10800000">
            <a:off x="7273815" y="1515193"/>
            <a:ext cx="3735912" cy="3735912"/>
          </a:xfrm>
          <a:prstGeom prst="ellipse">
            <a:avLst/>
          </a:prstGeom>
          <a:solidFill>
            <a:schemeClr val="bg1"/>
          </a:solidFill>
          <a:ln w="38100">
            <a:solidFill>
              <a:schemeClr val="accent2"/>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marR="0" lvl="0" indent="0" algn="ctr" defTabSz="914400" rtl="0" eaLnBrk="1" fontAlgn="auto" latinLnBrk="0" hangingPunct="1">
              <a:lnSpc>
                <a:spcPct val="100000"/>
              </a:lnSpc>
              <a:spcBef>
                <a:spcPts val="0"/>
              </a:spcBef>
              <a:spcAft>
                <a:spcPts val="80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Figtree" panose="020B0604020202020204"/>
              <a:ea typeface="+mn-ea"/>
              <a:cs typeface="+mn-cs"/>
            </a:endParaRPr>
          </a:p>
        </p:txBody>
      </p:sp>
      <p:sp>
        <p:nvSpPr>
          <p:cNvPr id="7"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27" name="Google Shape;13;p1">
            <a:extLst>
              <a:ext uri="{FF2B5EF4-FFF2-40B4-BE49-F238E27FC236}">
                <a16:creationId xmlns:a16="http://schemas.microsoft.com/office/drawing/2014/main" id="{21A5B446-A8A0-07F4-529C-B19C48529331}"/>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28" name="Google Shape;14;p1">
            <a:extLst>
              <a:ext uri="{FF2B5EF4-FFF2-40B4-BE49-F238E27FC236}">
                <a16:creationId xmlns:a16="http://schemas.microsoft.com/office/drawing/2014/main" id="{39EB4D19-8FC9-F532-93CA-BC1F25C68145}"/>
              </a:ext>
            </a:extLst>
          </p:cNvPr>
          <p:cNvPicPr preferRelativeResize="0"/>
          <p:nvPr userDrawn="1"/>
        </p:nvPicPr>
        <p:blipFill rotWithShape="1">
          <a:blip r:embed="rId2">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200566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hf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Big Statement with Icon - Plum">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EDA64E18-1A4A-077B-C551-0C1CB5D4F85E}"/>
              </a:ext>
              <a:ext uri="{C183D7F6-B498-43B3-948B-1728B52AA6E4}">
                <adec:decorative xmlns:adec="http://schemas.microsoft.com/office/drawing/2017/decorative" val="1"/>
              </a:ext>
            </a:extLst>
          </p:cNvPr>
          <p:cNvSpPr/>
          <p:nvPr userDrawn="1"/>
        </p:nvSpPr>
        <p:spPr>
          <a:xfrm>
            <a:off x="5378859" y="0"/>
            <a:ext cx="6809966" cy="6858000"/>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bg2">
                  <a:alpha val="0"/>
                </a:schemeClr>
              </a:gs>
              <a:gs pos="100000">
                <a:schemeClr val="accent5"/>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9" name="Text Placeholder 862">
            <a:extLst>
              <a:ext uri="{FF2B5EF4-FFF2-40B4-BE49-F238E27FC236}">
                <a16:creationId xmlns:a16="http://schemas.microsoft.com/office/drawing/2014/main" id="{0F507127-789E-994A-9A44-353C37E789F7}"/>
              </a:ext>
            </a:extLst>
          </p:cNvPr>
          <p:cNvSpPr>
            <a:spLocks noGrp="1"/>
          </p:cNvSpPr>
          <p:nvPr>
            <p:ph type="body" sz="quarter" idx="13" hasCustomPrompt="1"/>
          </p:nvPr>
        </p:nvSpPr>
        <p:spPr>
          <a:xfrm>
            <a:off x="608015" y="2514600"/>
            <a:ext cx="5486400" cy="18287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and circle graphic.</a:t>
            </a:r>
          </a:p>
        </p:txBody>
      </p:sp>
      <p:sp>
        <p:nvSpPr>
          <p:cNvPr id="2147" name="Oval 2146" descr="place icon in center">
            <a:extLst>
              <a:ext uri="{FF2B5EF4-FFF2-40B4-BE49-F238E27FC236}">
                <a16:creationId xmlns:a16="http://schemas.microsoft.com/office/drawing/2014/main" id="{FDDA58E5-A99B-48C0-A6B7-6BAE32E46F62}"/>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accent5"/>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marR="0" lvl="0" indent="0" algn="ctr" defTabSz="914400" rtl="0" eaLnBrk="1" fontAlgn="auto" latinLnBrk="0" hangingPunct="1">
              <a:lnSpc>
                <a:spcPct val="100000"/>
              </a:lnSpc>
              <a:spcBef>
                <a:spcPts val="0"/>
              </a:spcBef>
              <a:spcAft>
                <a:spcPts val="80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Figtree" panose="020B0604020202020204"/>
              <a:ea typeface="+mn-ea"/>
              <a:cs typeface="+mn-cs"/>
            </a:endParaRPr>
          </a:p>
        </p:txBody>
      </p:sp>
      <p:sp>
        <p:nvSpPr>
          <p:cNvPr id="7" name="page number">
            <a:extLst>
              <a:ext uri="{FF2B5EF4-FFF2-40B4-BE49-F238E27FC236}">
                <a16:creationId xmlns:a16="http://schemas.microsoft.com/office/drawing/2014/main" id="{4144FBF0-61D7-2140-A159-ECF2E9CDDA2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sp>
        <p:nvSpPr>
          <p:cNvPr id="27" name="Google Shape;13;p1">
            <a:extLst>
              <a:ext uri="{FF2B5EF4-FFF2-40B4-BE49-F238E27FC236}">
                <a16:creationId xmlns:a16="http://schemas.microsoft.com/office/drawing/2014/main" id="{0BBD5F3D-7901-2817-03C7-556FA7215863}"/>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28" name="Google Shape;14;p1">
            <a:extLst>
              <a:ext uri="{FF2B5EF4-FFF2-40B4-BE49-F238E27FC236}">
                <a16:creationId xmlns:a16="http://schemas.microsoft.com/office/drawing/2014/main" id="{AB0F5581-CCAF-A219-9E89-2E590287D9F9}"/>
              </a:ext>
            </a:extLst>
          </p:cNvPr>
          <p:cNvPicPr preferRelativeResize="0"/>
          <p:nvPr userDrawn="1"/>
        </p:nvPicPr>
        <p:blipFill rotWithShape="1">
          <a:blip r:embed="rId2">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697573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hf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Big Statement with Icon - Fancy">
    <p:spTree>
      <p:nvGrpSpPr>
        <p:cNvPr id="1" name=""/>
        <p:cNvGrpSpPr/>
        <p:nvPr/>
      </p:nvGrpSpPr>
      <p:grpSpPr>
        <a:xfrm>
          <a:off x="0" y="0"/>
          <a:ext cx="0" cy="0"/>
          <a:chOff x="0" y="0"/>
          <a:chExt cx="0" cy="0"/>
        </a:xfrm>
      </p:grpSpPr>
      <p:sp>
        <p:nvSpPr>
          <p:cNvPr id="18" name="Text Placeholder 862">
            <a:extLst>
              <a:ext uri="{FF2B5EF4-FFF2-40B4-BE49-F238E27FC236}">
                <a16:creationId xmlns:a16="http://schemas.microsoft.com/office/drawing/2014/main" id="{E56855D3-D3B3-4208-ADBF-9790190F0A6E}"/>
              </a:ext>
            </a:extLst>
          </p:cNvPr>
          <p:cNvSpPr>
            <a:spLocks noGrp="1"/>
          </p:cNvSpPr>
          <p:nvPr>
            <p:ph type="body" sz="quarter" idx="12" hasCustomPrompt="1"/>
          </p:nvPr>
        </p:nvSpPr>
        <p:spPr>
          <a:xfrm>
            <a:off x="608013" y="2514600"/>
            <a:ext cx="5486400"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and circle graphic.</a:t>
            </a:r>
          </a:p>
        </p:txBody>
      </p:sp>
      <p:sp>
        <p:nvSpPr>
          <p:cNvPr id="2147" name="Oval 2146" descr="place icon in center">
            <a:extLst>
              <a:ext uri="{FF2B5EF4-FFF2-40B4-BE49-F238E27FC236}">
                <a16:creationId xmlns:a16="http://schemas.microsoft.com/office/drawing/2014/main" id="{FDDA58E5-A99B-48C0-A6B7-6BAE32E46F62}"/>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tx2"/>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marR="0" lvl="0" indent="0" algn="ctr" defTabSz="914400" rtl="0" eaLnBrk="1" fontAlgn="auto" latinLnBrk="0" hangingPunct="1">
              <a:lnSpc>
                <a:spcPct val="100000"/>
              </a:lnSpc>
              <a:spcBef>
                <a:spcPts val="0"/>
              </a:spcBef>
              <a:spcAft>
                <a:spcPts val="80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Figtree" panose="020B0604020202020204"/>
              <a:ea typeface="+mn-ea"/>
              <a:cs typeface="+mn-cs"/>
            </a:endParaRPr>
          </a:p>
        </p:txBody>
      </p:sp>
      <p:sp>
        <p:nvSpPr>
          <p:cNvPr id="8"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1B1D36"/>
              </a:solidFill>
              <a:effectLst/>
              <a:uLnTx/>
              <a:uFillTx/>
              <a:latin typeface="Figtree" panose="020B0604020202020204"/>
            </a:endParaRPr>
          </a:p>
        </p:txBody>
      </p:sp>
      <p:pic>
        <p:nvPicPr>
          <p:cNvPr id="28" name="Graphic 27">
            <a:extLst>
              <a:ext uri="{FF2B5EF4-FFF2-40B4-BE49-F238E27FC236}">
                <a16:creationId xmlns:a16="http://schemas.microsoft.com/office/drawing/2014/main" id="{54701DF0-9090-4006-3007-10C569BC208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62591" y="0"/>
            <a:ext cx="9158359" cy="6858000"/>
          </a:xfrm>
          <a:prstGeom prst="rect">
            <a:avLst/>
          </a:prstGeom>
        </p:spPr>
      </p:pic>
      <p:sp>
        <p:nvSpPr>
          <p:cNvPr id="29" name="Oval 28">
            <a:extLst>
              <a:ext uri="{FF2B5EF4-FFF2-40B4-BE49-F238E27FC236}">
                <a16:creationId xmlns:a16="http://schemas.microsoft.com/office/drawing/2014/main" id="{74EED0E6-0F67-B660-532B-1D7D93E6BD8C}"/>
              </a:ext>
            </a:extLst>
          </p:cNvPr>
          <p:cNvSpPr/>
          <p:nvPr userDrawn="1"/>
        </p:nvSpPr>
        <p:spPr bwMode="gray">
          <a:xfrm>
            <a:off x="7861997" y="2148840"/>
            <a:ext cx="2560320" cy="2560320"/>
          </a:xfrm>
          <a:prstGeom prst="ellipse">
            <a:avLst/>
          </a:prstGeom>
          <a:solidFill>
            <a:schemeClr val="accent3">
              <a:lumMod val="20000"/>
              <a:lumOff val="8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6" name="Google Shape;13;p1">
            <a:extLst>
              <a:ext uri="{FF2B5EF4-FFF2-40B4-BE49-F238E27FC236}">
                <a16:creationId xmlns:a16="http://schemas.microsoft.com/office/drawing/2014/main" id="{D37C861D-4395-566F-5E27-39487152574A}"/>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27" name="Google Shape;14;p1">
            <a:extLst>
              <a:ext uri="{FF2B5EF4-FFF2-40B4-BE49-F238E27FC236}">
                <a16:creationId xmlns:a16="http://schemas.microsoft.com/office/drawing/2014/main" id="{A8AFAAFE-1BDC-4B58-151B-ED7002B8B2FF}"/>
              </a:ext>
            </a:extLst>
          </p:cNvPr>
          <p:cNvPicPr preferRelativeResize="0"/>
          <p:nvPr userDrawn="1"/>
        </p:nvPicPr>
        <p:blipFill rotWithShape="1">
          <a:blip r:embed="rId4">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3094179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Definition">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F50ED68F-525B-00F4-AE58-E7AACD420745}"/>
              </a:ext>
              <a:ext uri="{C183D7F6-B498-43B3-948B-1728B52AA6E4}">
                <adec:decorative xmlns:adec="http://schemas.microsoft.com/office/drawing/2017/decorative" val="1"/>
              </a:ext>
            </a:extLst>
          </p:cNvPr>
          <p:cNvSpPr/>
          <p:nvPr userDrawn="1"/>
        </p:nvSpPr>
        <p:spPr>
          <a:xfrm>
            <a:off x="5378859" y="7558"/>
            <a:ext cx="6809966" cy="6857998"/>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rgbClr val="F4F8FA">
                  <a:alpha val="0"/>
                </a:srgbClr>
              </a:gs>
              <a:gs pos="100000">
                <a:schemeClr val="accent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6" name="Oval 5" descr="place icon in center">
            <a:extLst>
              <a:ext uri="{FF2B5EF4-FFF2-40B4-BE49-F238E27FC236}">
                <a16:creationId xmlns:a16="http://schemas.microsoft.com/office/drawing/2014/main" id="{485306D4-55E2-403B-BFD1-9DA60421D596}"/>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accent2"/>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marR="0" lvl="0" indent="0" algn="ctr" defTabSz="914400" rtl="0" eaLnBrk="1" fontAlgn="auto" latinLnBrk="0" hangingPunct="1">
              <a:lnSpc>
                <a:spcPct val="100000"/>
              </a:lnSpc>
              <a:spcBef>
                <a:spcPts val="0"/>
              </a:spcBef>
              <a:spcAft>
                <a:spcPts val="80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Figtree" pitchFamily="2" charset="0"/>
              <a:ea typeface="+mn-ea"/>
              <a:cs typeface="+mn-cs"/>
            </a:endParaRPr>
          </a:p>
        </p:txBody>
      </p:sp>
      <p:sp>
        <p:nvSpPr>
          <p:cNvPr id="7" name="page number">
            <a:extLst>
              <a:ext uri="{FF2B5EF4-FFF2-40B4-BE49-F238E27FC236}">
                <a16:creationId xmlns:a16="http://schemas.microsoft.com/office/drawing/2014/main" id="{AC54A160-3D72-4DDC-86DA-8858609ECB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Figtree" pitchFamily="2" charset="0"/>
                <a:ea typeface="Figtree" pitchFamily="2"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Figtree" pitchFamily="2" charset="0"/>
              <a:ea typeface="Figtree" pitchFamily="2" charset="0"/>
            </a:endParaRPr>
          </a:p>
        </p:txBody>
      </p:sp>
      <p:cxnSp>
        <p:nvCxnSpPr>
          <p:cNvPr id="8" name="Straight Connector 7">
            <a:extLst>
              <a:ext uri="{FF2B5EF4-FFF2-40B4-BE49-F238E27FC236}">
                <a16:creationId xmlns:a16="http://schemas.microsoft.com/office/drawing/2014/main" id="{BB0772A6-7577-4DB2-B194-0836A31C3FAA}"/>
              </a:ext>
              <a:ext uri="{C183D7F6-B498-43B3-948B-1728B52AA6E4}">
                <adec:decorative xmlns:adec="http://schemas.microsoft.com/office/drawing/2017/decorative" val="1"/>
              </a:ext>
            </a:extLst>
          </p:cNvPr>
          <p:cNvCxnSpPr>
            <a:cxnSpLocks/>
          </p:cNvCxnSpPr>
          <p:nvPr userDrawn="1"/>
        </p:nvCxnSpPr>
        <p:spPr bwMode="gray">
          <a:xfrm>
            <a:off x="608013" y="3174608"/>
            <a:ext cx="5016039" cy="0"/>
          </a:xfrm>
          <a:prstGeom prst="line">
            <a:avLst/>
          </a:prstGeom>
          <a:ln w="25400">
            <a:solidFill>
              <a:schemeClr val="tx1">
                <a:lumMod val="20000"/>
                <a:lumOff val="8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Text Placeholder 2">
            <a:extLst>
              <a:ext uri="{FF2B5EF4-FFF2-40B4-BE49-F238E27FC236}">
                <a16:creationId xmlns:a16="http://schemas.microsoft.com/office/drawing/2014/main" id="{4943300B-7E9F-4E14-B0D0-3FBCFE7E1055}"/>
              </a:ext>
            </a:extLst>
          </p:cNvPr>
          <p:cNvSpPr>
            <a:spLocks noGrp="1"/>
          </p:cNvSpPr>
          <p:nvPr>
            <p:ph type="body" sz="quarter" idx="12" hasCustomPrompt="1"/>
          </p:nvPr>
        </p:nvSpPr>
        <p:spPr>
          <a:xfrm>
            <a:off x="612648" y="1755648"/>
            <a:ext cx="5916168" cy="822960"/>
          </a:xfrm>
        </p:spPr>
        <p:txBody>
          <a:bodyPr vert="horz" lIns="0" tIns="0" rIns="0" bIns="0" rtlCol="0" anchor="b" anchorCtr="0">
            <a:noAutofit/>
          </a:bodyPr>
          <a:lstStyle>
            <a:lvl1pPr>
              <a:defRPr lang="en-US" sz="4000" dirty="0">
                <a:solidFill>
                  <a:schemeClr val="accent2"/>
                </a:solidFill>
                <a:latin typeface="+mn-lt"/>
              </a:defRPr>
            </a:lvl1pPr>
          </a:lstStyle>
          <a:p>
            <a:pPr lvl="0">
              <a:lnSpc>
                <a:spcPct val="93000"/>
              </a:lnSpc>
              <a:spcBef>
                <a:spcPts val="0"/>
              </a:spcBef>
            </a:pPr>
            <a:r>
              <a:rPr lang="en-US" dirty="0"/>
              <a:t>Word Placeholder</a:t>
            </a:r>
          </a:p>
        </p:txBody>
      </p:sp>
      <p:sp>
        <p:nvSpPr>
          <p:cNvPr id="10" name="Text Placeholder 4">
            <a:extLst>
              <a:ext uri="{FF2B5EF4-FFF2-40B4-BE49-F238E27FC236}">
                <a16:creationId xmlns:a16="http://schemas.microsoft.com/office/drawing/2014/main" id="{5EFDFCC1-32B9-4692-A5A0-C1A105FF5C91}"/>
              </a:ext>
            </a:extLst>
          </p:cNvPr>
          <p:cNvSpPr>
            <a:spLocks noGrp="1"/>
          </p:cNvSpPr>
          <p:nvPr>
            <p:ph type="body" sz="quarter" idx="13" hasCustomPrompt="1"/>
          </p:nvPr>
        </p:nvSpPr>
        <p:spPr>
          <a:xfrm>
            <a:off x="612648" y="2578608"/>
            <a:ext cx="5916168" cy="457200"/>
          </a:xfrm>
        </p:spPr>
        <p:txBody>
          <a:bodyPr vert="horz" lIns="0" tIns="0" rIns="0" bIns="0" rtlCol="0" anchor="t" anchorCtr="0">
            <a:noAutofit/>
          </a:bodyPr>
          <a:lstStyle>
            <a:lvl1pPr>
              <a:defRPr lang="en-US" sz="2400" dirty="0">
                <a:latin typeface="+mj-lt"/>
                <a:cs typeface="Figtree" pitchFamily="2" charset="0"/>
              </a:defRPr>
            </a:lvl1pPr>
          </a:lstStyle>
          <a:p>
            <a:pPr lvl="0">
              <a:spcAft>
                <a:spcPts val="4200"/>
              </a:spcAft>
            </a:pPr>
            <a:r>
              <a:rPr lang="en-US" dirty="0"/>
              <a:t>[</a:t>
            </a:r>
            <a:r>
              <a:rPr lang="en-US" dirty="0" err="1"/>
              <a:t>fəˈnɛtɪk</a:t>
            </a:r>
            <a:r>
              <a:rPr lang="en-US" dirty="0"/>
              <a:t> </a:t>
            </a:r>
            <a:r>
              <a:rPr lang="en-US" dirty="0" err="1"/>
              <a:t>trænˈskrɪpʃən</a:t>
            </a:r>
            <a:r>
              <a:rPr lang="en-US" dirty="0"/>
              <a:t> ˈ</a:t>
            </a:r>
            <a:r>
              <a:rPr lang="en-US" dirty="0" err="1"/>
              <a:t>pleɪsˌhəʊldə</a:t>
            </a:r>
            <a:r>
              <a:rPr lang="en-US" dirty="0"/>
              <a:t>]</a:t>
            </a:r>
          </a:p>
        </p:txBody>
      </p:sp>
      <p:sp>
        <p:nvSpPr>
          <p:cNvPr id="11" name="Text Placeholder 10">
            <a:extLst>
              <a:ext uri="{FF2B5EF4-FFF2-40B4-BE49-F238E27FC236}">
                <a16:creationId xmlns:a16="http://schemas.microsoft.com/office/drawing/2014/main" id="{5307D825-595E-4D57-BAAC-B507C217C1A4}"/>
              </a:ext>
            </a:extLst>
          </p:cNvPr>
          <p:cNvSpPr>
            <a:spLocks noGrp="1"/>
          </p:cNvSpPr>
          <p:nvPr>
            <p:ph type="body" sz="quarter" idx="14" hasCustomPrompt="1"/>
          </p:nvPr>
        </p:nvSpPr>
        <p:spPr>
          <a:xfrm>
            <a:off x="612648" y="3483864"/>
            <a:ext cx="5916167" cy="2006600"/>
          </a:xfr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Figtree" pitchFamily="2" charset="0"/>
              <a:buChar char="​"/>
              <a:defRPr lang="en-US" sz="2100" kern="1200" dirty="0">
                <a:solidFill>
                  <a:schemeClr val="tx2"/>
                </a:solidFill>
                <a:latin typeface="+mn-lt"/>
                <a:ea typeface="+mn-ea"/>
                <a:cs typeface="+mn-cs"/>
              </a:defRPr>
            </a:lvl1pPr>
          </a:lstStyle>
          <a:p>
            <a:pPr lvl="0"/>
            <a:r>
              <a:rPr lang="en-US" dirty="0"/>
              <a:t>The phonetic transcription can be generated using: https://tophonetics.com/</a:t>
            </a:r>
          </a:p>
        </p:txBody>
      </p:sp>
      <p:sp>
        <p:nvSpPr>
          <p:cNvPr id="4" name="Google Shape;13;p1">
            <a:extLst>
              <a:ext uri="{FF2B5EF4-FFF2-40B4-BE49-F238E27FC236}">
                <a16:creationId xmlns:a16="http://schemas.microsoft.com/office/drawing/2014/main" id="{F37B7169-E357-4A1F-2E44-7E36877F0B23}"/>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12" name="Google Shape;14;p1">
            <a:extLst>
              <a:ext uri="{FF2B5EF4-FFF2-40B4-BE49-F238E27FC236}">
                <a16:creationId xmlns:a16="http://schemas.microsoft.com/office/drawing/2014/main" id="{959C1B59-1EFA-D0EA-4D6A-3057061EB8F4}"/>
              </a:ext>
            </a:extLst>
          </p:cNvPr>
          <p:cNvPicPr preferRelativeResize="0"/>
          <p:nvPr userDrawn="1"/>
        </p:nvPicPr>
        <p:blipFill rotWithShape="1">
          <a:blip r:embed="rId2">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2428377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QR">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3C43A142-B3D7-4E39-B708-595F0EB24BAC}"/>
              </a:ext>
              <a:ext uri="{C183D7F6-B498-43B3-948B-1728B52AA6E4}">
                <adec:decorative xmlns:adec="http://schemas.microsoft.com/office/drawing/2017/decorative" val="1"/>
              </a:ext>
            </a:extLst>
          </p:cNvPr>
          <p:cNvSpPr/>
          <p:nvPr userDrawn="1"/>
        </p:nvSpPr>
        <p:spPr>
          <a:xfrm>
            <a:off x="5378859" y="1"/>
            <a:ext cx="6809966" cy="6858000"/>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rgbClr val="F4F8FA">
                  <a:alpha val="0"/>
                </a:srgbClr>
              </a:gs>
              <a:gs pos="100000">
                <a:schemeClr val="accent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6" name="Oval 5" descr="place icon in center">
            <a:extLst>
              <a:ext uri="{FF2B5EF4-FFF2-40B4-BE49-F238E27FC236}">
                <a16:creationId xmlns:a16="http://schemas.microsoft.com/office/drawing/2014/main" id="{D81D68B1-005D-48C3-80FB-FF903B82233B}"/>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marR="0" lvl="0" indent="0" algn="ctr" defTabSz="914400" rtl="0" eaLnBrk="1" fontAlgn="auto" latinLnBrk="0" hangingPunct="1">
              <a:lnSpc>
                <a:spcPct val="100000"/>
              </a:lnSpc>
              <a:spcBef>
                <a:spcPts val="0"/>
              </a:spcBef>
              <a:spcAft>
                <a:spcPts val="80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Figtree" pitchFamily="2" charset="0"/>
              <a:ea typeface="+mn-ea"/>
              <a:cs typeface="+mn-cs"/>
            </a:endParaRPr>
          </a:p>
        </p:txBody>
      </p:sp>
      <p:sp>
        <p:nvSpPr>
          <p:cNvPr id="7" name="page number">
            <a:extLst>
              <a:ext uri="{FF2B5EF4-FFF2-40B4-BE49-F238E27FC236}">
                <a16:creationId xmlns:a16="http://schemas.microsoft.com/office/drawing/2014/main" id="{1B689AD8-A271-4D5C-B438-8E5BEE4F3F7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Figtree" pitchFamily="2" charset="0"/>
                <a:ea typeface="Figtree" pitchFamily="2"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Figtree" pitchFamily="2" charset="0"/>
              <a:ea typeface="Figtree" pitchFamily="2" charset="0"/>
            </a:endParaRPr>
          </a:p>
        </p:txBody>
      </p:sp>
      <p:sp>
        <p:nvSpPr>
          <p:cNvPr id="9" name="Text Placeholder 3">
            <a:extLst>
              <a:ext uri="{FF2B5EF4-FFF2-40B4-BE49-F238E27FC236}">
                <a16:creationId xmlns:a16="http://schemas.microsoft.com/office/drawing/2014/main" id="{4D50EB0B-B02A-4CB0-9940-E6609218E19A}"/>
              </a:ext>
            </a:extLst>
          </p:cNvPr>
          <p:cNvSpPr>
            <a:spLocks noGrp="1"/>
          </p:cNvSpPr>
          <p:nvPr>
            <p:ph type="body" sz="quarter" idx="13" hasCustomPrompt="1"/>
          </p:nvPr>
        </p:nvSpPr>
        <p:spPr>
          <a:xfrm>
            <a:off x="595312" y="2468563"/>
            <a:ext cx="5569513" cy="1085405"/>
          </a:xfrm>
        </p:spPr>
        <p:txBody>
          <a:bodyPr anchor="t" anchorCtr="0"/>
          <a:lstStyle>
            <a:lvl1pPr marL="0" indent="0" algn="l" defTabSz="914400" rtl="0" eaLnBrk="1" latinLnBrk="0" hangingPunct="1">
              <a:lnSpc>
                <a:spcPct val="100000"/>
              </a:lnSpc>
              <a:spcBef>
                <a:spcPts val="1200"/>
              </a:spcBef>
              <a:spcAft>
                <a:spcPts val="1200"/>
              </a:spcAft>
              <a:buClr>
                <a:schemeClr val="tx1">
                  <a:lumMod val="60000"/>
                  <a:lumOff val="40000"/>
                </a:schemeClr>
              </a:buClr>
              <a:buSzPct val="90000"/>
              <a:buFont typeface="Figtree" pitchFamily="2" charset="0"/>
              <a:buChar char="​"/>
              <a:defRPr lang="en-US" sz="3400" kern="1200" dirty="0">
                <a:solidFill>
                  <a:schemeClr val="accent2"/>
                </a:solidFill>
                <a:latin typeface="+mj-lt"/>
                <a:ea typeface="+mn-ea"/>
                <a:cs typeface="+mn-cs"/>
              </a:defRPr>
            </a:lvl1pPr>
            <a:lvl5pPr>
              <a:defRPr/>
            </a:lvl5pPr>
          </a:lstStyle>
          <a:p>
            <a:pPr marL="0" marR="0" lvl="0" indent="0" algn="l" defTabSz="914400" rtl="0" eaLnBrk="1" fontAlgn="auto" latinLnBrk="0" hangingPunct="1">
              <a:lnSpc>
                <a:spcPct val="100000"/>
              </a:lnSpc>
              <a:spcBef>
                <a:spcPts val="1200"/>
              </a:spcBef>
              <a:spcAft>
                <a:spcPts val="1200"/>
              </a:spcAft>
              <a:buClr>
                <a:schemeClr val="tx1">
                  <a:lumMod val="60000"/>
                  <a:lumOff val="40000"/>
                </a:schemeClr>
              </a:buClr>
              <a:buSzPct val="90000"/>
              <a:buFont typeface="Figtree" pitchFamily="2" charset="0"/>
              <a:buChar char="​"/>
              <a:tabLst/>
              <a:defRPr/>
            </a:pPr>
            <a:r>
              <a:rPr lang="en-US" dirty="0"/>
              <a:t>Resource Name</a:t>
            </a:r>
          </a:p>
          <a:p>
            <a:pPr lvl="0"/>
            <a:endParaRPr lang="en-US" dirty="0"/>
          </a:p>
        </p:txBody>
      </p:sp>
      <p:sp>
        <p:nvSpPr>
          <p:cNvPr id="10" name="Rectangle 9">
            <a:extLst>
              <a:ext uri="{FF2B5EF4-FFF2-40B4-BE49-F238E27FC236}">
                <a16:creationId xmlns:a16="http://schemas.microsoft.com/office/drawing/2014/main" id="{4319DB4A-420C-48A7-9CC6-C31C94350A59}"/>
              </a:ext>
            </a:extLst>
          </p:cNvPr>
          <p:cNvSpPr/>
          <p:nvPr userDrawn="1"/>
        </p:nvSpPr>
        <p:spPr>
          <a:xfrm>
            <a:off x="7221531" y="1462910"/>
            <a:ext cx="3840480" cy="3840480"/>
          </a:xfrm>
          <a:prstGeom prst="rect">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11" name="Text Placeholder 10">
            <a:extLst>
              <a:ext uri="{FF2B5EF4-FFF2-40B4-BE49-F238E27FC236}">
                <a16:creationId xmlns:a16="http://schemas.microsoft.com/office/drawing/2014/main" id="{F0BA1246-0B36-4F00-B607-6B19C44B490A}"/>
              </a:ext>
            </a:extLst>
          </p:cNvPr>
          <p:cNvSpPr>
            <a:spLocks noGrp="1"/>
          </p:cNvSpPr>
          <p:nvPr>
            <p:ph type="body" sz="quarter" idx="14" hasCustomPrompt="1"/>
          </p:nvPr>
        </p:nvSpPr>
        <p:spPr>
          <a:xfrm>
            <a:off x="595313" y="3749675"/>
            <a:ext cx="5499100" cy="669925"/>
          </a:xfrm>
        </p:spPr>
        <p:txBody>
          <a:bodyPr/>
          <a:lstStyle>
            <a:lvl1pPr>
              <a:defRPr>
                <a:solidFill>
                  <a:schemeClr val="tx1"/>
                </a:solidFill>
                <a:latin typeface="+mn-lt"/>
              </a:defRPr>
            </a:lvl1pPr>
            <a:lvl2pPr marL="273050" indent="0">
              <a:buNone/>
              <a:defRPr/>
            </a:lvl2pPr>
          </a:lstStyle>
          <a:p>
            <a:pPr lvl="0"/>
            <a:r>
              <a:rPr lang="en-US" dirty="0"/>
              <a:t>URL or Location</a:t>
            </a:r>
          </a:p>
        </p:txBody>
      </p:sp>
      <p:sp>
        <p:nvSpPr>
          <p:cNvPr id="13" name="Picture Placeholder 12">
            <a:extLst>
              <a:ext uri="{FF2B5EF4-FFF2-40B4-BE49-F238E27FC236}">
                <a16:creationId xmlns:a16="http://schemas.microsoft.com/office/drawing/2014/main" id="{95A840D7-B5DC-4B82-B742-1BC71286C579}"/>
              </a:ext>
            </a:extLst>
          </p:cNvPr>
          <p:cNvSpPr>
            <a:spLocks noGrp="1"/>
          </p:cNvSpPr>
          <p:nvPr>
            <p:ph type="pic" sz="quarter" idx="15" hasCustomPrompt="1"/>
          </p:nvPr>
        </p:nvSpPr>
        <p:spPr>
          <a:xfrm>
            <a:off x="7678731" y="1920109"/>
            <a:ext cx="2926080" cy="2926080"/>
          </a:xfrm>
        </p:spPr>
        <p:txBody>
          <a:bodyPr anchor="ctr"/>
          <a:lstStyle>
            <a:lvl1pPr algn="ctr">
              <a:defRPr/>
            </a:lvl1pPr>
          </a:lstStyle>
          <a:p>
            <a:r>
              <a:rPr lang="en-US" dirty="0"/>
              <a:t>QR Code</a:t>
            </a:r>
          </a:p>
        </p:txBody>
      </p:sp>
      <p:sp>
        <p:nvSpPr>
          <p:cNvPr id="4" name="Google Shape;13;p1">
            <a:extLst>
              <a:ext uri="{FF2B5EF4-FFF2-40B4-BE49-F238E27FC236}">
                <a16:creationId xmlns:a16="http://schemas.microsoft.com/office/drawing/2014/main" id="{BA551F90-A3F1-4EB6-3629-63F19DFFB422}"/>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8" name="Google Shape;14;p1">
            <a:extLst>
              <a:ext uri="{FF2B5EF4-FFF2-40B4-BE49-F238E27FC236}">
                <a16:creationId xmlns:a16="http://schemas.microsoft.com/office/drawing/2014/main" id="{1C3E8629-D8B7-B072-0708-14DF463D53F2}"/>
              </a:ext>
            </a:extLst>
          </p:cNvPr>
          <p:cNvPicPr preferRelativeResize="0"/>
          <p:nvPr userDrawn="1"/>
        </p:nvPicPr>
        <p:blipFill rotWithShape="1">
          <a:blip r:embed="rId2">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3004714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QR - RBLF">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3C43A142-B3D7-4E39-B708-595F0EB24BAC}"/>
              </a:ext>
              <a:ext uri="{C183D7F6-B498-43B3-948B-1728B52AA6E4}">
                <adec:decorative xmlns:adec="http://schemas.microsoft.com/office/drawing/2017/decorative" val="1"/>
              </a:ext>
            </a:extLst>
          </p:cNvPr>
          <p:cNvSpPr/>
          <p:nvPr userDrawn="1"/>
        </p:nvSpPr>
        <p:spPr>
          <a:xfrm>
            <a:off x="5378859" y="1"/>
            <a:ext cx="6809966" cy="6858000"/>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accent2">
                  <a:lumMod val="60000"/>
                  <a:lumOff val="40000"/>
                </a:schemeClr>
              </a:gs>
              <a:gs pos="100000">
                <a:schemeClr val="accent5"/>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6" name="Oval 5" descr="place icon in center">
            <a:extLst>
              <a:ext uri="{FF2B5EF4-FFF2-40B4-BE49-F238E27FC236}">
                <a16:creationId xmlns:a16="http://schemas.microsoft.com/office/drawing/2014/main" id="{D81D68B1-005D-48C3-80FB-FF903B82233B}"/>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marR="0" lvl="0" indent="0" algn="ctr" defTabSz="914400" rtl="0" eaLnBrk="1" fontAlgn="auto" latinLnBrk="0" hangingPunct="1">
              <a:lnSpc>
                <a:spcPct val="100000"/>
              </a:lnSpc>
              <a:spcBef>
                <a:spcPts val="0"/>
              </a:spcBef>
              <a:spcAft>
                <a:spcPts val="80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Figtree" pitchFamily="2" charset="0"/>
              <a:ea typeface="+mn-ea"/>
              <a:cs typeface="+mn-cs"/>
            </a:endParaRPr>
          </a:p>
        </p:txBody>
      </p:sp>
      <p:sp>
        <p:nvSpPr>
          <p:cNvPr id="7" name="page number">
            <a:extLst>
              <a:ext uri="{FF2B5EF4-FFF2-40B4-BE49-F238E27FC236}">
                <a16:creationId xmlns:a16="http://schemas.microsoft.com/office/drawing/2014/main" id="{1B689AD8-A271-4D5C-B438-8E5BEE4F3F7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Figtree" pitchFamily="2" charset="0"/>
                <a:ea typeface="Figtree" pitchFamily="2"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Figtree" pitchFamily="2" charset="0"/>
              <a:ea typeface="Figtree" pitchFamily="2" charset="0"/>
            </a:endParaRPr>
          </a:p>
        </p:txBody>
      </p:sp>
      <p:sp>
        <p:nvSpPr>
          <p:cNvPr id="9" name="Text Placeholder 3">
            <a:extLst>
              <a:ext uri="{FF2B5EF4-FFF2-40B4-BE49-F238E27FC236}">
                <a16:creationId xmlns:a16="http://schemas.microsoft.com/office/drawing/2014/main" id="{4D50EB0B-B02A-4CB0-9940-E6609218E19A}"/>
              </a:ext>
            </a:extLst>
          </p:cNvPr>
          <p:cNvSpPr>
            <a:spLocks noGrp="1"/>
          </p:cNvSpPr>
          <p:nvPr>
            <p:ph type="body" sz="quarter" idx="13" hasCustomPrompt="1"/>
          </p:nvPr>
        </p:nvSpPr>
        <p:spPr>
          <a:xfrm>
            <a:off x="595312" y="2468563"/>
            <a:ext cx="5569513" cy="1085405"/>
          </a:xfrm>
        </p:spPr>
        <p:txBody>
          <a:bodyPr anchor="t" anchorCtr="0"/>
          <a:lstStyle>
            <a:lvl1pPr marL="0" indent="0" algn="l" defTabSz="914400" rtl="0" eaLnBrk="1" latinLnBrk="0" hangingPunct="1">
              <a:lnSpc>
                <a:spcPct val="100000"/>
              </a:lnSpc>
              <a:spcBef>
                <a:spcPts val="1200"/>
              </a:spcBef>
              <a:spcAft>
                <a:spcPts val="1200"/>
              </a:spcAft>
              <a:buClr>
                <a:schemeClr val="tx1">
                  <a:lumMod val="60000"/>
                  <a:lumOff val="40000"/>
                </a:schemeClr>
              </a:buClr>
              <a:buSzPct val="90000"/>
              <a:buFont typeface="Figtree" pitchFamily="2" charset="0"/>
              <a:buChar char="​"/>
              <a:defRPr lang="en-US" sz="3400" kern="1200" dirty="0">
                <a:solidFill>
                  <a:schemeClr val="accent2"/>
                </a:solidFill>
                <a:latin typeface="Figtree" pitchFamily="2" charset="0"/>
                <a:ea typeface="+mn-ea"/>
                <a:cs typeface="+mn-cs"/>
              </a:defRPr>
            </a:lvl1pPr>
            <a:lvl5pPr>
              <a:defRPr/>
            </a:lvl5pPr>
          </a:lstStyle>
          <a:p>
            <a:pPr marL="0" marR="0" lvl="0" indent="0" algn="l" defTabSz="914400" rtl="0" eaLnBrk="1" fontAlgn="auto" latinLnBrk="0" hangingPunct="1">
              <a:lnSpc>
                <a:spcPct val="100000"/>
              </a:lnSpc>
              <a:spcBef>
                <a:spcPts val="1200"/>
              </a:spcBef>
              <a:spcAft>
                <a:spcPts val="1200"/>
              </a:spcAft>
              <a:buClr>
                <a:schemeClr val="tx1">
                  <a:lumMod val="60000"/>
                  <a:lumOff val="40000"/>
                </a:schemeClr>
              </a:buClr>
              <a:buSzPct val="90000"/>
              <a:buFont typeface="Figtree" pitchFamily="2" charset="0"/>
              <a:buChar char="​"/>
              <a:tabLst/>
              <a:defRPr/>
            </a:pPr>
            <a:r>
              <a:rPr lang="en-US" dirty="0"/>
              <a:t>Resource Name</a:t>
            </a:r>
          </a:p>
          <a:p>
            <a:pPr lvl="0"/>
            <a:endParaRPr lang="en-US" dirty="0"/>
          </a:p>
        </p:txBody>
      </p:sp>
      <p:sp>
        <p:nvSpPr>
          <p:cNvPr id="10" name="Rectangle 9">
            <a:extLst>
              <a:ext uri="{FF2B5EF4-FFF2-40B4-BE49-F238E27FC236}">
                <a16:creationId xmlns:a16="http://schemas.microsoft.com/office/drawing/2014/main" id="{4319DB4A-420C-48A7-9CC6-C31C94350A59}"/>
              </a:ext>
            </a:extLst>
          </p:cNvPr>
          <p:cNvSpPr/>
          <p:nvPr userDrawn="1"/>
        </p:nvSpPr>
        <p:spPr>
          <a:xfrm>
            <a:off x="7221531" y="1462910"/>
            <a:ext cx="3840480" cy="3840480"/>
          </a:xfrm>
          <a:prstGeom prst="rect">
            <a:avLst/>
          </a:prstGeom>
          <a:solidFill>
            <a:schemeClr val="bg1"/>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11" name="Text Placeholder 10">
            <a:extLst>
              <a:ext uri="{FF2B5EF4-FFF2-40B4-BE49-F238E27FC236}">
                <a16:creationId xmlns:a16="http://schemas.microsoft.com/office/drawing/2014/main" id="{F0BA1246-0B36-4F00-B607-6B19C44B490A}"/>
              </a:ext>
            </a:extLst>
          </p:cNvPr>
          <p:cNvSpPr>
            <a:spLocks noGrp="1"/>
          </p:cNvSpPr>
          <p:nvPr>
            <p:ph type="body" sz="quarter" idx="14" hasCustomPrompt="1"/>
          </p:nvPr>
        </p:nvSpPr>
        <p:spPr>
          <a:xfrm>
            <a:off x="595313" y="3749675"/>
            <a:ext cx="5499100" cy="669925"/>
          </a:xfrm>
        </p:spPr>
        <p:txBody>
          <a:bodyPr/>
          <a:lstStyle>
            <a:lvl1pPr>
              <a:defRPr>
                <a:solidFill>
                  <a:schemeClr val="tx1"/>
                </a:solidFill>
                <a:latin typeface="Figtree" pitchFamily="2" charset="0"/>
              </a:defRPr>
            </a:lvl1pPr>
            <a:lvl2pPr marL="273050" indent="0">
              <a:buNone/>
              <a:defRPr/>
            </a:lvl2pPr>
          </a:lstStyle>
          <a:p>
            <a:pPr lvl="0"/>
            <a:r>
              <a:rPr lang="en-US" dirty="0"/>
              <a:t>URL or Location</a:t>
            </a:r>
          </a:p>
        </p:txBody>
      </p:sp>
      <p:sp>
        <p:nvSpPr>
          <p:cNvPr id="13" name="Picture Placeholder 12">
            <a:extLst>
              <a:ext uri="{FF2B5EF4-FFF2-40B4-BE49-F238E27FC236}">
                <a16:creationId xmlns:a16="http://schemas.microsoft.com/office/drawing/2014/main" id="{95A840D7-B5DC-4B82-B742-1BC71286C579}"/>
              </a:ext>
            </a:extLst>
          </p:cNvPr>
          <p:cNvSpPr>
            <a:spLocks noGrp="1"/>
          </p:cNvSpPr>
          <p:nvPr>
            <p:ph type="pic" sz="quarter" idx="15" hasCustomPrompt="1"/>
          </p:nvPr>
        </p:nvSpPr>
        <p:spPr>
          <a:xfrm>
            <a:off x="7678731" y="1920109"/>
            <a:ext cx="2926080" cy="2926080"/>
          </a:xfrm>
        </p:spPr>
        <p:txBody>
          <a:bodyPr anchor="ctr"/>
          <a:lstStyle>
            <a:lvl1pPr algn="ctr">
              <a:defRPr/>
            </a:lvl1pPr>
          </a:lstStyle>
          <a:p>
            <a:r>
              <a:rPr lang="en-US"/>
              <a:t>QR Code</a:t>
            </a:r>
          </a:p>
        </p:txBody>
      </p:sp>
      <p:sp>
        <p:nvSpPr>
          <p:cNvPr id="4" name="Google Shape;13;p1">
            <a:extLst>
              <a:ext uri="{FF2B5EF4-FFF2-40B4-BE49-F238E27FC236}">
                <a16:creationId xmlns:a16="http://schemas.microsoft.com/office/drawing/2014/main" id="{8F1DA950-101E-CE74-DF37-56BCDC0398D2}"/>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8" name="Google Shape;14;p1">
            <a:extLst>
              <a:ext uri="{FF2B5EF4-FFF2-40B4-BE49-F238E27FC236}">
                <a16:creationId xmlns:a16="http://schemas.microsoft.com/office/drawing/2014/main" id="{21F56CA6-E583-D41F-35D0-3F28C8B16AB1}"/>
              </a:ext>
            </a:extLst>
          </p:cNvPr>
          <p:cNvPicPr preferRelativeResize="0"/>
          <p:nvPr userDrawn="1"/>
        </p:nvPicPr>
        <p:blipFill rotWithShape="1">
          <a:blip r:embed="rId2">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4120694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sp>
        <p:nvSpPr>
          <p:cNvPr id="16"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Figtree" pitchFamily="2" charset="0"/>
                <a:ea typeface="Figtree" pitchFamily="2"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Figtree" pitchFamily="2" charset="0"/>
              <a:ea typeface="Figtree" pitchFamily="2" charset="0"/>
            </a:endParaRPr>
          </a:p>
        </p:txBody>
      </p:sp>
      <p:sp>
        <p:nvSpPr>
          <p:cNvPr id="5" name="Text Placeholder 4">
            <a:extLst>
              <a:ext uri="{FF2B5EF4-FFF2-40B4-BE49-F238E27FC236}">
                <a16:creationId xmlns:a16="http://schemas.microsoft.com/office/drawing/2014/main" id="{9DF7F371-DDCB-4DB5-8A5D-7CBC2916F075}"/>
              </a:ext>
            </a:extLst>
          </p:cNvPr>
          <p:cNvSpPr>
            <a:spLocks noGrp="1"/>
          </p:cNvSpPr>
          <p:nvPr>
            <p:ph type="body" sz="quarter" idx="15" hasCustomPrompt="1"/>
          </p:nvPr>
        </p:nvSpPr>
        <p:spPr>
          <a:xfrm>
            <a:off x="566102" y="1671003"/>
            <a:ext cx="8606325" cy="695325"/>
          </a:xfrm>
        </p:spPr>
        <p:txBody>
          <a:bodyPr/>
          <a:lstStyle>
            <a:lvl1pPr>
              <a:lnSpc>
                <a:spcPct val="93000"/>
              </a:lnSpc>
              <a:defRPr lang="en-US" sz="3200" kern="1200" dirty="0">
                <a:solidFill>
                  <a:schemeClr val="accent2"/>
                </a:solidFill>
                <a:latin typeface="+mn-lt"/>
                <a:ea typeface="+mn-ea"/>
                <a:cs typeface="+mn-cs"/>
              </a:defRPr>
            </a:lvl1pPr>
          </a:lstStyle>
          <a:p>
            <a:pPr lvl="0"/>
            <a:r>
              <a:rPr lang="en-US" dirty="0"/>
              <a:t>Question placeholder</a:t>
            </a:r>
          </a:p>
        </p:txBody>
      </p:sp>
      <p:sp>
        <p:nvSpPr>
          <p:cNvPr id="7" name="Text Placeholder 6">
            <a:extLst>
              <a:ext uri="{FF2B5EF4-FFF2-40B4-BE49-F238E27FC236}">
                <a16:creationId xmlns:a16="http://schemas.microsoft.com/office/drawing/2014/main" id="{F10CB019-BDB6-42D5-9070-E7A2F4C23DAD}"/>
              </a:ext>
            </a:extLst>
          </p:cNvPr>
          <p:cNvSpPr>
            <a:spLocks noGrp="1"/>
          </p:cNvSpPr>
          <p:nvPr>
            <p:ph type="body" sz="quarter" idx="17" hasCustomPrompt="1"/>
          </p:nvPr>
        </p:nvSpPr>
        <p:spPr>
          <a:xfrm>
            <a:off x="585788" y="3438229"/>
            <a:ext cx="8586639" cy="1243012"/>
          </a:xfrm>
        </p:spPr>
        <p:txBody>
          <a:bodyPr/>
          <a:lstStyle>
            <a:lvl1pPr>
              <a:spcBef>
                <a:spcPts val="1200"/>
              </a:spcBef>
              <a:defRPr lang="en-US" sz="2400" kern="1200" dirty="0">
                <a:solidFill>
                  <a:schemeClr val="tx1"/>
                </a:solidFill>
                <a:latin typeface="+mn-lt"/>
                <a:ea typeface="+mn-ea"/>
                <a:cs typeface="+mn-cs"/>
              </a:defRPr>
            </a:lvl1pPr>
          </a:lstStyle>
          <a:p>
            <a:pPr lvl="0"/>
            <a:r>
              <a:rPr lang="en-US" dirty="0"/>
              <a:t>Answer placeholder</a:t>
            </a:r>
          </a:p>
        </p:txBody>
      </p:sp>
      <p:sp>
        <p:nvSpPr>
          <p:cNvPr id="8" name="TextBox 7">
            <a:extLst>
              <a:ext uri="{FF2B5EF4-FFF2-40B4-BE49-F238E27FC236}">
                <a16:creationId xmlns:a16="http://schemas.microsoft.com/office/drawing/2014/main" id="{5A4A79AA-DC26-417C-ADB3-920836A1C4DB}"/>
              </a:ext>
            </a:extLst>
          </p:cNvPr>
          <p:cNvSpPr txBox="1"/>
          <p:nvPr userDrawn="1"/>
        </p:nvSpPr>
        <p:spPr>
          <a:xfrm>
            <a:off x="585153" y="3078620"/>
            <a:ext cx="751809" cy="184666"/>
          </a:xfrm>
          <a:prstGeom prst="rect">
            <a:avLst/>
          </a:prstGeom>
        </p:spPr>
        <p:txBody>
          <a:bodyPr wrap="none" lIns="0" tIns="0" rIns="0" bIns="0" anchor="b">
            <a:spAutoFit/>
          </a:bodyPr>
          <a:lstStyle>
            <a:defPPr>
              <a:defRPr lang="en-US"/>
            </a:defPPr>
            <a:lvl1pPr>
              <a:defRPr sz="1200" spc="100">
                <a:solidFill>
                  <a:schemeClr val="accent2"/>
                </a:solidFill>
                <a:latin typeface="Figtree" pitchFamily="2" charset="0"/>
              </a:defRPr>
            </a:lvl1pPr>
            <a:lvl2pPr indent="-184150">
              <a:lnSpc>
                <a:spcPct val="100000"/>
              </a:lnSpc>
              <a:spcBef>
                <a:spcPts val="1200"/>
              </a:spcBef>
              <a:buClr>
                <a:schemeClr val="tx2"/>
              </a:buClr>
              <a:buSzPct val="90000"/>
              <a:buFont typeface="Figtree" pitchFamily="2" charset="0"/>
              <a:buChar char="•"/>
              <a:defRPr>
                <a:solidFill>
                  <a:schemeClr val="tx2"/>
                </a:solidFill>
              </a:defRPr>
            </a:lvl2pPr>
            <a:lvl3pPr marL="744538" indent="-169863">
              <a:lnSpc>
                <a:spcPct val="100000"/>
              </a:lnSpc>
              <a:spcBef>
                <a:spcPts val="1200"/>
              </a:spcBef>
              <a:spcAft>
                <a:spcPts val="0"/>
              </a:spcAft>
              <a:buClr>
                <a:schemeClr val="tx2"/>
              </a:buClr>
              <a:buSzPct val="90000"/>
              <a:buFont typeface="Figtree" pitchFamily="2" charset="0"/>
              <a:buChar char="–"/>
              <a:defRPr sz="1600">
                <a:solidFill>
                  <a:schemeClr val="tx2"/>
                </a:solidFill>
              </a:defRPr>
            </a:lvl3pPr>
            <a:lvl4pPr marL="969963" indent="-166688">
              <a:lnSpc>
                <a:spcPct val="100000"/>
              </a:lnSpc>
              <a:spcBef>
                <a:spcPts val="1200"/>
              </a:spcBef>
              <a:buClr>
                <a:schemeClr val="tx2"/>
              </a:buClr>
              <a:buSzPct val="90000"/>
              <a:buFont typeface="Figtree" pitchFamily="2" charset="0"/>
              <a:buChar char="•"/>
              <a:defRPr sz="1400">
                <a:solidFill>
                  <a:schemeClr val="tx2"/>
                </a:solidFill>
              </a:defRPr>
            </a:lvl4pPr>
            <a:lvl5pPr marL="1143000" indent="-138113">
              <a:lnSpc>
                <a:spcPct val="100000"/>
              </a:lnSpc>
              <a:spcBef>
                <a:spcPts val="1200"/>
              </a:spcBef>
              <a:buClr>
                <a:schemeClr val="tx2"/>
              </a:buClr>
              <a:buSzPct val="90000"/>
              <a:buFont typeface="Figtree" pitchFamily="2" charset="0"/>
              <a:buChar char="–"/>
              <a:tabLst/>
              <a:defRPr sz="1400">
                <a:solidFill>
                  <a:schemeClr val="tx2"/>
                </a:solidFill>
              </a:defRPr>
            </a:lvl5pPr>
            <a:lvl6pPr marL="1258888" indent="-111125">
              <a:lnSpc>
                <a:spcPct val="100000"/>
              </a:lnSpc>
              <a:spcBef>
                <a:spcPts val="1200"/>
              </a:spcBef>
              <a:buClr>
                <a:schemeClr val="tx2"/>
              </a:buClr>
              <a:buSzPct val="90000"/>
              <a:buFont typeface="Figtree" pitchFamily="2" charset="0"/>
              <a:buChar char="•"/>
              <a:tabLst/>
              <a:defRPr sz="1400">
                <a:solidFill>
                  <a:schemeClr val="tx2"/>
                </a:solidFill>
              </a:defRPr>
            </a:lvl6pPr>
            <a:lvl7pPr marL="1379538" indent="-120650">
              <a:lnSpc>
                <a:spcPct val="100000"/>
              </a:lnSpc>
              <a:spcBef>
                <a:spcPts val="1200"/>
              </a:spcBef>
              <a:buClr>
                <a:schemeClr val="tx2"/>
              </a:buClr>
              <a:buSzPct val="90000"/>
              <a:buFont typeface="Figtree" pitchFamily="2" charset="0"/>
              <a:buChar char="-"/>
              <a:tabLst/>
              <a:defRPr sz="1400">
                <a:solidFill>
                  <a:schemeClr val="tx2"/>
                </a:solidFill>
              </a:defRPr>
            </a:lvl7pPr>
            <a:lvl8pPr marL="1550988" indent="-120650">
              <a:lnSpc>
                <a:spcPct val="100000"/>
              </a:lnSpc>
              <a:spcBef>
                <a:spcPts val="1200"/>
              </a:spcBef>
              <a:buClr>
                <a:schemeClr val="tx2"/>
              </a:buClr>
              <a:buSzPct val="90000"/>
              <a:buFont typeface="Figtree" pitchFamily="2" charset="0"/>
              <a:buChar char="•"/>
              <a:tabLst/>
              <a:defRPr sz="1400">
                <a:solidFill>
                  <a:schemeClr val="tx2"/>
                </a:solidFill>
              </a:defRPr>
            </a:lvl8pPr>
            <a:lvl9pPr marL="1722438" indent="-120650">
              <a:lnSpc>
                <a:spcPct val="100000"/>
              </a:lnSpc>
              <a:spcBef>
                <a:spcPts val="1200"/>
              </a:spcBef>
              <a:buClr>
                <a:schemeClr val="tx2"/>
              </a:buClr>
              <a:buSzPct val="90000"/>
              <a:buFont typeface="Figtree" pitchFamily="2" charset="0"/>
              <a:buChar char="-"/>
              <a:tabLst/>
              <a:defRPr sz="14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0" normalizeH="0" baseline="0" noProof="0" dirty="0">
                <a:ln>
                  <a:noFill/>
                </a:ln>
                <a:solidFill>
                  <a:srgbClr val="005C8A"/>
                </a:solidFill>
                <a:effectLst/>
                <a:uLnTx/>
                <a:uFillTx/>
                <a:latin typeface="Figtree" pitchFamily="2" charset="0"/>
                <a:ea typeface="+mn-ea"/>
                <a:cs typeface="+mn-cs"/>
              </a:rPr>
              <a:t>ANSWER</a:t>
            </a:r>
          </a:p>
        </p:txBody>
      </p:sp>
      <p:sp>
        <p:nvSpPr>
          <p:cNvPr id="64" name="TextBox 63">
            <a:extLst>
              <a:ext uri="{FF2B5EF4-FFF2-40B4-BE49-F238E27FC236}">
                <a16:creationId xmlns:a16="http://schemas.microsoft.com/office/drawing/2014/main" id="{4290E0C3-F9D7-4309-9E0D-F385EB4B6412}"/>
              </a:ext>
            </a:extLst>
          </p:cNvPr>
          <p:cNvSpPr txBox="1"/>
          <p:nvPr userDrawn="1"/>
        </p:nvSpPr>
        <p:spPr>
          <a:xfrm>
            <a:off x="585154" y="1315505"/>
            <a:ext cx="942566" cy="184666"/>
          </a:xfrm>
          <a:prstGeom prst="rect">
            <a:avLst/>
          </a:prstGeom>
        </p:spPr>
        <p:txBody>
          <a:bodyPr wrap="none" lIns="0" tIns="0" rIns="0" bIns="0" anchor="b">
            <a:spAutoFit/>
          </a:bodyPr>
          <a:lstStyle>
            <a:defPPr>
              <a:defRPr lang="en-US"/>
            </a:defPPr>
            <a:lvl1pPr>
              <a:defRPr sz="1200" spc="100">
                <a:solidFill>
                  <a:schemeClr val="accent2"/>
                </a:solidFill>
                <a:latin typeface="Figtree" pitchFamily="2" charset="0"/>
              </a:defRPr>
            </a:lvl1pPr>
            <a:lvl2pPr indent="-184150">
              <a:lnSpc>
                <a:spcPct val="100000"/>
              </a:lnSpc>
              <a:spcBef>
                <a:spcPts val="1200"/>
              </a:spcBef>
              <a:buClr>
                <a:schemeClr val="tx2"/>
              </a:buClr>
              <a:buSzPct val="90000"/>
              <a:buFont typeface="Figtree" pitchFamily="2" charset="0"/>
              <a:buChar char="•"/>
              <a:defRPr>
                <a:solidFill>
                  <a:schemeClr val="tx2"/>
                </a:solidFill>
              </a:defRPr>
            </a:lvl2pPr>
            <a:lvl3pPr marL="744538" indent="-169863">
              <a:lnSpc>
                <a:spcPct val="100000"/>
              </a:lnSpc>
              <a:spcBef>
                <a:spcPts val="1200"/>
              </a:spcBef>
              <a:spcAft>
                <a:spcPts val="0"/>
              </a:spcAft>
              <a:buClr>
                <a:schemeClr val="tx2"/>
              </a:buClr>
              <a:buSzPct val="90000"/>
              <a:buFont typeface="Figtree" pitchFamily="2" charset="0"/>
              <a:buChar char="–"/>
              <a:defRPr sz="1600">
                <a:solidFill>
                  <a:schemeClr val="tx2"/>
                </a:solidFill>
              </a:defRPr>
            </a:lvl3pPr>
            <a:lvl4pPr marL="969963" indent="-166688">
              <a:lnSpc>
                <a:spcPct val="100000"/>
              </a:lnSpc>
              <a:spcBef>
                <a:spcPts val="1200"/>
              </a:spcBef>
              <a:buClr>
                <a:schemeClr val="tx2"/>
              </a:buClr>
              <a:buSzPct val="90000"/>
              <a:buFont typeface="Figtree" pitchFamily="2" charset="0"/>
              <a:buChar char="•"/>
              <a:defRPr sz="1400">
                <a:solidFill>
                  <a:schemeClr val="tx2"/>
                </a:solidFill>
              </a:defRPr>
            </a:lvl4pPr>
            <a:lvl5pPr marL="1143000" indent="-138113">
              <a:lnSpc>
                <a:spcPct val="100000"/>
              </a:lnSpc>
              <a:spcBef>
                <a:spcPts val="1200"/>
              </a:spcBef>
              <a:buClr>
                <a:schemeClr val="tx2"/>
              </a:buClr>
              <a:buSzPct val="90000"/>
              <a:buFont typeface="Figtree" pitchFamily="2" charset="0"/>
              <a:buChar char="–"/>
              <a:tabLst/>
              <a:defRPr sz="1400">
                <a:solidFill>
                  <a:schemeClr val="tx2"/>
                </a:solidFill>
              </a:defRPr>
            </a:lvl5pPr>
            <a:lvl6pPr marL="1258888" indent="-111125">
              <a:lnSpc>
                <a:spcPct val="100000"/>
              </a:lnSpc>
              <a:spcBef>
                <a:spcPts val="1200"/>
              </a:spcBef>
              <a:buClr>
                <a:schemeClr val="tx2"/>
              </a:buClr>
              <a:buSzPct val="90000"/>
              <a:buFont typeface="Figtree" pitchFamily="2" charset="0"/>
              <a:buChar char="•"/>
              <a:tabLst/>
              <a:defRPr sz="1400">
                <a:solidFill>
                  <a:schemeClr val="tx2"/>
                </a:solidFill>
              </a:defRPr>
            </a:lvl6pPr>
            <a:lvl7pPr marL="1379538" indent="-120650">
              <a:lnSpc>
                <a:spcPct val="100000"/>
              </a:lnSpc>
              <a:spcBef>
                <a:spcPts val="1200"/>
              </a:spcBef>
              <a:buClr>
                <a:schemeClr val="tx2"/>
              </a:buClr>
              <a:buSzPct val="90000"/>
              <a:buFont typeface="Figtree" pitchFamily="2" charset="0"/>
              <a:buChar char="-"/>
              <a:tabLst/>
              <a:defRPr sz="1400">
                <a:solidFill>
                  <a:schemeClr val="tx2"/>
                </a:solidFill>
              </a:defRPr>
            </a:lvl7pPr>
            <a:lvl8pPr marL="1550988" indent="-120650">
              <a:lnSpc>
                <a:spcPct val="100000"/>
              </a:lnSpc>
              <a:spcBef>
                <a:spcPts val="1200"/>
              </a:spcBef>
              <a:buClr>
                <a:schemeClr val="tx2"/>
              </a:buClr>
              <a:buSzPct val="90000"/>
              <a:buFont typeface="Figtree" pitchFamily="2" charset="0"/>
              <a:buChar char="•"/>
              <a:tabLst/>
              <a:defRPr sz="1400">
                <a:solidFill>
                  <a:schemeClr val="tx2"/>
                </a:solidFill>
              </a:defRPr>
            </a:lvl8pPr>
            <a:lvl9pPr marL="1722438" indent="-120650">
              <a:lnSpc>
                <a:spcPct val="100000"/>
              </a:lnSpc>
              <a:spcBef>
                <a:spcPts val="1200"/>
              </a:spcBef>
              <a:buClr>
                <a:schemeClr val="tx2"/>
              </a:buClr>
              <a:buSzPct val="90000"/>
              <a:buFont typeface="Figtree" pitchFamily="2" charset="0"/>
              <a:buChar char="-"/>
              <a:tabLst/>
              <a:defRPr sz="14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0" normalizeH="0" baseline="0" noProof="0" dirty="0">
                <a:ln>
                  <a:noFill/>
                </a:ln>
                <a:solidFill>
                  <a:srgbClr val="005C8A"/>
                </a:solidFill>
                <a:effectLst/>
                <a:uLnTx/>
                <a:uFillTx/>
                <a:latin typeface="Figtree" pitchFamily="2" charset="0"/>
                <a:ea typeface="+mn-ea"/>
                <a:cs typeface="+mn-cs"/>
              </a:rPr>
              <a:t>QUESTION</a:t>
            </a:r>
          </a:p>
        </p:txBody>
      </p:sp>
      <p:cxnSp>
        <p:nvCxnSpPr>
          <p:cNvPr id="65" name="Straight Connector 64">
            <a:extLst>
              <a:ext uri="{FF2B5EF4-FFF2-40B4-BE49-F238E27FC236}">
                <a16:creationId xmlns:a16="http://schemas.microsoft.com/office/drawing/2014/main" id="{3EC0D0AE-7A16-4EC6-BC53-6DC082C857C5}"/>
              </a:ext>
            </a:extLst>
          </p:cNvPr>
          <p:cNvCxnSpPr>
            <a:cxnSpLocks/>
          </p:cNvCxnSpPr>
          <p:nvPr userDrawn="1"/>
        </p:nvCxnSpPr>
        <p:spPr bwMode="gray">
          <a:xfrm>
            <a:off x="612458" y="2933659"/>
            <a:ext cx="8551639" cy="0"/>
          </a:xfrm>
          <a:prstGeom prst="line">
            <a:avLst/>
          </a:prstGeom>
          <a:ln w="25400">
            <a:solidFill>
              <a:schemeClr val="tx1">
                <a:lumMod val="20000"/>
                <a:lumOff val="80000"/>
              </a:schemeClr>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3" name="Picture 2" descr="A blue and white chat bubbles&#10;&#10;Description automatically generated">
            <a:extLst>
              <a:ext uri="{FF2B5EF4-FFF2-40B4-BE49-F238E27FC236}">
                <a16:creationId xmlns:a16="http://schemas.microsoft.com/office/drawing/2014/main" id="{B07E408F-6F8D-527B-D190-71839E7CD143}"/>
              </a:ext>
            </a:extLst>
          </p:cNvPr>
          <p:cNvPicPr>
            <a:picLocks noChangeAspect="1"/>
          </p:cNvPicPr>
          <p:nvPr userDrawn="1"/>
        </p:nvPicPr>
        <p:blipFill>
          <a:blip r:embed="rId2"/>
          <a:stretch>
            <a:fillRect/>
          </a:stretch>
        </p:blipFill>
        <p:spPr>
          <a:xfrm>
            <a:off x="7010401" y="4059735"/>
            <a:ext cx="5762986" cy="2881493"/>
          </a:xfrm>
          <a:prstGeom prst="rect">
            <a:avLst/>
          </a:prstGeom>
        </p:spPr>
      </p:pic>
    </p:spTree>
    <p:extLst>
      <p:ext uri="{BB962C8B-B14F-4D97-AF65-F5344CB8AC3E}">
        <p14:creationId xmlns:p14="http://schemas.microsoft.com/office/powerpoint/2010/main" val="483860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750"/>
                                        <p:tgtEl>
                                          <p:spTgt spid="64"/>
                                        </p:tgtEl>
                                      </p:cBhvr>
                                    </p:animEffect>
                                  </p:childTnLst>
                                </p:cTn>
                              </p:par>
                              <p:par>
                                <p:cTn id="8" presetID="63" presetClass="path" presetSubtype="0" accel="50000" decel="50000" fill="hold" grpId="1" nodeType="withEffect">
                                  <p:stCondLst>
                                    <p:cond delay="0"/>
                                  </p:stCondLst>
                                  <p:childTnLst>
                                    <p:animMotion origin="layout" path="M -1.09664E-6 -4.07407E-6 L 0.0129 -4.07407E-6 " pathEditMode="relative" rAng="0" ptsTypes="AA">
                                      <p:cBhvr>
                                        <p:cTn id="9" dur="750" spd="-100000" fill="hold"/>
                                        <p:tgtEl>
                                          <p:spTgt spid="64"/>
                                        </p:tgtEl>
                                        <p:attrNameLst>
                                          <p:attrName>ppt_x</p:attrName>
                                          <p:attrName>ppt_y</p:attrName>
                                        </p:attrNameLst>
                                      </p:cBhvr>
                                      <p:rCtr x="638" y="0"/>
                                    </p:animMotion>
                                  </p:childTnLst>
                                </p:cTn>
                              </p:par>
                              <p:par>
                                <p:cTn id="10" presetID="10" presetClass="entr" presetSubtype="0" fill="hold" grpId="0" nodeType="withEffect">
                                  <p:stCondLst>
                                    <p:cond delay="50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75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wipe(left)">
                                      <p:cBhvr>
                                        <p:cTn id="17" dur="1000"/>
                                        <p:tgtEl>
                                          <p:spTgt spid="6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750"/>
                                        <p:tgtEl>
                                          <p:spTgt spid="8"/>
                                        </p:tgtEl>
                                      </p:cBhvr>
                                    </p:animEffect>
                                  </p:childTnLst>
                                </p:cTn>
                              </p:par>
                              <p:par>
                                <p:cTn id="21" presetID="63" presetClass="path" presetSubtype="0" accel="50000" decel="50000" fill="hold" grpId="1" nodeType="withEffect">
                                  <p:stCondLst>
                                    <p:cond delay="0"/>
                                  </p:stCondLst>
                                  <p:childTnLst>
                                    <p:animMotion origin="layout" path="M -1.09664E-6 -4.07407E-6 L 0.0129 -4.07407E-6 " pathEditMode="relative" rAng="0" ptsTypes="AA">
                                      <p:cBhvr>
                                        <p:cTn id="22" dur="750" spd="-100000" fill="hold"/>
                                        <p:tgtEl>
                                          <p:spTgt spid="8"/>
                                        </p:tgtEl>
                                        <p:attrNameLst>
                                          <p:attrName>ppt_x</p:attrName>
                                          <p:attrName>ppt_y</p:attrName>
                                        </p:attrNameLst>
                                      </p:cBhvr>
                                      <p:rCtr x="638" y="0"/>
                                    </p:animMotion>
                                  </p:childTnLst>
                                </p:cTn>
                              </p:par>
                              <p:par>
                                <p:cTn id="23" presetID="10" presetClass="entr" presetSubtype="0" fill="hold" grpId="0" nodeType="withEffect">
                                  <p:stCondLst>
                                    <p:cond delay="5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500"/>
                  </p:stCondLst>
                  <p:childTnLst>
                    <p:set>
                      <p:cBhvr>
                        <p:cTn dur="1" fill="hold">
                          <p:stCondLst>
                            <p:cond delay="0"/>
                          </p:stCondLst>
                        </p:cTn>
                        <p:tgtEl>
                          <p:spTgt spid="5"/>
                        </p:tgtEl>
                        <p:attrNameLst>
                          <p:attrName>style.visibility</p:attrName>
                        </p:attrNameLst>
                      </p:cBhvr>
                      <p:to>
                        <p:strVal val="visible"/>
                      </p:to>
                    </p:set>
                    <p:animEffect transition="in" filter="fade">
                      <p:cBhvr>
                        <p:cTn dur="750"/>
                        <p:tgtEl>
                          <p:spTgt spid="5"/>
                        </p:tgtEl>
                      </p:cBhvr>
                    </p:animEffect>
                  </p:childTnLst>
                </p:cTn>
              </p:par>
            </p:tnLst>
          </p:tmpl>
        </p:tmplLst>
      </p:bldP>
      <p:bldP spid="7" grpId="0">
        <p:tmplLst>
          <p:tmpl>
            <p:tnLst>
              <p:par>
                <p:cTn presetID="10" presetClass="entr" presetSubtype="0" fill="hold" nodeType="withEffect">
                  <p:stCondLst>
                    <p:cond delay="500"/>
                  </p:stCondLst>
                  <p:childTnLst>
                    <p:set>
                      <p:cBhvr>
                        <p:cTn dur="1" fill="hold">
                          <p:stCondLst>
                            <p:cond delay="0"/>
                          </p:stCondLst>
                        </p:cTn>
                        <p:tgtEl>
                          <p:spTgt spid="7"/>
                        </p:tgtEl>
                        <p:attrNameLst>
                          <p:attrName>style.visibility</p:attrName>
                        </p:attrNameLst>
                      </p:cBhvr>
                      <p:to>
                        <p:strVal val="visible"/>
                      </p:to>
                    </p:set>
                    <p:animEffect transition="in" filter="fade">
                      <p:cBhvr>
                        <p:cTn dur="750"/>
                        <p:tgtEl>
                          <p:spTgt spid="7"/>
                        </p:tgtEl>
                      </p:cBhvr>
                    </p:animEffect>
                  </p:childTnLst>
                </p:cTn>
              </p:par>
            </p:tnLst>
          </p:tmpl>
        </p:tmplLst>
      </p:bldP>
      <p:bldP spid="8" grpId="0"/>
      <p:bldP spid="8" grpId="1"/>
      <p:bldP spid="64" grpId="0"/>
      <p:bldP spid="64" grpId="1"/>
    </p:bldLst>
  </p:timing>
  <p:hf hdr="0" ftr="0" dt="0"/>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Additional Resources">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99DA0648-21B2-406D-A422-7E274EDA1355}"/>
              </a:ext>
            </a:extLst>
          </p:cNvPr>
          <p:cNvSpPr>
            <a:spLocks noGrp="1"/>
          </p:cNvSpPr>
          <p:nvPr>
            <p:ph type="title" hasCustomPrompt="1"/>
          </p:nvPr>
        </p:nvSpPr>
        <p:spPr>
          <a:xfrm>
            <a:off x="579809" y="412751"/>
            <a:ext cx="11001004" cy="381000"/>
          </a:xfrm>
        </p:spPr>
        <p:txBody>
          <a:bodyPr/>
          <a:lstStyle>
            <a:lvl1pPr algn="ctr">
              <a:defRPr>
                <a:solidFill>
                  <a:schemeClr val="accent2"/>
                </a:solidFill>
                <a:latin typeface="+mj-lt"/>
              </a:defRPr>
            </a:lvl1pPr>
          </a:lstStyle>
          <a:p>
            <a:r>
              <a:rPr lang="en-US" dirty="0"/>
              <a:t>core.vmware.com</a:t>
            </a:r>
          </a:p>
        </p:txBody>
      </p:sp>
      <p:sp>
        <p:nvSpPr>
          <p:cNvPr id="21" name="Subtitle 2">
            <a:extLst>
              <a:ext uri="{FF2B5EF4-FFF2-40B4-BE49-F238E27FC236}">
                <a16:creationId xmlns:a16="http://schemas.microsoft.com/office/drawing/2014/main" id="{74AFF959-11BB-45D2-8B67-D31D48B8F642}"/>
              </a:ext>
            </a:extLst>
          </p:cNvPr>
          <p:cNvSpPr>
            <a:spLocks noGrp="1"/>
          </p:cNvSpPr>
          <p:nvPr>
            <p:ph type="subTitle" idx="16" hasCustomPrompt="1"/>
          </p:nvPr>
        </p:nvSpPr>
        <p:spPr>
          <a:xfrm>
            <a:off x="592866" y="811830"/>
            <a:ext cx="10987947" cy="247743"/>
          </a:xfrm>
        </p:spPr>
        <p:txBody>
          <a:bodyPr/>
          <a:lstStyle>
            <a:lvl1pPr marL="0" indent="0" algn="ctr">
              <a:lnSpc>
                <a:spcPct val="100000"/>
              </a:lnSpc>
              <a:spcBef>
                <a:spcPts val="0"/>
              </a:spcBef>
              <a:buNone/>
              <a:defRPr sz="200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lgn="ctr"/>
            <a:r>
              <a:rPr lang="en-US" dirty="0"/>
              <a:t>Technical Resources for vSphere, vSAN, and Cloud Foundation</a:t>
            </a:r>
          </a:p>
        </p:txBody>
      </p:sp>
      <p:sp>
        <p:nvSpPr>
          <p:cNvPr id="5" name="Picture Placeholder 4">
            <a:extLst>
              <a:ext uri="{FF2B5EF4-FFF2-40B4-BE49-F238E27FC236}">
                <a16:creationId xmlns:a16="http://schemas.microsoft.com/office/drawing/2014/main" id="{8FB7FE73-44E6-4379-900C-92068AF1FB94}"/>
              </a:ext>
            </a:extLst>
          </p:cNvPr>
          <p:cNvSpPr>
            <a:spLocks noGrp="1"/>
          </p:cNvSpPr>
          <p:nvPr>
            <p:ph type="pic" sz="quarter" idx="17"/>
          </p:nvPr>
        </p:nvSpPr>
        <p:spPr>
          <a:xfrm>
            <a:off x="973138" y="1474454"/>
            <a:ext cx="5867400" cy="4230687"/>
          </a:xfrm>
        </p:spPr>
        <p:txBody>
          <a:bodyPr/>
          <a:lstStyle/>
          <a:p>
            <a:r>
              <a:rPr lang="en-GB"/>
              <a:t>Click icon to add picture</a:t>
            </a:r>
            <a:endParaRPr lang="en-US"/>
          </a:p>
        </p:txBody>
      </p:sp>
      <p:sp>
        <p:nvSpPr>
          <p:cNvPr id="10" name="Picture Placeholder 4">
            <a:extLst>
              <a:ext uri="{FF2B5EF4-FFF2-40B4-BE49-F238E27FC236}">
                <a16:creationId xmlns:a16="http://schemas.microsoft.com/office/drawing/2014/main" id="{4B5A7B52-A205-4C2E-90E8-6D53C34D17A7}"/>
              </a:ext>
            </a:extLst>
          </p:cNvPr>
          <p:cNvSpPr>
            <a:spLocks noGrp="1"/>
          </p:cNvSpPr>
          <p:nvPr>
            <p:ph type="pic" sz="quarter" idx="18"/>
          </p:nvPr>
        </p:nvSpPr>
        <p:spPr>
          <a:xfrm>
            <a:off x="5348036" y="1916279"/>
            <a:ext cx="5867400" cy="4230687"/>
          </a:xfrm>
        </p:spPr>
        <p:txBody>
          <a:bodyPr/>
          <a:lstStyle/>
          <a:p>
            <a:r>
              <a:rPr lang="en-GB"/>
              <a:t>Click icon to add picture</a:t>
            </a:r>
            <a:endParaRPr lang="en-US"/>
          </a:p>
        </p:txBody>
      </p:sp>
      <p:sp>
        <p:nvSpPr>
          <p:cNvPr id="2" name="page number">
            <a:extLst>
              <a:ext uri="{FF2B5EF4-FFF2-40B4-BE49-F238E27FC236}">
                <a16:creationId xmlns:a16="http://schemas.microsoft.com/office/drawing/2014/main" id="{5BD84BF0-FB26-689D-B375-968D34593F1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Figtree" pitchFamily="2" charset="0"/>
                <a:ea typeface="Figtree" pitchFamily="2"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Figtree" pitchFamily="2" charset="0"/>
              <a:ea typeface="Figtree" pitchFamily="2" charset="0"/>
            </a:endParaRPr>
          </a:p>
        </p:txBody>
      </p:sp>
    </p:spTree>
    <p:extLst>
      <p:ext uri="{BB962C8B-B14F-4D97-AF65-F5344CB8AC3E}">
        <p14:creationId xmlns:p14="http://schemas.microsoft.com/office/powerpoint/2010/main" val="929090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Important">
    <p:bg>
      <p:bgPr>
        <a:solidFill>
          <a:schemeClr val="bg1"/>
        </a:solidFill>
        <a:effectLst/>
      </p:bgPr>
    </p:bg>
    <p:spTree>
      <p:nvGrpSpPr>
        <p:cNvPr id="1" name=""/>
        <p:cNvGrpSpPr/>
        <p:nvPr/>
      </p:nvGrpSpPr>
      <p:grpSpPr>
        <a:xfrm>
          <a:off x="0" y="0"/>
          <a:ext cx="0" cy="0"/>
          <a:chOff x="0" y="0"/>
          <a:chExt cx="0" cy="0"/>
        </a:xfrm>
      </p:grpSpPr>
      <p:sp>
        <p:nvSpPr>
          <p:cNvPr id="5" name="Google Shape;6057;p505">
            <a:extLst>
              <a:ext uri="{FF2B5EF4-FFF2-40B4-BE49-F238E27FC236}">
                <a16:creationId xmlns:a16="http://schemas.microsoft.com/office/drawing/2014/main" id="{207E66D8-4803-457B-BEDC-BCE91009D765}"/>
              </a:ext>
            </a:extLst>
          </p:cNvPr>
          <p:cNvSpPr/>
          <p:nvPr userDrawn="1"/>
        </p:nvSpPr>
        <p:spPr>
          <a:xfrm>
            <a:off x="0" y="0"/>
            <a:ext cx="12187237" cy="6852792"/>
          </a:xfrm>
          <a:prstGeom prst="parallelogram">
            <a:avLst>
              <a:gd name="adj" fmla="val 0"/>
            </a:avLst>
          </a:prstGeom>
          <a:solidFill>
            <a:schemeClr val="tx2">
              <a:alpha val="25000"/>
            </a:schemeClr>
          </a:solidFill>
          <a:ln>
            <a:noFill/>
          </a:ln>
        </p:spPr>
        <p:txBody>
          <a:bodyPr spcFirstLastPara="1" wrap="square" lIns="91352" tIns="45676" rIns="91352" bIns="45676" anchor="ctr" anchorCtr="0">
            <a:noAutofit/>
          </a:bodyPr>
          <a:lstStyle/>
          <a:p>
            <a:pPr marL="0" marR="0" lvl="0" indent="0" algn="ctr" defTabSz="1218438" rtl="0" eaLnBrk="1" fontAlgn="auto" latinLnBrk="0" hangingPunct="1">
              <a:lnSpc>
                <a:spcPct val="100000"/>
              </a:lnSpc>
              <a:spcBef>
                <a:spcPts val="0"/>
              </a:spcBef>
              <a:spcAft>
                <a:spcPts val="0"/>
              </a:spcAft>
              <a:buClr>
                <a:srgbClr val="FFFFFF"/>
              </a:buClr>
              <a:buSzPts val="900"/>
              <a:buFontTx/>
              <a:buNone/>
              <a:tabLst/>
              <a:defRPr/>
            </a:pPr>
            <a:endParaRPr kumimoji="0" sz="1200" b="0" i="0" u="none" strike="noStrike" kern="0" cap="none" spc="0" normalizeH="0" baseline="0" noProof="0" dirty="0">
              <a:ln>
                <a:noFill/>
              </a:ln>
              <a:solidFill>
                <a:srgbClr val="FFFFFF"/>
              </a:solidFill>
              <a:effectLst/>
              <a:uLnTx/>
              <a:uFillTx/>
              <a:latin typeface="Figtree" pitchFamily="2" charset="0"/>
              <a:ea typeface="+mn-ea"/>
              <a:cs typeface="Figtree" pitchFamily="2" charset="0"/>
              <a:sym typeface="Figtree" pitchFamily="2" charset="0"/>
            </a:endParaRPr>
          </a:p>
        </p:txBody>
      </p:sp>
      <p:sp>
        <p:nvSpPr>
          <p:cNvPr id="6" name="Google Shape;6057;p505">
            <a:extLst>
              <a:ext uri="{FF2B5EF4-FFF2-40B4-BE49-F238E27FC236}">
                <a16:creationId xmlns:a16="http://schemas.microsoft.com/office/drawing/2014/main" id="{40374287-11BB-49B1-A2F5-78827C956401}"/>
              </a:ext>
            </a:extLst>
          </p:cNvPr>
          <p:cNvSpPr/>
          <p:nvPr userDrawn="1"/>
        </p:nvSpPr>
        <p:spPr>
          <a:xfrm>
            <a:off x="-3450687" y="1422"/>
            <a:ext cx="19121828" cy="6852792"/>
          </a:xfrm>
          <a:prstGeom prst="parallelogram">
            <a:avLst>
              <a:gd name="adj" fmla="val 99843"/>
            </a:avLst>
          </a:prstGeom>
          <a:solidFill>
            <a:schemeClr val="bg1"/>
          </a:solidFill>
          <a:ln>
            <a:noFill/>
          </a:ln>
          <a:effectLst>
            <a:outerShdw blurRad="190500" sx="102000" sy="102000" algn="ctr" rotWithShape="0">
              <a:schemeClr val="accent2">
                <a:lumMod val="50000"/>
                <a:alpha val="10000"/>
              </a:schemeClr>
            </a:outerShdw>
          </a:effectLst>
        </p:spPr>
        <p:txBody>
          <a:bodyPr spcFirstLastPara="1" wrap="square" lIns="91352" tIns="45676" rIns="91352" bIns="45676" anchor="ctr" anchorCtr="0">
            <a:noAutofit/>
          </a:bodyPr>
          <a:lstStyle/>
          <a:p>
            <a:pPr marL="0" marR="0" lvl="0" indent="0" algn="ctr" defTabSz="1218438" rtl="0" eaLnBrk="1" fontAlgn="auto" latinLnBrk="0" hangingPunct="1">
              <a:lnSpc>
                <a:spcPct val="100000"/>
              </a:lnSpc>
              <a:spcBef>
                <a:spcPts val="0"/>
              </a:spcBef>
              <a:spcAft>
                <a:spcPts val="0"/>
              </a:spcAft>
              <a:buClr>
                <a:srgbClr val="FFFFFF"/>
              </a:buClr>
              <a:buSzPts val="900"/>
              <a:buFontTx/>
              <a:buNone/>
              <a:tabLst/>
              <a:defRPr/>
            </a:pPr>
            <a:endParaRPr kumimoji="0" sz="1200" b="0" i="0" u="none" strike="noStrike" kern="0" cap="none" spc="0" normalizeH="0" baseline="0" noProof="0" dirty="0">
              <a:ln>
                <a:noFill/>
              </a:ln>
              <a:solidFill>
                <a:srgbClr val="FFFFFF"/>
              </a:solidFill>
              <a:effectLst/>
              <a:uLnTx/>
              <a:uFillTx/>
              <a:latin typeface="Figtree" pitchFamily="2" charset="0"/>
              <a:ea typeface="+mn-ea"/>
              <a:cs typeface="Figtree" pitchFamily="2" charset="0"/>
              <a:sym typeface="Figtree" pitchFamily="2" charset="0"/>
            </a:endParaRPr>
          </a:p>
        </p:txBody>
      </p:sp>
      <p:sp>
        <p:nvSpPr>
          <p:cNvPr id="28" name="Content Placeholder 27">
            <a:extLst>
              <a:ext uri="{FF2B5EF4-FFF2-40B4-BE49-F238E27FC236}">
                <a16:creationId xmlns:a16="http://schemas.microsoft.com/office/drawing/2014/main" id="{350DA416-A0D4-40D1-BA66-993124D5FC92}"/>
              </a:ext>
            </a:extLst>
          </p:cNvPr>
          <p:cNvSpPr>
            <a:spLocks noGrp="1"/>
          </p:cNvSpPr>
          <p:nvPr>
            <p:ph sz="quarter" idx="12" hasCustomPrompt="1"/>
          </p:nvPr>
        </p:nvSpPr>
        <p:spPr>
          <a:xfrm>
            <a:off x="1448593" y="2318321"/>
            <a:ext cx="9290050" cy="2216150"/>
          </a:xfrm>
        </p:spPr>
        <p:txBody>
          <a:bodyPr anchor="ctr"/>
          <a:lstStyle>
            <a:lvl1pPr algn="ctr">
              <a:defRPr sz="2400"/>
            </a:lvl1pPr>
            <a:lvl2pPr algn="ctr">
              <a:defRPr/>
            </a:lvl2pPr>
            <a:lvl3pPr algn="ctr">
              <a:defRPr/>
            </a:lvl3pPr>
            <a:lvl4pPr algn="ctr">
              <a:defRPr/>
            </a:lvl4pPr>
            <a:lvl5pPr algn="ctr">
              <a:defRPr/>
            </a:lvl5pPr>
          </a:lstStyle>
          <a:p>
            <a:pPr algn="ctr">
              <a:spcAft>
                <a:spcPts val="600"/>
              </a:spcAft>
            </a:pPr>
            <a:r>
              <a:rPr lang="en-US" sz="2000" dirty="0"/>
              <a:t>Text here</a:t>
            </a:r>
          </a:p>
        </p:txBody>
      </p:sp>
      <p:sp>
        <p:nvSpPr>
          <p:cNvPr id="7" name="TextBox 6">
            <a:extLst>
              <a:ext uri="{FF2B5EF4-FFF2-40B4-BE49-F238E27FC236}">
                <a16:creationId xmlns:a16="http://schemas.microsoft.com/office/drawing/2014/main" id="{E0505437-E970-4DD3-DB73-BC8CB0E09583}"/>
              </a:ext>
            </a:extLst>
          </p:cNvPr>
          <p:cNvSpPr txBox="1"/>
          <p:nvPr userDrawn="1"/>
        </p:nvSpPr>
        <p:spPr>
          <a:xfrm>
            <a:off x="1645084" y="6461498"/>
            <a:ext cx="76944" cy="127086"/>
          </a:xfrm>
          <a:prstGeom prst="rect">
            <a:avLst/>
          </a:prstGeom>
          <a:noFill/>
        </p:spPr>
        <p:txBody>
          <a:bodyPr wrap="non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itchFamily="2" charset="0"/>
                <a:ea typeface="+mn-ea"/>
                <a:cs typeface="+mn-cs"/>
                <a:sym typeface="Figtree" pitchFamily="2" charset="0"/>
                <a:rtl val="0"/>
              </a:rPr>
              <a:t>.  </a:t>
            </a:r>
          </a:p>
        </p:txBody>
      </p:sp>
      <p:sp>
        <p:nvSpPr>
          <p:cNvPr id="3" name="Google Shape;13;p1">
            <a:extLst>
              <a:ext uri="{FF2B5EF4-FFF2-40B4-BE49-F238E27FC236}">
                <a16:creationId xmlns:a16="http://schemas.microsoft.com/office/drawing/2014/main" id="{FD115878-0E62-B86D-9953-BD63EEC0EAEE}"/>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4" name="Google Shape;14;p1">
            <a:extLst>
              <a:ext uri="{FF2B5EF4-FFF2-40B4-BE49-F238E27FC236}">
                <a16:creationId xmlns:a16="http://schemas.microsoft.com/office/drawing/2014/main" id="{170D6F14-0EA6-C8EC-EEA9-BC77D7B0AE99}"/>
              </a:ext>
            </a:extLst>
          </p:cNvPr>
          <p:cNvPicPr preferRelativeResize="0"/>
          <p:nvPr userDrawn="1"/>
        </p:nvPicPr>
        <p:blipFill rotWithShape="1">
          <a:blip r:embed="rId2">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627992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Important - RBLF">
    <p:bg>
      <p:bgPr>
        <a:solidFill>
          <a:schemeClr val="tx2">
            <a:lumMod val="75000"/>
            <a:lumOff val="2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BFBEC1-F8B5-56BE-32B8-5D2EB66D2601}"/>
              </a:ext>
            </a:extLst>
          </p:cNvPr>
          <p:cNvSpPr/>
          <p:nvPr userDrawn="1"/>
        </p:nvSpPr>
        <p:spPr>
          <a:xfrm>
            <a:off x="-795" y="-3786"/>
            <a:ext cx="12188825" cy="6858000"/>
          </a:xfrm>
          <a:prstGeom prst="rect">
            <a:avLst/>
          </a:prstGeom>
          <a:gradFill>
            <a:gsLst>
              <a:gs pos="0">
                <a:schemeClr val="accent2">
                  <a:lumMod val="97000"/>
                  <a:lumOff val="3000"/>
                  <a:alpha val="39000"/>
                </a:schemeClr>
              </a:gs>
              <a:gs pos="100000">
                <a:srgbClr val="0070C0"/>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rPr>
              <a:t>v</a:t>
            </a:r>
          </a:p>
        </p:txBody>
      </p:sp>
      <p:sp>
        <p:nvSpPr>
          <p:cNvPr id="6" name="Google Shape;6057;p505">
            <a:extLst>
              <a:ext uri="{FF2B5EF4-FFF2-40B4-BE49-F238E27FC236}">
                <a16:creationId xmlns:a16="http://schemas.microsoft.com/office/drawing/2014/main" id="{40374287-11BB-49B1-A2F5-78827C956401}"/>
              </a:ext>
            </a:extLst>
          </p:cNvPr>
          <p:cNvSpPr/>
          <p:nvPr userDrawn="1"/>
        </p:nvSpPr>
        <p:spPr>
          <a:xfrm>
            <a:off x="-3450687" y="1422"/>
            <a:ext cx="19121828" cy="6852792"/>
          </a:xfrm>
          <a:prstGeom prst="parallelogram">
            <a:avLst>
              <a:gd name="adj" fmla="val 99843"/>
            </a:avLst>
          </a:prstGeom>
          <a:solidFill>
            <a:schemeClr val="bg1"/>
          </a:solidFill>
          <a:ln>
            <a:noFill/>
          </a:ln>
          <a:effectLst>
            <a:outerShdw blurRad="190500" sx="102000" sy="102000" algn="ctr" rotWithShape="0">
              <a:schemeClr val="accent2">
                <a:lumMod val="50000"/>
                <a:alpha val="10000"/>
              </a:schemeClr>
            </a:outerShdw>
          </a:effectLst>
        </p:spPr>
        <p:txBody>
          <a:bodyPr spcFirstLastPara="1" wrap="square" lIns="91352" tIns="45676" rIns="91352" bIns="45676" anchor="ctr" anchorCtr="0">
            <a:noAutofit/>
          </a:bodyPr>
          <a:lstStyle/>
          <a:p>
            <a:pPr marL="0" marR="0" lvl="0" indent="0" algn="ctr" defTabSz="1218438" rtl="0" eaLnBrk="1" fontAlgn="auto" latinLnBrk="0" hangingPunct="1">
              <a:lnSpc>
                <a:spcPct val="100000"/>
              </a:lnSpc>
              <a:spcBef>
                <a:spcPts val="0"/>
              </a:spcBef>
              <a:spcAft>
                <a:spcPts val="0"/>
              </a:spcAft>
              <a:buClr>
                <a:srgbClr val="FFFFFF"/>
              </a:buClr>
              <a:buSzPts val="900"/>
              <a:buFontTx/>
              <a:buNone/>
              <a:tabLst/>
              <a:defRPr/>
            </a:pPr>
            <a:endParaRPr kumimoji="0" sz="1200" b="0" i="0" u="none" strike="noStrike" kern="0" cap="none" spc="0" normalizeH="0" baseline="0" noProof="0" dirty="0">
              <a:ln>
                <a:noFill/>
              </a:ln>
              <a:solidFill>
                <a:srgbClr val="FFFFFF"/>
              </a:solidFill>
              <a:effectLst/>
              <a:uLnTx/>
              <a:uFillTx/>
              <a:latin typeface="Figtree" pitchFamily="2" charset="0"/>
              <a:ea typeface="+mn-ea"/>
              <a:cs typeface="Figtree" pitchFamily="2" charset="0"/>
              <a:sym typeface="Figtree" pitchFamily="2" charset="0"/>
            </a:endParaRPr>
          </a:p>
        </p:txBody>
      </p:sp>
      <p:sp>
        <p:nvSpPr>
          <p:cNvPr id="28" name="Content Placeholder 27">
            <a:extLst>
              <a:ext uri="{FF2B5EF4-FFF2-40B4-BE49-F238E27FC236}">
                <a16:creationId xmlns:a16="http://schemas.microsoft.com/office/drawing/2014/main" id="{350DA416-A0D4-40D1-BA66-993124D5FC92}"/>
              </a:ext>
            </a:extLst>
          </p:cNvPr>
          <p:cNvSpPr>
            <a:spLocks noGrp="1"/>
          </p:cNvSpPr>
          <p:nvPr>
            <p:ph sz="quarter" idx="12" hasCustomPrompt="1"/>
          </p:nvPr>
        </p:nvSpPr>
        <p:spPr>
          <a:xfrm>
            <a:off x="1448593" y="2318321"/>
            <a:ext cx="9290050" cy="2216150"/>
          </a:xfrm>
        </p:spPr>
        <p:txBody>
          <a:bodyPr anchor="ctr"/>
          <a:lstStyle>
            <a:lvl1pPr algn="ctr">
              <a:defRPr sz="2400"/>
            </a:lvl1pPr>
            <a:lvl2pPr algn="ctr">
              <a:defRPr/>
            </a:lvl2pPr>
            <a:lvl3pPr algn="ctr">
              <a:defRPr/>
            </a:lvl3pPr>
            <a:lvl4pPr algn="ctr">
              <a:defRPr/>
            </a:lvl4pPr>
            <a:lvl5pPr algn="ctr">
              <a:defRPr/>
            </a:lvl5pPr>
          </a:lstStyle>
          <a:p>
            <a:pPr algn="ctr">
              <a:spcAft>
                <a:spcPts val="600"/>
              </a:spcAft>
            </a:pPr>
            <a:r>
              <a:rPr lang="en-US" sz="2000" dirty="0"/>
              <a:t>Text here</a:t>
            </a:r>
          </a:p>
        </p:txBody>
      </p:sp>
      <p:sp>
        <p:nvSpPr>
          <p:cNvPr id="4" name="Google Shape;13;p1">
            <a:extLst>
              <a:ext uri="{FF2B5EF4-FFF2-40B4-BE49-F238E27FC236}">
                <a16:creationId xmlns:a16="http://schemas.microsoft.com/office/drawing/2014/main" id="{70CC6C95-A70D-911B-3AB7-700698F000D7}"/>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5" name="Google Shape;14;p1">
            <a:extLst>
              <a:ext uri="{FF2B5EF4-FFF2-40B4-BE49-F238E27FC236}">
                <a16:creationId xmlns:a16="http://schemas.microsoft.com/office/drawing/2014/main" id="{EA6887F1-E923-2A11-A6DD-6930AC31EE83}"/>
              </a:ext>
            </a:extLst>
          </p:cNvPr>
          <p:cNvPicPr preferRelativeResize="0"/>
          <p:nvPr userDrawn="1"/>
        </p:nvPicPr>
        <p:blipFill rotWithShape="1">
          <a:blip r:embed="rId2">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3341768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Screenshot">
    <p:spTree>
      <p:nvGrpSpPr>
        <p:cNvPr id="1" name=""/>
        <p:cNvGrpSpPr/>
        <p:nvPr/>
      </p:nvGrpSpPr>
      <p:grpSpPr>
        <a:xfrm>
          <a:off x="0" y="0"/>
          <a:ext cx="0" cy="0"/>
          <a:chOff x="0" y="0"/>
          <a:chExt cx="0" cy="0"/>
        </a:xfrm>
      </p:grpSpPr>
      <p:sp>
        <p:nvSpPr>
          <p:cNvPr id="9" name="Graphic 183">
            <a:extLst>
              <a:ext uri="{FF2B5EF4-FFF2-40B4-BE49-F238E27FC236}">
                <a16:creationId xmlns:a16="http://schemas.microsoft.com/office/drawing/2014/main" id="{CC0EE858-5B6C-D50F-5D2F-30F1D7D74C44}"/>
              </a:ext>
            </a:extLst>
          </p:cNvPr>
          <p:cNvSpPr/>
          <p:nvPr userDrawn="1"/>
        </p:nvSpPr>
        <p:spPr>
          <a:xfrm>
            <a:off x="320695" y="-5976"/>
            <a:ext cx="11547435" cy="5932641"/>
          </a:xfrm>
          <a:custGeom>
            <a:avLst/>
            <a:gdLst>
              <a:gd name="connsiteX0" fmla="*/ 10156413 w 10156412"/>
              <a:gd name="connsiteY0" fmla="*/ 0 h 5217985"/>
              <a:gd name="connsiteX1" fmla="*/ 4938427 w 10156412"/>
              <a:gd name="connsiteY1" fmla="*/ 5217986 h 5217985"/>
              <a:gd name="connsiteX2" fmla="*/ 0 w 10156412"/>
              <a:gd name="connsiteY2" fmla="*/ 5217986 h 5217985"/>
              <a:gd name="connsiteX3" fmla="*/ 5210842 w 10156412"/>
              <a:gd name="connsiteY3" fmla="*/ 7144 h 5217985"/>
              <a:gd name="connsiteX4" fmla="*/ 10156413 w 10156412"/>
              <a:gd name="connsiteY4" fmla="*/ 0 h 52179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6412" h="5217985">
                <a:moveTo>
                  <a:pt x="10156413" y="0"/>
                </a:moveTo>
                <a:lnTo>
                  <a:pt x="4938427" y="5217986"/>
                </a:lnTo>
                <a:lnTo>
                  <a:pt x="0" y="5217986"/>
                </a:lnTo>
                <a:lnTo>
                  <a:pt x="5210842" y="7144"/>
                </a:lnTo>
                <a:lnTo>
                  <a:pt x="10156413" y="0"/>
                </a:lnTo>
                <a:close/>
              </a:path>
            </a:pathLst>
          </a:custGeom>
          <a:gradFill>
            <a:gsLst>
              <a:gs pos="0">
                <a:schemeClr val="tx2"/>
              </a:gs>
              <a:gs pos="97000">
                <a:schemeClr val="accent3"/>
              </a:gs>
            </a:gsLst>
            <a:lin ang="540000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1" name="page number">
            <a:extLst>
              <a:ext uri="{FF2B5EF4-FFF2-40B4-BE49-F238E27FC236}">
                <a16:creationId xmlns:a16="http://schemas.microsoft.com/office/drawing/2014/main" id="{DD6ED7B7-A0CA-F5BD-3911-D9D78882D78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Figtree" pitchFamily="2" charset="0"/>
                <a:cs typeface="Figtree" pitchFamily="2"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1B1D36"/>
                </a:solidFill>
                <a:effectLst/>
                <a:uLnTx/>
                <a:uFillTx/>
                <a:latin typeface="Figtree" panose="020B0604020202020204"/>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1B1D36"/>
              </a:solidFill>
              <a:effectLst/>
              <a:uLnTx/>
              <a:uFillTx/>
              <a:latin typeface="Figtree" panose="020B0604020202020204"/>
            </a:endParaRPr>
          </a:p>
        </p:txBody>
      </p:sp>
      <p:pic>
        <p:nvPicPr>
          <p:cNvPr id="12" name="Picture 11" descr="A screen shot of a computer&#10;&#10;Description automatically generated">
            <a:extLst>
              <a:ext uri="{FF2B5EF4-FFF2-40B4-BE49-F238E27FC236}">
                <a16:creationId xmlns:a16="http://schemas.microsoft.com/office/drawing/2014/main" id="{CAA26AE1-6CFF-CFC9-CF76-0A49C1E19A5E}"/>
              </a:ext>
            </a:extLst>
          </p:cNvPr>
          <p:cNvPicPr>
            <a:picLocks noChangeAspect="1"/>
          </p:cNvPicPr>
          <p:nvPr userDrawn="1"/>
        </p:nvPicPr>
        <p:blipFill>
          <a:blip r:embed="rId2"/>
          <a:stretch>
            <a:fillRect/>
          </a:stretch>
        </p:blipFill>
        <p:spPr>
          <a:xfrm>
            <a:off x="1381355" y="365760"/>
            <a:ext cx="9426115" cy="5651190"/>
          </a:xfrm>
          <a:prstGeom prst="rect">
            <a:avLst/>
          </a:prstGeom>
        </p:spPr>
      </p:pic>
      <p:sp>
        <p:nvSpPr>
          <p:cNvPr id="4" name="Google Shape;13;p1">
            <a:extLst>
              <a:ext uri="{FF2B5EF4-FFF2-40B4-BE49-F238E27FC236}">
                <a16:creationId xmlns:a16="http://schemas.microsoft.com/office/drawing/2014/main" id="{7CF04D80-1BDB-BCA7-1DDE-F026C71EDE2E}"/>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5" name="Google Shape;14;p1">
            <a:extLst>
              <a:ext uri="{FF2B5EF4-FFF2-40B4-BE49-F238E27FC236}">
                <a16:creationId xmlns:a16="http://schemas.microsoft.com/office/drawing/2014/main" id="{B9B14979-3C12-588A-3D0F-2FB5B9806A44}"/>
              </a:ext>
            </a:extLst>
          </p:cNvPr>
          <p:cNvPicPr preferRelativeResize="0"/>
          <p:nvPr userDrawn="1"/>
        </p:nvPicPr>
        <p:blipFill rotWithShape="1">
          <a:blip r:embed="rId3">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1200704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vcf-close-a">
    <p:spTree>
      <p:nvGrpSpPr>
        <p:cNvPr id="1" name=""/>
        <p:cNvGrpSpPr/>
        <p:nvPr/>
      </p:nvGrpSpPr>
      <p:grpSpPr>
        <a:xfrm>
          <a:off x="0" y="0"/>
          <a:ext cx="0" cy="0"/>
          <a:chOff x="0" y="0"/>
          <a:chExt cx="0" cy="0"/>
        </a:xfrm>
      </p:grpSpPr>
      <p:pic>
        <p:nvPicPr>
          <p:cNvPr id="7" name="Picture 6" descr="A screen shot of a computer&#10;&#10;AI-generated content may be incorrect.">
            <a:extLst>
              <a:ext uri="{FF2B5EF4-FFF2-40B4-BE49-F238E27FC236}">
                <a16:creationId xmlns:a16="http://schemas.microsoft.com/office/drawing/2014/main" id="{5D22B5DE-D878-0F7B-8289-C21F71E7925B}"/>
              </a:ext>
            </a:extLst>
          </p:cNvPr>
          <p:cNvPicPr>
            <a:picLocks noChangeAspect="1"/>
          </p:cNvPicPr>
          <p:nvPr userDrawn="1"/>
        </p:nvPicPr>
        <p:blipFill>
          <a:blip r:embed="rId2"/>
          <a:srcRect l="53694" b="13698"/>
          <a:stretch>
            <a:fillRect/>
          </a:stretch>
        </p:blipFill>
        <p:spPr>
          <a:xfrm>
            <a:off x="6544638" y="893"/>
            <a:ext cx="5644186" cy="5917022"/>
          </a:xfrm>
          <a:prstGeom prst="rect">
            <a:avLst/>
          </a:prstGeom>
        </p:spPr>
      </p:pic>
      <p:sp>
        <p:nvSpPr>
          <p:cNvPr id="10" name="TextBox 9">
            <a:extLst>
              <a:ext uri="{FF2B5EF4-FFF2-40B4-BE49-F238E27FC236}">
                <a16:creationId xmlns:a16="http://schemas.microsoft.com/office/drawing/2014/main" id="{01F07DE2-A4BE-3B43-A385-D616B948566C}"/>
              </a:ext>
            </a:extLst>
          </p:cNvPr>
          <p:cNvSpPr txBox="1"/>
          <p:nvPr/>
        </p:nvSpPr>
        <p:spPr>
          <a:xfrm>
            <a:off x="612593" y="3730021"/>
            <a:ext cx="3585557" cy="692497"/>
          </a:xfrm>
          <a:prstGeom prst="rect">
            <a:avLst/>
          </a:prstGeom>
        </p:spPr>
        <p:txBody>
          <a:bodyPr wrap="square" lIns="0" tIns="0" rIns="0" bIns="0" rtlCol="0">
            <a:sp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5000" b="0" i="0" u="none" strike="noStrike" kern="1200" cap="none" spc="0" normalizeH="0" baseline="0" noProof="0" dirty="0">
                <a:ln>
                  <a:noFill/>
                </a:ln>
                <a:solidFill>
                  <a:srgbClr val="005C8A"/>
                </a:solidFill>
                <a:effectLst/>
                <a:uLnTx/>
                <a:uFillTx/>
                <a:latin typeface="Figtree" panose="020B0604020202020204"/>
                <a:ea typeface="+mn-ea"/>
                <a:cs typeface="+mn-cs"/>
              </a:rPr>
              <a:t>Thank You</a:t>
            </a:r>
          </a:p>
        </p:txBody>
      </p:sp>
      <p:pic>
        <p:nvPicPr>
          <p:cNvPr id="50" name="Graphic 49">
            <a:extLst>
              <a:ext uri="{FF2B5EF4-FFF2-40B4-BE49-F238E27FC236}">
                <a16:creationId xmlns:a16="http://schemas.microsoft.com/office/drawing/2014/main" id="{D8C4A24B-238D-CD2E-EBD7-0754B9ED9062}"/>
              </a:ext>
            </a:extLst>
          </p:cNvPr>
          <p:cNvPicPr>
            <a:picLocks noChangeAspect="1"/>
          </p:cNvPicPr>
          <p:nvPr userDrawn="1"/>
        </p:nvPicPr>
        <p:blipFill>
          <a:blip r:embed="rId3">
            <a:extLst>
              <a:ext uri="{96DAC541-7B7A-43D3-8B79-37D633B846F1}">
                <asvg:svgBlip xmlns:asvg="http://schemas.microsoft.com/office/drawing/2016/SVG/main" r:embed="rId4"/>
              </a:ext>
            </a:extLst>
          </a:blip>
          <a:srcRect l="5253" t="12493" r="4164" b="13801"/>
          <a:stretch/>
        </p:blipFill>
        <p:spPr>
          <a:xfrm>
            <a:off x="633266" y="414721"/>
            <a:ext cx="3200400" cy="853958"/>
          </a:xfrm>
          <a:prstGeom prst="rect">
            <a:avLst/>
          </a:prstGeom>
        </p:spPr>
      </p:pic>
      <p:sp>
        <p:nvSpPr>
          <p:cNvPr id="2" name="Google Shape;13;p1">
            <a:extLst>
              <a:ext uri="{FF2B5EF4-FFF2-40B4-BE49-F238E27FC236}">
                <a16:creationId xmlns:a16="http://schemas.microsoft.com/office/drawing/2014/main" id="{9E5C483B-ABD4-4AE7-D7A2-04822B54D3F5}"/>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3" name="Google Shape;14;p1">
            <a:extLst>
              <a:ext uri="{FF2B5EF4-FFF2-40B4-BE49-F238E27FC236}">
                <a16:creationId xmlns:a16="http://schemas.microsoft.com/office/drawing/2014/main" id="{9A2FC78F-5694-C664-4E93-B09D7863BC82}"/>
              </a:ext>
            </a:extLst>
          </p:cNvPr>
          <p:cNvPicPr preferRelativeResize="0"/>
          <p:nvPr userDrawn="1"/>
        </p:nvPicPr>
        <p:blipFill rotWithShape="1">
          <a:blip r:embed="rId5">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3168464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p:cSld name="vcf-close-b">
    <p:spTree>
      <p:nvGrpSpPr>
        <p:cNvPr id="1" name=""/>
        <p:cNvGrpSpPr/>
        <p:nvPr/>
      </p:nvGrpSpPr>
      <p:grpSpPr>
        <a:xfrm>
          <a:off x="0" y="0"/>
          <a:ext cx="0" cy="0"/>
          <a:chOff x="0" y="0"/>
          <a:chExt cx="0" cy="0"/>
        </a:xfrm>
      </p:grpSpPr>
      <p:pic>
        <p:nvPicPr>
          <p:cNvPr id="4" name="Picture 3" descr="A logo of a cloud computing system&#10;&#10;AI-generated content may be incorrect.">
            <a:extLst>
              <a:ext uri="{FF2B5EF4-FFF2-40B4-BE49-F238E27FC236}">
                <a16:creationId xmlns:a16="http://schemas.microsoft.com/office/drawing/2014/main" id="{D5B6D3D3-656A-E2AE-0E8D-85964108B23F}"/>
              </a:ext>
            </a:extLst>
          </p:cNvPr>
          <p:cNvPicPr>
            <a:picLocks noChangeAspect="1"/>
          </p:cNvPicPr>
          <p:nvPr userDrawn="1"/>
        </p:nvPicPr>
        <p:blipFill>
          <a:blip r:embed="rId2"/>
          <a:stretch>
            <a:fillRect/>
          </a:stretch>
        </p:blipFill>
        <p:spPr>
          <a:xfrm>
            <a:off x="5330825" y="0"/>
            <a:ext cx="6858000" cy="6858000"/>
          </a:xfrm>
          <a:prstGeom prst="rect">
            <a:avLst/>
          </a:prstGeom>
        </p:spPr>
      </p:pic>
      <p:sp>
        <p:nvSpPr>
          <p:cNvPr id="5" name="TextBox 4">
            <a:extLst>
              <a:ext uri="{FF2B5EF4-FFF2-40B4-BE49-F238E27FC236}">
                <a16:creationId xmlns:a16="http://schemas.microsoft.com/office/drawing/2014/main" id="{4599F36B-0C50-2222-827C-116C6403C43F}"/>
              </a:ext>
            </a:extLst>
          </p:cNvPr>
          <p:cNvSpPr txBox="1"/>
          <p:nvPr userDrawn="1"/>
        </p:nvSpPr>
        <p:spPr>
          <a:xfrm>
            <a:off x="612593" y="3730021"/>
            <a:ext cx="3585557" cy="692497"/>
          </a:xfrm>
          <a:prstGeom prst="rect">
            <a:avLst/>
          </a:prstGeom>
        </p:spPr>
        <p:txBody>
          <a:bodyPr wrap="square" lIns="0" tIns="0" rIns="0" bIns="0" rtlCol="0">
            <a:sp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5000" b="0" i="0" u="none" strike="noStrike" kern="1200" cap="none" spc="0" normalizeH="0" baseline="0" noProof="0" dirty="0">
                <a:ln>
                  <a:noFill/>
                </a:ln>
                <a:solidFill>
                  <a:srgbClr val="005C8A"/>
                </a:solidFill>
                <a:effectLst/>
                <a:uLnTx/>
                <a:uFillTx/>
                <a:latin typeface="Figtree" panose="020B0604020202020204"/>
                <a:ea typeface="+mn-ea"/>
                <a:cs typeface="+mn-cs"/>
              </a:rPr>
              <a:t>Thank You</a:t>
            </a:r>
          </a:p>
        </p:txBody>
      </p:sp>
      <p:pic>
        <p:nvPicPr>
          <p:cNvPr id="47" name="Graphic 46">
            <a:extLst>
              <a:ext uri="{FF2B5EF4-FFF2-40B4-BE49-F238E27FC236}">
                <a16:creationId xmlns:a16="http://schemas.microsoft.com/office/drawing/2014/main" id="{7D89A890-CE53-7B0B-7A8C-F4727B692BAE}"/>
              </a:ext>
            </a:extLst>
          </p:cNvPr>
          <p:cNvPicPr>
            <a:picLocks noChangeAspect="1"/>
          </p:cNvPicPr>
          <p:nvPr userDrawn="1"/>
        </p:nvPicPr>
        <p:blipFill>
          <a:blip r:embed="rId3">
            <a:extLst>
              <a:ext uri="{96DAC541-7B7A-43D3-8B79-37D633B846F1}">
                <asvg:svgBlip xmlns:asvg="http://schemas.microsoft.com/office/drawing/2016/SVG/main" r:embed="rId4"/>
              </a:ext>
            </a:extLst>
          </a:blip>
          <a:srcRect l="5253" t="12493" r="4164" b="13801"/>
          <a:stretch/>
        </p:blipFill>
        <p:spPr>
          <a:xfrm>
            <a:off x="633266" y="414721"/>
            <a:ext cx="3200400" cy="853958"/>
          </a:xfrm>
          <a:prstGeom prst="rect">
            <a:avLst/>
          </a:prstGeom>
        </p:spPr>
      </p:pic>
      <p:sp>
        <p:nvSpPr>
          <p:cNvPr id="2" name="Google Shape;13;p1">
            <a:extLst>
              <a:ext uri="{FF2B5EF4-FFF2-40B4-BE49-F238E27FC236}">
                <a16:creationId xmlns:a16="http://schemas.microsoft.com/office/drawing/2014/main" id="{F1D0B000-A85A-B25F-3798-AEBEBC9614D4}"/>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3" name="Google Shape;14;p1">
            <a:extLst>
              <a:ext uri="{FF2B5EF4-FFF2-40B4-BE49-F238E27FC236}">
                <a16:creationId xmlns:a16="http://schemas.microsoft.com/office/drawing/2014/main" id="{760F1499-2746-2171-0C0A-99FDF0C27EFB}"/>
              </a:ext>
            </a:extLst>
          </p:cNvPr>
          <p:cNvPicPr preferRelativeResize="0"/>
          <p:nvPr userDrawn="1"/>
        </p:nvPicPr>
        <p:blipFill rotWithShape="1">
          <a:blip r:embed="rId5">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4132207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p:cSld name="End of Template">
    <p:bg>
      <p:bgPr>
        <a:solidFill>
          <a:srgbClr val="E68C2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446863-BC96-B418-1052-C44A7E35FC2E}"/>
              </a:ext>
            </a:extLst>
          </p:cNvPr>
          <p:cNvSpPr txBox="1"/>
          <p:nvPr/>
        </p:nvSpPr>
        <p:spPr>
          <a:xfrm>
            <a:off x="606392" y="721895"/>
            <a:ext cx="10876547" cy="4880008"/>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5400" b="0" i="0" u="none" strike="noStrike" kern="1200" cap="none" spc="300" normalizeH="0" baseline="0" noProof="0" dirty="0">
                <a:ln>
                  <a:noFill/>
                </a:ln>
                <a:solidFill>
                  <a:srgbClr val="1B1D36"/>
                </a:solidFill>
                <a:effectLst/>
                <a:uLnTx/>
                <a:uFillTx/>
                <a:latin typeface="Figtree" panose="020B0604020202020204"/>
                <a:ea typeface="+mn-ea"/>
                <a:cs typeface="+mn-cs"/>
              </a:rPr>
              <a:t>DO NOT USE </a:t>
            </a: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5400" b="0" i="0" u="none" strike="noStrike" kern="1200" cap="none" spc="300" normalizeH="0" baseline="0" noProof="0" dirty="0">
              <a:ln>
                <a:noFill/>
              </a:ln>
              <a:solidFill>
                <a:srgbClr val="1B1D36"/>
              </a:solidFill>
              <a:effectLst/>
              <a:uLnTx/>
              <a:uFillTx/>
              <a:latin typeface="Figtree" panose="020B0604020202020204"/>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5400" b="0" i="0" u="none" strike="noStrike" kern="1200" cap="none" spc="300" normalizeH="0" baseline="0" noProof="0" dirty="0">
                <a:ln>
                  <a:noFill/>
                </a:ln>
                <a:solidFill>
                  <a:srgbClr val="1B1D36"/>
                </a:solidFill>
                <a:effectLst/>
                <a:uLnTx/>
                <a:uFillTx/>
                <a:latin typeface="Figtree" panose="020B0604020202020204"/>
                <a:ea typeface="+mn-ea"/>
                <a:cs typeface="+mn-cs"/>
              </a:rPr>
              <a:t>ALL LAYOUTS PAST THIS ARE NOT PART OF THIS TEMPLATE</a:t>
            </a:r>
          </a:p>
        </p:txBody>
      </p:sp>
      <p:sp>
        <p:nvSpPr>
          <p:cNvPr id="3" name="TextBox 2">
            <a:extLst>
              <a:ext uri="{FF2B5EF4-FFF2-40B4-BE49-F238E27FC236}">
                <a16:creationId xmlns:a16="http://schemas.microsoft.com/office/drawing/2014/main" id="{D6446863-BC96-B418-1052-C44A7E35FC2E}"/>
              </a:ext>
            </a:extLst>
          </p:cNvPr>
          <p:cNvSpPr txBox="1"/>
          <p:nvPr userDrawn="1"/>
        </p:nvSpPr>
        <p:spPr>
          <a:xfrm>
            <a:off x="606392" y="721895"/>
            <a:ext cx="10876547" cy="4880008"/>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5400" b="0" i="0" u="none" strike="noStrike" kern="1200" cap="none" spc="300" normalizeH="0" baseline="0" noProof="0" dirty="0">
                <a:ln>
                  <a:noFill/>
                </a:ln>
                <a:solidFill>
                  <a:srgbClr val="000000"/>
                </a:solidFill>
                <a:effectLst/>
                <a:uLnTx/>
                <a:uFillTx/>
                <a:latin typeface="Figtree" panose="020B0604020202020204"/>
                <a:ea typeface="+mn-ea"/>
                <a:cs typeface="+mn-cs"/>
              </a:rPr>
              <a:t>DO NOT USE </a:t>
            </a: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5400" b="0" i="0" u="none" strike="noStrike" kern="1200" cap="none" spc="300" normalizeH="0" baseline="0" noProof="0" dirty="0">
              <a:ln>
                <a:noFill/>
              </a:ln>
              <a:solidFill>
                <a:srgbClr val="000000"/>
              </a:solidFill>
              <a:effectLst/>
              <a:uLnTx/>
              <a:uFillTx/>
              <a:latin typeface="Figtree" panose="020B0604020202020204"/>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5400" b="0" i="0" u="none" strike="noStrike" kern="1200" cap="none" spc="300" normalizeH="0" baseline="0" noProof="0" dirty="0">
                <a:ln>
                  <a:noFill/>
                </a:ln>
                <a:solidFill>
                  <a:srgbClr val="000000"/>
                </a:solidFill>
                <a:effectLst/>
                <a:uLnTx/>
                <a:uFillTx/>
                <a:latin typeface="Figtree" panose="020B0604020202020204"/>
                <a:ea typeface="+mn-ea"/>
                <a:cs typeface="+mn-cs"/>
              </a:rPr>
              <a:t>ALL LAYOUTS PAST THIS ARE NOT PART OF THIS TEMPLATE</a:t>
            </a:r>
          </a:p>
        </p:txBody>
      </p:sp>
    </p:spTree>
    <p:extLst>
      <p:ext uri="{BB962C8B-B14F-4D97-AF65-F5344CB8AC3E}">
        <p14:creationId xmlns:p14="http://schemas.microsoft.com/office/powerpoint/2010/main" val="1118124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userDrawn="1">
  <p:cSld name="Section - Resource Mgm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89094CD1-4612-BDDC-53AB-48D233DA5E91}"/>
              </a:ext>
            </a:extLst>
          </p:cNvPr>
          <p:cNvSpPr/>
          <p:nvPr userDrawn="1"/>
        </p:nvSpPr>
        <p:spPr>
          <a:xfrm>
            <a:off x="5406003" y="-1"/>
            <a:ext cx="14676689" cy="6858001"/>
          </a:xfrm>
          <a:prstGeom prst="parallelogram">
            <a:avLst>
              <a:gd name="adj" fmla="val 100124"/>
            </a:avLst>
          </a:prstGeom>
          <a:gradFill flip="none" rotWithShape="1">
            <a:gsLst>
              <a:gs pos="24000">
                <a:schemeClr val="accent5"/>
              </a:gs>
              <a:gs pos="100000">
                <a:schemeClr val="accent5">
                  <a:lumMod val="60000"/>
                  <a:lumOff val="40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17E42CF3-5F91-08E5-A5FC-6BC4CD78FFA2}"/>
              </a:ext>
            </a:extLst>
          </p:cNvPr>
          <p:cNvSpPr/>
          <p:nvPr userDrawn="1"/>
        </p:nvSpPr>
        <p:spPr>
          <a:xfrm>
            <a:off x="1840256" y="-1"/>
            <a:ext cx="12934077" cy="6470788"/>
          </a:xfrm>
          <a:prstGeom prst="parallelogram">
            <a:avLst>
              <a:gd name="adj" fmla="val 100124"/>
            </a:avLst>
          </a:prstGeom>
          <a:gradFill flip="none" rotWithShape="1">
            <a:gsLst>
              <a:gs pos="0">
                <a:schemeClr val="accent5">
                  <a:alpha val="33000"/>
                </a:schemeClr>
              </a:gs>
              <a:gs pos="97000">
                <a:schemeClr val="accent5">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1FF80852-0FFA-B3DA-921C-6BE23778037A}"/>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5">
              <a:alpha val="18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DCBA8C3C-A8F2-8915-0A23-7A09076F431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607952" y="3165709"/>
            <a:ext cx="3124591" cy="1207366"/>
          </a:xfrm>
          <a:prstGeom prst="rect">
            <a:avLst/>
          </a:prstGeom>
        </p:spPr>
      </p:pic>
      <p:grpSp>
        <p:nvGrpSpPr>
          <p:cNvPr id="7" name="Group 6">
            <a:extLst>
              <a:ext uri="{FF2B5EF4-FFF2-40B4-BE49-F238E27FC236}">
                <a16:creationId xmlns:a16="http://schemas.microsoft.com/office/drawing/2014/main" id="{52289B3A-2866-1292-4488-63364CB153AC}"/>
              </a:ext>
            </a:extLst>
          </p:cNvPr>
          <p:cNvGrpSpPr/>
          <p:nvPr userDrawn="1"/>
        </p:nvGrpSpPr>
        <p:grpSpPr>
          <a:xfrm>
            <a:off x="7416052" y="944496"/>
            <a:ext cx="1685206" cy="686138"/>
            <a:chOff x="437672" y="1280130"/>
            <a:chExt cx="2910783" cy="1185138"/>
          </a:xfrm>
        </p:grpSpPr>
        <p:sp>
          <p:nvSpPr>
            <p:cNvPr id="8" name="Freeform: Shape 187">
              <a:extLst>
                <a:ext uri="{FF2B5EF4-FFF2-40B4-BE49-F238E27FC236}">
                  <a16:creationId xmlns:a16="http://schemas.microsoft.com/office/drawing/2014/main" id="{89387517-8417-DF01-A9B6-979BB14E2FAF}"/>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733422FC-3B13-B5D0-0DAF-FAEE7BC1B601}"/>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0" name="Freeform: Shape 265">
            <a:extLst>
              <a:ext uri="{FF2B5EF4-FFF2-40B4-BE49-F238E27FC236}">
                <a16:creationId xmlns:a16="http://schemas.microsoft.com/office/drawing/2014/main" id="{2CC5AB18-EC3C-D40F-1A44-A6DDBD135322}"/>
              </a:ext>
            </a:extLst>
          </p:cNvPr>
          <p:cNvSpPr/>
          <p:nvPr userDrawn="1"/>
        </p:nvSpPr>
        <p:spPr>
          <a:xfrm>
            <a:off x="11040650" y="3165709"/>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1" name="Freeform: Shape 269">
            <a:extLst>
              <a:ext uri="{FF2B5EF4-FFF2-40B4-BE49-F238E27FC236}">
                <a16:creationId xmlns:a16="http://schemas.microsoft.com/office/drawing/2014/main" id="{3FAE867A-F63D-0949-D652-E831AD4245E0}"/>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85">
            <a:extLst>
              <a:ext uri="{FF2B5EF4-FFF2-40B4-BE49-F238E27FC236}">
                <a16:creationId xmlns:a16="http://schemas.microsoft.com/office/drawing/2014/main" id="{74DB3C79-1660-4F33-D3A9-76FDC73AC9A7}"/>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86">
            <a:extLst>
              <a:ext uri="{FF2B5EF4-FFF2-40B4-BE49-F238E27FC236}">
                <a16:creationId xmlns:a16="http://schemas.microsoft.com/office/drawing/2014/main" id="{872A052E-29FA-0DC3-F387-F7E9BF4876E0}"/>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14" name="Graphic 13">
            <a:extLst>
              <a:ext uri="{FF2B5EF4-FFF2-40B4-BE49-F238E27FC236}">
                <a16:creationId xmlns:a16="http://schemas.microsoft.com/office/drawing/2014/main" id="{509589C6-2C33-2634-AE49-1CCE860B9C6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147329" y="2147281"/>
            <a:ext cx="1564702" cy="1176425"/>
          </a:xfrm>
          <a:prstGeom prst="rect">
            <a:avLst/>
          </a:prstGeom>
        </p:spPr>
      </p:pic>
      <p:sp>
        <p:nvSpPr>
          <p:cNvPr id="15" name="Oval 14">
            <a:extLst>
              <a:ext uri="{FF2B5EF4-FFF2-40B4-BE49-F238E27FC236}">
                <a16:creationId xmlns:a16="http://schemas.microsoft.com/office/drawing/2014/main" id="{5EA78623-1C39-B6AF-331E-7C4FF2974045}"/>
              </a:ext>
            </a:extLst>
          </p:cNvPr>
          <p:cNvSpPr/>
          <p:nvPr userDrawn="1"/>
        </p:nvSpPr>
        <p:spPr>
          <a:xfrm flipV="1">
            <a:off x="6354876" y="1852997"/>
            <a:ext cx="3152006" cy="3152006"/>
          </a:xfrm>
          <a:prstGeom prst="ellipse">
            <a:avLst/>
          </a:prstGeom>
          <a:solidFill>
            <a:schemeClr val="bg1"/>
          </a:solidFill>
          <a:ln w="508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6" name="Freeform: Shape 298">
            <a:extLst>
              <a:ext uri="{FF2B5EF4-FFF2-40B4-BE49-F238E27FC236}">
                <a16:creationId xmlns:a16="http://schemas.microsoft.com/office/drawing/2014/main" id="{B1F9D95A-0D46-8579-C2E7-5C67C2F5759E}"/>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17" name="Graphic 133">
            <a:extLst>
              <a:ext uri="{FF2B5EF4-FFF2-40B4-BE49-F238E27FC236}">
                <a16:creationId xmlns:a16="http://schemas.microsoft.com/office/drawing/2014/main" id="{C0AEFB13-6955-72D8-CA28-B54C5E3B6FA9}"/>
              </a:ext>
            </a:extLst>
          </p:cNvPr>
          <p:cNvGrpSpPr/>
          <p:nvPr userDrawn="1"/>
        </p:nvGrpSpPr>
        <p:grpSpPr>
          <a:xfrm>
            <a:off x="6411279" y="5443017"/>
            <a:ext cx="492164" cy="535997"/>
            <a:chOff x="8799755" y="943899"/>
            <a:chExt cx="839533" cy="914304"/>
          </a:xfrm>
          <a:noFill/>
        </p:grpSpPr>
        <p:sp>
          <p:nvSpPr>
            <p:cNvPr id="18" name="Freeform: Shape 300">
              <a:extLst>
                <a:ext uri="{FF2B5EF4-FFF2-40B4-BE49-F238E27FC236}">
                  <a16:creationId xmlns:a16="http://schemas.microsoft.com/office/drawing/2014/main" id="{4AFDD986-9D71-582C-8F34-6C2A7D345192}"/>
                </a:ext>
              </a:extLst>
            </p:cNvPr>
            <p:cNvSpPr/>
            <p:nvPr/>
          </p:nvSpPr>
          <p:spPr>
            <a:xfrm>
              <a:off x="8799755" y="943899"/>
              <a:ext cx="839533" cy="914304"/>
            </a:xfrm>
            <a:custGeom>
              <a:avLst/>
              <a:gdLst>
                <a:gd name="connsiteX0" fmla="*/ 419767 w 839533"/>
                <a:gd name="connsiteY0" fmla="*/ 914305 h 914304"/>
                <a:gd name="connsiteX1" fmla="*/ 415576 w 839533"/>
                <a:gd name="connsiteY1" fmla="*/ 913638 h 914304"/>
                <a:gd name="connsiteX2" fmla="*/ 0 w 839533"/>
                <a:gd name="connsiteY2" fmla="*/ 345281 h 914304"/>
                <a:gd name="connsiteX3" fmla="*/ 0 w 839533"/>
                <a:gd name="connsiteY3" fmla="*/ 13906 h 914304"/>
                <a:gd name="connsiteX4" fmla="*/ 13906 w 839533"/>
                <a:gd name="connsiteY4" fmla="*/ 0 h 914304"/>
                <a:gd name="connsiteX5" fmla="*/ 825627 w 839533"/>
                <a:gd name="connsiteY5" fmla="*/ 0 h 914304"/>
                <a:gd name="connsiteX6" fmla="*/ 839534 w 839533"/>
                <a:gd name="connsiteY6" fmla="*/ 13906 h 914304"/>
                <a:gd name="connsiteX7" fmla="*/ 839534 w 839533"/>
                <a:gd name="connsiteY7" fmla="*/ 345281 h 914304"/>
                <a:gd name="connsiteX8" fmla="*/ 424053 w 839533"/>
                <a:gd name="connsiteY8" fmla="*/ 913638 h 914304"/>
                <a:gd name="connsiteX9" fmla="*/ 419862 w 839533"/>
                <a:gd name="connsiteY9" fmla="*/ 914305 h 91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9533" h="914304">
                  <a:moveTo>
                    <a:pt x="419767" y="914305"/>
                  </a:moveTo>
                  <a:cubicBezTo>
                    <a:pt x="418338" y="914305"/>
                    <a:pt x="416909" y="914114"/>
                    <a:pt x="415576" y="913638"/>
                  </a:cubicBezTo>
                  <a:cubicBezTo>
                    <a:pt x="167069" y="834676"/>
                    <a:pt x="0" y="606266"/>
                    <a:pt x="0" y="345281"/>
                  </a:cubicBezTo>
                  <a:lnTo>
                    <a:pt x="0" y="13906"/>
                  </a:lnTo>
                  <a:cubicBezTo>
                    <a:pt x="0" y="6191"/>
                    <a:pt x="6191" y="0"/>
                    <a:pt x="13906" y="0"/>
                  </a:cubicBezTo>
                  <a:lnTo>
                    <a:pt x="825627" y="0"/>
                  </a:lnTo>
                  <a:cubicBezTo>
                    <a:pt x="833342" y="0"/>
                    <a:pt x="839534" y="6191"/>
                    <a:pt x="839534" y="13906"/>
                  </a:cubicBezTo>
                  <a:lnTo>
                    <a:pt x="839534" y="345281"/>
                  </a:lnTo>
                  <a:cubicBezTo>
                    <a:pt x="839534" y="606266"/>
                    <a:pt x="672560" y="834676"/>
                    <a:pt x="424053" y="913638"/>
                  </a:cubicBezTo>
                  <a:cubicBezTo>
                    <a:pt x="422624" y="914114"/>
                    <a:pt x="421195" y="914305"/>
                    <a:pt x="419862" y="91430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301">
              <a:extLst>
                <a:ext uri="{FF2B5EF4-FFF2-40B4-BE49-F238E27FC236}">
                  <a16:creationId xmlns:a16="http://schemas.microsoft.com/office/drawing/2014/main" id="{DE096775-AD99-FA6D-6542-190E4F93467A}"/>
                </a:ext>
              </a:extLst>
            </p:cNvPr>
            <p:cNvSpPr/>
            <p:nvPr/>
          </p:nvSpPr>
          <p:spPr>
            <a:xfrm>
              <a:off x="9223713" y="943899"/>
              <a:ext cx="9525" cy="913638"/>
            </a:xfrm>
            <a:custGeom>
              <a:avLst/>
              <a:gdLst>
                <a:gd name="connsiteX0" fmla="*/ 0 w 9525"/>
                <a:gd name="connsiteY0" fmla="*/ 913638 h 913638"/>
                <a:gd name="connsiteX1" fmla="*/ 0 w 9525"/>
                <a:gd name="connsiteY1" fmla="*/ 0 h 913638"/>
              </a:gdLst>
              <a:ahLst/>
              <a:cxnLst>
                <a:cxn ang="0">
                  <a:pos x="connsiteX0" y="connsiteY0"/>
                </a:cxn>
                <a:cxn ang="0">
                  <a:pos x="connsiteX1" y="connsiteY1"/>
                </a:cxn>
              </a:cxnLst>
              <a:rect l="l" t="t" r="r" b="b"/>
              <a:pathLst>
                <a:path w="9525" h="913638">
                  <a:moveTo>
                    <a:pt x="0" y="913638"/>
                  </a:moveTo>
                  <a:lnTo>
                    <a:pt x="0" y="0"/>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pic>
        <p:nvPicPr>
          <p:cNvPr id="20" name="Graphic 19">
            <a:extLst>
              <a:ext uri="{FF2B5EF4-FFF2-40B4-BE49-F238E27FC236}">
                <a16:creationId xmlns:a16="http://schemas.microsoft.com/office/drawing/2014/main" id="{3A0FF0CB-687C-E24F-36A5-FB289981636A}"/>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514997" y="3684778"/>
            <a:ext cx="388873" cy="388873"/>
          </a:xfrm>
          <a:prstGeom prst="rect">
            <a:avLst/>
          </a:prstGeom>
        </p:spPr>
      </p:pic>
      <p:pic>
        <p:nvPicPr>
          <p:cNvPr id="21" name="Graphic 20">
            <a:extLst>
              <a:ext uri="{FF2B5EF4-FFF2-40B4-BE49-F238E27FC236}">
                <a16:creationId xmlns:a16="http://schemas.microsoft.com/office/drawing/2014/main" id="{2499B8D3-8756-8591-628B-6D81BA9ECB3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683496" y="390624"/>
            <a:ext cx="1410208" cy="2480020"/>
          </a:xfrm>
          <a:prstGeom prst="rect">
            <a:avLst/>
          </a:prstGeom>
        </p:spPr>
      </p:pic>
      <p:pic>
        <p:nvPicPr>
          <p:cNvPr id="22" name="Graphic 21">
            <a:extLst>
              <a:ext uri="{FF2B5EF4-FFF2-40B4-BE49-F238E27FC236}">
                <a16:creationId xmlns:a16="http://schemas.microsoft.com/office/drawing/2014/main" id="{DE377636-735E-5072-4763-BD9AD106FF0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6449352" y="838788"/>
            <a:ext cx="397256" cy="397256"/>
          </a:xfrm>
          <a:prstGeom prst="rect">
            <a:avLst/>
          </a:prstGeom>
        </p:spPr>
      </p:pic>
      <p:pic>
        <p:nvPicPr>
          <p:cNvPr id="23" name="Graphic 22">
            <a:extLst>
              <a:ext uri="{FF2B5EF4-FFF2-40B4-BE49-F238E27FC236}">
                <a16:creationId xmlns:a16="http://schemas.microsoft.com/office/drawing/2014/main" id="{EB98284C-1B5E-A8D8-8ED6-444E5E27C252}"/>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1051033" y="4987988"/>
            <a:ext cx="397256" cy="397256"/>
          </a:xfrm>
          <a:prstGeom prst="rect">
            <a:avLst/>
          </a:prstGeom>
        </p:spPr>
      </p:pic>
      <p:grpSp>
        <p:nvGrpSpPr>
          <p:cNvPr id="24" name="Group 23">
            <a:extLst>
              <a:ext uri="{FF2B5EF4-FFF2-40B4-BE49-F238E27FC236}">
                <a16:creationId xmlns:a16="http://schemas.microsoft.com/office/drawing/2014/main" id="{AA95DB9C-39E7-6DC6-E872-A8C2723826CA}"/>
              </a:ext>
            </a:extLst>
          </p:cNvPr>
          <p:cNvGrpSpPr>
            <a:grpSpLocks noChangeAspect="1"/>
          </p:cNvGrpSpPr>
          <p:nvPr userDrawn="1"/>
        </p:nvGrpSpPr>
        <p:grpSpPr>
          <a:xfrm>
            <a:off x="7072863" y="2635715"/>
            <a:ext cx="1681551" cy="1737360"/>
            <a:chOff x="7078693" y="2691028"/>
            <a:chExt cx="1634411" cy="1688655"/>
          </a:xfrm>
        </p:grpSpPr>
        <p:sp>
          <p:nvSpPr>
            <p:cNvPr id="25" name="Freeform: Shape 22">
              <a:extLst>
                <a:ext uri="{FF2B5EF4-FFF2-40B4-BE49-F238E27FC236}">
                  <a16:creationId xmlns:a16="http://schemas.microsoft.com/office/drawing/2014/main" id="{D2E0534F-69DF-F22A-6194-6DF17D92BAA2}"/>
                </a:ext>
              </a:extLst>
            </p:cNvPr>
            <p:cNvSpPr/>
            <p:nvPr/>
          </p:nvSpPr>
          <p:spPr>
            <a:xfrm>
              <a:off x="7078693" y="3540053"/>
              <a:ext cx="553370" cy="839455"/>
            </a:xfrm>
            <a:custGeom>
              <a:avLst/>
              <a:gdLst>
                <a:gd name="connsiteX0" fmla="*/ 186803 w 206004"/>
                <a:gd name="connsiteY0" fmla="*/ 0 h 312504"/>
                <a:gd name="connsiteX1" fmla="*/ 0 w 206004"/>
                <a:gd name="connsiteY1" fmla="*/ 0 h 312504"/>
                <a:gd name="connsiteX2" fmla="*/ 0 w 206004"/>
                <a:gd name="connsiteY2" fmla="*/ 16496 h 312504"/>
                <a:gd name="connsiteX3" fmla="*/ 186803 w 206004"/>
                <a:gd name="connsiteY3" fmla="*/ 16496 h 312504"/>
                <a:gd name="connsiteX4" fmla="*/ 189508 w 206004"/>
                <a:gd name="connsiteY4" fmla="*/ 19202 h 312504"/>
                <a:gd name="connsiteX5" fmla="*/ 189508 w 206004"/>
                <a:gd name="connsiteY5" fmla="*/ 312504 h 312504"/>
                <a:gd name="connsiteX6" fmla="*/ 206004 w 206004"/>
                <a:gd name="connsiteY6" fmla="*/ 312504 h 312504"/>
                <a:gd name="connsiteX7" fmla="*/ 206004 w 206004"/>
                <a:gd name="connsiteY7" fmla="*/ 19202 h 312504"/>
                <a:gd name="connsiteX8" fmla="*/ 186803 w 206004"/>
                <a:gd name="connsiteY8" fmla="*/ 0 h 312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004" h="312504">
                  <a:moveTo>
                    <a:pt x="186803" y="0"/>
                  </a:moveTo>
                  <a:lnTo>
                    <a:pt x="0" y="0"/>
                  </a:lnTo>
                  <a:lnTo>
                    <a:pt x="0" y="16496"/>
                  </a:lnTo>
                  <a:lnTo>
                    <a:pt x="186803" y="16496"/>
                  </a:lnTo>
                  <a:cubicBezTo>
                    <a:pt x="188255" y="16496"/>
                    <a:pt x="189508" y="17684"/>
                    <a:pt x="189508" y="19202"/>
                  </a:cubicBezTo>
                  <a:lnTo>
                    <a:pt x="189508" y="312504"/>
                  </a:lnTo>
                  <a:lnTo>
                    <a:pt x="206004" y="312504"/>
                  </a:lnTo>
                  <a:lnTo>
                    <a:pt x="206004" y="19202"/>
                  </a:lnTo>
                  <a:cubicBezTo>
                    <a:pt x="206004" y="8644"/>
                    <a:pt x="197426" y="0"/>
                    <a:pt x="186803" y="0"/>
                  </a:cubicBezTo>
                  <a:close/>
                </a:path>
              </a:pathLst>
            </a:custGeom>
            <a:solidFill>
              <a:schemeClr val="accent5"/>
            </a:solidFill>
            <a:ln w="0" cap="flat">
              <a:noFill/>
              <a:prstDash val="solid"/>
              <a:miter/>
            </a:ln>
          </p:spPr>
          <p:txBody>
            <a:bodyPr lIns="46818" tIns="23409" rIns="46818" bIns="23409"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6" name="Freeform: Shape 23">
              <a:extLst>
                <a:ext uri="{FF2B5EF4-FFF2-40B4-BE49-F238E27FC236}">
                  <a16:creationId xmlns:a16="http://schemas.microsoft.com/office/drawing/2014/main" id="{916BEADB-2B89-3793-74C3-B4E68ECBD0D3}"/>
                </a:ext>
              </a:extLst>
            </p:cNvPr>
            <p:cNvSpPr/>
            <p:nvPr/>
          </p:nvSpPr>
          <p:spPr>
            <a:xfrm>
              <a:off x="8162393" y="3540053"/>
              <a:ext cx="550711" cy="839455"/>
            </a:xfrm>
            <a:custGeom>
              <a:avLst/>
              <a:gdLst>
                <a:gd name="connsiteX0" fmla="*/ 19202 w 205014"/>
                <a:gd name="connsiteY0" fmla="*/ 0 h 312504"/>
                <a:gd name="connsiteX1" fmla="*/ 0 w 205014"/>
                <a:gd name="connsiteY1" fmla="*/ 19202 h 312504"/>
                <a:gd name="connsiteX2" fmla="*/ 0 w 205014"/>
                <a:gd name="connsiteY2" fmla="*/ 312504 h 312504"/>
                <a:gd name="connsiteX3" fmla="*/ 16496 w 205014"/>
                <a:gd name="connsiteY3" fmla="*/ 312504 h 312504"/>
                <a:gd name="connsiteX4" fmla="*/ 16496 w 205014"/>
                <a:gd name="connsiteY4" fmla="*/ 19202 h 312504"/>
                <a:gd name="connsiteX5" fmla="*/ 19202 w 205014"/>
                <a:gd name="connsiteY5" fmla="*/ 16496 h 312504"/>
                <a:gd name="connsiteX6" fmla="*/ 205015 w 205014"/>
                <a:gd name="connsiteY6" fmla="*/ 16496 h 312504"/>
                <a:gd name="connsiteX7" fmla="*/ 205015 w 205014"/>
                <a:gd name="connsiteY7" fmla="*/ 0 h 312504"/>
                <a:gd name="connsiteX8" fmla="*/ 19202 w 205014"/>
                <a:gd name="connsiteY8" fmla="*/ 0 h 312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014" h="312504">
                  <a:moveTo>
                    <a:pt x="19202" y="0"/>
                  </a:moveTo>
                  <a:cubicBezTo>
                    <a:pt x="8644" y="0"/>
                    <a:pt x="0" y="8578"/>
                    <a:pt x="0" y="19202"/>
                  </a:cubicBezTo>
                  <a:lnTo>
                    <a:pt x="0" y="312504"/>
                  </a:lnTo>
                  <a:lnTo>
                    <a:pt x="16496" y="312504"/>
                  </a:lnTo>
                  <a:lnTo>
                    <a:pt x="16496" y="19202"/>
                  </a:lnTo>
                  <a:cubicBezTo>
                    <a:pt x="16496" y="17750"/>
                    <a:pt x="17684" y="16496"/>
                    <a:pt x="19202" y="16496"/>
                  </a:cubicBezTo>
                  <a:lnTo>
                    <a:pt x="205015" y="16496"/>
                  </a:lnTo>
                  <a:lnTo>
                    <a:pt x="205015" y="0"/>
                  </a:lnTo>
                  <a:lnTo>
                    <a:pt x="19202" y="0"/>
                  </a:lnTo>
                  <a:close/>
                </a:path>
              </a:pathLst>
            </a:custGeom>
            <a:solidFill>
              <a:schemeClr val="accent5"/>
            </a:solidFill>
            <a:ln w="0" cap="flat">
              <a:noFill/>
              <a:prstDash val="solid"/>
              <a:miter/>
            </a:ln>
          </p:spPr>
          <p:txBody>
            <a:bodyPr lIns="46818" tIns="23409" rIns="46818" bIns="23409"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7" name="Group 26">
              <a:extLst>
                <a:ext uri="{FF2B5EF4-FFF2-40B4-BE49-F238E27FC236}">
                  <a16:creationId xmlns:a16="http://schemas.microsoft.com/office/drawing/2014/main" id="{8118B40A-A09D-7557-38AE-0407BA84BA1C}"/>
                </a:ext>
              </a:extLst>
            </p:cNvPr>
            <p:cNvGrpSpPr/>
            <p:nvPr/>
          </p:nvGrpSpPr>
          <p:grpSpPr>
            <a:xfrm>
              <a:off x="7099254" y="2691028"/>
              <a:ext cx="1591520" cy="1688655"/>
              <a:chOff x="7099254" y="2691028"/>
              <a:chExt cx="1591520" cy="1688655"/>
            </a:xfrm>
            <a:solidFill>
              <a:schemeClr val="accent5"/>
            </a:solidFill>
          </p:grpSpPr>
          <p:sp>
            <p:nvSpPr>
              <p:cNvPr id="28" name="Freeform: Shape 24">
                <a:extLst>
                  <a:ext uri="{FF2B5EF4-FFF2-40B4-BE49-F238E27FC236}">
                    <a16:creationId xmlns:a16="http://schemas.microsoft.com/office/drawing/2014/main" id="{CF169628-FF3F-072F-75AE-8E9ED2901F21}"/>
                  </a:ext>
                </a:extLst>
              </p:cNvPr>
              <p:cNvSpPr/>
              <p:nvPr/>
            </p:nvSpPr>
            <p:spPr>
              <a:xfrm>
                <a:off x="7537767" y="2704497"/>
                <a:ext cx="290689" cy="290689"/>
              </a:xfrm>
              <a:custGeom>
                <a:avLst/>
                <a:gdLst>
                  <a:gd name="connsiteX0" fmla="*/ 54108 w 108215"/>
                  <a:gd name="connsiteY0" fmla="*/ 108215 h 108215"/>
                  <a:gd name="connsiteX1" fmla="*/ 108215 w 108215"/>
                  <a:gd name="connsiteY1" fmla="*/ 54108 h 108215"/>
                  <a:gd name="connsiteX2" fmla="*/ 54108 w 108215"/>
                  <a:gd name="connsiteY2" fmla="*/ 0 h 108215"/>
                  <a:gd name="connsiteX3" fmla="*/ 0 w 108215"/>
                  <a:gd name="connsiteY3" fmla="*/ 54108 h 108215"/>
                  <a:gd name="connsiteX4" fmla="*/ 54108 w 108215"/>
                  <a:gd name="connsiteY4" fmla="*/ 108215 h 108215"/>
                  <a:gd name="connsiteX5" fmla="*/ 54108 w 108215"/>
                  <a:gd name="connsiteY5" fmla="*/ 16496 h 108215"/>
                  <a:gd name="connsiteX6" fmla="*/ 91719 w 108215"/>
                  <a:gd name="connsiteY6" fmla="*/ 54108 h 108215"/>
                  <a:gd name="connsiteX7" fmla="*/ 54108 w 108215"/>
                  <a:gd name="connsiteY7" fmla="*/ 91719 h 108215"/>
                  <a:gd name="connsiteX8" fmla="*/ 16496 w 108215"/>
                  <a:gd name="connsiteY8" fmla="*/ 54108 h 108215"/>
                  <a:gd name="connsiteX9" fmla="*/ 54108 w 108215"/>
                  <a:gd name="connsiteY9" fmla="*/ 16496 h 108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15" h="108215">
                    <a:moveTo>
                      <a:pt x="54108" y="108215"/>
                    </a:moveTo>
                    <a:cubicBezTo>
                      <a:pt x="83933" y="108215"/>
                      <a:pt x="108215" y="83933"/>
                      <a:pt x="108215" y="54108"/>
                    </a:cubicBezTo>
                    <a:cubicBezTo>
                      <a:pt x="108215" y="24282"/>
                      <a:pt x="83933" y="0"/>
                      <a:pt x="54108" y="0"/>
                    </a:cubicBezTo>
                    <a:cubicBezTo>
                      <a:pt x="24282" y="0"/>
                      <a:pt x="0" y="24282"/>
                      <a:pt x="0" y="54108"/>
                    </a:cubicBezTo>
                    <a:cubicBezTo>
                      <a:pt x="0" y="83933"/>
                      <a:pt x="24282" y="108215"/>
                      <a:pt x="54108" y="108215"/>
                    </a:cubicBezTo>
                    <a:close/>
                    <a:moveTo>
                      <a:pt x="54108" y="16496"/>
                    </a:moveTo>
                    <a:cubicBezTo>
                      <a:pt x="74827" y="16496"/>
                      <a:pt x="91719" y="33388"/>
                      <a:pt x="91719" y="54108"/>
                    </a:cubicBezTo>
                    <a:cubicBezTo>
                      <a:pt x="91719" y="74827"/>
                      <a:pt x="74827" y="91719"/>
                      <a:pt x="54108" y="91719"/>
                    </a:cubicBezTo>
                    <a:cubicBezTo>
                      <a:pt x="33388" y="91719"/>
                      <a:pt x="16496" y="74827"/>
                      <a:pt x="16496" y="54108"/>
                    </a:cubicBezTo>
                    <a:cubicBezTo>
                      <a:pt x="16496" y="33388"/>
                      <a:pt x="33388" y="16496"/>
                      <a:pt x="54108" y="16496"/>
                    </a:cubicBez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9" name="Freeform: Shape 25">
                <a:extLst>
                  <a:ext uri="{FF2B5EF4-FFF2-40B4-BE49-F238E27FC236}">
                    <a16:creationId xmlns:a16="http://schemas.microsoft.com/office/drawing/2014/main" id="{5F395B14-284D-AB07-C89B-BB1C44583D43}"/>
                  </a:ext>
                </a:extLst>
              </p:cNvPr>
              <p:cNvSpPr/>
              <p:nvPr/>
            </p:nvSpPr>
            <p:spPr>
              <a:xfrm>
                <a:off x="8400085" y="2704497"/>
                <a:ext cx="290689" cy="290689"/>
              </a:xfrm>
              <a:custGeom>
                <a:avLst/>
                <a:gdLst>
                  <a:gd name="connsiteX0" fmla="*/ 54108 w 108215"/>
                  <a:gd name="connsiteY0" fmla="*/ 108215 h 108215"/>
                  <a:gd name="connsiteX1" fmla="*/ 108215 w 108215"/>
                  <a:gd name="connsiteY1" fmla="*/ 54108 h 108215"/>
                  <a:gd name="connsiteX2" fmla="*/ 54108 w 108215"/>
                  <a:gd name="connsiteY2" fmla="*/ 0 h 108215"/>
                  <a:gd name="connsiteX3" fmla="*/ 0 w 108215"/>
                  <a:gd name="connsiteY3" fmla="*/ 54108 h 108215"/>
                  <a:gd name="connsiteX4" fmla="*/ 54108 w 108215"/>
                  <a:gd name="connsiteY4" fmla="*/ 108215 h 108215"/>
                  <a:gd name="connsiteX5" fmla="*/ 54108 w 108215"/>
                  <a:gd name="connsiteY5" fmla="*/ 16496 h 108215"/>
                  <a:gd name="connsiteX6" fmla="*/ 91719 w 108215"/>
                  <a:gd name="connsiteY6" fmla="*/ 54108 h 108215"/>
                  <a:gd name="connsiteX7" fmla="*/ 54108 w 108215"/>
                  <a:gd name="connsiteY7" fmla="*/ 91719 h 108215"/>
                  <a:gd name="connsiteX8" fmla="*/ 16496 w 108215"/>
                  <a:gd name="connsiteY8" fmla="*/ 54108 h 108215"/>
                  <a:gd name="connsiteX9" fmla="*/ 54108 w 108215"/>
                  <a:gd name="connsiteY9" fmla="*/ 16496 h 108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15" h="108215">
                    <a:moveTo>
                      <a:pt x="54108" y="108215"/>
                    </a:moveTo>
                    <a:cubicBezTo>
                      <a:pt x="83933" y="108215"/>
                      <a:pt x="108215" y="83933"/>
                      <a:pt x="108215" y="54108"/>
                    </a:cubicBezTo>
                    <a:cubicBezTo>
                      <a:pt x="108215" y="24282"/>
                      <a:pt x="83933" y="0"/>
                      <a:pt x="54108" y="0"/>
                    </a:cubicBezTo>
                    <a:cubicBezTo>
                      <a:pt x="24282" y="0"/>
                      <a:pt x="0" y="24282"/>
                      <a:pt x="0" y="54108"/>
                    </a:cubicBezTo>
                    <a:cubicBezTo>
                      <a:pt x="0" y="83933"/>
                      <a:pt x="24282" y="108215"/>
                      <a:pt x="54108" y="108215"/>
                    </a:cubicBezTo>
                    <a:close/>
                    <a:moveTo>
                      <a:pt x="54108" y="16496"/>
                    </a:moveTo>
                    <a:cubicBezTo>
                      <a:pt x="74827" y="16496"/>
                      <a:pt x="91719" y="33388"/>
                      <a:pt x="91719" y="54108"/>
                    </a:cubicBezTo>
                    <a:cubicBezTo>
                      <a:pt x="91719" y="74827"/>
                      <a:pt x="74827" y="91719"/>
                      <a:pt x="54108" y="91719"/>
                    </a:cubicBezTo>
                    <a:cubicBezTo>
                      <a:pt x="33388" y="91719"/>
                      <a:pt x="16496" y="74827"/>
                      <a:pt x="16496" y="54108"/>
                    </a:cubicBezTo>
                    <a:cubicBezTo>
                      <a:pt x="16496" y="33388"/>
                      <a:pt x="33388" y="16496"/>
                      <a:pt x="54108" y="16496"/>
                    </a:cubicBez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0" name="Freeform: Shape 26">
                <a:extLst>
                  <a:ext uri="{FF2B5EF4-FFF2-40B4-BE49-F238E27FC236}">
                    <a16:creationId xmlns:a16="http://schemas.microsoft.com/office/drawing/2014/main" id="{1A55EB4A-45D9-0B9D-F08D-C85179EC8CC9}"/>
                  </a:ext>
                </a:extLst>
              </p:cNvPr>
              <p:cNvSpPr/>
              <p:nvPr/>
            </p:nvSpPr>
            <p:spPr>
              <a:xfrm>
                <a:off x="7112724" y="3081153"/>
                <a:ext cx="290689" cy="290689"/>
              </a:xfrm>
              <a:custGeom>
                <a:avLst/>
                <a:gdLst>
                  <a:gd name="connsiteX0" fmla="*/ 0 w 108215"/>
                  <a:gd name="connsiteY0" fmla="*/ 54108 h 108215"/>
                  <a:gd name="connsiteX1" fmla="*/ 54108 w 108215"/>
                  <a:gd name="connsiteY1" fmla="*/ 108215 h 108215"/>
                  <a:gd name="connsiteX2" fmla="*/ 108215 w 108215"/>
                  <a:gd name="connsiteY2" fmla="*/ 54108 h 108215"/>
                  <a:gd name="connsiteX3" fmla="*/ 54108 w 108215"/>
                  <a:gd name="connsiteY3" fmla="*/ 0 h 108215"/>
                  <a:gd name="connsiteX4" fmla="*/ 0 w 108215"/>
                  <a:gd name="connsiteY4" fmla="*/ 54108 h 108215"/>
                  <a:gd name="connsiteX5" fmla="*/ 91719 w 108215"/>
                  <a:gd name="connsiteY5" fmla="*/ 54108 h 108215"/>
                  <a:gd name="connsiteX6" fmla="*/ 54108 w 108215"/>
                  <a:gd name="connsiteY6" fmla="*/ 91719 h 108215"/>
                  <a:gd name="connsiteX7" fmla="*/ 16496 w 108215"/>
                  <a:gd name="connsiteY7" fmla="*/ 54108 h 108215"/>
                  <a:gd name="connsiteX8" fmla="*/ 54108 w 108215"/>
                  <a:gd name="connsiteY8" fmla="*/ 16496 h 108215"/>
                  <a:gd name="connsiteX9" fmla="*/ 91719 w 108215"/>
                  <a:gd name="connsiteY9" fmla="*/ 54108 h 108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15" h="108215">
                    <a:moveTo>
                      <a:pt x="0" y="54108"/>
                    </a:moveTo>
                    <a:cubicBezTo>
                      <a:pt x="0" y="83933"/>
                      <a:pt x="24282" y="108215"/>
                      <a:pt x="54108" y="108215"/>
                    </a:cubicBezTo>
                    <a:cubicBezTo>
                      <a:pt x="83933" y="108215"/>
                      <a:pt x="108215" y="83933"/>
                      <a:pt x="108215" y="54108"/>
                    </a:cubicBezTo>
                    <a:cubicBezTo>
                      <a:pt x="108215" y="24282"/>
                      <a:pt x="83933" y="0"/>
                      <a:pt x="54108" y="0"/>
                    </a:cubicBezTo>
                    <a:cubicBezTo>
                      <a:pt x="24282" y="0"/>
                      <a:pt x="0" y="24282"/>
                      <a:pt x="0" y="54108"/>
                    </a:cubicBezTo>
                    <a:close/>
                    <a:moveTo>
                      <a:pt x="91719" y="54108"/>
                    </a:moveTo>
                    <a:cubicBezTo>
                      <a:pt x="91719" y="74827"/>
                      <a:pt x="74827" y="91719"/>
                      <a:pt x="54108" y="91719"/>
                    </a:cubicBezTo>
                    <a:cubicBezTo>
                      <a:pt x="33388" y="91719"/>
                      <a:pt x="16496" y="74827"/>
                      <a:pt x="16496" y="54108"/>
                    </a:cubicBezTo>
                    <a:cubicBezTo>
                      <a:pt x="16496" y="33388"/>
                      <a:pt x="33388" y="16496"/>
                      <a:pt x="54108" y="16496"/>
                    </a:cubicBezTo>
                    <a:cubicBezTo>
                      <a:pt x="74827" y="16496"/>
                      <a:pt x="91719" y="33388"/>
                      <a:pt x="91719" y="54108"/>
                    </a:cubicBez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 name="Freeform: Shape 27">
                <a:extLst>
                  <a:ext uri="{FF2B5EF4-FFF2-40B4-BE49-F238E27FC236}">
                    <a16:creationId xmlns:a16="http://schemas.microsoft.com/office/drawing/2014/main" id="{18BE65EB-6D7D-002F-63B5-AB850291F334}"/>
                  </a:ext>
                </a:extLst>
              </p:cNvPr>
              <p:cNvSpPr/>
              <p:nvPr/>
            </p:nvSpPr>
            <p:spPr>
              <a:xfrm>
                <a:off x="7984791" y="2719564"/>
                <a:ext cx="260377" cy="260378"/>
              </a:xfrm>
              <a:custGeom>
                <a:avLst/>
                <a:gdLst>
                  <a:gd name="connsiteX0" fmla="*/ 96932 w 96931"/>
                  <a:gd name="connsiteY0" fmla="*/ 0 h 96931"/>
                  <a:gd name="connsiteX1" fmla="*/ 0 w 96931"/>
                  <a:gd name="connsiteY1" fmla="*/ 0 h 96931"/>
                  <a:gd name="connsiteX2" fmla="*/ 0 w 96931"/>
                  <a:gd name="connsiteY2" fmla="*/ 96932 h 96931"/>
                  <a:gd name="connsiteX3" fmla="*/ 96932 w 96931"/>
                  <a:gd name="connsiteY3" fmla="*/ 96932 h 96931"/>
                  <a:gd name="connsiteX4" fmla="*/ 96932 w 96931"/>
                  <a:gd name="connsiteY4" fmla="*/ 0 h 96931"/>
                  <a:gd name="connsiteX5" fmla="*/ 80435 w 96931"/>
                  <a:gd name="connsiteY5" fmla="*/ 80436 h 96931"/>
                  <a:gd name="connsiteX6" fmla="*/ 16496 w 96931"/>
                  <a:gd name="connsiteY6" fmla="*/ 80436 h 96931"/>
                  <a:gd name="connsiteX7" fmla="*/ 16496 w 96931"/>
                  <a:gd name="connsiteY7" fmla="*/ 16496 h 96931"/>
                  <a:gd name="connsiteX8" fmla="*/ 80435 w 96931"/>
                  <a:gd name="connsiteY8" fmla="*/ 16496 h 96931"/>
                  <a:gd name="connsiteX9" fmla="*/ 80435 w 96931"/>
                  <a:gd name="connsiteY9" fmla="*/ 80436 h 9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931" h="96931">
                    <a:moveTo>
                      <a:pt x="96932" y="0"/>
                    </a:moveTo>
                    <a:lnTo>
                      <a:pt x="0" y="0"/>
                    </a:lnTo>
                    <a:lnTo>
                      <a:pt x="0" y="96932"/>
                    </a:lnTo>
                    <a:lnTo>
                      <a:pt x="96932" y="96932"/>
                    </a:lnTo>
                    <a:lnTo>
                      <a:pt x="96932" y="0"/>
                    </a:lnTo>
                    <a:close/>
                    <a:moveTo>
                      <a:pt x="80435" y="80436"/>
                    </a:moveTo>
                    <a:lnTo>
                      <a:pt x="16496" y="80436"/>
                    </a:lnTo>
                    <a:lnTo>
                      <a:pt x="16496" y="16496"/>
                    </a:lnTo>
                    <a:lnTo>
                      <a:pt x="80435" y="16496"/>
                    </a:lnTo>
                    <a:lnTo>
                      <a:pt x="80435" y="80436"/>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2" name="Freeform: Shape 28">
                <a:extLst>
                  <a:ext uri="{FF2B5EF4-FFF2-40B4-BE49-F238E27FC236}">
                    <a16:creationId xmlns:a16="http://schemas.microsoft.com/office/drawing/2014/main" id="{3A9F768E-93DD-0C02-73DA-D4C24044C5E8}"/>
                  </a:ext>
                </a:extLst>
              </p:cNvPr>
              <p:cNvSpPr/>
              <p:nvPr/>
            </p:nvSpPr>
            <p:spPr>
              <a:xfrm>
                <a:off x="7552834" y="3096397"/>
                <a:ext cx="260377" cy="260378"/>
              </a:xfrm>
              <a:custGeom>
                <a:avLst/>
                <a:gdLst>
                  <a:gd name="connsiteX0" fmla="*/ 0 w 96931"/>
                  <a:gd name="connsiteY0" fmla="*/ 96932 h 96931"/>
                  <a:gd name="connsiteX1" fmla="*/ 96932 w 96931"/>
                  <a:gd name="connsiteY1" fmla="*/ 96932 h 96931"/>
                  <a:gd name="connsiteX2" fmla="*/ 96932 w 96931"/>
                  <a:gd name="connsiteY2" fmla="*/ 0 h 96931"/>
                  <a:gd name="connsiteX3" fmla="*/ 0 w 96931"/>
                  <a:gd name="connsiteY3" fmla="*/ 0 h 96931"/>
                  <a:gd name="connsiteX4" fmla="*/ 0 w 96931"/>
                  <a:gd name="connsiteY4" fmla="*/ 96932 h 96931"/>
                  <a:gd name="connsiteX5" fmla="*/ 16496 w 96931"/>
                  <a:gd name="connsiteY5" fmla="*/ 16496 h 96931"/>
                  <a:gd name="connsiteX6" fmla="*/ 80435 w 96931"/>
                  <a:gd name="connsiteY6" fmla="*/ 16496 h 96931"/>
                  <a:gd name="connsiteX7" fmla="*/ 80435 w 96931"/>
                  <a:gd name="connsiteY7" fmla="*/ 80436 h 96931"/>
                  <a:gd name="connsiteX8" fmla="*/ 16496 w 96931"/>
                  <a:gd name="connsiteY8" fmla="*/ 80436 h 96931"/>
                  <a:gd name="connsiteX9" fmla="*/ 16496 w 96931"/>
                  <a:gd name="connsiteY9" fmla="*/ 16496 h 9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931" h="96931">
                    <a:moveTo>
                      <a:pt x="0" y="96932"/>
                    </a:moveTo>
                    <a:lnTo>
                      <a:pt x="96932" y="96932"/>
                    </a:lnTo>
                    <a:lnTo>
                      <a:pt x="96932" y="0"/>
                    </a:lnTo>
                    <a:lnTo>
                      <a:pt x="0" y="0"/>
                    </a:lnTo>
                    <a:lnTo>
                      <a:pt x="0" y="96932"/>
                    </a:lnTo>
                    <a:close/>
                    <a:moveTo>
                      <a:pt x="16496" y="16496"/>
                    </a:moveTo>
                    <a:lnTo>
                      <a:pt x="80435" y="16496"/>
                    </a:lnTo>
                    <a:lnTo>
                      <a:pt x="80435" y="80436"/>
                    </a:lnTo>
                    <a:lnTo>
                      <a:pt x="16496" y="80436"/>
                    </a:lnTo>
                    <a:lnTo>
                      <a:pt x="16496" y="16496"/>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3" name="Freeform: Shape 29">
                <a:extLst>
                  <a:ext uri="{FF2B5EF4-FFF2-40B4-BE49-F238E27FC236}">
                    <a16:creationId xmlns:a16="http://schemas.microsoft.com/office/drawing/2014/main" id="{24A56CF1-2E93-E6CD-6517-7E45FC348BE0}"/>
                  </a:ext>
                </a:extLst>
              </p:cNvPr>
              <p:cNvSpPr/>
              <p:nvPr/>
            </p:nvSpPr>
            <p:spPr>
              <a:xfrm>
                <a:off x="7765711" y="3539344"/>
                <a:ext cx="260377" cy="260378"/>
              </a:xfrm>
              <a:custGeom>
                <a:avLst/>
                <a:gdLst>
                  <a:gd name="connsiteX0" fmla="*/ 0 w 96931"/>
                  <a:gd name="connsiteY0" fmla="*/ 96932 h 96931"/>
                  <a:gd name="connsiteX1" fmla="*/ 96932 w 96931"/>
                  <a:gd name="connsiteY1" fmla="*/ 96932 h 96931"/>
                  <a:gd name="connsiteX2" fmla="*/ 96932 w 96931"/>
                  <a:gd name="connsiteY2" fmla="*/ 0 h 96931"/>
                  <a:gd name="connsiteX3" fmla="*/ 0 w 96931"/>
                  <a:gd name="connsiteY3" fmla="*/ 0 h 96931"/>
                  <a:gd name="connsiteX4" fmla="*/ 0 w 96931"/>
                  <a:gd name="connsiteY4" fmla="*/ 96932 h 96931"/>
                  <a:gd name="connsiteX5" fmla="*/ 16496 w 96931"/>
                  <a:gd name="connsiteY5" fmla="*/ 16496 h 96931"/>
                  <a:gd name="connsiteX6" fmla="*/ 80435 w 96931"/>
                  <a:gd name="connsiteY6" fmla="*/ 16496 h 96931"/>
                  <a:gd name="connsiteX7" fmla="*/ 80435 w 96931"/>
                  <a:gd name="connsiteY7" fmla="*/ 80436 h 96931"/>
                  <a:gd name="connsiteX8" fmla="*/ 16496 w 96931"/>
                  <a:gd name="connsiteY8" fmla="*/ 80436 h 96931"/>
                  <a:gd name="connsiteX9" fmla="*/ 16496 w 96931"/>
                  <a:gd name="connsiteY9" fmla="*/ 16496 h 9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931" h="96931">
                    <a:moveTo>
                      <a:pt x="0" y="96932"/>
                    </a:moveTo>
                    <a:lnTo>
                      <a:pt x="96932" y="96932"/>
                    </a:lnTo>
                    <a:lnTo>
                      <a:pt x="96932" y="0"/>
                    </a:lnTo>
                    <a:lnTo>
                      <a:pt x="0" y="0"/>
                    </a:lnTo>
                    <a:lnTo>
                      <a:pt x="0" y="96932"/>
                    </a:lnTo>
                    <a:close/>
                    <a:moveTo>
                      <a:pt x="16496" y="16496"/>
                    </a:moveTo>
                    <a:lnTo>
                      <a:pt x="80435" y="16496"/>
                    </a:lnTo>
                    <a:lnTo>
                      <a:pt x="80435" y="80436"/>
                    </a:lnTo>
                    <a:lnTo>
                      <a:pt x="16496" y="80436"/>
                    </a:lnTo>
                    <a:lnTo>
                      <a:pt x="16496" y="16496"/>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4" name="Freeform: Shape 30">
                <a:extLst>
                  <a:ext uri="{FF2B5EF4-FFF2-40B4-BE49-F238E27FC236}">
                    <a16:creationId xmlns:a16="http://schemas.microsoft.com/office/drawing/2014/main" id="{FCAF6FE8-5943-9016-7798-F6BDDC61570C}"/>
                  </a:ext>
                </a:extLst>
              </p:cNvPr>
              <p:cNvSpPr/>
              <p:nvPr/>
            </p:nvSpPr>
            <p:spPr>
              <a:xfrm>
                <a:off x="7765711" y="3896327"/>
                <a:ext cx="260377" cy="260378"/>
              </a:xfrm>
              <a:custGeom>
                <a:avLst/>
                <a:gdLst>
                  <a:gd name="connsiteX0" fmla="*/ 0 w 96931"/>
                  <a:gd name="connsiteY0" fmla="*/ 96932 h 96931"/>
                  <a:gd name="connsiteX1" fmla="*/ 96932 w 96931"/>
                  <a:gd name="connsiteY1" fmla="*/ 96932 h 96931"/>
                  <a:gd name="connsiteX2" fmla="*/ 96932 w 96931"/>
                  <a:gd name="connsiteY2" fmla="*/ 0 h 96931"/>
                  <a:gd name="connsiteX3" fmla="*/ 0 w 96931"/>
                  <a:gd name="connsiteY3" fmla="*/ 0 h 96931"/>
                  <a:gd name="connsiteX4" fmla="*/ 0 w 96931"/>
                  <a:gd name="connsiteY4" fmla="*/ 96932 h 96931"/>
                  <a:gd name="connsiteX5" fmla="*/ 16496 w 96931"/>
                  <a:gd name="connsiteY5" fmla="*/ 16496 h 96931"/>
                  <a:gd name="connsiteX6" fmla="*/ 80435 w 96931"/>
                  <a:gd name="connsiteY6" fmla="*/ 16496 h 96931"/>
                  <a:gd name="connsiteX7" fmla="*/ 80435 w 96931"/>
                  <a:gd name="connsiteY7" fmla="*/ 80436 h 96931"/>
                  <a:gd name="connsiteX8" fmla="*/ 16496 w 96931"/>
                  <a:gd name="connsiteY8" fmla="*/ 80436 h 96931"/>
                  <a:gd name="connsiteX9" fmla="*/ 16496 w 96931"/>
                  <a:gd name="connsiteY9" fmla="*/ 16496 h 9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931" h="96931">
                    <a:moveTo>
                      <a:pt x="0" y="96932"/>
                    </a:moveTo>
                    <a:lnTo>
                      <a:pt x="96932" y="96932"/>
                    </a:lnTo>
                    <a:lnTo>
                      <a:pt x="96932" y="0"/>
                    </a:lnTo>
                    <a:lnTo>
                      <a:pt x="0" y="0"/>
                    </a:lnTo>
                    <a:lnTo>
                      <a:pt x="0" y="96932"/>
                    </a:lnTo>
                    <a:close/>
                    <a:moveTo>
                      <a:pt x="16496" y="16496"/>
                    </a:moveTo>
                    <a:lnTo>
                      <a:pt x="80435" y="16496"/>
                    </a:lnTo>
                    <a:lnTo>
                      <a:pt x="80435" y="80436"/>
                    </a:lnTo>
                    <a:lnTo>
                      <a:pt x="16496" y="80436"/>
                    </a:lnTo>
                    <a:lnTo>
                      <a:pt x="16496" y="16496"/>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5" name="Freeform: Shape 31">
                <a:extLst>
                  <a:ext uri="{FF2B5EF4-FFF2-40B4-BE49-F238E27FC236}">
                    <a16:creationId xmlns:a16="http://schemas.microsoft.com/office/drawing/2014/main" id="{87DAE894-D95F-6A53-3B93-99CDDA5285A5}"/>
                  </a:ext>
                </a:extLst>
              </p:cNvPr>
              <p:cNvSpPr/>
              <p:nvPr/>
            </p:nvSpPr>
            <p:spPr>
              <a:xfrm>
                <a:off x="7765711" y="4263056"/>
                <a:ext cx="260377" cy="116627"/>
              </a:xfrm>
              <a:custGeom>
                <a:avLst/>
                <a:gdLst>
                  <a:gd name="connsiteX0" fmla="*/ 0 w 96931"/>
                  <a:gd name="connsiteY0" fmla="*/ 43220 h 43417"/>
                  <a:gd name="connsiteX1" fmla="*/ 16496 w 96931"/>
                  <a:gd name="connsiteY1" fmla="*/ 43220 h 43417"/>
                  <a:gd name="connsiteX2" fmla="*/ 16496 w 96931"/>
                  <a:gd name="connsiteY2" fmla="*/ 16496 h 43417"/>
                  <a:gd name="connsiteX3" fmla="*/ 80435 w 96931"/>
                  <a:gd name="connsiteY3" fmla="*/ 16496 h 43417"/>
                  <a:gd name="connsiteX4" fmla="*/ 80435 w 96931"/>
                  <a:gd name="connsiteY4" fmla="*/ 43418 h 43417"/>
                  <a:gd name="connsiteX5" fmla="*/ 96932 w 96931"/>
                  <a:gd name="connsiteY5" fmla="*/ 43418 h 43417"/>
                  <a:gd name="connsiteX6" fmla="*/ 96932 w 96931"/>
                  <a:gd name="connsiteY6" fmla="*/ 0 h 43417"/>
                  <a:gd name="connsiteX7" fmla="*/ 0 w 96931"/>
                  <a:gd name="connsiteY7" fmla="*/ 0 h 43417"/>
                  <a:gd name="connsiteX8" fmla="*/ 0 w 96931"/>
                  <a:gd name="connsiteY8" fmla="*/ 43220 h 43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931" h="43417">
                    <a:moveTo>
                      <a:pt x="0" y="43220"/>
                    </a:moveTo>
                    <a:lnTo>
                      <a:pt x="16496" y="43220"/>
                    </a:lnTo>
                    <a:lnTo>
                      <a:pt x="16496" y="16496"/>
                    </a:lnTo>
                    <a:lnTo>
                      <a:pt x="80435" y="16496"/>
                    </a:lnTo>
                    <a:lnTo>
                      <a:pt x="80435" y="43418"/>
                    </a:lnTo>
                    <a:lnTo>
                      <a:pt x="96932" y="43418"/>
                    </a:lnTo>
                    <a:lnTo>
                      <a:pt x="96932" y="0"/>
                    </a:lnTo>
                    <a:lnTo>
                      <a:pt x="0" y="0"/>
                    </a:lnTo>
                    <a:lnTo>
                      <a:pt x="0" y="43220"/>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6" name="Freeform: Shape 32">
                <a:extLst>
                  <a:ext uri="{FF2B5EF4-FFF2-40B4-BE49-F238E27FC236}">
                    <a16:creationId xmlns:a16="http://schemas.microsoft.com/office/drawing/2014/main" id="{DBE22D47-6610-5095-EA1F-C580C37AB401}"/>
                  </a:ext>
                </a:extLst>
              </p:cNvPr>
              <p:cNvSpPr/>
              <p:nvPr/>
            </p:nvSpPr>
            <p:spPr>
              <a:xfrm>
                <a:off x="8415329" y="3096397"/>
                <a:ext cx="260377" cy="260378"/>
              </a:xfrm>
              <a:custGeom>
                <a:avLst/>
                <a:gdLst>
                  <a:gd name="connsiteX0" fmla="*/ 0 w 96931"/>
                  <a:gd name="connsiteY0" fmla="*/ 96932 h 96931"/>
                  <a:gd name="connsiteX1" fmla="*/ 96932 w 96931"/>
                  <a:gd name="connsiteY1" fmla="*/ 96932 h 96931"/>
                  <a:gd name="connsiteX2" fmla="*/ 96932 w 96931"/>
                  <a:gd name="connsiteY2" fmla="*/ 0 h 96931"/>
                  <a:gd name="connsiteX3" fmla="*/ 0 w 96931"/>
                  <a:gd name="connsiteY3" fmla="*/ 0 h 96931"/>
                  <a:gd name="connsiteX4" fmla="*/ 0 w 96931"/>
                  <a:gd name="connsiteY4" fmla="*/ 96932 h 96931"/>
                  <a:gd name="connsiteX5" fmla="*/ 16496 w 96931"/>
                  <a:gd name="connsiteY5" fmla="*/ 16496 h 96931"/>
                  <a:gd name="connsiteX6" fmla="*/ 80435 w 96931"/>
                  <a:gd name="connsiteY6" fmla="*/ 16496 h 96931"/>
                  <a:gd name="connsiteX7" fmla="*/ 80435 w 96931"/>
                  <a:gd name="connsiteY7" fmla="*/ 80436 h 96931"/>
                  <a:gd name="connsiteX8" fmla="*/ 16496 w 96931"/>
                  <a:gd name="connsiteY8" fmla="*/ 80436 h 96931"/>
                  <a:gd name="connsiteX9" fmla="*/ 16496 w 96931"/>
                  <a:gd name="connsiteY9" fmla="*/ 16496 h 9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931" h="96931">
                    <a:moveTo>
                      <a:pt x="0" y="96932"/>
                    </a:moveTo>
                    <a:lnTo>
                      <a:pt x="96932" y="96932"/>
                    </a:lnTo>
                    <a:lnTo>
                      <a:pt x="96932" y="0"/>
                    </a:lnTo>
                    <a:lnTo>
                      <a:pt x="0" y="0"/>
                    </a:lnTo>
                    <a:lnTo>
                      <a:pt x="0" y="96932"/>
                    </a:lnTo>
                    <a:close/>
                    <a:moveTo>
                      <a:pt x="16496" y="16496"/>
                    </a:moveTo>
                    <a:lnTo>
                      <a:pt x="80435" y="16496"/>
                    </a:lnTo>
                    <a:lnTo>
                      <a:pt x="80435" y="80436"/>
                    </a:lnTo>
                    <a:lnTo>
                      <a:pt x="16496" y="80436"/>
                    </a:lnTo>
                    <a:lnTo>
                      <a:pt x="16496" y="16496"/>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7" name="Freeform: Shape 33">
                <a:extLst>
                  <a:ext uri="{FF2B5EF4-FFF2-40B4-BE49-F238E27FC236}">
                    <a16:creationId xmlns:a16="http://schemas.microsoft.com/office/drawing/2014/main" id="{AC66B9D6-057B-6EE1-2E07-628F6B93507C}"/>
                  </a:ext>
                </a:extLst>
              </p:cNvPr>
              <p:cNvSpPr/>
              <p:nvPr/>
            </p:nvSpPr>
            <p:spPr>
              <a:xfrm>
                <a:off x="7099254" y="2691028"/>
                <a:ext cx="317629" cy="317629"/>
              </a:xfrm>
              <a:custGeom>
                <a:avLst/>
                <a:gdLst>
                  <a:gd name="connsiteX0" fmla="*/ 118179 w 118244"/>
                  <a:gd name="connsiteY0" fmla="*/ 59122 h 118244"/>
                  <a:gd name="connsiteX1" fmla="*/ 59122 w 118244"/>
                  <a:gd name="connsiteY1" fmla="*/ 0 h 118244"/>
                  <a:gd name="connsiteX2" fmla="*/ 0 w 118244"/>
                  <a:gd name="connsiteY2" fmla="*/ 59122 h 118244"/>
                  <a:gd name="connsiteX3" fmla="*/ 59122 w 118244"/>
                  <a:gd name="connsiteY3" fmla="*/ 118245 h 118244"/>
                  <a:gd name="connsiteX4" fmla="*/ 118245 w 118244"/>
                  <a:gd name="connsiteY4" fmla="*/ 59122 h 118244"/>
                  <a:gd name="connsiteX5" fmla="*/ 59122 w 118244"/>
                  <a:gd name="connsiteY5" fmla="*/ 23359 h 118244"/>
                  <a:gd name="connsiteX6" fmla="*/ 94886 w 118244"/>
                  <a:gd name="connsiteY6" fmla="*/ 59122 h 118244"/>
                  <a:gd name="connsiteX7" fmla="*/ 59122 w 118244"/>
                  <a:gd name="connsiteY7" fmla="*/ 94886 h 118244"/>
                  <a:gd name="connsiteX8" fmla="*/ 23359 w 118244"/>
                  <a:gd name="connsiteY8" fmla="*/ 59122 h 118244"/>
                  <a:gd name="connsiteX9" fmla="*/ 59122 w 118244"/>
                  <a:gd name="connsiteY9" fmla="*/ 23359 h 11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8244" h="118244">
                    <a:moveTo>
                      <a:pt x="118179" y="59122"/>
                    </a:moveTo>
                    <a:lnTo>
                      <a:pt x="59122" y="0"/>
                    </a:lnTo>
                    <a:lnTo>
                      <a:pt x="0" y="59122"/>
                    </a:lnTo>
                    <a:lnTo>
                      <a:pt x="59122" y="118245"/>
                    </a:lnTo>
                    <a:lnTo>
                      <a:pt x="118245" y="59122"/>
                    </a:lnTo>
                    <a:close/>
                    <a:moveTo>
                      <a:pt x="59122" y="23359"/>
                    </a:moveTo>
                    <a:lnTo>
                      <a:pt x="94886" y="59122"/>
                    </a:lnTo>
                    <a:lnTo>
                      <a:pt x="59122" y="94886"/>
                    </a:lnTo>
                    <a:lnTo>
                      <a:pt x="23359" y="59122"/>
                    </a:lnTo>
                    <a:lnTo>
                      <a:pt x="59122" y="23359"/>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8" name="Freeform: Shape 34">
                <a:extLst>
                  <a:ext uri="{FF2B5EF4-FFF2-40B4-BE49-F238E27FC236}">
                    <a16:creationId xmlns:a16="http://schemas.microsoft.com/office/drawing/2014/main" id="{36B9C124-D768-EA55-4559-2887555F0ECC}"/>
                  </a:ext>
                </a:extLst>
              </p:cNvPr>
              <p:cNvSpPr/>
              <p:nvPr/>
            </p:nvSpPr>
            <p:spPr>
              <a:xfrm>
                <a:off x="7956076" y="3067859"/>
                <a:ext cx="317629" cy="317629"/>
              </a:xfrm>
              <a:custGeom>
                <a:avLst/>
                <a:gdLst>
                  <a:gd name="connsiteX0" fmla="*/ 59122 w 118244"/>
                  <a:gd name="connsiteY0" fmla="*/ 0 h 118244"/>
                  <a:gd name="connsiteX1" fmla="*/ 0 w 118244"/>
                  <a:gd name="connsiteY1" fmla="*/ 59122 h 118244"/>
                  <a:gd name="connsiteX2" fmla="*/ 59122 w 118244"/>
                  <a:gd name="connsiteY2" fmla="*/ 118245 h 118244"/>
                  <a:gd name="connsiteX3" fmla="*/ 118245 w 118244"/>
                  <a:gd name="connsiteY3" fmla="*/ 59122 h 118244"/>
                  <a:gd name="connsiteX4" fmla="*/ 59122 w 118244"/>
                  <a:gd name="connsiteY4" fmla="*/ 0 h 118244"/>
                  <a:gd name="connsiteX5" fmla="*/ 23359 w 118244"/>
                  <a:gd name="connsiteY5" fmla="*/ 59122 h 118244"/>
                  <a:gd name="connsiteX6" fmla="*/ 59122 w 118244"/>
                  <a:gd name="connsiteY6" fmla="*/ 23359 h 118244"/>
                  <a:gd name="connsiteX7" fmla="*/ 94886 w 118244"/>
                  <a:gd name="connsiteY7" fmla="*/ 59122 h 118244"/>
                  <a:gd name="connsiteX8" fmla="*/ 59122 w 118244"/>
                  <a:gd name="connsiteY8" fmla="*/ 94886 h 118244"/>
                  <a:gd name="connsiteX9" fmla="*/ 23359 w 118244"/>
                  <a:gd name="connsiteY9" fmla="*/ 59122 h 11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8244" h="118244">
                    <a:moveTo>
                      <a:pt x="59122" y="0"/>
                    </a:moveTo>
                    <a:lnTo>
                      <a:pt x="0" y="59122"/>
                    </a:lnTo>
                    <a:lnTo>
                      <a:pt x="59122" y="118245"/>
                    </a:lnTo>
                    <a:lnTo>
                      <a:pt x="118245" y="59122"/>
                    </a:lnTo>
                    <a:lnTo>
                      <a:pt x="59122" y="0"/>
                    </a:lnTo>
                    <a:close/>
                    <a:moveTo>
                      <a:pt x="23359" y="59122"/>
                    </a:moveTo>
                    <a:lnTo>
                      <a:pt x="59122" y="23359"/>
                    </a:lnTo>
                    <a:lnTo>
                      <a:pt x="94886" y="59122"/>
                    </a:lnTo>
                    <a:lnTo>
                      <a:pt x="59122" y="94886"/>
                    </a:lnTo>
                    <a:lnTo>
                      <a:pt x="23359" y="59122"/>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39" name="TextBox 38">
            <a:extLst>
              <a:ext uri="{FF2B5EF4-FFF2-40B4-BE49-F238E27FC236}">
                <a16:creationId xmlns:a16="http://schemas.microsoft.com/office/drawing/2014/main" id="{92A294C6-C909-C316-AAF7-3C62BB69C3CA}"/>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Metropolis-Regular"/>
                <a:rtl val="0"/>
              </a:rPr>
              <a:t>.  </a:t>
            </a:r>
          </a:p>
        </p:txBody>
      </p:sp>
      <p:grpSp>
        <p:nvGrpSpPr>
          <p:cNvPr id="41" name="Graphic 8">
            <a:extLst>
              <a:ext uri="{FF2B5EF4-FFF2-40B4-BE49-F238E27FC236}">
                <a16:creationId xmlns:a16="http://schemas.microsoft.com/office/drawing/2014/main" id="{892D436A-9CF8-71EB-2706-2608558983A2}"/>
              </a:ext>
            </a:extLst>
          </p:cNvPr>
          <p:cNvGrpSpPr/>
          <p:nvPr userDrawn="1"/>
        </p:nvGrpSpPr>
        <p:grpSpPr>
          <a:xfrm>
            <a:off x="265625" y="6323271"/>
            <a:ext cx="1249223" cy="369648"/>
            <a:chOff x="265625" y="6323271"/>
            <a:chExt cx="1249223" cy="369648"/>
          </a:xfrm>
          <a:solidFill>
            <a:srgbClr val="000000"/>
          </a:solidFill>
        </p:grpSpPr>
        <p:grpSp>
          <p:nvGrpSpPr>
            <p:cNvPr id="42" name="Graphic 8">
              <a:extLst>
                <a:ext uri="{FF2B5EF4-FFF2-40B4-BE49-F238E27FC236}">
                  <a16:creationId xmlns:a16="http://schemas.microsoft.com/office/drawing/2014/main" id="{35C93C08-A4A6-BB98-4129-973240CA30B9}"/>
                </a:ext>
              </a:extLst>
            </p:cNvPr>
            <p:cNvGrpSpPr/>
            <p:nvPr/>
          </p:nvGrpSpPr>
          <p:grpSpPr>
            <a:xfrm>
              <a:off x="745455" y="6594444"/>
              <a:ext cx="722662" cy="98475"/>
              <a:chOff x="745455" y="6594444"/>
              <a:chExt cx="722662" cy="98475"/>
            </a:xfrm>
            <a:solidFill>
              <a:srgbClr val="000000"/>
            </a:solidFill>
          </p:grpSpPr>
          <p:sp>
            <p:nvSpPr>
              <p:cNvPr id="51" name="Freeform 19">
                <a:extLst>
                  <a:ext uri="{FF2B5EF4-FFF2-40B4-BE49-F238E27FC236}">
                    <a16:creationId xmlns:a16="http://schemas.microsoft.com/office/drawing/2014/main" id="{D964A917-2142-E043-7D9A-1FED1CA5FD1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52" name="Freeform 20">
                <a:extLst>
                  <a:ext uri="{FF2B5EF4-FFF2-40B4-BE49-F238E27FC236}">
                    <a16:creationId xmlns:a16="http://schemas.microsoft.com/office/drawing/2014/main" id="{07FB8CFB-F8BB-7695-B609-5108322681CB}"/>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53" name="Freeform 21">
                <a:extLst>
                  <a:ext uri="{FF2B5EF4-FFF2-40B4-BE49-F238E27FC236}">
                    <a16:creationId xmlns:a16="http://schemas.microsoft.com/office/drawing/2014/main" id="{6EEFC953-799D-C005-0947-6547DF07DAF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54" name="Freeform 22">
                <a:extLst>
                  <a:ext uri="{FF2B5EF4-FFF2-40B4-BE49-F238E27FC236}">
                    <a16:creationId xmlns:a16="http://schemas.microsoft.com/office/drawing/2014/main" id="{C992F0AB-B0D9-CA64-45C4-4150373E130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55" name="Freeform 23">
                <a:extLst>
                  <a:ext uri="{FF2B5EF4-FFF2-40B4-BE49-F238E27FC236}">
                    <a16:creationId xmlns:a16="http://schemas.microsoft.com/office/drawing/2014/main" id="{442C4985-7171-F625-9238-92598218578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6" name="Freeform 24">
                <a:extLst>
                  <a:ext uri="{FF2B5EF4-FFF2-40B4-BE49-F238E27FC236}">
                    <a16:creationId xmlns:a16="http://schemas.microsoft.com/office/drawing/2014/main" id="{D154FC48-E995-2BC8-6C63-14513EA04503}"/>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57" name="Freeform 25">
                <a:extLst>
                  <a:ext uri="{FF2B5EF4-FFF2-40B4-BE49-F238E27FC236}">
                    <a16:creationId xmlns:a16="http://schemas.microsoft.com/office/drawing/2014/main" id="{EE9B05EA-F748-6830-086D-BE51F42604E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58" name="Freeform 26">
                <a:extLst>
                  <a:ext uri="{FF2B5EF4-FFF2-40B4-BE49-F238E27FC236}">
                    <a16:creationId xmlns:a16="http://schemas.microsoft.com/office/drawing/2014/main" id="{2B91EF22-DECB-2992-FC33-C98F4D64644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59" name="Freeform 27">
                <a:extLst>
                  <a:ext uri="{FF2B5EF4-FFF2-40B4-BE49-F238E27FC236}">
                    <a16:creationId xmlns:a16="http://schemas.microsoft.com/office/drawing/2014/main" id="{12D8F48E-1B8A-2AC4-6E86-B7DDA640E4F5}"/>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60" name="Freeform 28">
                <a:extLst>
                  <a:ext uri="{FF2B5EF4-FFF2-40B4-BE49-F238E27FC236}">
                    <a16:creationId xmlns:a16="http://schemas.microsoft.com/office/drawing/2014/main" id="{B3968019-A78B-4F5B-276F-28321B52B28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43" name="Graphic 8">
              <a:extLst>
                <a:ext uri="{FF2B5EF4-FFF2-40B4-BE49-F238E27FC236}">
                  <a16:creationId xmlns:a16="http://schemas.microsoft.com/office/drawing/2014/main" id="{A8286F36-561E-3FA6-F31C-400982C33B7A}"/>
                </a:ext>
              </a:extLst>
            </p:cNvPr>
            <p:cNvGrpSpPr/>
            <p:nvPr/>
          </p:nvGrpSpPr>
          <p:grpSpPr>
            <a:xfrm>
              <a:off x="265625" y="6323271"/>
              <a:ext cx="1249223" cy="190348"/>
              <a:chOff x="265625" y="6323271"/>
              <a:chExt cx="1249223" cy="190348"/>
            </a:xfrm>
            <a:solidFill>
              <a:srgbClr val="000000"/>
            </a:solidFill>
          </p:grpSpPr>
          <p:sp>
            <p:nvSpPr>
              <p:cNvPr id="44" name="Freeform 10">
                <a:extLst>
                  <a:ext uri="{FF2B5EF4-FFF2-40B4-BE49-F238E27FC236}">
                    <a16:creationId xmlns:a16="http://schemas.microsoft.com/office/drawing/2014/main" id="{4242B9E4-5A2D-B4B8-E9CE-DB3559A7D5B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45" name="Freeform 11">
                <a:extLst>
                  <a:ext uri="{FF2B5EF4-FFF2-40B4-BE49-F238E27FC236}">
                    <a16:creationId xmlns:a16="http://schemas.microsoft.com/office/drawing/2014/main" id="{084222A9-7BF6-F3DE-D5EA-9465CAC34E8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46" name="Freeform 14">
                <a:extLst>
                  <a:ext uri="{FF2B5EF4-FFF2-40B4-BE49-F238E27FC236}">
                    <a16:creationId xmlns:a16="http://schemas.microsoft.com/office/drawing/2014/main" id="{568061FF-3D3F-BC91-697E-F81586770B5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47" name="Freeform 15">
                <a:extLst>
                  <a:ext uri="{FF2B5EF4-FFF2-40B4-BE49-F238E27FC236}">
                    <a16:creationId xmlns:a16="http://schemas.microsoft.com/office/drawing/2014/main" id="{161136C6-3C73-C985-BCA9-A7002206885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48" name="Freeform 16">
                <a:extLst>
                  <a:ext uri="{FF2B5EF4-FFF2-40B4-BE49-F238E27FC236}">
                    <a16:creationId xmlns:a16="http://schemas.microsoft.com/office/drawing/2014/main" id="{F72427CA-B877-4CB5-F604-0EC292761D27}"/>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49" name="Freeform 17">
                <a:extLst>
                  <a:ext uri="{FF2B5EF4-FFF2-40B4-BE49-F238E27FC236}">
                    <a16:creationId xmlns:a16="http://schemas.microsoft.com/office/drawing/2014/main" id="{B7EB85A9-5305-B000-F4A2-DB45DF066FD0}"/>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50" name="Freeform 18">
                <a:extLst>
                  <a:ext uri="{FF2B5EF4-FFF2-40B4-BE49-F238E27FC236}">
                    <a16:creationId xmlns:a16="http://schemas.microsoft.com/office/drawing/2014/main" id="{ECCF61CD-6D3F-5060-39BE-657A848A9A3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0" name="TextBox 39">
            <a:extLst>
              <a:ext uri="{FF2B5EF4-FFF2-40B4-BE49-F238E27FC236}">
                <a16:creationId xmlns:a16="http://schemas.microsoft.com/office/drawing/2014/main" id="{9509A734-D739-9650-4AEE-CBE983D5246F}"/>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158363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27"/>
        <p:cNvGrpSpPr/>
        <p:nvPr/>
      </p:nvGrpSpPr>
      <p:grpSpPr>
        <a:xfrm>
          <a:off x="0" y="0"/>
          <a:ext cx="0" cy="0"/>
          <a:chOff x="0" y="0"/>
          <a:chExt cx="0" cy="0"/>
        </a:xfrm>
      </p:grpSpPr>
      <p:sp>
        <p:nvSpPr>
          <p:cNvPr id="28" name="Google Shape;28;p25"/>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5"/>
          <p:cNvSpPr txBox="1">
            <a:spLocks noGrp="1"/>
          </p:cNvSpPr>
          <p:nvPr>
            <p:ph type="subTitle" idx="1"/>
          </p:nvPr>
        </p:nvSpPr>
        <p:spPr>
          <a:xfrm>
            <a:off x="592866" y="811830"/>
            <a:ext cx="1098794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2"/>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0"/>
              </a:spcAft>
              <a:buSzPts val="1440"/>
              <a:buNone/>
              <a:defRPr sz="1600"/>
            </a:lvl9pPr>
          </a:lstStyle>
          <a:p>
            <a:endParaRPr/>
          </a:p>
        </p:txBody>
      </p:sp>
      <p:sp>
        <p:nvSpPr>
          <p:cNvPr id="30" name="Google Shape;30;p25"/>
          <p:cNvSpPr txBox="1">
            <a:spLocks noGrp="1"/>
          </p:cNvSpPr>
          <p:nvPr>
            <p:ph type="body" idx="2"/>
          </p:nvPr>
        </p:nvSpPr>
        <p:spPr>
          <a:xfrm>
            <a:off x="616505" y="1600201"/>
            <a:ext cx="10972800" cy="4572000"/>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1200"/>
              </a:spcBef>
              <a:spcAft>
                <a:spcPts val="0"/>
              </a:spcAft>
              <a:buSzPts val="1800"/>
              <a:buChar char="​"/>
              <a:defRPr/>
            </a:lvl1pPr>
            <a:lvl2pPr marL="914400" lvl="1" indent="-331469" algn="l">
              <a:lnSpc>
                <a:spcPct val="100000"/>
              </a:lnSpc>
              <a:spcBef>
                <a:spcPts val="1200"/>
              </a:spcBef>
              <a:spcAft>
                <a:spcPts val="0"/>
              </a:spcAft>
              <a:buSzPts val="1620"/>
              <a:buChar char="•"/>
              <a:defRPr/>
            </a:lvl2pPr>
            <a:lvl3pPr marL="1371600" lvl="2" indent="-320039" algn="l">
              <a:lnSpc>
                <a:spcPct val="100000"/>
              </a:lnSpc>
              <a:spcBef>
                <a:spcPts val="1200"/>
              </a:spcBef>
              <a:spcAft>
                <a:spcPts val="0"/>
              </a:spcAft>
              <a:buSzPts val="1440"/>
              <a:buChar char="–"/>
              <a:defRPr/>
            </a:lvl3pPr>
            <a:lvl4pPr marL="1828800" lvl="3" indent="-308610" algn="l">
              <a:lnSpc>
                <a:spcPct val="100000"/>
              </a:lnSpc>
              <a:spcBef>
                <a:spcPts val="1200"/>
              </a:spcBef>
              <a:spcAft>
                <a:spcPts val="0"/>
              </a:spcAft>
              <a:buSzPts val="1260"/>
              <a:buChar char="•"/>
              <a:defRPr/>
            </a:lvl4pPr>
            <a:lvl5pPr marL="2286000" lvl="4" indent="-308610" algn="l">
              <a:lnSpc>
                <a:spcPct val="100000"/>
              </a:lnSpc>
              <a:spcBef>
                <a:spcPts val="1200"/>
              </a:spcBef>
              <a:spcAft>
                <a:spcPts val="0"/>
              </a:spcAft>
              <a:buSzPts val="1260"/>
              <a:buChar char="–"/>
              <a:defRPr/>
            </a:lvl5pPr>
            <a:lvl6pPr marL="2743200" lvl="5" indent="-308610" algn="l">
              <a:lnSpc>
                <a:spcPct val="100000"/>
              </a:lnSpc>
              <a:spcBef>
                <a:spcPts val="1200"/>
              </a:spcBef>
              <a:spcAft>
                <a:spcPts val="0"/>
              </a:spcAft>
              <a:buSzPts val="126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0"/>
              </a:spcAft>
              <a:buSzPts val="1620"/>
              <a:buChar char="-"/>
              <a:defRPr/>
            </a:lvl9pPr>
          </a:lstStyle>
          <a:p>
            <a:endParaRPr/>
          </a:p>
        </p:txBody>
      </p:sp>
      <p:sp>
        <p:nvSpPr>
          <p:cNvPr id="31" name="Google Shape;31;p2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extLst>
      <p:ext uri="{BB962C8B-B14F-4D97-AF65-F5344CB8AC3E}">
        <p14:creationId xmlns:p14="http://schemas.microsoft.com/office/powerpoint/2010/main" val="2607816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Section Header – Leaf">
    <p:spTree>
      <p:nvGrpSpPr>
        <p:cNvPr id="1" name=""/>
        <p:cNvGrpSpPr/>
        <p:nvPr/>
      </p:nvGrpSpPr>
      <p:grpSpPr>
        <a:xfrm>
          <a:off x="0" y="0"/>
          <a:ext cx="0" cy="0"/>
          <a:chOff x="0" y="0"/>
          <a:chExt cx="0" cy="0"/>
        </a:xfrm>
      </p:grpSpPr>
      <p:pic>
        <p:nvPicPr>
          <p:cNvPr id="5" name="Picture 4" descr="A green and blue arrow&#10;&#10;Description automatically generated">
            <a:extLst>
              <a:ext uri="{FF2B5EF4-FFF2-40B4-BE49-F238E27FC236}">
                <a16:creationId xmlns:a16="http://schemas.microsoft.com/office/drawing/2014/main" id="{F2CCAA17-F653-EBAB-FA83-415B02C3DF22}"/>
              </a:ext>
            </a:extLst>
          </p:cNvPr>
          <p:cNvPicPr>
            <a:picLocks noChangeAspect="1"/>
          </p:cNvPicPr>
          <p:nvPr userDrawn="1"/>
        </p:nvPicPr>
        <p:blipFill rotWithShape="1">
          <a:blip r:embed="rId2"/>
          <a:srcRect b="11162"/>
          <a:stretch/>
        </p:blipFill>
        <p:spPr>
          <a:xfrm>
            <a:off x="0" y="-495"/>
            <a:ext cx="12187946" cy="6092951"/>
          </a:xfrm>
          <a:prstGeom prst="rect">
            <a:avLst/>
          </a:prstGeom>
        </p:spPr>
      </p:pic>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1"/>
                </a:solidFill>
              </a:defRPr>
            </a:lvl1pPr>
          </a:lstStyle>
          <a:p>
            <a:r>
              <a:rPr lang="en-US" dirty="0"/>
              <a:t>Section Title Option 1</a:t>
            </a:r>
            <a:br>
              <a:rPr lang="en-US" dirty="0"/>
            </a:br>
            <a:r>
              <a:rPr lang="en-US" dirty="0"/>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4" name="page number">
            <a:extLst>
              <a:ext uri="{FF2B5EF4-FFF2-40B4-BE49-F238E27FC236}">
                <a16:creationId xmlns:a16="http://schemas.microsoft.com/office/drawing/2014/main" id="{20A83C12-6BEB-4E4C-9FB0-AA1FB4C661B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23547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78.xml"/><Relationship Id="rId21" Type="http://schemas.openxmlformats.org/officeDocument/2006/relationships/slideLayout" Target="../slideLayouts/slideLayout73.xml"/><Relationship Id="rId42" Type="http://schemas.openxmlformats.org/officeDocument/2006/relationships/slideLayout" Target="../slideLayouts/slideLayout94.xml"/><Relationship Id="rId47" Type="http://schemas.openxmlformats.org/officeDocument/2006/relationships/slideLayout" Target="../slideLayouts/slideLayout99.xml"/><Relationship Id="rId63" Type="http://schemas.openxmlformats.org/officeDocument/2006/relationships/slideLayout" Target="../slideLayouts/slideLayout115.xml"/><Relationship Id="rId68" Type="http://schemas.openxmlformats.org/officeDocument/2006/relationships/slideLayout" Target="../slideLayouts/slideLayout120.xml"/><Relationship Id="rId7" Type="http://schemas.openxmlformats.org/officeDocument/2006/relationships/slideLayout" Target="../slideLayouts/slideLayout59.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9" Type="http://schemas.openxmlformats.org/officeDocument/2006/relationships/slideLayout" Target="../slideLayouts/slideLayout81.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32" Type="http://schemas.openxmlformats.org/officeDocument/2006/relationships/slideLayout" Target="../slideLayouts/slideLayout84.xml"/><Relationship Id="rId37" Type="http://schemas.openxmlformats.org/officeDocument/2006/relationships/slideLayout" Target="../slideLayouts/slideLayout89.xml"/><Relationship Id="rId40" Type="http://schemas.openxmlformats.org/officeDocument/2006/relationships/slideLayout" Target="../slideLayouts/slideLayout92.xml"/><Relationship Id="rId45" Type="http://schemas.openxmlformats.org/officeDocument/2006/relationships/slideLayout" Target="../slideLayouts/slideLayout97.xml"/><Relationship Id="rId53" Type="http://schemas.openxmlformats.org/officeDocument/2006/relationships/slideLayout" Target="../slideLayouts/slideLayout105.xml"/><Relationship Id="rId58" Type="http://schemas.openxmlformats.org/officeDocument/2006/relationships/slideLayout" Target="../slideLayouts/slideLayout110.xml"/><Relationship Id="rId66" Type="http://schemas.openxmlformats.org/officeDocument/2006/relationships/slideLayout" Target="../slideLayouts/slideLayout118.xml"/><Relationship Id="rId5" Type="http://schemas.openxmlformats.org/officeDocument/2006/relationships/slideLayout" Target="../slideLayouts/slideLayout57.xml"/><Relationship Id="rId61" Type="http://schemas.openxmlformats.org/officeDocument/2006/relationships/slideLayout" Target="../slideLayouts/slideLayout113.xml"/><Relationship Id="rId19" Type="http://schemas.openxmlformats.org/officeDocument/2006/relationships/slideLayout" Target="../slideLayouts/slideLayout7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slideLayout" Target="../slideLayouts/slideLayout79.xml"/><Relationship Id="rId30" Type="http://schemas.openxmlformats.org/officeDocument/2006/relationships/slideLayout" Target="../slideLayouts/slideLayout82.xml"/><Relationship Id="rId35" Type="http://schemas.openxmlformats.org/officeDocument/2006/relationships/slideLayout" Target="../slideLayouts/slideLayout87.xml"/><Relationship Id="rId43" Type="http://schemas.openxmlformats.org/officeDocument/2006/relationships/slideLayout" Target="../slideLayouts/slideLayout95.xml"/><Relationship Id="rId48" Type="http://schemas.openxmlformats.org/officeDocument/2006/relationships/slideLayout" Target="../slideLayouts/slideLayout100.xml"/><Relationship Id="rId56" Type="http://schemas.openxmlformats.org/officeDocument/2006/relationships/slideLayout" Target="../slideLayouts/slideLayout108.xml"/><Relationship Id="rId64" Type="http://schemas.openxmlformats.org/officeDocument/2006/relationships/slideLayout" Target="../slideLayouts/slideLayout116.xml"/><Relationship Id="rId69" Type="http://schemas.openxmlformats.org/officeDocument/2006/relationships/theme" Target="../theme/theme2.xml"/><Relationship Id="rId8" Type="http://schemas.openxmlformats.org/officeDocument/2006/relationships/slideLayout" Target="../slideLayouts/slideLayout60.xml"/><Relationship Id="rId51" Type="http://schemas.openxmlformats.org/officeDocument/2006/relationships/slideLayout" Target="../slideLayouts/slideLayout103.xml"/><Relationship Id="rId3" Type="http://schemas.openxmlformats.org/officeDocument/2006/relationships/slideLayout" Target="../slideLayouts/slideLayout55.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33" Type="http://schemas.openxmlformats.org/officeDocument/2006/relationships/slideLayout" Target="../slideLayouts/slideLayout85.xml"/><Relationship Id="rId38" Type="http://schemas.openxmlformats.org/officeDocument/2006/relationships/slideLayout" Target="../slideLayouts/slideLayout90.xml"/><Relationship Id="rId46" Type="http://schemas.openxmlformats.org/officeDocument/2006/relationships/slideLayout" Target="../slideLayouts/slideLayout98.xml"/><Relationship Id="rId59" Type="http://schemas.openxmlformats.org/officeDocument/2006/relationships/slideLayout" Target="../slideLayouts/slideLayout111.xml"/><Relationship Id="rId67" Type="http://schemas.openxmlformats.org/officeDocument/2006/relationships/slideLayout" Target="../slideLayouts/slideLayout119.xml"/><Relationship Id="rId20" Type="http://schemas.openxmlformats.org/officeDocument/2006/relationships/slideLayout" Target="../slideLayouts/slideLayout72.xml"/><Relationship Id="rId41" Type="http://schemas.openxmlformats.org/officeDocument/2006/relationships/slideLayout" Target="../slideLayouts/slideLayout93.xml"/><Relationship Id="rId54" Type="http://schemas.openxmlformats.org/officeDocument/2006/relationships/slideLayout" Target="../slideLayouts/slideLayout106.xml"/><Relationship Id="rId62" Type="http://schemas.openxmlformats.org/officeDocument/2006/relationships/slideLayout" Target="../slideLayouts/slideLayout114.xml"/><Relationship Id="rId70" Type="http://schemas.openxmlformats.org/officeDocument/2006/relationships/image" Target="../media/image21.png"/><Relationship Id="rId1" Type="http://schemas.openxmlformats.org/officeDocument/2006/relationships/slideLayout" Target="../slideLayouts/slideLayout53.xml"/><Relationship Id="rId6" Type="http://schemas.openxmlformats.org/officeDocument/2006/relationships/slideLayout" Target="../slideLayouts/slideLayout58.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slideLayout" Target="../slideLayouts/slideLayout80.xml"/><Relationship Id="rId36" Type="http://schemas.openxmlformats.org/officeDocument/2006/relationships/slideLayout" Target="../slideLayouts/slideLayout88.xml"/><Relationship Id="rId49" Type="http://schemas.openxmlformats.org/officeDocument/2006/relationships/slideLayout" Target="../slideLayouts/slideLayout101.xml"/><Relationship Id="rId57" Type="http://schemas.openxmlformats.org/officeDocument/2006/relationships/slideLayout" Target="../slideLayouts/slideLayout109.xml"/><Relationship Id="rId10" Type="http://schemas.openxmlformats.org/officeDocument/2006/relationships/slideLayout" Target="../slideLayouts/slideLayout62.xml"/><Relationship Id="rId31" Type="http://schemas.openxmlformats.org/officeDocument/2006/relationships/slideLayout" Target="../slideLayouts/slideLayout83.xml"/><Relationship Id="rId44" Type="http://schemas.openxmlformats.org/officeDocument/2006/relationships/slideLayout" Target="../slideLayouts/slideLayout96.xml"/><Relationship Id="rId52" Type="http://schemas.openxmlformats.org/officeDocument/2006/relationships/slideLayout" Target="../slideLayouts/slideLayout104.xml"/><Relationship Id="rId60" Type="http://schemas.openxmlformats.org/officeDocument/2006/relationships/slideLayout" Target="../slideLayouts/slideLayout112.xml"/><Relationship Id="rId65" Type="http://schemas.openxmlformats.org/officeDocument/2006/relationships/slideLayout" Target="../slideLayouts/slideLayout117.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39" Type="http://schemas.openxmlformats.org/officeDocument/2006/relationships/slideLayout" Target="../slideLayouts/slideLayout91.xml"/><Relationship Id="rId34" Type="http://schemas.openxmlformats.org/officeDocument/2006/relationships/slideLayout" Target="../slideLayouts/slideLayout86.xml"/><Relationship Id="rId50" Type="http://schemas.openxmlformats.org/officeDocument/2006/relationships/slideLayout" Target="../slideLayouts/slideLayout102.xml"/><Relationship Id="rId55" Type="http://schemas.openxmlformats.org/officeDocument/2006/relationships/slideLayout" Target="../slideLayouts/slideLayout10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AA6C16E6-5A1F-46F7-8642-A7F025A5BDCF}"/>
              </a:ext>
            </a:extLst>
          </p:cNvPr>
          <p:cNvSpPr>
            <a:spLocks noGrp="1"/>
          </p:cNvSpPr>
          <p:nvPr>
            <p:ph type="ftr" sz="quarter" idx="3"/>
          </p:nvPr>
        </p:nvSpPr>
        <p:spPr>
          <a:xfrm>
            <a:off x="4037013" y="735203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5" name="Slide Number Placeholder 4">
            <a:extLst>
              <a:ext uri="{FF2B5EF4-FFF2-40B4-BE49-F238E27FC236}">
                <a16:creationId xmlns:a16="http://schemas.microsoft.com/office/drawing/2014/main" id="{3E586C86-F823-4766-9B10-773EDC51CC66}"/>
              </a:ext>
            </a:extLst>
          </p:cNvPr>
          <p:cNvSpPr>
            <a:spLocks noGrp="1"/>
          </p:cNvSpPr>
          <p:nvPr>
            <p:ph type="sldNum" sz="quarter" idx="4"/>
          </p:nvPr>
        </p:nvSpPr>
        <p:spPr>
          <a:xfrm>
            <a:off x="8609013" y="735203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D295A3-96FB-4E80-91AF-4225D266C57B}" type="slidenum">
              <a:rPr lang="en-US" smtClean="0"/>
              <a:t>‹#›</a:t>
            </a:fld>
            <a:endParaRPr lang="en-US" dirty="0"/>
          </a:p>
        </p:txBody>
      </p:sp>
      <p:sp>
        <p:nvSpPr>
          <p:cNvPr id="46" name="TextBox 45">
            <a:extLst>
              <a:ext uri="{FF2B5EF4-FFF2-40B4-BE49-F238E27FC236}">
                <a16:creationId xmlns:a16="http://schemas.microsoft.com/office/drawing/2014/main" id="{CD85138C-BA05-506A-37F6-E09D7B567181}"/>
              </a:ext>
            </a:extLst>
          </p:cNvPr>
          <p:cNvSpPr txBox="1"/>
          <p:nvPr/>
        </p:nvSpPr>
        <p:spPr>
          <a:xfrm>
            <a:off x="1645084" y="6461498"/>
            <a:ext cx="2590453" cy="128753"/>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2025 Broadcom.  </a:t>
            </a:r>
          </a:p>
        </p:txBody>
      </p:sp>
      <p:sp>
        <p:nvSpPr>
          <p:cNvPr id="47" name="TextBox 46">
            <a:extLst>
              <a:ext uri="{FF2B5EF4-FFF2-40B4-BE49-F238E27FC236}">
                <a16:creationId xmlns:a16="http://schemas.microsoft.com/office/drawing/2014/main" id="{102AAF9C-F1AC-4843-6875-135CA87C5B2B}"/>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pic>
        <p:nvPicPr>
          <p:cNvPr id="74" name="Picture 73" descr="A green and blue arrow&#10;&#10;Description automatically generated">
            <a:extLst>
              <a:ext uri="{FF2B5EF4-FFF2-40B4-BE49-F238E27FC236}">
                <a16:creationId xmlns:a16="http://schemas.microsoft.com/office/drawing/2014/main" id="{C967C0A9-A69C-82AD-D33C-3AF05EB07560}"/>
              </a:ext>
            </a:extLst>
          </p:cNvPr>
          <p:cNvPicPr>
            <a:picLocks noChangeAspect="1"/>
          </p:cNvPicPr>
          <p:nvPr userDrawn="1"/>
        </p:nvPicPr>
        <p:blipFill rotWithShape="1">
          <a:blip r:embed="rId54"/>
          <a:srcRect b="97344"/>
          <a:stretch/>
        </p:blipFill>
        <p:spPr>
          <a:xfrm>
            <a:off x="0" y="-494"/>
            <a:ext cx="12187946" cy="182146"/>
          </a:xfrm>
          <a:prstGeom prst="rect">
            <a:avLst/>
          </a:prstGeom>
        </p:spPr>
      </p:pic>
    </p:spTree>
    <p:extLst>
      <p:ext uri="{BB962C8B-B14F-4D97-AF65-F5344CB8AC3E}">
        <p14:creationId xmlns:p14="http://schemas.microsoft.com/office/powerpoint/2010/main" val="314398929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6" r:id="rId43"/>
    <p:sldLayoutId id="2147483707" r:id="rId44"/>
    <p:sldLayoutId id="2147483708" r:id="rId45"/>
    <p:sldLayoutId id="2147483709" r:id="rId46"/>
    <p:sldLayoutId id="2147483710" r:id="rId47"/>
    <p:sldLayoutId id="2147483711" r:id="rId48"/>
    <p:sldLayoutId id="2147483712" r:id="rId49"/>
    <p:sldLayoutId id="2147483713" r:id="rId50"/>
    <p:sldLayoutId id="2147483782" r:id="rId51"/>
    <p:sldLayoutId id="2147483783" r:id="rId5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Google Shape;13;p1">
            <a:extLst>
              <a:ext uri="{FF2B5EF4-FFF2-40B4-BE49-F238E27FC236}">
                <a16:creationId xmlns:a16="http://schemas.microsoft.com/office/drawing/2014/main" id="{2E67C43E-EC21-E6C3-E703-286DDCAE45ED}"/>
              </a:ext>
            </a:extLst>
          </p:cNvPr>
          <p:cNvSpPr txBox="1"/>
          <p:nvPr userDrawn="1"/>
        </p:nvSpPr>
        <p:spPr>
          <a:xfrm>
            <a:off x="2109401" y="6395860"/>
            <a:ext cx="3855223"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solidFill>
                  <a:srgbClr val="000000"/>
                </a:solidFill>
                <a:effectLst/>
                <a:uLnTx/>
                <a:uFillTx/>
                <a:latin typeface="Figtree" panose="020B0604020202020204"/>
                <a:ea typeface="+mn-ea"/>
                <a:cs typeface="+mn-cs"/>
                <a:sym typeface="Figtree" pitchFamily="2" charset="0"/>
                <a:rtl val="0"/>
              </a:rPr>
              <a:t>All Rights Reserved. The term “Broadcom” refers to Broadcom Inc. and/or its subsidiaries.</a:t>
            </a:r>
          </a:p>
        </p:txBody>
      </p:sp>
      <p:pic>
        <p:nvPicPr>
          <p:cNvPr id="5" name="Google Shape;14;p1">
            <a:extLst>
              <a:ext uri="{FF2B5EF4-FFF2-40B4-BE49-F238E27FC236}">
                <a16:creationId xmlns:a16="http://schemas.microsoft.com/office/drawing/2014/main" id="{37A256AA-53C4-8B34-DAB2-317240761869}"/>
              </a:ext>
            </a:extLst>
          </p:cNvPr>
          <p:cNvPicPr preferRelativeResize="0"/>
          <p:nvPr userDrawn="1"/>
        </p:nvPicPr>
        <p:blipFill rotWithShape="1">
          <a:blip r:embed="rId70">
            <a:alphaModFix/>
          </a:blip>
          <a:srcRect/>
          <a:stretch/>
        </p:blipFill>
        <p:spPr>
          <a:xfrm>
            <a:off x="588494" y="6412684"/>
            <a:ext cx="1380310" cy="181797"/>
          </a:xfrm>
          <a:prstGeom prst="rect">
            <a:avLst/>
          </a:prstGeom>
          <a:noFill/>
          <a:ln>
            <a:noFill/>
          </a:ln>
        </p:spPr>
      </p:pic>
    </p:spTree>
    <p:extLst>
      <p:ext uri="{BB962C8B-B14F-4D97-AF65-F5344CB8AC3E}">
        <p14:creationId xmlns:p14="http://schemas.microsoft.com/office/powerpoint/2010/main" val="3014383732"/>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 id="2147483736" r:id="rId22"/>
    <p:sldLayoutId id="2147483737" r:id="rId23"/>
    <p:sldLayoutId id="2147483738" r:id="rId24"/>
    <p:sldLayoutId id="2147483739" r:id="rId25"/>
    <p:sldLayoutId id="2147483740" r:id="rId26"/>
    <p:sldLayoutId id="2147483741" r:id="rId27"/>
    <p:sldLayoutId id="2147483742" r:id="rId28"/>
    <p:sldLayoutId id="2147483743" r:id="rId29"/>
    <p:sldLayoutId id="2147483744" r:id="rId30"/>
    <p:sldLayoutId id="2147483745" r:id="rId31"/>
    <p:sldLayoutId id="2147483746" r:id="rId32"/>
    <p:sldLayoutId id="2147483747" r:id="rId33"/>
    <p:sldLayoutId id="2147483748" r:id="rId34"/>
    <p:sldLayoutId id="2147483749" r:id="rId35"/>
    <p:sldLayoutId id="2147483750" r:id="rId36"/>
    <p:sldLayoutId id="2147483751" r:id="rId37"/>
    <p:sldLayoutId id="2147483752" r:id="rId38"/>
    <p:sldLayoutId id="2147483753" r:id="rId39"/>
    <p:sldLayoutId id="2147483754" r:id="rId40"/>
    <p:sldLayoutId id="2147483755" r:id="rId41"/>
    <p:sldLayoutId id="2147483756" r:id="rId42"/>
    <p:sldLayoutId id="2147483757" r:id="rId43"/>
    <p:sldLayoutId id="2147483758" r:id="rId44"/>
    <p:sldLayoutId id="2147483759" r:id="rId45"/>
    <p:sldLayoutId id="2147483760" r:id="rId46"/>
    <p:sldLayoutId id="2147483761" r:id="rId47"/>
    <p:sldLayoutId id="2147483762" r:id="rId48"/>
    <p:sldLayoutId id="2147483763" r:id="rId49"/>
    <p:sldLayoutId id="2147483764" r:id="rId50"/>
    <p:sldLayoutId id="2147483765" r:id="rId51"/>
    <p:sldLayoutId id="2147483766" r:id="rId52"/>
    <p:sldLayoutId id="2147483767" r:id="rId53"/>
    <p:sldLayoutId id="2147483768" r:id="rId54"/>
    <p:sldLayoutId id="2147483769" r:id="rId55"/>
    <p:sldLayoutId id="2147483770" r:id="rId56"/>
    <p:sldLayoutId id="2147483771" r:id="rId57"/>
    <p:sldLayoutId id="2147483772" r:id="rId58"/>
    <p:sldLayoutId id="2147483773" r:id="rId59"/>
    <p:sldLayoutId id="2147483774" r:id="rId60"/>
    <p:sldLayoutId id="2147483775" r:id="rId61"/>
    <p:sldLayoutId id="2147483776" r:id="rId62"/>
    <p:sldLayoutId id="2147483777" r:id="rId63"/>
    <p:sldLayoutId id="2147483778" r:id="rId64"/>
    <p:sldLayoutId id="2147483779" r:id="rId65"/>
    <p:sldLayoutId id="2147483780" r:id="rId66"/>
    <p:sldLayoutId id="2147483781" r:id="rId67"/>
    <p:sldLayoutId id="2147483784" r:id="rId68"/>
  </p:sldLayoutIdLst>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Figtree" pitchFamily="2"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Figtree" pitchFamily="2"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Figtree" pitchFamily="2"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Figtree" pitchFamily="2"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Figtree" pitchFamily="2"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Figtree" pitchFamily="2"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Figtree" pitchFamily="2" charset="0"/>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Figtree" pitchFamily="2"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Figtree" pitchFamily="2" charset="0"/>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60.xml"/><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7.xml"/></Relationships>
</file>

<file path=ppt/slides/_rels/slide11.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3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51.svg"/></Relationships>
</file>

<file path=ppt/slides/_rels/slide12.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3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51.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8.xml"/></Relationships>
</file>

<file path=ppt/slides/_rels/slide14.xml.rels><?xml version="1.0" encoding="UTF-8" standalone="yes"?>
<Relationships xmlns="http://schemas.openxmlformats.org/package/2006/relationships"><Relationship Id="rId8" Type="http://schemas.openxmlformats.org/officeDocument/2006/relationships/image" Target="../media/image57.svg"/><Relationship Id="rId13" Type="http://schemas.openxmlformats.org/officeDocument/2006/relationships/image" Target="../media/image62.png"/><Relationship Id="rId18" Type="http://schemas.openxmlformats.org/officeDocument/2006/relationships/image" Target="../media/image67.svg"/><Relationship Id="rId3" Type="http://schemas.openxmlformats.org/officeDocument/2006/relationships/image" Target="../media/image52.png"/><Relationship Id="rId21" Type="http://schemas.openxmlformats.org/officeDocument/2006/relationships/image" Target="../media/image70.png"/><Relationship Id="rId7" Type="http://schemas.openxmlformats.org/officeDocument/2006/relationships/image" Target="../media/image56.png"/><Relationship Id="rId12" Type="http://schemas.openxmlformats.org/officeDocument/2006/relationships/image" Target="../media/image61.svg"/><Relationship Id="rId17" Type="http://schemas.openxmlformats.org/officeDocument/2006/relationships/image" Target="../media/image66.png"/><Relationship Id="rId2" Type="http://schemas.openxmlformats.org/officeDocument/2006/relationships/notesSlide" Target="../notesSlides/notesSlide14.xml"/><Relationship Id="rId16" Type="http://schemas.openxmlformats.org/officeDocument/2006/relationships/image" Target="../media/image65.svg"/><Relationship Id="rId20" Type="http://schemas.openxmlformats.org/officeDocument/2006/relationships/image" Target="../media/image69.svg"/><Relationship Id="rId1" Type="http://schemas.openxmlformats.org/officeDocument/2006/relationships/slideLayout" Target="../slideLayouts/slideLayout48.xml"/><Relationship Id="rId6" Type="http://schemas.openxmlformats.org/officeDocument/2006/relationships/image" Target="../media/image55.svg"/><Relationship Id="rId11" Type="http://schemas.openxmlformats.org/officeDocument/2006/relationships/image" Target="../media/image60.png"/><Relationship Id="rId5" Type="http://schemas.openxmlformats.org/officeDocument/2006/relationships/image" Target="../media/image54.png"/><Relationship Id="rId15" Type="http://schemas.openxmlformats.org/officeDocument/2006/relationships/image" Target="../media/image64.png"/><Relationship Id="rId10" Type="http://schemas.openxmlformats.org/officeDocument/2006/relationships/image" Target="../media/image59.svg"/><Relationship Id="rId19" Type="http://schemas.openxmlformats.org/officeDocument/2006/relationships/image" Target="../media/image68.png"/><Relationship Id="rId4" Type="http://schemas.openxmlformats.org/officeDocument/2006/relationships/image" Target="../media/image53.svg"/><Relationship Id="rId9" Type="http://schemas.openxmlformats.org/officeDocument/2006/relationships/image" Target="../media/image58.png"/><Relationship Id="rId14" Type="http://schemas.openxmlformats.org/officeDocument/2006/relationships/image" Target="../media/image63.svg"/><Relationship Id="rId22" Type="http://schemas.openxmlformats.org/officeDocument/2006/relationships/image" Target="../media/image71.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2.xml"/><Relationship Id="rId1" Type="http://schemas.openxmlformats.org/officeDocument/2006/relationships/slideLayout" Target="../slideLayouts/slideLayout36.xml"/><Relationship Id="rId4" Type="http://schemas.openxmlformats.org/officeDocument/2006/relationships/image" Target="../media/image73.svg"/></Relationships>
</file>

<file path=ppt/slides/_rels/slide23.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82.svg"/><Relationship Id="rId3" Type="http://schemas.openxmlformats.org/officeDocument/2006/relationships/image" Target="../media/image74.png"/><Relationship Id="rId7" Type="http://schemas.microsoft.com/office/2007/relationships/hdphoto" Target="../media/hdphoto2.wdp"/><Relationship Id="rId12" Type="http://schemas.openxmlformats.org/officeDocument/2006/relationships/image" Target="../media/image81.png"/><Relationship Id="rId2" Type="http://schemas.openxmlformats.org/officeDocument/2006/relationships/notesSlide" Target="../notesSlides/notesSlide23.xml"/><Relationship Id="rId1" Type="http://schemas.openxmlformats.org/officeDocument/2006/relationships/slideLayout" Target="../slideLayouts/slideLayout50.xml"/><Relationship Id="rId6" Type="http://schemas.microsoft.com/office/2007/relationships/hdphoto" Target="../media/hdphoto1.wdp"/><Relationship Id="rId11" Type="http://schemas.openxmlformats.org/officeDocument/2006/relationships/image" Target="../media/image80.svg"/><Relationship Id="rId5" Type="http://schemas.openxmlformats.org/officeDocument/2006/relationships/image" Target="../media/image76.png"/><Relationship Id="rId10" Type="http://schemas.openxmlformats.org/officeDocument/2006/relationships/image" Target="../media/image79.png"/><Relationship Id="rId4" Type="http://schemas.openxmlformats.org/officeDocument/2006/relationships/image" Target="../media/image75.png"/><Relationship Id="rId9" Type="http://schemas.openxmlformats.org/officeDocument/2006/relationships/image" Target="../media/image78.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1.xml"/></Relationships>
</file>

<file path=ppt/slides/_rels/slide2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6.xml"/><Relationship Id="rId1" Type="http://schemas.openxmlformats.org/officeDocument/2006/relationships/slideLayout" Target="../slideLayouts/slideLayout19.xml"/><Relationship Id="rId6" Type="http://schemas.openxmlformats.org/officeDocument/2006/relationships/image" Target="../media/image86.svg"/><Relationship Id="rId5" Type="http://schemas.openxmlformats.org/officeDocument/2006/relationships/image" Target="../media/image85.png"/><Relationship Id="rId4" Type="http://schemas.openxmlformats.org/officeDocument/2006/relationships/image" Target="../media/image84.svg"/></Relationships>
</file>

<file path=ppt/slides/_rels/slide2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7.xml"/><Relationship Id="rId1" Type="http://schemas.openxmlformats.org/officeDocument/2006/relationships/slideLayout" Target="../slideLayouts/slideLayout51.xml"/><Relationship Id="rId4" Type="http://schemas.openxmlformats.org/officeDocument/2006/relationships/image" Target="../media/image88.svg"/></Relationships>
</file>

<file path=ppt/slides/_rels/slide2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2.xml"/></Relationships>
</file>

<file path=ppt/slides/_rels/slide3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2.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3.xml"/><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4.xml"/><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7.xml"/></Relationships>
</file>

<file path=ppt/slides/_rels/slide3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36.xml"/><Relationship Id="rId1" Type="http://schemas.openxmlformats.org/officeDocument/2006/relationships/slideLayout" Target="../slideLayouts/slideLayout12.xml"/><Relationship Id="rId5" Type="http://schemas.openxmlformats.org/officeDocument/2006/relationships/image" Target="../media/image96.png"/><Relationship Id="rId4" Type="http://schemas.openxmlformats.org/officeDocument/2006/relationships/image" Target="../media/image9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8" Type="http://schemas.openxmlformats.org/officeDocument/2006/relationships/hyperlink" Target="https://broadcom.ent.box.com/folder/318307499641?s=6nehxi2k9le0a0u039fizz2hnxk4axrc" TargetMode="External"/><Relationship Id="rId13" Type="http://schemas.openxmlformats.org/officeDocument/2006/relationships/hyperlink" Target="mailto:VCF-PSE.pdl@broadcom.com" TargetMode="External"/><Relationship Id="rId3" Type="http://schemas.openxmlformats.org/officeDocument/2006/relationships/image" Target="../media/image97.png"/><Relationship Id="rId7" Type="http://schemas.openxmlformats.org/officeDocument/2006/relationships/hyperlink" Target="https://github-vcf.devops.broadcom.net/vcf/Internal-VCF-Security/tree/main" TargetMode="External"/><Relationship Id="rId12" Type="http://schemas.openxmlformats.org/officeDocument/2006/relationships/hyperlink" Target="https://mail.google.com/chat/u/0/#chat/space/AAAAy45cLcQ" TargetMode="External"/><Relationship Id="rId2" Type="http://schemas.openxmlformats.org/officeDocument/2006/relationships/notesSlide" Target="../notesSlides/notesSlide42.xml"/><Relationship Id="rId1" Type="http://schemas.openxmlformats.org/officeDocument/2006/relationships/slideLayout" Target="../slideLayouts/slideLayout43.xml"/><Relationship Id="rId6" Type="http://schemas.openxmlformats.org/officeDocument/2006/relationships/image" Target="../media/image100.png"/><Relationship Id="rId11" Type="http://schemas.openxmlformats.org/officeDocument/2006/relationships/hyperlink" Target="https://techdocs.broadcom.com/us/en/vmware-cis/vcf/stig/9-0/vcf-stig-documentation/docs-overview-overview.html" TargetMode="External"/><Relationship Id="rId5" Type="http://schemas.openxmlformats.org/officeDocument/2006/relationships/image" Target="../media/image99.png"/><Relationship Id="rId10" Type="http://schemas.openxmlformats.org/officeDocument/2006/relationships/hyperlink" Target="https://ent.box.com/s/rpqmf74h6fdablrbougawdd9afd4lglc" TargetMode="External"/><Relationship Id="rId4" Type="http://schemas.openxmlformats.org/officeDocument/2006/relationships/image" Target="../media/image98.png"/><Relationship Id="rId9" Type="http://schemas.openxmlformats.org/officeDocument/2006/relationships/hyperlink" Target="https://brcm.tech/vcf-scd" TargetMode="External"/><Relationship Id="rId14" Type="http://schemas.openxmlformats.org/officeDocument/2006/relationships/image" Target="../media/image101.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6" name="Title 5">
            <a:extLst>
              <a:ext uri="{FF2B5EF4-FFF2-40B4-BE49-F238E27FC236}">
                <a16:creationId xmlns:a16="http://schemas.microsoft.com/office/drawing/2014/main" id="{63B6048B-2D26-DAA7-86DA-18449B1B66ED}"/>
              </a:ext>
            </a:extLst>
          </p:cNvPr>
          <p:cNvSpPr>
            <a:spLocks noGrp="1"/>
          </p:cNvSpPr>
          <p:nvPr>
            <p:ph type="title"/>
          </p:nvPr>
        </p:nvSpPr>
        <p:spPr/>
        <p:txBody>
          <a:bodyPr/>
          <a:lstStyle/>
          <a:p>
            <a:r>
              <a:rPr lang="en-US" dirty="0"/>
              <a:t>VMware Pro Cloud Services for Private Cloud</a:t>
            </a:r>
          </a:p>
        </p:txBody>
      </p:sp>
      <p:sp>
        <p:nvSpPr>
          <p:cNvPr id="7" name="Subtitle 6">
            <a:extLst>
              <a:ext uri="{FF2B5EF4-FFF2-40B4-BE49-F238E27FC236}">
                <a16:creationId xmlns:a16="http://schemas.microsoft.com/office/drawing/2014/main" id="{2E5B10C8-FEA7-1F59-E9C0-272561D9D8F5}"/>
              </a:ext>
            </a:extLst>
          </p:cNvPr>
          <p:cNvSpPr>
            <a:spLocks noGrp="1"/>
          </p:cNvSpPr>
          <p:nvPr>
            <p:ph type="subTitle" idx="10"/>
          </p:nvPr>
        </p:nvSpPr>
        <p:spPr/>
        <p:txBody>
          <a:bodyPr/>
          <a:lstStyle/>
          <a:p>
            <a:pPr marL="0" lvl="0" indent="0" algn="l" rtl="0">
              <a:lnSpc>
                <a:spcPct val="95000"/>
              </a:lnSpc>
              <a:spcBef>
                <a:spcPts val="0"/>
              </a:spcBef>
              <a:spcAft>
                <a:spcPts val="0"/>
              </a:spcAft>
              <a:buSzPct val="93906"/>
              <a:buNone/>
            </a:pPr>
            <a:r>
              <a:rPr lang="en-CA" dirty="0">
                <a:solidFill>
                  <a:schemeClr val="dk2"/>
                </a:solidFill>
              </a:rPr>
              <a:t>Design Workshop</a:t>
            </a:r>
            <a:endParaRPr lang="en-CA" dirty="0"/>
          </a:p>
        </p:txBody>
      </p:sp>
      <p:sp>
        <p:nvSpPr>
          <p:cNvPr id="980" name="Google Shape;980;p113"/>
          <p:cNvSpPr txBox="1">
            <a:spLocks noGrp="1"/>
          </p:cNvSpPr>
          <p:nvPr>
            <p:ph type="body" sz="quarter" idx="11"/>
          </p:nvPr>
        </p:nvSpPr>
        <p:spPr>
          <a:prstGeom prst="rect">
            <a:avLst/>
          </a:prstGeom>
          <a:noFill/>
          <a:ln>
            <a:noFill/>
          </a:ln>
        </p:spPr>
        <p:txBody>
          <a:bodyPr spcFirstLastPara="1" wrap="square" lIns="0" tIns="0" rIns="0" bIns="0" anchor="b" anchorCtr="0">
            <a:normAutofit/>
          </a:bodyPr>
          <a:lstStyle/>
          <a:p>
            <a:pPr marL="0" lvl="0" indent="0" algn="l" rtl="0">
              <a:lnSpc>
                <a:spcPct val="95000"/>
              </a:lnSpc>
              <a:spcBef>
                <a:spcPts val="0"/>
              </a:spcBef>
              <a:spcAft>
                <a:spcPts val="0"/>
              </a:spcAft>
              <a:buSzPct val="93906"/>
              <a:buNone/>
            </a:pPr>
            <a:endParaRPr dirty="0"/>
          </a:p>
        </p:txBody>
      </p:sp>
      <p:sp>
        <p:nvSpPr>
          <p:cNvPr id="8" name="Text Placeholder 7">
            <a:extLst>
              <a:ext uri="{FF2B5EF4-FFF2-40B4-BE49-F238E27FC236}">
                <a16:creationId xmlns:a16="http://schemas.microsoft.com/office/drawing/2014/main" id="{B71E8D89-2372-0EE6-EEAF-781B0AFDF950}"/>
              </a:ext>
            </a:extLst>
          </p:cNvPr>
          <p:cNvSpPr>
            <a:spLocks noGrp="1"/>
          </p:cNvSpPr>
          <p:nvPr>
            <p:ph type="body" sz="quarter" idx="12"/>
          </p:nvPr>
        </p:nvSpPr>
        <p:spPr/>
        <p:txBody>
          <a:bodyPr/>
          <a:lstStyle/>
          <a:p>
            <a:endParaRPr lang="en-US"/>
          </a:p>
        </p:txBody>
      </p:sp>
      <p:sp>
        <p:nvSpPr>
          <p:cNvPr id="9" name="Text Placeholder 8">
            <a:extLst>
              <a:ext uri="{FF2B5EF4-FFF2-40B4-BE49-F238E27FC236}">
                <a16:creationId xmlns:a16="http://schemas.microsoft.com/office/drawing/2014/main" id="{D4B58385-D0CE-F5B3-1294-44795175CCE0}"/>
              </a:ext>
            </a:extLst>
          </p:cNvPr>
          <p:cNvSpPr>
            <a:spLocks noGrp="1"/>
          </p:cNvSpPr>
          <p:nvPr>
            <p:ph type="body" sz="quarter" idx="14"/>
          </p:nvPr>
        </p:nvSpPr>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114"/>
          <p:cNvSpPr txBox="1">
            <a:spLocks noGrp="1"/>
          </p:cNvSpPr>
          <p:nvPr>
            <p:ph type="body" sz="quarter" idx="23"/>
          </p:nvPr>
        </p:nvSpPr>
        <p:spPr>
          <a:xfrm>
            <a:off x="2894013" y="1359907"/>
            <a:ext cx="7315200" cy="4416594"/>
          </a:xfrm>
          <a:noFill/>
          <a:ln>
            <a:noFill/>
          </a:ln>
        </p:spPr>
        <p:txBody>
          <a:bodyPr spcFirstLastPara="1" wrap="square" lIns="0" tIns="0" rIns="0" bIns="0" anchor="t" anchorCtr="0">
            <a:spAutoFit/>
          </a:bodyPr>
          <a:lstStyle/>
          <a:p>
            <a:pPr lvl="0"/>
            <a:r>
              <a:rPr lang="en-US" dirty="0"/>
              <a:t>Private Cloud Conceptual and Logical Design</a:t>
            </a:r>
          </a:p>
          <a:p>
            <a:r>
              <a:rPr lang="en-US" dirty="0"/>
              <a:t>Security Architecture Pattern</a:t>
            </a:r>
          </a:p>
          <a:p>
            <a:pPr marL="628650" lvl="2" indent="-285750">
              <a:buFont typeface="Arial" panose="020B0604020202020204" pitchFamily="34" charset="0"/>
              <a:buChar char="•"/>
            </a:pPr>
            <a:r>
              <a:rPr lang="en-US" dirty="0"/>
              <a:t>Philosophy and Approach</a:t>
            </a:r>
          </a:p>
          <a:p>
            <a:pPr marL="628650" lvl="2" indent="-285750">
              <a:buFont typeface="Arial" panose="020B0604020202020204" pitchFamily="34" charset="0"/>
              <a:buChar char="•"/>
            </a:pPr>
            <a:r>
              <a:rPr lang="en-US" dirty="0"/>
              <a:t>Layered Defenses</a:t>
            </a:r>
          </a:p>
          <a:p>
            <a:pPr marL="628650" lvl="2" indent="-285750">
              <a:buFont typeface="Arial" panose="020B0604020202020204" pitchFamily="34" charset="0"/>
              <a:buChar char="•"/>
            </a:pPr>
            <a:r>
              <a:rPr lang="en-US" dirty="0"/>
              <a:t>What’s New</a:t>
            </a:r>
          </a:p>
          <a:p>
            <a:pPr marL="628650" lvl="2" indent="-285750">
              <a:buFont typeface="Arial" panose="020B0604020202020204" pitchFamily="34" charset="0"/>
              <a:buChar char="•"/>
            </a:pPr>
            <a:r>
              <a:rPr lang="en-US" dirty="0"/>
              <a:t>Removals and Changes</a:t>
            </a:r>
          </a:p>
          <a:p>
            <a:pPr lvl="1">
              <a:spcBef>
                <a:spcPts val="1800"/>
              </a:spcBef>
              <a:buClr>
                <a:schemeClr val="accent2"/>
              </a:buClr>
            </a:pPr>
            <a:r>
              <a:rPr lang="en-US" sz="2000" dirty="0">
                <a:solidFill>
                  <a:schemeClr val="bg2">
                    <a:lumMod val="25000"/>
                  </a:schemeClr>
                </a:solidFill>
              </a:rPr>
              <a:t>Methodology</a:t>
            </a:r>
          </a:p>
          <a:p>
            <a:pPr lvl="1">
              <a:spcBef>
                <a:spcPts val="1800"/>
              </a:spcBef>
              <a:buClr>
                <a:schemeClr val="accent2"/>
              </a:buClr>
            </a:pPr>
            <a:r>
              <a:rPr lang="en-US" sz="2000" dirty="0">
                <a:solidFill>
                  <a:schemeClr val="bg2">
                    <a:lumMod val="25000"/>
                  </a:schemeClr>
                </a:solidFill>
              </a:rPr>
              <a:t>Resources</a:t>
            </a:r>
          </a:p>
          <a:p>
            <a:pPr lvl="0"/>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2" name="Title 1">
            <a:extLst>
              <a:ext uri="{FF2B5EF4-FFF2-40B4-BE49-F238E27FC236}">
                <a16:creationId xmlns:a16="http://schemas.microsoft.com/office/drawing/2014/main" id="{3E278EBE-A71F-FACE-65DB-A044FE8EBE7E}"/>
              </a:ext>
            </a:extLst>
          </p:cNvPr>
          <p:cNvSpPr>
            <a:spLocks noGrp="1"/>
          </p:cNvSpPr>
          <p:nvPr>
            <p:ph type="title"/>
          </p:nvPr>
        </p:nvSpPr>
        <p:spPr>
          <a:xfrm>
            <a:off x="589108" y="938794"/>
            <a:ext cx="6427626" cy="1229360"/>
          </a:xfrm>
        </p:spPr>
        <p:txBody>
          <a:bodyPr/>
          <a:lstStyle/>
          <a:p>
            <a:r>
              <a:rPr lang="en-US" dirty="0"/>
              <a:t>VMware Pro Cloud Services</a:t>
            </a:r>
          </a:p>
        </p:txBody>
      </p:sp>
      <p:sp>
        <p:nvSpPr>
          <p:cNvPr id="1136" name="Google Shape;1136;p119"/>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pPr lvl="0"/>
            <a:r>
              <a:rPr lang="en-CA" dirty="0"/>
              <a:t>Private Cloud Conceptual Design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0"/>
        <p:cNvGrpSpPr/>
        <p:nvPr/>
      </p:nvGrpSpPr>
      <p:grpSpPr>
        <a:xfrm>
          <a:off x="0" y="0"/>
          <a:ext cx="0" cy="0"/>
          <a:chOff x="0" y="0"/>
          <a:chExt cx="0" cy="0"/>
        </a:xfrm>
      </p:grpSpPr>
      <p:sp>
        <p:nvSpPr>
          <p:cNvPr id="1581" name="Google Shape;1581;p85"/>
          <p:cNvSpPr/>
          <p:nvPr/>
        </p:nvSpPr>
        <p:spPr>
          <a:xfrm>
            <a:off x="608010" y="1377916"/>
            <a:ext cx="10972742" cy="4863133"/>
          </a:xfrm>
          <a:prstGeom prst="roundRect">
            <a:avLst>
              <a:gd name="adj" fmla="val 3217"/>
            </a:avLst>
          </a:prstGeom>
          <a:solidFill>
            <a:srgbClr val="F2F2F2"/>
          </a:solidFill>
          <a:ln>
            <a:noFill/>
          </a:ln>
        </p:spPr>
        <p:txBody>
          <a:bodyPr spcFirstLastPara="1" wrap="square" lIns="91410" tIns="45688" rIns="91410" bIns="45688" anchor="ctr" anchorCtr="0">
            <a:noAutofit/>
          </a:bodyPr>
          <a:lstStyle/>
          <a:p>
            <a:pPr algn="ctr"/>
            <a:endParaRPr sz="1200">
              <a:solidFill>
                <a:schemeClr val="lt1"/>
              </a:solidFill>
            </a:endParaRPr>
          </a:p>
        </p:txBody>
      </p:sp>
      <p:sp>
        <p:nvSpPr>
          <p:cNvPr id="1582" name="Google Shape;1582;p85"/>
          <p:cNvSpPr txBox="1">
            <a:spLocks noGrp="1"/>
          </p:cNvSpPr>
          <p:nvPr>
            <p:ph type="title"/>
          </p:nvPr>
        </p:nvSpPr>
        <p:spPr>
          <a:noFill/>
          <a:ln>
            <a:noFill/>
          </a:ln>
        </p:spPr>
        <p:txBody>
          <a:bodyPr spcFirstLastPara="1" vert="horz" wrap="square" lIns="0" tIns="0" rIns="0" bIns="0" rtlCol="0" anchor="b" anchorCtr="0">
            <a:noAutofit/>
          </a:bodyPr>
          <a:lstStyle/>
          <a:p>
            <a:r>
              <a:rPr lang="en-US" dirty="0"/>
              <a:t>VMware Pro Cloud Services for Private Cloud</a:t>
            </a:r>
            <a:endParaRPr lang="en-CA" dirty="0"/>
          </a:p>
        </p:txBody>
      </p:sp>
      <p:sp>
        <p:nvSpPr>
          <p:cNvPr id="3" name="Subtitle 2">
            <a:extLst>
              <a:ext uri="{FF2B5EF4-FFF2-40B4-BE49-F238E27FC236}">
                <a16:creationId xmlns:a16="http://schemas.microsoft.com/office/drawing/2014/main" id="{113FC238-B338-25E5-FF13-2BC480677C1F}"/>
              </a:ext>
            </a:extLst>
          </p:cNvPr>
          <p:cNvSpPr>
            <a:spLocks noGrp="1"/>
          </p:cNvSpPr>
          <p:nvPr>
            <p:ph type="subTitle" idx="10"/>
          </p:nvPr>
        </p:nvSpPr>
        <p:spPr/>
        <p:txBody>
          <a:bodyPr/>
          <a:lstStyle/>
          <a:p>
            <a:r>
              <a:rPr lang="en-US" dirty="0"/>
              <a:t>Conceptual overview</a:t>
            </a:r>
          </a:p>
          <a:p>
            <a:endParaRPr lang="en-US" dirty="0"/>
          </a:p>
        </p:txBody>
      </p:sp>
      <p:sp>
        <p:nvSpPr>
          <p:cNvPr id="1583" name="Google Shape;1583;p85"/>
          <p:cNvSpPr/>
          <p:nvPr/>
        </p:nvSpPr>
        <p:spPr>
          <a:xfrm>
            <a:off x="3008312" y="5757096"/>
            <a:ext cx="6172392" cy="274329"/>
          </a:xfrm>
          <a:prstGeom prst="roundRect">
            <a:avLst>
              <a:gd name="adj" fmla="val 16667"/>
            </a:avLst>
          </a:prstGeom>
          <a:solidFill>
            <a:schemeClr val="dk2"/>
          </a:solidFill>
          <a:ln>
            <a:noFill/>
          </a:ln>
        </p:spPr>
        <p:txBody>
          <a:bodyPr spcFirstLastPara="1" wrap="square" lIns="91410" tIns="91410" rIns="91410" bIns="91410" anchor="ctr" anchorCtr="0">
            <a:noAutofit/>
          </a:bodyPr>
          <a:lstStyle/>
          <a:p>
            <a:pPr algn="ctr"/>
            <a:r>
              <a:rPr lang="en" sz="1066">
                <a:solidFill>
                  <a:schemeClr val="lt1"/>
                </a:solidFill>
              </a:rPr>
              <a:t>Any Hardware</a:t>
            </a:r>
            <a:endParaRPr sz="1066">
              <a:solidFill>
                <a:schemeClr val="lt1"/>
              </a:solidFill>
            </a:endParaRPr>
          </a:p>
        </p:txBody>
      </p:sp>
      <p:grpSp>
        <p:nvGrpSpPr>
          <p:cNvPr id="1584" name="Google Shape;1584;p85"/>
          <p:cNvGrpSpPr/>
          <p:nvPr/>
        </p:nvGrpSpPr>
        <p:grpSpPr>
          <a:xfrm>
            <a:off x="3008627" y="1528013"/>
            <a:ext cx="6171708" cy="274129"/>
            <a:chOff x="3008609" y="1457830"/>
            <a:chExt cx="6171670" cy="274200"/>
          </a:xfrm>
        </p:grpSpPr>
        <p:sp>
          <p:nvSpPr>
            <p:cNvPr id="1585" name="Google Shape;1585;p85"/>
            <p:cNvSpPr/>
            <p:nvPr/>
          </p:nvSpPr>
          <p:spPr>
            <a:xfrm>
              <a:off x="5093494" y="1457830"/>
              <a:ext cx="2001900" cy="274200"/>
            </a:xfrm>
            <a:prstGeom prst="roundRect">
              <a:avLst>
                <a:gd name="adj" fmla="val 50000"/>
              </a:avLst>
            </a:prstGeom>
            <a:solidFill>
              <a:schemeClr val="dk2"/>
            </a:solidFill>
            <a:ln>
              <a:noFill/>
            </a:ln>
          </p:spPr>
          <p:txBody>
            <a:bodyPr spcFirstLastPara="1" wrap="square" lIns="91410" tIns="45688" rIns="91410" bIns="45688" anchor="ctr" anchorCtr="0">
              <a:noAutofit/>
            </a:bodyPr>
            <a:lstStyle/>
            <a:p>
              <a:pPr algn="ctr">
                <a:buSzPts val="800"/>
              </a:pPr>
              <a:r>
                <a:rPr lang="en" sz="1066">
                  <a:solidFill>
                    <a:schemeClr val="lt1"/>
                  </a:solidFill>
                </a:rPr>
                <a:t>Devs and SREs</a:t>
              </a:r>
              <a:endParaRPr sz="1466">
                <a:solidFill>
                  <a:schemeClr val="lt1"/>
                </a:solidFill>
              </a:endParaRPr>
            </a:p>
          </p:txBody>
        </p:sp>
        <p:sp>
          <p:nvSpPr>
            <p:cNvPr id="1586" name="Google Shape;1586;p85"/>
            <p:cNvSpPr/>
            <p:nvPr/>
          </p:nvSpPr>
          <p:spPr>
            <a:xfrm>
              <a:off x="7178379" y="1457830"/>
              <a:ext cx="2001900" cy="274200"/>
            </a:xfrm>
            <a:prstGeom prst="roundRect">
              <a:avLst>
                <a:gd name="adj" fmla="val 50000"/>
              </a:avLst>
            </a:prstGeom>
            <a:solidFill>
              <a:schemeClr val="dk2"/>
            </a:solidFill>
            <a:ln>
              <a:noFill/>
            </a:ln>
          </p:spPr>
          <p:txBody>
            <a:bodyPr spcFirstLastPara="1" wrap="square" lIns="91410" tIns="45688" rIns="91410" bIns="45688" anchor="ctr" anchorCtr="0">
              <a:noAutofit/>
            </a:bodyPr>
            <a:lstStyle/>
            <a:p>
              <a:pPr algn="ctr">
                <a:buSzPts val="800"/>
              </a:pPr>
              <a:r>
                <a:rPr lang="en" sz="1066">
                  <a:solidFill>
                    <a:schemeClr val="lt1"/>
                  </a:solidFill>
                </a:rPr>
                <a:t>Platform Teams</a:t>
              </a:r>
              <a:endParaRPr sz="1466">
                <a:solidFill>
                  <a:schemeClr val="lt1"/>
                </a:solidFill>
              </a:endParaRPr>
            </a:p>
          </p:txBody>
        </p:sp>
        <p:sp>
          <p:nvSpPr>
            <p:cNvPr id="1587" name="Google Shape;1587;p85"/>
            <p:cNvSpPr/>
            <p:nvPr/>
          </p:nvSpPr>
          <p:spPr>
            <a:xfrm>
              <a:off x="3008609" y="1457830"/>
              <a:ext cx="2001900" cy="274200"/>
            </a:xfrm>
            <a:prstGeom prst="roundRect">
              <a:avLst>
                <a:gd name="adj" fmla="val 50000"/>
              </a:avLst>
            </a:prstGeom>
            <a:solidFill>
              <a:schemeClr val="dk2"/>
            </a:solidFill>
            <a:ln>
              <a:noFill/>
            </a:ln>
          </p:spPr>
          <p:txBody>
            <a:bodyPr spcFirstLastPara="1" wrap="square" lIns="91410" tIns="45688" rIns="91410" bIns="45688" anchor="ctr" anchorCtr="0">
              <a:noAutofit/>
            </a:bodyPr>
            <a:lstStyle/>
            <a:p>
              <a:pPr algn="ctr">
                <a:buSzPts val="800"/>
              </a:pPr>
              <a:r>
                <a:rPr lang="en" sz="1066">
                  <a:solidFill>
                    <a:schemeClr val="lt1"/>
                  </a:solidFill>
                </a:rPr>
                <a:t>LOBs</a:t>
              </a:r>
              <a:endParaRPr sz="1466">
                <a:solidFill>
                  <a:schemeClr val="lt1"/>
                </a:solidFill>
              </a:endParaRPr>
            </a:p>
          </p:txBody>
        </p:sp>
      </p:grpSp>
      <p:sp>
        <p:nvSpPr>
          <p:cNvPr id="1588" name="Google Shape;1588;p85"/>
          <p:cNvSpPr/>
          <p:nvPr/>
        </p:nvSpPr>
        <p:spPr>
          <a:xfrm>
            <a:off x="1065213" y="1926407"/>
            <a:ext cx="10058580" cy="274329"/>
          </a:xfrm>
          <a:prstGeom prst="roundRect">
            <a:avLst>
              <a:gd name="adj" fmla="val 16666"/>
            </a:avLst>
          </a:prstGeom>
          <a:gradFill>
            <a:gsLst>
              <a:gs pos="0">
                <a:schemeClr val="accent5"/>
              </a:gs>
              <a:gs pos="37600">
                <a:schemeClr val="accent2"/>
              </a:gs>
              <a:gs pos="69740">
                <a:schemeClr val="accent1"/>
              </a:gs>
              <a:gs pos="100000">
                <a:schemeClr val="accent4"/>
              </a:gs>
            </a:gsLst>
            <a:lin ang="0" scaled="0"/>
          </a:gradFill>
          <a:ln>
            <a:noFill/>
          </a:ln>
        </p:spPr>
        <p:txBody>
          <a:bodyPr spcFirstLastPara="1" wrap="square" lIns="91410" tIns="45688" rIns="91410" bIns="45688" anchor="ctr" anchorCtr="0">
            <a:noAutofit/>
          </a:bodyPr>
          <a:lstStyle/>
          <a:p>
            <a:pPr algn="ctr"/>
            <a:r>
              <a:rPr lang="en" sz="1066">
                <a:solidFill>
                  <a:schemeClr val="lt1"/>
                </a:solidFill>
              </a:rPr>
              <a:t>Integrations and 3rd Party Ecosystem</a:t>
            </a:r>
            <a:endParaRPr sz="1066">
              <a:solidFill>
                <a:schemeClr val="lt1"/>
              </a:solidFill>
            </a:endParaRPr>
          </a:p>
        </p:txBody>
      </p:sp>
      <p:grpSp>
        <p:nvGrpSpPr>
          <p:cNvPr id="1589" name="Google Shape;1589;p85"/>
          <p:cNvGrpSpPr/>
          <p:nvPr/>
        </p:nvGrpSpPr>
        <p:grpSpPr>
          <a:xfrm>
            <a:off x="2615166" y="1049759"/>
            <a:ext cx="6958382" cy="638688"/>
            <a:chOff x="2998776" y="-1275239"/>
            <a:chExt cx="6183542" cy="638854"/>
          </a:xfrm>
        </p:grpSpPr>
        <p:cxnSp>
          <p:nvCxnSpPr>
            <p:cNvPr id="1590" name="Google Shape;1590;p85"/>
            <p:cNvCxnSpPr/>
            <p:nvPr/>
          </p:nvCxnSpPr>
          <p:spPr>
            <a:xfrm rot="10800000">
              <a:off x="2998776" y="-1144871"/>
              <a:ext cx="6176100" cy="0"/>
            </a:xfrm>
            <a:prstGeom prst="straightConnector1">
              <a:avLst/>
            </a:prstGeom>
            <a:noFill/>
            <a:ln w="25400" cap="rnd" cmpd="sng">
              <a:solidFill>
                <a:schemeClr val="dk1"/>
              </a:solidFill>
              <a:prstDash val="dot"/>
              <a:round/>
              <a:headEnd type="none" w="sm" len="sm"/>
              <a:tailEnd type="none" w="sm" len="sm"/>
            </a:ln>
          </p:spPr>
        </p:cxnSp>
        <p:grpSp>
          <p:nvGrpSpPr>
            <p:cNvPr id="1591" name="Google Shape;1591;p85"/>
            <p:cNvGrpSpPr/>
            <p:nvPr/>
          </p:nvGrpSpPr>
          <p:grpSpPr>
            <a:xfrm>
              <a:off x="4732250" y="-1275239"/>
              <a:ext cx="2724300" cy="269618"/>
              <a:chOff x="4625428" y="1468188"/>
              <a:chExt cx="2724300" cy="294600"/>
            </a:xfrm>
          </p:grpSpPr>
          <p:sp>
            <p:nvSpPr>
              <p:cNvPr id="1592" name="Google Shape;1592;p85"/>
              <p:cNvSpPr/>
              <p:nvPr/>
            </p:nvSpPr>
            <p:spPr>
              <a:xfrm>
                <a:off x="4625428" y="1468188"/>
                <a:ext cx="2724300" cy="294600"/>
              </a:xfrm>
              <a:prstGeom prst="roundRect">
                <a:avLst>
                  <a:gd name="adj" fmla="val 0"/>
                </a:avLst>
              </a:prstGeom>
              <a:solidFill>
                <a:schemeClr val="lt1"/>
              </a:solidFill>
              <a:ln>
                <a:noFill/>
              </a:ln>
            </p:spPr>
            <p:txBody>
              <a:bodyPr spcFirstLastPara="1" wrap="square" lIns="182852" tIns="45655" rIns="182852" bIns="45655" anchor="ctr" anchorCtr="0">
                <a:noAutofit/>
              </a:bodyPr>
              <a:lstStyle/>
              <a:p>
                <a:pPr>
                  <a:lnSpc>
                    <a:spcPct val="90000"/>
                  </a:lnSpc>
                </a:pPr>
                <a:endParaRPr sz="1466">
                  <a:solidFill>
                    <a:schemeClr val="lt1"/>
                  </a:solidFill>
                </a:endParaRPr>
              </a:p>
            </p:txBody>
          </p:sp>
          <p:sp>
            <p:nvSpPr>
              <p:cNvPr id="1593" name="Google Shape;1593;p85"/>
              <p:cNvSpPr txBox="1"/>
              <p:nvPr/>
            </p:nvSpPr>
            <p:spPr>
              <a:xfrm>
                <a:off x="4757258" y="1532277"/>
                <a:ext cx="2452800" cy="181646"/>
              </a:xfrm>
              <a:prstGeom prst="rect">
                <a:avLst/>
              </a:prstGeom>
              <a:noFill/>
              <a:ln>
                <a:noFill/>
              </a:ln>
            </p:spPr>
            <p:txBody>
              <a:bodyPr spcFirstLastPara="1" wrap="square" lIns="0" tIns="0" rIns="0" bIns="0" anchor="ctr" anchorCtr="0">
                <a:spAutoFit/>
              </a:bodyPr>
              <a:lstStyle/>
              <a:p>
                <a:pPr algn="ctr">
                  <a:lnSpc>
                    <a:spcPct val="90000"/>
                  </a:lnSpc>
                </a:pPr>
                <a:r>
                  <a:rPr lang="en" sz="1200">
                    <a:solidFill>
                      <a:schemeClr val="dk1"/>
                    </a:solidFill>
                  </a:rPr>
                  <a:t>Multi-Tenant Consumers and Services</a:t>
                </a:r>
                <a:endParaRPr sz="1466"/>
              </a:p>
            </p:txBody>
          </p:sp>
        </p:grpSp>
        <p:grpSp>
          <p:nvGrpSpPr>
            <p:cNvPr id="1594" name="Google Shape;1594;p85"/>
            <p:cNvGrpSpPr/>
            <p:nvPr/>
          </p:nvGrpSpPr>
          <p:grpSpPr>
            <a:xfrm>
              <a:off x="3009245" y="-1094707"/>
              <a:ext cx="6173073" cy="458322"/>
              <a:chOff x="3009245" y="-1094663"/>
              <a:chExt cx="6173073" cy="646800"/>
            </a:xfrm>
          </p:grpSpPr>
          <p:cxnSp>
            <p:nvCxnSpPr>
              <p:cNvPr id="1595" name="Google Shape;1595;p85"/>
              <p:cNvCxnSpPr/>
              <p:nvPr/>
            </p:nvCxnSpPr>
            <p:spPr>
              <a:xfrm>
                <a:off x="9182318" y="-1094663"/>
                <a:ext cx="0" cy="646800"/>
              </a:xfrm>
              <a:prstGeom prst="straightConnector1">
                <a:avLst/>
              </a:prstGeom>
              <a:noFill/>
              <a:ln w="25400" cap="rnd" cmpd="sng">
                <a:solidFill>
                  <a:schemeClr val="dk1"/>
                </a:solidFill>
                <a:prstDash val="dot"/>
                <a:round/>
                <a:headEnd type="none" w="sm" len="sm"/>
                <a:tailEnd type="triangle" w="med" len="med"/>
              </a:ln>
            </p:spPr>
          </p:cxnSp>
          <p:cxnSp>
            <p:nvCxnSpPr>
              <p:cNvPr id="1596" name="Google Shape;1596;p85"/>
              <p:cNvCxnSpPr/>
              <p:nvPr/>
            </p:nvCxnSpPr>
            <p:spPr>
              <a:xfrm>
                <a:off x="3009245" y="-1094663"/>
                <a:ext cx="0" cy="646800"/>
              </a:xfrm>
              <a:prstGeom prst="straightConnector1">
                <a:avLst/>
              </a:prstGeom>
              <a:noFill/>
              <a:ln w="25400" cap="rnd" cmpd="sng">
                <a:solidFill>
                  <a:schemeClr val="dk1"/>
                </a:solidFill>
                <a:prstDash val="dot"/>
                <a:round/>
                <a:headEnd type="none" w="sm" len="sm"/>
                <a:tailEnd type="triangle" w="med" len="med"/>
              </a:ln>
            </p:spPr>
          </p:cxnSp>
        </p:grpSp>
      </p:grpSp>
      <p:grpSp>
        <p:nvGrpSpPr>
          <p:cNvPr id="1597" name="Google Shape;1597;p85"/>
          <p:cNvGrpSpPr/>
          <p:nvPr/>
        </p:nvGrpSpPr>
        <p:grpSpPr>
          <a:xfrm>
            <a:off x="9294770" y="2320716"/>
            <a:ext cx="1828812" cy="2681601"/>
            <a:chOff x="9294713" y="2250737"/>
            <a:chExt cx="1828800" cy="2682300"/>
          </a:xfrm>
        </p:grpSpPr>
        <p:sp>
          <p:nvSpPr>
            <p:cNvPr id="1598" name="Google Shape;1598;p85"/>
            <p:cNvSpPr/>
            <p:nvPr/>
          </p:nvSpPr>
          <p:spPr>
            <a:xfrm>
              <a:off x="9294713" y="2250737"/>
              <a:ext cx="1828800" cy="2682300"/>
            </a:xfrm>
            <a:prstGeom prst="roundRect">
              <a:avLst>
                <a:gd name="adj" fmla="val 4872"/>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sp>
          <p:nvSpPr>
            <p:cNvPr id="1599" name="Google Shape;1599;p85"/>
            <p:cNvSpPr txBox="1"/>
            <p:nvPr/>
          </p:nvSpPr>
          <p:spPr>
            <a:xfrm>
              <a:off x="9397913" y="2706165"/>
              <a:ext cx="1622400" cy="387578"/>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a:solidFill>
                    <a:schemeClr val="dk1"/>
                  </a:solidFill>
                </a:rPr>
                <a:t>Data Protection </a:t>
              </a:r>
              <a:endParaRPr sz="1466"/>
            </a:p>
            <a:p>
              <a:pPr algn="ctr">
                <a:lnSpc>
                  <a:spcPct val="90000"/>
                </a:lnSpc>
              </a:pPr>
              <a:r>
                <a:rPr lang="en" sz="1066">
                  <a:solidFill>
                    <a:schemeClr val="dk1"/>
                  </a:solidFill>
                </a:rPr>
                <a:t>and Recovery</a:t>
              </a:r>
              <a:endParaRPr sz="1066">
                <a:solidFill>
                  <a:schemeClr val="dk1"/>
                </a:solidFill>
              </a:endParaRPr>
            </a:p>
          </p:txBody>
        </p:sp>
        <p:sp>
          <p:nvSpPr>
            <p:cNvPr id="1600" name="Google Shape;1600;p85"/>
            <p:cNvSpPr/>
            <p:nvPr/>
          </p:nvSpPr>
          <p:spPr>
            <a:xfrm>
              <a:off x="9477593" y="4429275"/>
              <a:ext cx="1463100" cy="365700"/>
            </a:xfrm>
            <a:prstGeom prst="roundRect">
              <a:avLst>
                <a:gd name="adj" fmla="val 10000"/>
              </a:avLst>
            </a:pr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Ransomware Recovery</a:t>
              </a:r>
              <a:endParaRPr sz="1466"/>
            </a:p>
          </p:txBody>
        </p:sp>
        <p:sp>
          <p:nvSpPr>
            <p:cNvPr id="1601" name="Google Shape;1601;p85"/>
            <p:cNvSpPr/>
            <p:nvPr/>
          </p:nvSpPr>
          <p:spPr>
            <a:xfrm>
              <a:off x="9477593" y="3596869"/>
              <a:ext cx="1463100" cy="365700"/>
            </a:xfrm>
            <a:prstGeom prst="roundRect">
              <a:avLst>
                <a:gd name="adj" fmla="val 10000"/>
              </a:avLst>
            </a:pr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Disaster Recovery</a:t>
              </a:r>
              <a:endParaRPr sz="1466"/>
            </a:p>
          </p:txBody>
        </p:sp>
        <p:sp>
          <p:nvSpPr>
            <p:cNvPr id="1602" name="Google Shape;1602;p85"/>
            <p:cNvSpPr/>
            <p:nvPr/>
          </p:nvSpPr>
          <p:spPr>
            <a:xfrm>
              <a:off x="9477593" y="3180136"/>
              <a:ext cx="1463100" cy="365700"/>
            </a:xfrm>
            <a:prstGeom prst="roundRect">
              <a:avLst>
                <a:gd name="adj" fmla="val 10000"/>
              </a:avLst>
            </a:pr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Data Protection</a:t>
              </a:r>
              <a:endParaRPr sz="1466"/>
            </a:p>
          </p:txBody>
        </p:sp>
        <p:sp>
          <p:nvSpPr>
            <p:cNvPr id="1603" name="Google Shape;1603;p85"/>
            <p:cNvSpPr/>
            <p:nvPr/>
          </p:nvSpPr>
          <p:spPr>
            <a:xfrm>
              <a:off x="9477593" y="4013072"/>
              <a:ext cx="1463100" cy="365700"/>
            </a:xfrm>
            <a:prstGeom prst="roundRect">
              <a:avLst>
                <a:gd name="adj" fmla="val 10000"/>
              </a:avLst>
            </a:pr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Disaster Avoidance</a:t>
              </a:r>
              <a:endParaRPr sz="1466"/>
            </a:p>
          </p:txBody>
        </p:sp>
        <p:sp>
          <p:nvSpPr>
            <p:cNvPr id="1604" name="Google Shape;1604;p85"/>
            <p:cNvSpPr/>
            <p:nvPr/>
          </p:nvSpPr>
          <p:spPr>
            <a:xfrm>
              <a:off x="10059778" y="2368623"/>
              <a:ext cx="273712" cy="273954"/>
            </a:xfrm>
            <a:custGeom>
              <a:avLst/>
              <a:gdLst/>
              <a:ahLst/>
              <a:cxnLst/>
              <a:rect l="l" t="t" r="r" b="b"/>
              <a:pathLst>
                <a:path w="511611" h="512064" extrusionOk="0">
                  <a:moveTo>
                    <a:pt x="104679" y="366149"/>
                  </a:moveTo>
                  <a:lnTo>
                    <a:pt x="127337" y="366149"/>
                  </a:lnTo>
                  <a:lnTo>
                    <a:pt x="127337" y="382009"/>
                  </a:lnTo>
                  <a:lnTo>
                    <a:pt x="143197" y="382009"/>
                  </a:lnTo>
                  <a:lnTo>
                    <a:pt x="143197" y="404667"/>
                  </a:lnTo>
                  <a:lnTo>
                    <a:pt x="104679" y="404667"/>
                  </a:lnTo>
                  <a:close/>
                  <a:moveTo>
                    <a:pt x="360257" y="285034"/>
                  </a:moveTo>
                  <a:cubicBezTo>
                    <a:pt x="372039" y="285034"/>
                    <a:pt x="383142" y="287753"/>
                    <a:pt x="393054" y="292511"/>
                  </a:cubicBezTo>
                  <a:lnTo>
                    <a:pt x="399247" y="297269"/>
                  </a:lnTo>
                  <a:lnTo>
                    <a:pt x="405573" y="297269"/>
                  </a:lnTo>
                  <a:lnTo>
                    <a:pt x="403979" y="300904"/>
                  </a:lnTo>
                  <a:lnTo>
                    <a:pt x="418714" y="312224"/>
                  </a:lnTo>
                  <a:lnTo>
                    <a:pt x="383624" y="347314"/>
                  </a:lnTo>
                  <a:lnTo>
                    <a:pt x="382916" y="348928"/>
                  </a:lnTo>
                  <a:lnTo>
                    <a:pt x="382916" y="348022"/>
                  </a:lnTo>
                  <a:lnTo>
                    <a:pt x="355273" y="375665"/>
                  </a:lnTo>
                  <a:lnTo>
                    <a:pt x="321286" y="342132"/>
                  </a:lnTo>
                  <a:lnTo>
                    <a:pt x="302706" y="360711"/>
                  </a:lnTo>
                  <a:lnTo>
                    <a:pt x="344183" y="402187"/>
                  </a:lnTo>
                  <a:lnTo>
                    <a:pt x="349835" y="404666"/>
                  </a:lnTo>
                  <a:lnTo>
                    <a:pt x="346662" y="404666"/>
                  </a:lnTo>
                  <a:lnTo>
                    <a:pt x="355273" y="413277"/>
                  </a:lnTo>
                  <a:lnTo>
                    <a:pt x="432308" y="335787"/>
                  </a:lnTo>
                  <a:cubicBezTo>
                    <a:pt x="435481" y="343944"/>
                    <a:pt x="437293" y="352554"/>
                    <a:pt x="437293" y="361617"/>
                  </a:cubicBezTo>
                  <a:cubicBezTo>
                    <a:pt x="437293" y="403761"/>
                    <a:pt x="402854" y="438200"/>
                    <a:pt x="360257" y="438200"/>
                  </a:cubicBezTo>
                  <a:cubicBezTo>
                    <a:pt x="338959" y="438200"/>
                    <a:pt x="319700" y="429590"/>
                    <a:pt x="305765" y="415712"/>
                  </a:cubicBezTo>
                  <a:lnTo>
                    <a:pt x="298281" y="404666"/>
                  </a:lnTo>
                  <a:lnTo>
                    <a:pt x="298176" y="404666"/>
                  </a:lnTo>
                  <a:lnTo>
                    <a:pt x="298176" y="404510"/>
                  </a:lnTo>
                  <a:lnTo>
                    <a:pt x="289268" y="391362"/>
                  </a:lnTo>
                  <a:cubicBezTo>
                    <a:pt x="285373" y="382207"/>
                    <a:pt x="283221" y="372153"/>
                    <a:pt x="283221" y="361617"/>
                  </a:cubicBezTo>
                  <a:cubicBezTo>
                    <a:pt x="283221" y="319473"/>
                    <a:pt x="317660" y="285034"/>
                    <a:pt x="360257" y="285034"/>
                  </a:cubicBezTo>
                  <a:close/>
                  <a:moveTo>
                    <a:pt x="360257" y="271892"/>
                  </a:moveTo>
                  <a:cubicBezTo>
                    <a:pt x="310411" y="271892"/>
                    <a:pt x="269626" y="312223"/>
                    <a:pt x="269626" y="362070"/>
                  </a:cubicBezTo>
                  <a:cubicBezTo>
                    <a:pt x="269626" y="411917"/>
                    <a:pt x="310411" y="452248"/>
                    <a:pt x="360257" y="452248"/>
                  </a:cubicBezTo>
                  <a:cubicBezTo>
                    <a:pt x="410104" y="452248"/>
                    <a:pt x="450888" y="411917"/>
                    <a:pt x="450888" y="362070"/>
                  </a:cubicBezTo>
                  <a:lnTo>
                    <a:pt x="450435" y="362523"/>
                  </a:lnTo>
                  <a:cubicBezTo>
                    <a:pt x="450435" y="349382"/>
                    <a:pt x="447716" y="337147"/>
                    <a:pt x="442731" y="325818"/>
                  </a:cubicBezTo>
                  <a:lnTo>
                    <a:pt x="466749" y="301801"/>
                  </a:lnTo>
                  <a:lnTo>
                    <a:pt x="448169" y="283221"/>
                  </a:lnTo>
                  <a:lnTo>
                    <a:pt x="428230" y="303160"/>
                  </a:lnTo>
                  <a:cubicBezTo>
                    <a:pt x="411463" y="284128"/>
                    <a:pt x="387446" y="271892"/>
                    <a:pt x="360257" y="271892"/>
                  </a:cubicBezTo>
                  <a:close/>
                  <a:moveTo>
                    <a:pt x="0" y="261923"/>
                  </a:moveTo>
                  <a:lnTo>
                    <a:pt x="22658" y="261923"/>
                  </a:lnTo>
                  <a:lnTo>
                    <a:pt x="22658" y="277783"/>
                  </a:lnTo>
                  <a:lnTo>
                    <a:pt x="38518" y="277783"/>
                  </a:lnTo>
                  <a:lnTo>
                    <a:pt x="38518" y="300441"/>
                  </a:lnTo>
                  <a:lnTo>
                    <a:pt x="0" y="300441"/>
                  </a:lnTo>
                  <a:close/>
                  <a:moveTo>
                    <a:pt x="104679" y="228842"/>
                  </a:moveTo>
                  <a:lnTo>
                    <a:pt x="127336" y="228842"/>
                  </a:lnTo>
                  <a:lnTo>
                    <a:pt x="127336" y="280502"/>
                  </a:lnTo>
                  <a:lnTo>
                    <a:pt x="107397" y="280502"/>
                  </a:lnTo>
                  <a:lnTo>
                    <a:pt x="107397" y="297269"/>
                  </a:lnTo>
                  <a:lnTo>
                    <a:pt x="127336" y="297269"/>
                  </a:lnTo>
                  <a:lnTo>
                    <a:pt x="127336" y="348928"/>
                  </a:lnTo>
                  <a:lnTo>
                    <a:pt x="104679" y="348928"/>
                  </a:lnTo>
                  <a:lnTo>
                    <a:pt x="104679" y="300441"/>
                  </a:lnTo>
                  <a:lnTo>
                    <a:pt x="55738" y="300441"/>
                  </a:lnTo>
                  <a:lnTo>
                    <a:pt x="55738" y="277784"/>
                  </a:lnTo>
                  <a:lnTo>
                    <a:pt x="104679" y="277784"/>
                  </a:lnTo>
                  <a:close/>
                  <a:moveTo>
                    <a:pt x="405573" y="211622"/>
                  </a:moveTo>
                  <a:lnTo>
                    <a:pt x="405573" y="212076"/>
                  </a:lnTo>
                  <a:lnTo>
                    <a:pt x="511611" y="212076"/>
                  </a:lnTo>
                  <a:lnTo>
                    <a:pt x="511611" y="512064"/>
                  </a:lnTo>
                  <a:lnTo>
                    <a:pt x="210263" y="512064"/>
                  </a:lnTo>
                  <a:lnTo>
                    <a:pt x="210263" y="404666"/>
                  </a:lnTo>
                  <a:lnTo>
                    <a:pt x="160417" y="404666"/>
                  </a:lnTo>
                  <a:lnTo>
                    <a:pt x="160417" y="382009"/>
                  </a:lnTo>
                  <a:lnTo>
                    <a:pt x="210263" y="382009"/>
                  </a:lnTo>
                  <a:lnTo>
                    <a:pt x="210263" y="212076"/>
                  </a:lnTo>
                  <a:lnTo>
                    <a:pt x="404976" y="212076"/>
                  </a:lnTo>
                  <a:close/>
                  <a:moveTo>
                    <a:pt x="0" y="193044"/>
                  </a:moveTo>
                  <a:lnTo>
                    <a:pt x="22657" y="193044"/>
                  </a:lnTo>
                  <a:lnTo>
                    <a:pt x="22657" y="244703"/>
                  </a:lnTo>
                  <a:lnTo>
                    <a:pt x="0" y="244703"/>
                  </a:lnTo>
                  <a:close/>
                  <a:moveTo>
                    <a:pt x="382916" y="159963"/>
                  </a:moveTo>
                  <a:lnTo>
                    <a:pt x="405573" y="159963"/>
                  </a:lnTo>
                  <a:lnTo>
                    <a:pt x="405573" y="211622"/>
                  </a:lnTo>
                  <a:lnTo>
                    <a:pt x="382916" y="211622"/>
                  </a:lnTo>
                  <a:close/>
                  <a:moveTo>
                    <a:pt x="104679" y="159963"/>
                  </a:moveTo>
                  <a:lnTo>
                    <a:pt x="127336" y="159963"/>
                  </a:lnTo>
                  <a:lnTo>
                    <a:pt x="127336" y="211622"/>
                  </a:lnTo>
                  <a:lnTo>
                    <a:pt x="104679" y="211622"/>
                  </a:lnTo>
                  <a:close/>
                  <a:moveTo>
                    <a:pt x="0" y="124618"/>
                  </a:moveTo>
                  <a:lnTo>
                    <a:pt x="22657" y="124618"/>
                  </a:lnTo>
                  <a:lnTo>
                    <a:pt x="22657" y="176277"/>
                  </a:lnTo>
                  <a:lnTo>
                    <a:pt x="0" y="176277"/>
                  </a:lnTo>
                  <a:close/>
                  <a:moveTo>
                    <a:pt x="367054" y="104225"/>
                  </a:moveTo>
                  <a:lnTo>
                    <a:pt x="405572" y="104225"/>
                  </a:lnTo>
                  <a:lnTo>
                    <a:pt x="405572" y="142743"/>
                  </a:lnTo>
                  <a:lnTo>
                    <a:pt x="382914" y="142743"/>
                  </a:lnTo>
                  <a:lnTo>
                    <a:pt x="382914" y="126883"/>
                  </a:lnTo>
                  <a:lnTo>
                    <a:pt x="367054" y="126883"/>
                  </a:lnTo>
                  <a:close/>
                  <a:moveTo>
                    <a:pt x="160417" y="104225"/>
                  </a:moveTo>
                  <a:lnTo>
                    <a:pt x="212076" y="104225"/>
                  </a:lnTo>
                  <a:lnTo>
                    <a:pt x="212076" y="126882"/>
                  </a:lnTo>
                  <a:lnTo>
                    <a:pt x="160417" y="126882"/>
                  </a:lnTo>
                  <a:close/>
                  <a:moveTo>
                    <a:pt x="104679" y="104225"/>
                  </a:moveTo>
                  <a:lnTo>
                    <a:pt x="143197" y="104225"/>
                  </a:lnTo>
                  <a:lnTo>
                    <a:pt x="143197" y="126883"/>
                  </a:lnTo>
                  <a:lnTo>
                    <a:pt x="127337" y="126883"/>
                  </a:lnTo>
                  <a:lnTo>
                    <a:pt x="127337" y="142743"/>
                  </a:lnTo>
                  <a:lnTo>
                    <a:pt x="104679" y="142743"/>
                  </a:lnTo>
                  <a:close/>
                  <a:moveTo>
                    <a:pt x="278690" y="55738"/>
                  </a:moveTo>
                  <a:lnTo>
                    <a:pt x="301347" y="55738"/>
                  </a:lnTo>
                  <a:lnTo>
                    <a:pt x="301347" y="104225"/>
                  </a:lnTo>
                  <a:lnTo>
                    <a:pt x="349835" y="104225"/>
                  </a:lnTo>
                  <a:lnTo>
                    <a:pt x="349835" y="126882"/>
                  </a:lnTo>
                  <a:lnTo>
                    <a:pt x="298176" y="126882"/>
                  </a:lnTo>
                  <a:lnTo>
                    <a:pt x="298176" y="107397"/>
                  </a:lnTo>
                  <a:lnTo>
                    <a:pt x="280956" y="107397"/>
                  </a:lnTo>
                  <a:lnTo>
                    <a:pt x="280956" y="126882"/>
                  </a:lnTo>
                  <a:lnTo>
                    <a:pt x="229296" y="126882"/>
                  </a:lnTo>
                  <a:lnTo>
                    <a:pt x="229296" y="104225"/>
                  </a:lnTo>
                  <a:lnTo>
                    <a:pt x="278690" y="104225"/>
                  </a:lnTo>
                  <a:close/>
                  <a:moveTo>
                    <a:pt x="0" y="55738"/>
                  </a:moveTo>
                  <a:lnTo>
                    <a:pt x="22657" y="55738"/>
                  </a:lnTo>
                  <a:lnTo>
                    <a:pt x="22657" y="107397"/>
                  </a:lnTo>
                  <a:lnTo>
                    <a:pt x="0" y="107397"/>
                  </a:lnTo>
                  <a:close/>
                  <a:moveTo>
                    <a:pt x="262829" y="0"/>
                  </a:moveTo>
                  <a:lnTo>
                    <a:pt x="301347" y="0"/>
                  </a:lnTo>
                  <a:lnTo>
                    <a:pt x="301347" y="38518"/>
                  </a:lnTo>
                  <a:lnTo>
                    <a:pt x="278689" y="38518"/>
                  </a:lnTo>
                  <a:lnTo>
                    <a:pt x="278689" y="22658"/>
                  </a:lnTo>
                  <a:lnTo>
                    <a:pt x="262829" y="22658"/>
                  </a:lnTo>
                  <a:close/>
                  <a:moveTo>
                    <a:pt x="193497" y="0"/>
                  </a:moveTo>
                  <a:lnTo>
                    <a:pt x="245156" y="0"/>
                  </a:lnTo>
                  <a:lnTo>
                    <a:pt x="245156" y="22657"/>
                  </a:lnTo>
                  <a:lnTo>
                    <a:pt x="193497" y="22657"/>
                  </a:lnTo>
                  <a:close/>
                  <a:moveTo>
                    <a:pt x="124617" y="0"/>
                  </a:moveTo>
                  <a:lnTo>
                    <a:pt x="176276" y="0"/>
                  </a:lnTo>
                  <a:lnTo>
                    <a:pt x="176276" y="22657"/>
                  </a:lnTo>
                  <a:lnTo>
                    <a:pt x="124617" y="22657"/>
                  </a:lnTo>
                  <a:close/>
                  <a:moveTo>
                    <a:pt x="55738" y="0"/>
                  </a:moveTo>
                  <a:lnTo>
                    <a:pt x="107397" y="0"/>
                  </a:lnTo>
                  <a:lnTo>
                    <a:pt x="107397" y="22657"/>
                  </a:lnTo>
                  <a:lnTo>
                    <a:pt x="55738" y="22657"/>
                  </a:lnTo>
                  <a:close/>
                  <a:moveTo>
                    <a:pt x="0" y="0"/>
                  </a:moveTo>
                  <a:lnTo>
                    <a:pt x="38518" y="0"/>
                  </a:lnTo>
                  <a:lnTo>
                    <a:pt x="38518" y="22658"/>
                  </a:lnTo>
                  <a:lnTo>
                    <a:pt x="22658" y="22658"/>
                  </a:lnTo>
                  <a:lnTo>
                    <a:pt x="22658" y="38518"/>
                  </a:lnTo>
                  <a:lnTo>
                    <a:pt x="0" y="38518"/>
                  </a:lnTo>
                  <a:close/>
                </a:path>
              </a:pathLst>
            </a:cu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grpSp>
      <p:grpSp>
        <p:nvGrpSpPr>
          <p:cNvPr id="1605" name="Google Shape;1605;p85"/>
          <p:cNvGrpSpPr/>
          <p:nvPr/>
        </p:nvGrpSpPr>
        <p:grpSpPr>
          <a:xfrm>
            <a:off x="1065220" y="2320714"/>
            <a:ext cx="1833012" cy="3105391"/>
            <a:chOff x="1065213" y="2250736"/>
            <a:chExt cx="1833000" cy="3106200"/>
          </a:xfrm>
        </p:grpSpPr>
        <p:sp>
          <p:nvSpPr>
            <p:cNvPr id="1606" name="Google Shape;1606;p85"/>
            <p:cNvSpPr/>
            <p:nvPr/>
          </p:nvSpPr>
          <p:spPr>
            <a:xfrm>
              <a:off x="1068844" y="2250736"/>
              <a:ext cx="1825800" cy="3106200"/>
            </a:xfrm>
            <a:prstGeom prst="roundRect">
              <a:avLst>
                <a:gd name="adj" fmla="val 5008"/>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sp>
          <p:nvSpPr>
            <p:cNvPr id="1607" name="Google Shape;1607;p85"/>
            <p:cNvSpPr txBox="1"/>
            <p:nvPr/>
          </p:nvSpPr>
          <p:spPr>
            <a:xfrm>
              <a:off x="1065213" y="2701268"/>
              <a:ext cx="1833000" cy="387578"/>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a:solidFill>
                    <a:schemeClr val="dk1"/>
                  </a:solidFill>
                </a:rPr>
                <a:t>Security Governance </a:t>
              </a:r>
              <a:br>
                <a:rPr lang="en" sz="1066">
                  <a:solidFill>
                    <a:schemeClr val="dk1"/>
                  </a:solidFill>
                </a:rPr>
              </a:br>
              <a:r>
                <a:rPr lang="en" sz="1066">
                  <a:solidFill>
                    <a:schemeClr val="dk1"/>
                  </a:solidFill>
                </a:rPr>
                <a:t>and Compliance</a:t>
              </a:r>
              <a:endParaRPr sz="1066">
                <a:solidFill>
                  <a:schemeClr val="dk1"/>
                </a:solidFill>
              </a:endParaRPr>
            </a:p>
          </p:txBody>
        </p:sp>
        <p:sp>
          <p:nvSpPr>
            <p:cNvPr id="1608" name="Google Shape;1608;p85"/>
            <p:cNvSpPr/>
            <p:nvPr/>
          </p:nvSpPr>
          <p:spPr>
            <a:xfrm>
              <a:off x="1250155" y="4429275"/>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Data Governance</a:t>
              </a:r>
              <a:endParaRPr sz="933">
                <a:solidFill>
                  <a:schemeClr val="lt1"/>
                </a:solidFill>
              </a:endParaRPr>
            </a:p>
          </p:txBody>
        </p:sp>
        <p:sp>
          <p:nvSpPr>
            <p:cNvPr id="1609" name="Google Shape;1609;p85"/>
            <p:cNvSpPr/>
            <p:nvPr/>
          </p:nvSpPr>
          <p:spPr>
            <a:xfrm>
              <a:off x="1250155" y="4845477"/>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Compliance Enforcement</a:t>
              </a:r>
              <a:endParaRPr sz="933">
                <a:solidFill>
                  <a:schemeClr val="lt1"/>
                </a:solidFill>
              </a:endParaRPr>
            </a:p>
          </p:txBody>
        </p:sp>
        <p:sp>
          <p:nvSpPr>
            <p:cNvPr id="1610" name="Google Shape;1610;p85"/>
            <p:cNvSpPr/>
            <p:nvPr/>
          </p:nvSpPr>
          <p:spPr>
            <a:xfrm>
              <a:off x="1250155" y="3596869"/>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Auditing and SIEM</a:t>
              </a:r>
              <a:endParaRPr sz="933">
                <a:solidFill>
                  <a:schemeClr val="lt1"/>
                </a:solidFill>
              </a:endParaRPr>
            </a:p>
          </p:txBody>
        </p:sp>
        <p:sp>
          <p:nvSpPr>
            <p:cNvPr id="1611" name="Google Shape;1611;p85"/>
            <p:cNvSpPr/>
            <p:nvPr/>
          </p:nvSpPr>
          <p:spPr>
            <a:xfrm>
              <a:off x="1250155" y="3180136"/>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Identity and RBAC</a:t>
              </a:r>
              <a:endParaRPr sz="933">
                <a:solidFill>
                  <a:schemeClr val="lt1"/>
                </a:solidFill>
              </a:endParaRPr>
            </a:p>
          </p:txBody>
        </p:sp>
        <p:sp>
          <p:nvSpPr>
            <p:cNvPr id="1612" name="Google Shape;1612;p85"/>
            <p:cNvSpPr/>
            <p:nvPr/>
          </p:nvSpPr>
          <p:spPr>
            <a:xfrm>
              <a:off x="1250155" y="4013072"/>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Constraint-Based Management </a:t>
              </a:r>
              <a:endParaRPr sz="933">
                <a:solidFill>
                  <a:schemeClr val="lt1"/>
                </a:solidFill>
              </a:endParaRPr>
            </a:p>
          </p:txBody>
        </p:sp>
        <p:grpSp>
          <p:nvGrpSpPr>
            <p:cNvPr id="1613" name="Google Shape;1613;p85"/>
            <p:cNvGrpSpPr/>
            <p:nvPr/>
          </p:nvGrpSpPr>
          <p:grpSpPr>
            <a:xfrm>
              <a:off x="1855309" y="2367395"/>
              <a:ext cx="230163" cy="273114"/>
              <a:chOff x="6489698" y="1256705"/>
              <a:chExt cx="534393" cy="634116"/>
            </a:xfrm>
          </p:grpSpPr>
          <p:sp>
            <p:nvSpPr>
              <p:cNvPr id="1614" name="Google Shape;1614;p85"/>
              <p:cNvSpPr/>
              <p:nvPr/>
            </p:nvSpPr>
            <p:spPr>
              <a:xfrm>
                <a:off x="6758109" y="1374578"/>
                <a:ext cx="160697" cy="389934"/>
              </a:xfrm>
              <a:custGeom>
                <a:avLst/>
                <a:gdLst/>
                <a:ahLst/>
                <a:cxnLst/>
                <a:rect l="l" t="t" r="r" b="b"/>
                <a:pathLst>
                  <a:path w="160697" h="389934" extrusionOk="0">
                    <a:moveTo>
                      <a:pt x="0" y="0"/>
                    </a:moveTo>
                    <a:cubicBezTo>
                      <a:pt x="44975" y="26570"/>
                      <a:pt x="94145" y="43396"/>
                      <a:pt x="158924" y="46644"/>
                    </a:cubicBezTo>
                    <a:cubicBezTo>
                      <a:pt x="177239" y="273955"/>
                      <a:pt x="48764" y="365033"/>
                      <a:pt x="0" y="389934"/>
                    </a:cubicBezTo>
                    <a:lnTo>
                      <a:pt x="0" y="0"/>
                    </a:lnTo>
                    <a:close/>
                  </a:path>
                </a:pathLst>
              </a:cu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sp>
            <p:nvSpPr>
              <p:cNvPr id="1615" name="Google Shape;1615;p85"/>
              <p:cNvSpPr/>
              <p:nvPr/>
            </p:nvSpPr>
            <p:spPr>
              <a:xfrm>
                <a:off x="6489698" y="1256705"/>
                <a:ext cx="534393" cy="634116"/>
              </a:xfrm>
              <a:custGeom>
                <a:avLst/>
                <a:gdLst/>
                <a:ahLst/>
                <a:cxnLst/>
                <a:rect l="l" t="t" r="r" b="b"/>
                <a:pathLst>
                  <a:path w="534393" h="634116" extrusionOk="0">
                    <a:moveTo>
                      <a:pt x="267192" y="66763"/>
                    </a:moveTo>
                    <a:cubicBezTo>
                      <a:pt x="306844" y="87244"/>
                      <a:pt x="378840" y="117107"/>
                      <a:pt x="473978" y="125542"/>
                    </a:cubicBezTo>
                    <a:cubicBezTo>
                      <a:pt x="499060" y="423316"/>
                      <a:pt x="327415" y="539295"/>
                      <a:pt x="267192" y="570556"/>
                    </a:cubicBezTo>
                    <a:cubicBezTo>
                      <a:pt x="206970" y="539340"/>
                      <a:pt x="35325" y="423361"/>
                      <a:pt x="60406" y="125542"/>
                    </a:cubicBezTo>
                    <a:cubicBezTo>
                      <a:pt x="155454" y="117152"/>
                      <a:pt x="227450" y="87334"/>
                      <a:pt x="267192" y="66763"/>
                    </a:cubicBezTo>
                    <a:moveTo>
                      <a:pt x="267192" y="0"/>
                    </a:moveTo>
                    <a:lnTo>
                      <a:pt x="267192" y="0"/>
                    </a:lnTo>
                    <a:cubicBezTo>
                      <a:pt x="267192" y="0"/>
                      <a:pt x="267192" y="0"/>
                      <a:pt x="267192" y="0"/>
                    </a:cubicBezTo>
                    <a:cubicBezTo>
                      <a:pt x="266876" y="0"/>
                      <a:pt x="167543" y="69876"/>
                      <a:pt x="8574" y="69876"/>
                    </a:cubicBezTo>
                    <a:cubicBezTo>
                      <a:pt x="-56159" y="514890"/>
                      <a:pt x="266876" y="634117"/>
                      <a:pt x="267192" y="634117"/>
                    </a:cubicBezTo>
                    <a:lnTo>
                      <a:pt x="267192" y="634117"/>
                    </a:lnTo>
                    <a:cubicBezTo>
                      <a:pt x="267463" y="634117"/>
                      <a:pt x="590589" y="514935"/>
                      <a:pt x="525810" y="69876"/>
                    </a:cubicBezTo>
                    <a:cubicBezTo>
                      <a:pt x="366841" y="69876"/>
                      <a:pt x="267508" y="0"/>
                      <a:pt x="267192" y="0"/>
                    </a:cubicBezTo>
                    <a:lnTo>
                      <a:pt x="267192" y="0"/>
                    </a:lnTo>
                    <a:close/>
                  </a:path>
                </a:pathLst>
              </a:cu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grpSp>
      </p:grpSp>
      <p:grpSp>
        <p:nvGrpSpPr>
          <p:cNvPr id="1616" name="Google Shape;1616;p85"/>
          <p:cNvGrpSpPr/>
          <p:nvPr/>
        </p:nvGrpSpPr>
        <p:grpSpPr>
          <a:xfrm>
            <a:off x="3008626" y="3788542"/>
            <a:ext cx="6171638" cy="1026933"/>
            <a:chOff x="3008609" y="3718946"/>
            <a:chExt cx="6171600" cy="1027200"/>
          </a:xfrm>
        </p:grpSpPr>
        <p:sp>
          <p:nvSpPr>
            <p:cNvPr id="1617" name="Google Shape;1617;p85"/>
            <p:cNvSpPr/>
            <p:nvPr/>
          </p:nvSpPr>
          <p:spPr>
            <a:xfrm>
              <a:off x="3008609" y="3718946"/>
              <a:ext cx="6171600" cy="1027200"/>
            </a:xfrm>
            <a:prstGeom prst="roundRect">
              <a:avLst>
                <a:gd name="adj" fmla="val 8902"/>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grpSp>
          <p:nvGrpSpPr>
            <p:cNvPr id="1618" name="Google Shape;1618;p85"/>
            <p:cNvGrpSpPr/>
            <p:nvPr/>
          </p:nvGrpSpPr>
          <p:grpSpPr>
            <a:xfrm>
              <a:off x="3121090" y="4029466"/>
              <a:ext cx="5947016" cy="600692"/>
              <a:chOff x="3181123" y="4245986"/>
              <a:chExt cx="6115812" cy="540969"/>
            </a:xfrm>
          </p:grpSpPr>
          <p:sp>
            <p:nvSpPr>
              <p:cNvPr id="1619" name="Google Shape;1619;p85"/>
              <p:cNvSpPr/>
              <p:nvPr/>
            </p:nvSpPr>
            <p:spPr>
              <a:xfrm>
                <a:off x="5237479" y="4245986"/>
                <a:ext cx="20031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Visibility and Observability</a:t>
                </a:r>
                <a:endParaRPr sz="933">
                  <a:solidFill>
                    <a:schemeClr val="lt1"/>
                  </a:solidFill>
                </a:endParaRPr>
              </a:p>
            </p:txBody>
          </p:sp>
          <p:sp>
            <p:nvSpPr>
              <p:cNvPr id="1620" name="Google Shape;1620;p85"/>
              <p:cNvSpPr/>
              <p:nvPr/>
            </p:nvSpPr>
            <p:spPr>
              <a:xfrm>
                <a:off x="3181123" y="4245987"/>
                <a:ext cx="20031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Performance Optimization</a:t>
                </a:r>
                <a:endParaRPr sz="933">
                  <a:solidFill>
                    <a:schemeClr val="lt1"/>
                  </a:solidFill>
                </a:endParaRPr>
              </a:p>
            </p:txBody>
          </p:sp>
          <p:sp>
            <p:nvSpPr>
              <p:cNvPr id="1621" name="Google Shape;1621;p85"/>
              <p:cNvSpPr/>
              <p:nvPr/>
            </p:nvSpPr>
            <p:spPr>
              <a:xfrm>
                <a:off x="7293835" y="4245997"/>
                <a:ext cx="20031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Analytics and Reporting</a:t>
                </a:r>
                <a:endParaRPr sz="933">
                  <a:solidFill>
                    <a:schemeClr val="lt1"/>
                  </a:solidFill>
                </a:endParaRPr>
              </a:p>
            </p:txBody>
          </p:sp>
          <p:sp>
            <p:nvSpPr>
              <p:cNvPr id="1622" name="Google Shape;1622;p85"/>
              <p:cNvSpPr/>
              <p:nvPr/>
            </p:nvSpPr>
            <p:spPr>
              <a:xfrm>
                <a:off x="5240029" y="4539736"/>
                <a:ext cx="19980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Capacity Management</a:t>
                </a:r>
                <a:endParaRPr sz="933">
                  <a:solidFill>
                    <a:schemeClr val="lt1"/>
                  </a:solidFill>
                </a:endParaRPr>
              </a:p>
            </p:txBody>
          </p:sp>
          <p:sp>
            <p:nvSpPr>
              <p:cNvPr id="1623" name="Google Shape;1623;p85"/>
              <p:cNvSpPr/>
              <p:nvPr/>
            </p:nvSpPr>
            <p:spPr>
              <a:xfrm>
                <a:off x="3181123" y="4539728"/>
                <a:ext cx="19980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Cost Efficiency Management</a:t>
                </a:r>
                <a:endParaRPr sz="933">
                  <a:solidFill>
                    <a:schemeClr val="lt1"/>
                  </a:solidFill>
                </a:endParaRPr>
              </a:p>
            </p:txBody>
          </p:sp>
          <p:sp>
            <p:nvSpPr>
              <p:cNvPr id="1624" name="Google Shape;1624;p85"/>
              <p:cNvSpPr/>
              <p:nvPr/>
            </p:nvSpPr>
            <p:spPr>
              <a:xfrm>
                <a:off x="7298934" y="4539755"/>
                <a:ext cx="19980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Configuration Management</a:t>
                </a:r>
                <a:endParaRPr sz="933">
                  <a:solidFill>
                    <a:schemeClr val="lt1"/>
                  </a:solidFill>
                </a:endParaRPr>
              </a:p>
            </p:txBody>
          </p:sp>
        </p:grpSp>
        <p:grpSp>
          <p:nvGrpSpPr>
            <p:cNvPr id="1625" name="Google Shape;1625;p85"/>
            <p:cNvGrpSpPr/>
            <p:nvPr/>
          </p:nvGrpSpPr>
          <p:grpSpPr>
            <a:xfrm>
              <a:off x="4714256" y="3766995"/>
              <a:ext cx="2963100" cy="239935"/>
              <a:chOff x="4714256" y="3766995"/>
              <a:chExt cx="2963100" cy="239935"/>
            </a:xfrm>
          </p:grpSpPr>
          <p:sp>
            <p:nvSpPr>
              <p:cNvPr id="1626" name="Google Shape;1626;p85"/>
              <p:cNvSpPr txBox="1"/>
              <p:nvPr/>
            </p:nvSpPr>
            <p:spPr>
              <a:xfrm>
                <a:off x="4714256" y="3766995"/>
                <a:ext cx="2963100" cy="239935"/>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a:solidFill>
                      <a:schemeClr val="dk1"/>
                    </a:solidFill>
                  </a:rPr>
                  <a:t>Automated Operations</a:t>
                </a:r>
                <a:endParaRPr sz="1066">
                  <a:solidFill>
                    <a:schemeClr val="dk1"/>
                  </a:solidFill>
                </a:endParaRPr>
              </a:p>
            </p:txBody>
          </p:sp>
          <p:grpSp>
            <p:nvGrpSpPr>
              <p:cNvPr id="1627" name="Google Shape;1627;p85"/>
              <p:cNvGrpSpPr/>
              <p:nvPr/>
            </p:nvGrpSpPr>
            <p:grpSpPr>
              <a:xfrm>
                <a:off x="5164661" y="3774954"/>
                <a:ext cx="214918" cy="215611"/>
                <a:chOff x="9332427" y="1236388"/>
                <a:chExt cx="651268" cy="653368"/>
              </a:xfrm>
            </p:grpSpPr>
            <p:sp>
              <p:nvSpPr>
                <p:cNvPr id="1628" name="Google Shape;1628;p85"/>
                <p:cNvSpPr/>
                <p:nvPr/>
              </p:nvSpPr>
              <p:spPr>
                <a:xfrm>
                  <a:off x="9473938" y="1375006"/>
                  <a:ext cx="368152" cy="376087"/>
                </a:xfrm>
                <a:custGeom>
                  <a:avLst/>
                  <a:gdLst/>
                  <a:ahLst/>
                  <a:cxnLst/>
                  <a:rect l="l" t="t" r="r" b="b"/>
                  <a:pathLst>
                    <a:path w="368152" h="376087" extrusionOk="0">
                      <a:moveTo>
                        <a:pt x="331328" y="173715"/>
                      </a:moveTo>
                      <a:lnTo>
                        <a:pt x="368153" y="149119"/>
                      </a:lnTo>
                      <a:lnTo>
                        <a:pt x="368153" y="147065"/>
                      </a:lnTo>
                      <a:cubicBezTo>
                        <a:pt x="366099" y="140904"/>
                        <a:pt x="364046" y="134790"/>
                        <a:pt x="362039" y="130683"/>
                      </a:cubicBezTo>
                      <a:cubicBezTo>
                        <a:pt x="359985" y="124522"/>
                        <a:pt x="357932" y="118408"/>
                        <a:pt x="355925" y="112247"/>
                      </a:cubicBezTo>
                      <a:lnTo>
                        <a:pt x="355925" y="110194"/>
                      </a:lnTo>
                      <a:lnTo>
                        <a:pt x="310932" y="112247"/>
                      </a:lnTo>
                      <a:cubicBezTo>
                        <a:pt x="306825" y="104033"/>
                        <a:pt x="302765" y="95865"/>
                        <a:pt x="296604" y="89705"/>
                      </a:cubicBezTo>
                      <a:lnTo>
                        <a:pt x="310932" y="48726"/>
                      </a:lnTo>
                      <a:lnTo>
                        <a:pt x="308879" y="46673"/>
                      </a:lnTo>
                      <a:cubicBezTo>
                        <a:pt x="298658" y="38458"/>
                        <a:pt x="290490" y="32344"/>
                        <a:pt x="280269" y="26183"/>
                      </a:cubicBezTo>
                      <a:lnTo>
                        <a:pt x="278215" y="24130"/>
                      </a:lnTo>
                      <a:lnTo>
                        <a:pt x="243444" y="50733"/>
                      </a:lnTo>
                      <a:cubicBezTo>
                        <a:pt x="235276" y="48679"/>
                        <a:pt x="225055" y="44572"/>
                        <a:pt x="216841" y="42519"/>
                      </a:cubicBezTo>
                      <a:lnTo>
                        <a:pt x="204566" y="1540"/>
                      </a:lnTo>
                      <a:lnTo>
                        <a:pt x="202512" y="1540"/>
                      </a:lnTo>
                      <a:cubicBezTo>
                        <a:pt x="190237" y="-513"/>
                        <a:pt x="177962" y="-513"/>
                        <a:pt x="165687" y="1540"/>
                      </a:cubicBezTo>
                      <a:lnTo>
                        <a:pt x="163634" y="1540"/>
                      </a:lnTo>
                      <a:lnTo>
                        <a:pt x="151359" y="42519"/>
                      </a:lnTo>
                      <a:cubicBezTo>
                        <a:pt x="147252" y="44572"/>
                        <a:pt x="143191" y="44572"/>
                        <a:pt x="139084" y="46626"/>
                      </a:cubicBezTo>
                      <a:cubicBezTo>
                        <a:pt x="132970" y="48679"/>
                        <a:pt x="128863" y="48679"/>
                        <a:pt x="124756" y="50733"/>
                      </a:cubicBezTo>
                      <a:lnTo>
                        <a:pt x="89985" y="24130"/>
                      </a:lnTo>
                      <a:lnTo>
                        <a:pt x="87931" y="26183"/>
                      </a:lnTo>
                      <a:cubicBezTo>
                        <a:pt x="77710" y="32344"/>
                        <a:pt x="69542" y="38458"/>
                        <a:pt x="59321" y="46673"/>
                      </a:cubicBezTo>
                      <a:lnTo>
                        <a:pt x="57267" y="48726"/>
                      </a:lnTo>
                      <a:lnTo>
                        <a:pt x="71596" y="89705"/>
                      </a:lnTo>
                      <a:cubicBezTo>
                        <a:pt x="67488" y="95865"/>
                        <a:pt x="61374" y="104033"/>
                        <a:pt x="57267" y="112247"/>
                      </a:cubicBezTo>
                      <a:lnTo>
                        <a:pt x="12275" y="110194"/>
                      </a:lnTo>
                      <a:lnTo>
                        <a:pt x="12275" y="112247"/>
                      </a:lnTo>
                      <a:cubicBezTo>
                        <a:pt x="6161" y="124522"/>
                        <a:pt x="4107" y="134790"/>
                        <a:pt x="0" y="147065"/>
                      </a:cubicBezTo>
                      <a:lnTo>
                        <a:pt x="0" y="149119"/>
                      </a:lnTo>
                      <a:lnTo>
                        <a:pt x="36825" y="173715"/>
                      </a:lnTo>
                      <a:cubicBezTo>
                        <a:pt x="34771" y="183936"/>
                        <a:pt x="34771" y="192151"/>
                        <a:pt x="36825" y="202372"/>
                      </a:cubicBezTo>
                      <a:lnTo>
                        <a:pt x="0" y="226969"/>
                      </a:lnTo>
                      <a:lnTo>
                        <a:pt x="0" y="229022"/>
                      </a:lnTo>
                      <a:cubicBezTo>
                        <a:pt x="2054" y="235183"/>
                        <a:pt x="4107" y="241297"/>
                        <a:pt x="6114" y="245404"/>
                      </a:cubicBezTo>
                      <a:cubicBezTo>
                        <a:pt x="8168" y="251565"/>
                        <a:pt x="10221" y="257679"/>
                        <a:pt x="12228" y="263840"/>
                      </a:cubicBezTo>
                      <a:lnTo>
                        <a:pt x="12228" y="265893"/>
                      </a:lnTo>
                      <a:lnTo>
                        <a:pt x="57221" y="263840"/>
                      </a:lnTo>
                      <a:cubicBezTo>
                        <a:pt x="61328" y="272054"/>
                        <a:pt x="65388" y="280222"/>
                        <a:pt x="71549" y="286383"/>
                      </a:cubicBezTo>
                      <a:lnTo>
                        <a:pt x="57221" y="327361"/>
                      </a:lnTo>
                      <a:lnTo>
                        <a:pt x="59274" y="329415"/>
                      </a:lnTo>
                      <a:cubicBezTo>
                        <a:pt x="69495" y="337629"/>
                        <a:pt x="77663" y="343743"/>
                        <a:pt x="87884" y="349904"/>
                      </a:cubicBezTo>
                      <a:lnTo>
                        <a:pt x="89938" y="351958"/>
                      </a:lnTo>
                      <a:lnTo>
                        <a:pt x="124709" y="325354"/>
                      </a:lnTo>
                      <a:cubicBezTo>
                        <a:pt x="132877" y="327408"/>
                        <a:pt x="143098" y="331515"/>
                        <a:pt x="151312" y="333569"/>
                      </a:cubicBezTo>
                      <a:lnTo>
                        <a:pt x="163587" y="374547"/>
                      </a:lnTo>
                      <a:lnTo>
                        <a:pt x="165641" y="374547"/>
                      </a:lnTo>
                      <a:cubicBezTo>
                        <a:pt x="177916" y="376601"/>
                        <a:pt x="190191" y="376601"/>
                        <a:pt x="202465" y="374547"/>
                      </a:cubicBezTo>
                      <a:lnTo>
                        <a:pt x="204519" y="374547"/>
                      </a:lnTo>
                      <a:lnTo>
                        <a:pt x="216794" y="333569"/>
                      </a:lnTo>
                      <a:cubicBezTo>
                        <a:pt x="220901" y="331515"/>
                        <a:pt x="224962" y="331515"/>
                        <a:pt x="229069" y="329461"/>
                      </a:cubicBezTo>
                      <a:cubicBezTo>
                        <a:pt x="235183" y="327408"/>
                        <a:pt x="239290" y="327408"/>
                        <a:pt x="243397" y="325354"/>
                      </a:cubicBezTo>
                      <a:lnTo>
                        <a:pt x="278168" y="351958"/>
                      </a:lnTo>
                      <a:lnTo>
                        <a:pt x="280222" y="349904"/>
                      </a:lnTo>
                      <a:cubicBezTo>
                        <a:pt x="290443" y="343743"/>
                        <a:pt x="298611" y="337629"/>
                        <a:pt x="308832" y="329415"/>
                      </a:cubicBezTo>
                      <a:lnTo>
                        <a:pt x="310886" y="327361"/>
                      </a:lnTo>
                      <a:lnTo>
                        <a:pt x="296557" y="286383"/>
                      </a:lnTo>
                      <a:cubicBezTo>
                        <a:pt x="300664" y="280222"/>
                        <a:pt x="306779" y="272054"/>
                        <a:pt x="310886" y="263840"/>
                      </a:cubicBezTo>
                      <a:lnTo>
                        <a:pt x="355878" y="265893"/>
                      </a:lnTo>
                      <a:lnTo>
                        <a:pt x="355878" y="263840"/>
                      </a:lnTo>
                      <a:cubicBezTo>
                        <a:pt x="361992" y="251565"/>
                        <a:pt x="364046" y="241297"/>
                        <a:pt x="368153" y="229022"/>
                      </a:cubicBezTo>
                      <a:lnTo>
                        <a:pt x="368153" y="226969"/>
                      </a:lnTo>
                      <a:lnTo>
                        <a:pt x="331328" y="202372"/>
                      </a:lnTo>
                      <a:cubicBezTo>
                        <a:pt x="333382" y="192151"/>
                        <a:pt x="333382" y="183936"/>
                        <a:pt x="331328" y="173715"/>
                      </a:cubicBezTo>
                      <a:lnTo>
                        <a:pt x="331328" y="173715"/>
                      </a:lnTo>
                      <a:close/>
                      <a:moveTo>
                        <a:pt x="184076" y="294550"/>
                      </a:moveTo>
                      <a:cubicBezTo>
                        <a:pt x="124756" y="294550"/>
                        <a:pt x="77756" y="247458"/>
                        <a:pt x="77756" y="188044"/>
                      </a:cubicBezTo>
                      <a:cubicBezTo>
                        <a:pt x="77756" y="128630"/>
                        <a:pt x="124802" y="81537"/>
                        <a:pt x="184076" y="81537"/>
                      </a:cubicBezTo>
                      <a:cubicBezTo>
                        <a:pt x="243351" y="81537"/>
                        <a:pt x="290397" y="128630"/>
                        <a:pt x="290397" y="188044"/>
                      </a:cubicBezTo>
                      <a:cubicBezTo>
                        <a:pt x="290397" y="247458"/>
                        <a:pt x="243351" y="294550"/>
                        <a:pt x="184076" y="294550"/>
                      </a:cubicBezTo>
                      <a:lnTo>
                        <a:pt x="184076" y="294550"/>
                      </a:lnTo>
                      <a:close/>
                      <a:moveTo>
                        <a:pt x="184076" y="102026"/>
                      </a:moveTo>
                      <a:cubicBezTo>
                        <a:pt x="137031" y="102026"/>
                        <a:pt x="98199" y="140951"/>
                        <a:pt x="98199" y="188044"/>
                      </a:cubicBezTo>
                      <a:cubicBezTo>
                        <a:pt x="98199" y="235136"/>
                        <a:pt x="137031" y="274061"/>
                        <a:pt x="184076" y="274061"/>
                      </a:cubicBezTo>
                      <a:cubicBezTo>
                        <a:pt x="231122" y="274061"/>
                        <a:pt x="269954" y="235136"/>
                        <a:pt x="269954" y="188044"/>
                      </a:cubicBezTo>
                      <a:cubicBezTo>
                        <a:pt x="269954" y="140951"/>
                        <a:pt x="231122" y="102026"/>
                        <a:pt x="184076" y="102026"/>
                      </a:cubicBezTo>
                      <a:lnTo>
                        <a:pt x="184076" y="102026"/>
                      </a:lnTo>
                      <a:close/>
                      <a:moveTo>
                        <a:pt x="184076" y="241297"/>
                      </a:moveTo>
                      <a:cubicBezTo>
                        <a:pt x="155466" y="241297"/>
                        <a:pt x="130916" y="216701"/>
                        <a:pt x="130916" y="188044"/>
                      </a:cubicBezTo>
                      <a:cubicBezTo>
                        <a:pt x="130916" y="159387"/>
                        <a:pt x="155466" y="134790"/>
                        <a:pt x="184076" y="134790"/>
                      </a:cubicBezTo>
                      <a:cubicBezTo>
                        <a:pt x="212687" y="134790"/>
                        <a:pt x="237236" y="159387"/>
                        <a:pt x="237236" y="188044"/>
                      </a:cubicBezTo>
                      <a:cubicBezTo>
                        <a:pt x="237236" y="216701"/>
                        <a:pt x="212687" y="241297"/>
                        <a:pt x="184076" y="241297"/>
                      </a:cubicBezTo>
                      <a:lnTo>
                        <a:pt x="184076" y="241297"/>
                      </a:lnTo>
                      <a:close/>
                    </a:path>
                  </a:pathLst>
                </a:custGeom>
                <a:gradFill>
                  <a:gsLst>
                    <a:gs pos="0">
                      <a:srgbClr val="0187A6"/>
                    </a:gs>
                    <a:gs pos="100000">
                      <a:srgbClr val="0F8073"/>
                    </a:gs>
                  </a:gsLst>
                  <a:lin ang="0" scaled="0"/>
                </a:gradFill>
                <a:ln>
                  <a:noFill/>
                </a:ln>
              </p:spPr>
              <p:txBody>
                <a:bodyPr spcFirstLastPara="1" wrap="square" lIns="91410" tIns="45688" rIns="91410" bIns="45688" anchor="ctr" anchorCtr="0">
                  <a:noAutofit/>
                </a:bodyPr>
                <a:lstStyle/>
                <a:p>
                  <a:endParaRPr sz="1866">
                    <a:solidFill>
                      <a:schemeClr val="dk1"/>
                    </a:solidFill>
                  </a:endParaRPr>
                </a:p>
              </p:txBody>
            </p:sp>
            <p:sp>
              <p:nvSpPr>
                <p:cNvPr id="1629" name="Google Shape;1629;p85"/>
                <p:cNvSpPr/>
                <p:nvPr/>
              </p:nvSpPr>
              <p:spPr>
                <a:xfrm>
                  <a:off x="9332427" y="1236388"/>
                  <a:ext cx="651268" cy="653368"/>
                </a:xfrm>
                <a:custGeom>
                  <a:avLst/>
                  <a:gdLst/>
                  <a:ahLst/>
                  <a:cxnLst/>
                  <a:rect l="l" t="t" r="r" b="b"/>
                  <a:pathLst>
                    <a:path w="651268" h="653368" extrusionOk="0">
                      <a:moveTo>
                        <a:pt x="587701" y="131477"/>
                      </a:moveTo>
                      <a:cubicBezTo>
                        <a:pt x="546722" y="75983"/>
                        <a:pt x="487355" y="34911"/>
                        <a:pt x="421826" y="14375"/>
                      </a:cubicBezTo>
                      <a:cubicBezTo>
                        <a:pt x="391116" y="4107"/>
                        <a:pt x="358352" y="0"/>
                        <a:pt x="325588" y="0"/>
                      </a:cubicBezTo>
                      <a:cubicBezTo>
                        <a:pt x="292824" y="0"/>
                        <a:pt x="260059" y="4107"/>
                        <a:pt x="229349" y="14375"/>
                      </a:cubicBezTo>
                      <a:lnTo>
                        <a:pt x="249838" y="80137"/>
                      </a:lnTo>
                      <a:cubicBezTo>
                        <a:pt x="274435" y="71922"/>
                        <a:pt x="298984" y="67815"/>
                        <a:pt x="325634" y="67815"/>
                      </a:cubicBezTo>
                      <a:cubicBezTo>
                        <a:pt x="352284" y="67815"/>
                        <a:pt x="376834" y="71922"/>
                        <a:pt x="401430" y="80137"/>
                      </a:cubicBezTo>
                      <a:cubicBezTo>
                        <a:pt x="452630" y="94512"/>
                        <a:pt x="499723" y="127416"/>
                        <a:pt x="532487" y="172595"/>
                      </a:cubicBezTo>
                      <a:cubicBezTo>
                        <a:pt x="565251" y="215767"/>
                        <a:pt x="583687" y="271214"/>
                        <a:pt x="583687" y="326708"/>
                      </a:cubicBezTo>
                      <a:cubicBezTo>
                        <a:pt x="583687" y="468499"/>
                        <a:pt x="466959" y="585600"/>
                        <a:pt x="325634" y="585600"/>
                      </a:cubicBezTo>
                      <a:cubicBezTo>
                        <a:pt x="184310" y="585600"/>
                        <a:pt x="67582" y="468499"/>
                        <a:pt x="67582" y="326708"/>
                      </a:cubicBezTo>
                      <a:cubicBezTo>
                        <a:pt x="67582" y="273268"/>
                        <a:pt x="83964" y="219874"/>
                        <a:pt x="116728" y="176702"/>
                      </a:cubicBezTo>
                      <a:lnTo>
                        <a:pt x="159713" y="195185"/>
                      </a:lnTo>
                      <a:lnTo>
                        <a:pt x="139224" y="32857"/>
                      </a:lnTo>
                      <a:lnTo>
                        <a:pt x="12275" y="131477"/>
                      </a:lnTo>
                      <a:lnTo>
                        <a:pt x="51200" y="147905"/>
                      </a:lnTo>
                      <a:cubicBezTo>
                        <a:pt x="18436" y="201345"/>
                        <a:pt x="0" y="262953"/>
                        <a:pt x="0" y="326661"/>
                      </a:cubicBezTo>
                      <a:cubicBezTo>
                        <a:pt x="0" y="507470"/>
                        <a:pt x="145385" y="653369"/>
                        <a:pt x="325634" y="653369"/>
                      </a:cubicBezTo>
                      <a:cubicBezTo>
                        <a:pt x="505884" y="653369"/>
                        <a:pt x="651269" y="507470"/>
                        <a:pt x="651269" y="326661"/>
                      </a:cubicBezTo>
                      <a:cubicBezTo>
                        <a:pt x="651269" y="254739"/>
                        <a:pt x="628726" y="186924"/>
                        <a:pt x="587794" y="131477"/>
                      </a:cubicBezTo>
                      <a:lnTo>
                        <a:pt x="587794" y="131477"/>
                      </a:lnTo>
                      <a:close/>
                    </a:path>
                  </a:pathLst>
                </a:custGeom>
                <a:gradFill>
                  <a:gsLst>
                    <a:gs pos="0">
                      <a:srgbClr val="0187A6"/>
                    </a:gs>
                    <a:gs pos="100000">
                      <a:srgbClr val="0F8073"/>
                    </a:gs>
                  </a:gsLst>
                  <a:lin ang="0" scaled="0"/>
                </a:gradFill>
                <a:ln>
                  <a:noFill/>
                </a:ln>
              </p:spPr>
              <p:txBody>
                <a:bodyPr spcFirstLastPara="1" wrap="square" lIns="91410" tIns="45688" rIns="91410" bIns="45688" anchor="ctr" anchorCtr="0">
                  <a:noAutofit/>
                </a:bodyPr>
                <a:lstStyle/>
                <a:p>
                  <a:endParaRPr sz="1866">
                    <a:solidFill>
                      <a:schemeClr val="dk1"/>
                    </a:solidFill>
                  </a:endParaRPr>
                </a:p>
              </p:txBody>
            </p:sp>
          </p:grpSp>
        </p:grpSp>
      </p:grpSp>
      <p:grpSp>
        <p:nvGrpSpPr>
          <p:cNvPr id="1630" name="Google Shape;1630;p85"/>
          <p:cNvGrpSpPr/>
          <p:nvPr/>
        </p:nvGrpSpPr>
        <p:grpSpPr>
          <a:xfrm>
            <a:off x="3008626" y="4940191"/>
            <a:ext cx="6171638" cy="703917"/>
            <a:chOff x="3008609" y="4870894"/>
            <a:chExt cx="6171600" cy="704100"/>
          </a:xfrm>
        </p:grpSpPr>
        <p:sp>
          <p:nvSpPr>
            <p:cNvPr id="1631" name="Google Shape;1631;p85"/>
            <p:cNvSpPr/>
            <p:nvPr/>
          </p:nvSpPr>
          <p:spPr>
            <a:xfrm>
              <a:off x="3008609" y="4870894"/>
              <a:ext cx="6171600" cy="704100"/>
            </a:xfrm>
            <a:prstGeom prst="roundRect">
              <a:avLst>
                <a:gd name="adj" fmla="val 12988"/>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grpSp>
          <p:nvGrpSpPr>
            <p:cNvPr id="1632" name="Google Shape;1632;p85"/>
            <p:cNvGrpSpPr/>
            <p:nvPr/>
          </p:nvGrpSpPr>
          <p:grpSpPr>
            <a:xfrm>
              <a:off x="3123361" y="5187517"/>
              <a:ext cx="5942052" cy="274200"/>
              <a:chOff x="3601968" y="5318185"/>
              <a:chExt cx="5181420" cy="274200"/>
            </a:xfrm>
          </p:grpSpPr>
          <p:sp>
            <p:nvSpPr>
              <p:cNvPr id="1633" name="Google Shape;1633;p85"/>
              <p:cNvSpPr/>
              <p:nvPr/>
            </p:nvSpPr>
            <p:spPr>
              <a:xfrm>
                <a:off x="3601968" y="5318185"/>
                <a:ext cx="1698300" cy="274200"/>
              </a:xfrm>
              <a:prstGeom prst="roundRect">
                <a:avLst>
                  <a:gd name="adj" fmla="val 16667"/>
                </a:avLst>
              </a:prstGeom>
              <a:gradFill>
                <a:gsLst>
                  <a:gs pos="0">
                    <a:srgbClr val="0181AE"/>
                  </a:gs>
                  <a:gs pos="100000">
                    <a:srgbClr val="018BAF"/>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Compute</a:t>
                </a:r>
                <a:endParaRPr sz="933">
                  <a:solidFill>
                    <a:schemeClr val="lt1"/>
                  </a:solidFill>
                </a:endParaRPr>
              </a:p>
            </p:txBody>
          </p:sp>
          <p:sp>
            <p:nvSpPr>
              <p:cNvPr id="1634" name="Google Shape;1634;p85"/>
              <p:cNvSpPr/>
              <p:nvPr/>
            </p:nvSpPr>
            <p:spPr>
              <a:xfrm>
                <a:off x="5343528" y="5318185"/>
                <a:ext cx="1698300" cy="274200"/>
              </a:xfrm>
              <a:prstGeom prst="roundRect">
                <a:avLst>
                  <a:gd name="adj" fmla="val 16667"/>
                </a:avLst>
              </a:prstGeom>
              <a:gradFill>
                <a:gsLst>
                  <a:gs pos="0">
                    <a:srgbClr val="0181AE"/>
                  </a:gs>
                  <a:gs pos="100000">
                    <a:srgbClr val="018BAF"/>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Storage</a:t>
                </a:r>
                <a:endParaRPr sz="933">
                  <a:solidFill>
                    <a:schemeClr val="lt1"/>
                  </a:solidFill>
                </a:endParaRPr>
              </a:p>
            </p:txBody>
          </p:sp>
          <p:sp>
            <p:nvSpPr>
              <p:cNvPr id="1635" name="Google Shape;1635;p85"/>
              <p:cNvSpPr/>
              <p:nvPr/>
            </p:nvSpPr>
            <p:spPr>
              <a:xfrm>
                <a:off x="7085088" y="5318185"/>
                <a:ext cx="1698300" cy="274200"/>
              </a:xfrm>
              <a:prstGeom prst="roundRect">
                <a:avLst>
                  <a:gd name="adj" fmla="val 16667"/>
                </a:avLst>
              </a:prstGeom>
              <a:gradFill>
                <a:gsLst>
                  <a:gs pos="0">
                    <a:srgbClr val="0181AE"/>
                  </a:gs>
                  <a:gs pos="100000">
                    <a:srgbClr val="018BAF"/>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Network</a:t>
                </a:r>
                <a:endParaRPr sz="933">
                  <a:solidFill>
                    <a:schemeClr val="lt1"/>
                  </a:solidFill>
                </a:endParaRPr>
              </a:p>
            </p:txBody>
          </p:sp>
        </p:grpSp>
        <p:grpSp>
          <p:nvGrpSpPr>
            <p:cNvPr id="1636" name="Google Shape;1636;p85"/>
            <p:cNvGrpSpPr/>
            <p:nvPr/>
          </p:nvGrpSpPr>
          <p:grpSpPr>
            <a:xfrm>
              <a:off x="4664013" y="4922177"/>
              <a:ext cx="2860800" cy="239935"/>
              <a:chOff x="4664013" y="4922177"/>
              <a:chExt cx="2860800" cy="239935"/>
            </a:xfrm>
          </p:grpSpPr>
          <p:sp>
            <p:nvSpPr>
              <p:cNvPr id="1637" name="Google Shape;1637;p85"/>
              <p:cNvSpPr txBox="1"/>
              <p:nvPr/>
            </p:nvSpPr>
            <p:spPr>
              <a:xfrm>
                <a:off x="4664013" y="4922177"/>
                <a:ext cx="2860800" cy="239935"/>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a:solidFill>
                      <a:schemeClr val="dk1"/>
                    </a:solidFill>
                  </a:rPr>
                  <a:t>         Virtualized Infrastructure</a:t>
                </a:r>
                <a:endParaRPr sz="1066">
                  <a:solidFill>
                    <a:schemeClr val="dk1"/>
                  </a:solidFill>
                </a:endParaRPr>
              </a:p>
            </p:txBody>
          </p:sp>
          <p:sp>
            <p:nvSpPr>
              <p:cNvPr id="1638" name="Google Shape;1638;p85"/>
              <p:cNvSpPr/>
              <p:nvPr/>
            </p:nvSpPr>
            <p:spPr>
              <a:xfrm>
                <a:off x="5141095" y="4932906"/>
                <a:ext cx="191901" cy="191928"/>
              </a:xfrm>
              <a:custGeom>
                <a:avLst/>
                <a:gdLst/>
                <a:ahLst/>
                <a:cxnLst/>
                <a:rect l="l" t="t" r="r" b="b"/>
                <a:pathLst>
                  <a:path w="691534" h="691633" extrusionOk="0">
                    <a:moveTo>
                      <a:pt x="252987" y="147330"/>
                    </a:moveTo>
                    <a:lnTo>
                      <a:pt x="246353" y="180652"/>
                    </a:lnTo>
                    <a:cubicBezTo>
                      <a:pt x="233378" y="211759"/>
                      <a:pt x="208803" y="236675"/>
                      <a:pt x="178123" y="249829"/>
                    </a:cubicBezTo>
                    <a:lnTo>
                      <a:pt x="145547" y="256496"/>
                    </a:lnTo>
                    <a:lnTo>
                      <a:pt x="145547" y="435186"/>
                    </a:lnTo>
                    <a:lnTo>
                      <a:pt x="178123" y="441853"/>
                    </a:lnTo>
                    <a:cubicBezTo>
                      <a:pt x="208803" y="455008"/>
                      <a:pt x="233378" y="479924"/>
                      <a:pt x="246353" y="511030"/>
                    </a:cubicBezTo>
                    <a:lnTo>
                      <a:pt x="252967" y="544253"/>
                    </a:lnTo>
                    <a:lnTo>
                      <a:pt x="438567" y="544253"/>
                    </a:lnTo>
                    <a:lnTo>
                      <a:pt x="445181" y="511030"/>
                    </a:lnTo>
                    <a:cubicBezTo>
                      <a:pt x="458156" y="479924"/>
                      <a:pt x="482731" y="455008"/>
                      <a:pt x="513411" y="441853"/>
                    </a:cubicBezTo>
                    <a:lnTo>
                      <a:pt x="545987" y="435186"/>
                    </a:lnTo>
                    <a:lnTo>
                      <a:pt x="545987" y="256496"/>
                    </a:lnTo>
                    <a:lnTo>
                      <a:pt x="513411" y="249829"/>
                    </a:lnTo>
                    <a:cubicBezTo>
                      <a:pt x="482731" y="236675"/>
                      <a:pt x="458156" y="211759"/>
                      <a:pt x="445181" y="180652"/>
                    </a:cubicBezTo>
                    <a:lnTo>
                      <a:pt x="438547" y="147330"/>
                    </a:lnTo>
                    <a:close/>
                    <a:moveTo>
                      <a:pt x="128214" y="0"/>
                    </a:moveTo>
                    <a:cubicBezTo>
                      <a:pt x="141491" y="0"/>
                      <a:pt x="154297" y="2046"/>
                      <a:pt x="166341" y="5845"/>
                    </a:cubicBezTo>
                    <a:lnTo>
                      <a:pt x="173440" y="9305"/>
                    </a:lnTo>
                    <a:lnTo>
                      <a:pt x="178123" y="10263"/>
                    </a:lnTo>
                    <a:lnTo>
                      <a:pt x="184876" y="14879"/>
                    </a:lnTo>
                    <a:lnTo>
                      <a:pt x="199900" y="22202"/>
                    </a:lnTo>
                    <a:lnTo>
                      <a:pt x="212292" y="33618"/>
                    </a:lnTo>
                    <a:lnTo>
                      <a:pt x="218877" y="38120"/>
                    </a:lnTo>
                    <a:lnTo>
                      <a:pt x="221565" y="42162"/>
                    </a:lnTo>
                    <a:lnTo>
                      <a:pt x="227150" y="47307"/>
                    </a:lnTo>
                    <a:cubicBezTo>
                      <a:pt x="234989" y="56938"/>
                      <a:pt x="241486" y="67732"/>
                      <a:pt x="246352" y="79397"/>
                    </a:cubicBezTo>
                    <a:lnTo>
                      <a:pt x="252977" y="112664"/>
                    </a:lnTo>
                    <a:lnTo>
                      <a:pt x="438557" y="112664"/>
                    </a:lnTo>
                    <a:lnTo>
                      <a:pt x="445182" y="79397"/>
                    </a:lnTo>
                    <a:lnTo>
                      <a:pt x="445433" y="79019"/>
                    </a:lnTo>
                    <a:lnTo>
                      <a:pt x="464382" y="47351"/>
                    </a:lnTo>
                    <a:lnTo>
                      <a:pt x="469827" y="42335"/>
                    </a:lnTo>
                    <a:lnTo>
                      <a:pt x="472659" y="38076"/>
                    </a:lnTo>
                    <a:lnTo>
                      <a:pt x="479602" y="33329"/>
                    </a:lnTo>
                    <a:lnTo>
                      <a:pt x="491632" y="22247"/>
                    </a:lnTo>
                    <a:lnTo>
                      <a:pt x="506197" y="15149"/>
                    </a:lnTo>
                    <a:lnTo>
                      <a:pt x="513413" y="10216"/>
                    </a:lnTo>
                    <a:lnTo>
                      <a:pt x="518424" y="9190"/>
                    </a:lnTo>
                    <a:lnTo>
                      <a:pt x="525191" y="5892"/>
                    </a:lnTo>
                    <a:lnTo>
                      <a:pt x="562368" y="195"/>
                    </a:lnTo>
                    <a:lnTo>
                      <a:pt x="563320" y="0"/>
                    </a:lnTo>
                    <a:cubicBezTo>
                      <a:pt x="634131" y="0"/>
                      <a:pt x="691534" y="58202"/>
                      <a:pt x="691534" y="129997"/>
                    </a:cubicBezTo>
                    <a:lnTo>
                      <a:pt x="691529" y="130022"/>
                    </a:lnTo>
                    <a:lnTo>
                      <a:pt x="691534" y="130046"/>
                    </a:lnTo>
                    <a:cubicBezTo>
                      <a:pt x="691534" y="143510"/>
                      <a:pt x="689516" y="156495"/>
                      <a:pt x="685770" y="168708"/>
                    </a:cubicBezTo>
                    <a:lnTo>
                      <a:pt x="682418" y="175779"/>
                    </a:lnTo>
                    <a:lnTo>
                      <a:pt x="681458" y="180598"/>
                    </a:lnTo>
                    <a:lnTo>
                      <a:pt x="676843" y="187539"/>
                    </a:lnTo>
                    <a:lnTo>
                      <a:pt x="669639" y="202734"/>
                    </a:lnTo>
                    <a:lnTo>
                      <a:pt x="658397" y="215278"/>
                    </a:lnTo>
                    <a:lnTo>
                      <a:pt x="653981" y="221919"/>
                    </a:lnTo>
                    <a:lnTo>
                      <a:pt x="650017" y="224629"/>
                    </a:lnTo>
                    <a:lnTo>
                      <a:pt x="644879" y="230362"/>
                    </a:lnTo>
                    <a:cubicBezTo>
                      <a:pt x="635381" y="238309"/>
                      <a:pt x="624734" y="244896"/>
                      <a:pt x="613229" y="249829"/>
                    </a:cubicBezTo>
                    <a:lnTo>
                      <a:pt x="580652" y="256496"/>
                    </a:lnTo>
                    <a:lnTo>
                      <a:pt x="580652" y="435186"/>
                    </a:lnTo>
                    <a:lnTo>
                      <a:pt x="613229" y="441853"/>
                    </a:lnTo>
                    <a:lnTo>
                      <a:pt x="613281" y="441888"/>
                    </a:lnTo>
                    <a:lnTo>
                      <a:pt x="644876" y="461324"/>
                    </a:lnTo>
                    <a:lnTo>
                      <a:pt x="649873" y="466900"/>
                    </a:lnTo>
                    <a:lnTo>
                      <a:pt x="653983" y="469710"/>
                    </a:lnTo>
                    <a:lnTo>
                      <a:pt x="658563" y="476597"/>
                    </a:lnTo>
                    <a:lnTo>
                      <a:pt x="669637" y="488954"/>
                    </a:lnTo>
                    <a:lnTo>
                      <a:pt x="676738" y="503929"/>
                    </a:lnTo>
                    <a:lnTo>
                      <a:pt x="681459" y="511030"/>
                    </a:lnTo>
                    <a:lnTo>
                      <a:pt x="682440" y="515956"/>
                    </a:lnTo>
                    <a:lnTo>
                      <a:pt x="685770" y="522979"/>
                    </a:lnTo>
                    <a:cubicBezTo>
                      <a:pt x="689516" y="535191"/>
                      <a:pt x="691534" y="548175"/>
                      <a:pt x="691534" y="561636"/>
                    </a:cubicBezTo>
                    <a:cubicBezTo>
                      <a:pt x="691534" y="633444"/>
                      <a:pt x="634137" y="691633"/>
                      <a:pt x="563320" y="691633"/>
                    </a:cubicBezTo>
                    <a:cubicBezTo>
                      <a:pt x="550043" y="691633"/>
                      <a:pt x="537237" y="689587"/>
                      <a:pt x="525193" y="685789"/>
                    </a:cubicBezTo>
                    <a:lnTo>
                      <a:pt x="518267" y="682413"/>
                    </a:lnTo>
                    <a:lnTo>
                      <a:pt x="513411" y="681419"/>
                    </a:lnTo>
                    <a:lnTo>
                      <a:pt x="506408" y="676633"/>
                    </a:lnTo>
                    <a:lnTo>
                      <a:pt x="491634" y="669432"/>
                    </a:lnTo>
                    <a:lnTo>
                      <a:pt x="479448" y="658205"/>
                    </a:lnTo>
                    <a:lnTo>
                      <a:pt x="472657" y="653563"/>
                    </a:lnTo>
                    <a:lnTo>
                      <a:pt x="469885" y="649395"/>
                    </a:lnTo>
                    <a:lnTo>
                      <a:pt x="464384" y="644326"/>
                    </a:lnTo>
                    <a:lnTo>
                      <a:pt x="445222" y="612304"/>
                    </a:lnTo>
                    <a:lnTo>
                      <a:pt x="445181" y="612242"/>
                    </a:lnTo>
                    <a:lnTo>
                      <a:pt x="438547" y="578919"/>
                    </a:lnTo>
                    <a:lnTo>
                      <a:pt x="252987" y="578919"/>
                    </a:lnTo>
                    <a:lnTo>
                      <a:pt x="246353" y="612242"/>
                    </a:lnTo>
                    <a:lnTo>
                      <a:pt x="246312" y="612304"/>
                    </a:lnTo>
                    <a:lnTo>
                      <a:pt x="227150" y="644326"/>
                    </a:lnTo>
                    <a:lnTo>
                      <a:pt x="221649" y="649395"/>
                    </a:lnTo>
                    <a:lnTo>
                      <a:pt x="218877" y="653563"/>
                    </a:lnTo>
                    <a:lnTo>
                      <a:pt x="212086" y="658205"/>
                    </a:lnTo>
                    <a:lnTo>
                      <a:pt x="199900" y="669432"/>
                    </a:lnTo>
                    <a:lnTo>
                      <a:pt x="185126" y="676633"/>
                    </a:lnTo>
                    <a:lnTo>
                      <a:pt x="178123" y="681419"/>
                    </a:lnTo>
                    <a:lnTo>
                      <a:pt x="173267" y="682413"/>
                    </a:lnTo>
                    <a:lnTo>
                      <a:pt x="166341" y="685789"/>
                    </a:lnTo>
                    <a:cubicBezTo>
                      <a:pt x="154297" y="689587"/>
                      <a:pt x="141491" y="691633"/>
                      <a:pt x="128214" y="691633"/>
                    </a:cubicBezTo>
                    <a:cubicBezTo>
                      <a:pt x="57397" y="691633"/>
                      <a:pt x="0" y="633444"/>
                      <a:pt x="0" y="561636"/>
                    </a:cubicBezTo>
                    <a:cubicBezTo>
                      <a:pt x="0" y="548175"/>
                      <a:pt x="2018" y="535191"/>
                      <a:pt x="5764" y="522979"/>
                    </a:cubicBezTo>
                    <a:lnTo>
                      <a:pt x="9094" y="515956"/>
                    </a:lnTo>
                    <a:lnTo>
                      <a:pt x="10075" y="511030"/>
                    </a:lnTo>
                    <a:lnTo>
                      <a:pt x="14796" y="503929"/>
                    </a:lnTo>
                    <a:lnTo>
                      <a:pt x="21897" y="488954"/>
                    </a:lnTo>
                    <a:lnTo>
                      <a:pt x="32971" y="476597"/>
                    </a:lnTo>
                    <a:lnTo>
                      <a:pt x="37551" y="469710"/>
                    </a:lnTo>
                    <a:lnTo>
                      <a:pt x="41661" y="466900"/>
                    </a:lnTo>
                    <a:lnTo>
                      <a:pt x="46658" y="461324"/>
                    </a:lnTo>
                    <a:lnTo>
                      <a:pt x="78253" y="441889"/>
                    </a:lnTo>
                    <a:lnTo>
                      <a:pt x="78305" y="441853"/>
                    </a:lnTo>
                    <a:lnTo>
                      <a:pt x="110881" y="435186"/>
                    </a:lnTo>
                    <a:lnTo>
                      <a:pt x="110881" y="256496"/>
                    </a:lnTo>
                    <a:lnTo>
                      <a:pt x="78305" y="249829"/>
                    </a:lnTo>
                    <a:lnTo>
                      <a:pt x="77540" y="249306"/>
                    </a:lnTo>
                    <a:lnTo>
                      <a:pt x="46658" y="230309"/>
                    </a:lnTo>
                    <a:lnTo>
                      <a:pt x="41774" y="224859"/>
                    </a:lnTo>
                    <a:lnTo>
                      <a:pt x="37551" y="221973"/>
                    </a:lnTo>
                    <a:lnTo>
                      <a:pt x="32845" y="214896"/>
                    </a:lnTo>
                    <a:lnTo>
                      <a:pt x="21897" y="202680"/>
                    </a:lnTo>
                    <a:lnTo>
                      <a:pt x="14877" y="187875"/>
                    </a:lnTo>
                    <a:lnTo>
                      <a:pt x="10075" y="180652"/>
                    </a:lnTo>
                    <a:lnTo>
                      <a:pt x="9077" y="175642"/>
                    </a:lnTo>
                    <a:lnTo>
                      <a:pt x="5764" y="168654"/>
                    </a:lnTo>
                    <a:lnTo>
                      <a:pt x="29" y="130192"/>
                    </a:lnTo>
                    <a:lnTo>
                      <a:pt x="0" y="130046"/>
                    </a:lnTo>
                    <a:lnTo>
                      <a:pt x="4" y="130025"/>
                    </a:lnTo>
                    <a:lnTo>
                      <a:pt x="0" y="129997"/>
                    </a:lnTo>
                    <a:cubicBezTo>
                      <a:pt x="0" y="58202"/>
                      <a:pt x="57403" y="0"/>
                      <a:pt x="128214" y="0"/>
                    </a:cubicBezTo>
                    <a:close/>
                  </a:path>
                </a:pathLst>
              </a:custGeom>
              <a:gradFill>
                <a:gsLst>
                  <a:gs pos="0">
                    <a:srgbClr val="0181AE"/>
                  </a:gs>
                  <a:gs pos="100000">
                    <a:srgbClr val="018BAF"/>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grpSp>
      </p:grpSp>
      <p:grpSp>
        <p:nvGrpSpPr>
          <p:cNvPr id="1641" name="Google Shape;1641;p85"/>
          <p:cNvGrpSpPr/>
          <p:nvPr/>
        </p:nvGrpSpPr>
        <p:grpSpPr>
          <a:xfrm>
            <a:off x="3008626" y="2320714"/>
            <a:ext cx="6171638" cy="1343050"/>
            <a:chOff x="3008609" y="2250736"/>
            <a:chExt cx="6171600" cy="1343400"/>
          </a:xfrm>
        </p:grpSpPr>
        <p:sp>
          <p:nvSpPr>
            <p:cNvPr id="1642" name="Google Shape;1642;p85"/>
            <p:cNvSpPr/>
            <p:nvPr/>
          </p:nvSpPr>
          <p:spPr>
            <a:xfrm>
              <a:off x="3008609" y="2250736"/>
              <a:ext cx="6171600" cy="1343400"/>
            </a:xfrm>
            <a:prstGeom prst="roundRect">
              <a:avLst>
                <a:gd name="adj" fmla="val 6806"/>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grpSp>
          <p:nvGrpSpPr>
            <p:cNvPr id="1643" name="Google Shape;1643;p85"/>
            <p:cNvGrpSpPr/>
            <p:nvPr/>
          </p:nvGrpSpPr>
          <p:grpSpPr>
            <a:xfrm>
              <a:off x="3116449" y="2558141"/>
              <a:ext cx="5956012" cy="925810"/>
              <a:chOff x="3179633" y="2725072"/>
              <a:chExt cx="5956012" cy="925810"/>
            </a:xfrm>
          </p:grpSpPr>
          <p:sp>
            <p:nvSpPr>
              <p:cNvPr id="1644" name="Google Shape;1644;p85"/>
              <p:cNvSpPr/>
              <p:nvPr/>
            </p:nvSpPr>
            <p:spPr>
              <a:xfrm>
                <a:off x="3184059" y="3376682"/>
                <a:ext cx="59514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IaaS     |    CaaS     |     PaaS     |     XaaS</a:t>
                </a:r>
                <a:endParaRPr sz="933">
                  <a:solidFill>
                    <a:schemeClr val="lt1"/>
                  </a:solidFill>
                </a:endParaRPr>
              </a:p>
            </p:txBody>
          </p:sp>
          <p:sp>
            <p:nvSpPr>
              <p:cNvPr id="1645" name="Google Shape;1645;p85"/>
              <p:cNvSpPr/>
              <p:nvPr/>
            </p:nvSpPr>
            <p:spPr>
              <a:xfrm>
                <a:off x="3179633" y="3057755"/>
                <a:ext cx="12522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Data Services</a:t>
                </a:r>
                <a:endParaRPr sz="933">
                  <a:solidFill>
                    <a:schemeClr val="lt1"/>
                  </a:solidFill>
                </a:endParaRPr>
              </a:p>
            </p:txBody>
          </p:sp>
          <p:sp>
            <p:nvSpPr>
              <p:cNvPr id="1646" name="Google Shape;1646;p85"/>
              <p:cNvSpPr/>
              <p:nvPr/>
            </p:nvSpPr>
            <p:spPr>
              <a:xfrm>
                <a:off x="6170586" y="3057756"/>
                <a:ext cx="14676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AI/ML Services </a:t>
                </a:r>
                <a:endParaRPr sz="933">
                  <a:solidFill>
                    <a:schemeClr val="lt1"/>
                  </a:solidFill>
                </a:endParaRPr>
              </a:p>
            </p:txBody>
          </p:sp>
          <p:sp>
            <p:nvSpPr>
              <p:cNvPr id="1647" name="Google Shape;1647;p85"/>
              <p:cNvSpPr/>
              <p:nvPr/>
            </p:nvSpPr>
            <p:spPr>
              <a:xfrm>
                <a:off x="7684683" y="3057756"/>
                <a:ext cx="14508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LBaaS Services</a:t>
                </a:r>
                <a:endParaRPr sz="933">
                  <a:solidFill>
                    <a:schemeClr val="lt1"/>
                  </a:solidFill>
                </a:endParaRPr>
              </a:p>
            </p:txBody>
          </p:sp>
          <p:sp>
            <p:nvSpPr>
              <p:cNvPr id="1648" name="Google Shape;1648;p85"/>
              <p:cNvSpPr/>
              <p:nvPr/>
            </p:nvSpPr>
            <p:spPr>
              <a:xfrm>
                <a:off x="4481236" y="3057756"/>
                <a:ext cx="16404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App Runtime Services</a:t>
                </a:r>
                <a:endParaRPr sz="933">
                  <a:solidFill>
                    <a:schemeClr val="lt1"/>
                  </a:solidFill>
                </a:endParaRPr>
              </a:p>
            </p:txBody>
          </p:sp>
          <p:sp>
            <p:nvSpPr>
              <p:cNvPr id="1649" name="Google Shape;1649;p85"/>
              <p:cNvSpPr/>
              <p:nvPr/>
            </p:nvSpPr>
            <p:spPr>
              <a:xfrm>
                <a:off x="3179633" y="2725072"/>
                <a:ext cx="1956900" cy="283500"/>
              </a:xfrm>
              <a:prstGeom prst="roundRect">
                <a:avLst>
                  <a:gd name="adj" fmla="val 16129"/>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Self-Service Portal</a:t>
                </a:r>
                <a:endParaRPr sz="933">
                  <a:solidFill>
                    <a:schemeClr val="lt1"/>
                  </a:solidFill>
                </a:endParaRPr>
              </a:p>
            </p:txBody>
          </p:sp>
          <p:sp>
            <p:nvSpPr>
              <p:cNvPr id="1650" name="Google Shape;1650;p85"/>
              <p:cNvSpPr/>
              <p:nvPr/>
            </p:nvSpPr>
            <p:spPr>
              <a:xfrm>
                <a:off x="5179189" y="2725072"/>
                <a:ext cx="1956900" cy="283500"/>
              </a:xfrm>
              <a:prstGeom prst="roundRect">
                <a:avLst>
                  <a:gd name="adj" fmla="val 16129"/>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API | CLI | CI/CD </a:t>
                </a:r>
                <a:endParaRPr sz="933">
                  <a:solidFill>
                    <a:schemeClr val="lt1"/>
                  </a:solidFill>
                </a:endParaRPr>
              </a:p>
            </p:txBody>
          </p:sp>
          <p:sp>
            <p:nvSpPr>
              <p:cNvPr id="1651" name="Google Shape;1651;p85"/>
              <p:cNvSpPr/>
              <p:nvPr/>
            </p:nvSpPr>
            <p:spPr>
              <a:xfrm>
                <a:off x="7178745" y="2725072"/>
                <a:ext cx="1956900" cy="283500"/>
              </a:xfrm>
              <a:prstGeom prst="roundRect">
                <a:avLst>
                  <a:gd name="adj" fmla="val 16129"/>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Infra-as-Code</a:t>
                </a:r>
                <a:endParaRPr sz="933">
                  <a:solidFill>
                    <a:schemeClr val="lt1"/>
                  </a:solidFill>
                </a:endParaRPr>
              </a:p>
            </p:txBody>
          </p:sp>
        </p:grpSp>
        <p:grpSp>
          <p:nvGrpSpPr>
            <p:cNvPr id="1652" name="Google Shape;1652;p85"/>
            <p:cNvGrpSpPr/>
            <p:nvPr/>
          </p:nvGrpSpPr>
          <p:grpSpPr>
            <a:xfrm>
              <a:off x="4892013" y="2298173"/>
              <a:ext cx="2632800" cy="239936"/>
              <a:chOff x="4892013" y="2298173"/>
              <a:chExt cx="2632800" cy="239936"/>
            </a:xfrm>
          </p:grpSpPr>
          <p:sp>
            <p:nvSpPr>
              <p:cNvPr id="1653" name="Google Shape;1653;p85"/>
              <p:cNvSpPr txBox="1"/>
              <p:nvPr/>
            </p:nvSpPr>
            <p:spPr>
              <a:xfrm>
                <a:off x="4892013" y="2298173"/>
                <a:ext cx="2632800" cy="239936"/>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dirty="0">
                    <a:solidFill>
                      <a:schemeClr val="dk1"/>
                    </a:solidFill>
                  </a:rPr>
                  <a:t>Consumption</a:t>
                </a:r>
              </a:p>
            </p:txBody>
          </p:sp>
          <p:sp>
            <p:nvSpPr>
              <p:cNvPr id="1654" name="Google Shape;1654;p85"/>
              <p:cNvSpPr/>
              <p:nvPr/>
            </p:nvSpPr>
            <p:spPr>
              <a:xfrm>
                <a:off x="5452007" y="2316219"/>
                <a:ext cx="236670" cy="189913"/>
              </a:xfrm>
              <a:custGeom>
                <a:avLst/>
                <a:gdLst/>
                <a:ahLst/>
                <a:cxnLst/>
                <a:rect l="l" t="t" r="r" b="b"/>
                <a:pathLst>
                  <a:path w="556870" h="446855" extrusionOk="0">
                    <a:moveTo>
                      <a:pt x="272034" y="217227"/>
                    </a:moveTo>
                    <a:cubicBezTo>
                      <a:pt x="303638" y="217227"/>
                      <a:pt x="330041" y="244030"/>
                      <a:pt x="329641" y="275634"/>
                    </a:cubicBezTo>
                    <a:cubicBezTo>
                      <a:pt x="329641" y="308438"/>
                      <a:pt x="302037" y="332841"/>
                      <a:pt x="272034" y="332841"/>
                    </a:cubicBezTo>
                    <a:cubicBezTo>
                      <a:pt x="238429" y="332841"/>
                      <a:pt x="214426" y="305238"/>
                      <a:pt x="214026" y="275634"/>
                    </a:cubicBezTo>
                    <a:cubicBezTo>
                      <a:pt x="213626" y="241630"/>
                      <a:pt x="241230" y="217227"/>
                      <a:pt x="272034" y="217227"/>
                    </a:cubicBezTo>
                    <a:close/>
                    <a:moveTo>
                      <a:pt x="315239" y="138417"/>
                    </a:moveTo>
                    <a:cubicBezTo>
                      <a:pt x="311239" y="136416"/>
                      <a:pt x="308439" y="136816"/>
                      <a:pt x="305238" y="140417"/>
                    </a:cubicBezTo>
                    <a:cubicBezTo>
                      <a:pt x="300438" y="146418"/>
                      <a:pt x="295237" y="152418"/>
                      <a:pt x="289636" y="157619"/>
                    </a:cubicBezTo>
                    <a:cubicBezTo>
                      <a:pt x="287636" y="159619"/>
                      <a:pt x="284036" y="160819"/>
                      <a:pt x="280835" y="161219"/>
                    </a:cubicBezTo>
                    <a:cubicBezTo>
                      <a:pt x="274034" y="162019"/>
                      <a:pt x="267233" y="161219"/>
                      <a:pt x="260433" y="161619"/>
                    </a:cubicBezTo>
                    <a:cubicBezTo>
                      <a:pt x="256032" y="162019"/>
                      <a:pt x="252432" y="161219"/>
                      <a:pt x="249631" y="157619"/>
                    </a:cubicBezTo>
                    <a:cubicBezTo>
                      <a:pt x="244431" y="151618"/>
                      <a:pt x="238830" y="145617"/>
                      <a:pt x="233229" y="140017"/>
                    </a:cubicBezTo>
                    <a:cubicBezTo>
                      <a:pt x="231629" y="138817"/>
                      <a:pt x="228429" y="138016"/>
                      <a:pt x="226428" y="138817"/>
                    </a:cubicBezTo>
                    <a:cubicBezTo>
                      <a:pt x="217627" y="142417"/>
                      <a:pt x="208826" y="146418"/>
                      <a:pt x="200025" y="150018"/>
                    </a:cubicBezTo>
                    <a:cubicBezTo>
                      <a:pt x="200025" y="156019"/>
                      <a:pt x="199225" y="161619"/>
                      <a:pt x="200425" y="167220"/>
                    </a:cubicBezTo>
                    <a:cubicBezTo>
                      <a:pt x="202825" y="178822"/>
                      <a:pt x="198425" y="186422"/>
                      <a:pt x="190424" y="195224"/>
                    </a:cubicBezTo>
                    <a:cubicBezTo>
                      <a:pt x="180823" y="206025"/>
                      <a:pt x="170821" y="209225"/>
                      <a:pt x="157620" y="206825"/>
                    </a:cubicBezTo>
                    <a:cubicBezTo>
                      <a:pt x="156820" y="206825"/>
                      <a:pt x="156420" y="206825"/>
                      <a:pt x="155619" y="206825"/>
                    </a:cubicBezTo>
                    <a:cubicBezTo>
                      <a:pt x="141618" y="205625"/>
                      <a:pt x="144818" y="204825"/>
                      <a:pt x="140018" y="216426"/>
                    </a:cubicBezTo>
                    <a:cubicBezTo>
                      <a:pt x="137217" y="223227"/>
                      <a:pt x="131616" y="231228"/>
                      <a:pt x="133217" y="237229"/>
                    </a:cubicBezTo>
                    <a:cubicBezTo>
                      <a:pt x="134817" y="243230"/>
                      <a:pt x="142818" y="248430"/>
                      <a:pt x="148819" y="252831"/>
                    </a:cubicBezTo>
                    <a:cubicBezTo>
                      <a:pt x="155619" y="258031"/>
                      <a:pt x="158420" y="263632"/>
                      <a:pt x="156420" y="272033"/>
                    </a:cubicBezTo>
                    <a:cubicBezTo>
                      <a:pt x="155619" y="276434"/>
                      <a:pt x="156420" y="281234"/>
                      <a:pt x="157220" y="285635"/>
                    </a:cubicBezTo>
                    <a:cubicBezTo>
                      <a:pt x="158420" y="290836"/>
                      <a:pt x="156820" y="294436"/>
                      <a:pt x="152819" y="297636"/>
                    </a:cubicBezTo>
                    <a:cubicBezTo>
                      <a:pt x="146818" y="302437"/>
                      <a:pt x="141218" y="307638"/>
                      <a:pt x="135617" y="313238"/>
                    </a:cubicBezTo>
                    <a:cubicBezTo>
                      <a:pt x="134417" y="314839"/>
                      <a:pt x="133617" y="318039"/>
                      <a:pt x="134417" y="320039"/>
                    </a:cubicBezTo>
                    <a:cubicBezTo>
                      <a:pt x="137217" y="327240"/>
                      <a:pt x="140818" y="334441"/>
                      <a:pt x="143618" y="342042"/>
                    </a:cubicBezTo>
                    <a:cubicBezTo>
                      <a:pt x="145218" y="346042"/>
                      <a:pt x="147218" y="347243"/>
                      <a:pt x="151219" y="346843"/>
                    </a:cubicBezTo>
                    <a:cubicBezTo>
                      <a:pt x="157220" y="346442"/>
                      <a:pt x="163620" y="346442"/>
                      <a:pt x="169621" y="345642"/>
                    </a:cubicBezTo>
                    <a:cubicBezTo>
                      <a:pt x="176422" y="344442"/>
                      <a:pt x="181623" y="346042"/>
                      <a:pt x="186023" y="352043"/>
                    </a:cubicBezTo>
                    <a:cubicBezTo>
                      <a:pt x="189624" y="356844"/>
                      <a:pt x="194024" y="360444"/>
                      <a:pt x="198425" y="364045"/>
                    </a:cubicBezTo>
                    <a:cubicBezTo>
                      <a:pt x="201625" y="366845"/>
                      <a:pt x="203225" y="369645"/>
                      <a:pt x="202825" y="374046"/>
                    </a:cubicBezTo>
                    <a:cubicBezTo>
                      <a:pt x="202425" y="381647"/>
                      <a:pt x="202025" y="389648"/>
                      <a:pt x="202025" y="397249"/>
                    </a:cubicBezTo>
                    <a:cubicBezTo>
                      <a:pt x="202025" y="399649"/>
                      <a:pt x="204026" y="403250"/>
                      <a:pt x="206026" y="404050"/>
                    </a:cubicBezTo>
                    <a:cubicBezTo>
                      <a:pt x="213227" y="407650"/>
                      <a:pt x="221228" y="410451"/>
                      <a:pt x="228829" y="413251"/>
                    </a:cubicBezTo>
                    <a:cubicBezTo>
                      <a:pt x="231229" y="414051"/>
                      <a:pt x="234829" y="413251"/>
                      <a:pt x="236430" y="411651"/>
                    </a:cubicBezTo>
                    <a:cubicBezTo>
                      <a:pt x="242430" y="406050"/>
                      <a:pt x="247631" y="399249"/>
                      <a:pt x="253232" y="393648"/>
                    </a:cubicBezTo>
                    <a:cubicBezTo>
                      <a:pt x="255232" y="391648"/>
                      <a:pt x="258432" y="390048"/>
                      <a:pt x="261233" y="390048"/>
                    </a:cubicBezTo>
                    <a:cubicBezTo>
                      <a:pt x="268434" y="389648"/>
                      <a:pt x="275634" y="389648"/>
                      <a:pt x="282835" y="390048"/>
                    </a:cubicBezTo>
                    <a:cubicBezTo>
                      <a:pt x="286436" y="390448"/>
                      <a:pt x="290036" y="391648"/>
                      <a:pt x="292437" y="393648"/>
                    </a:cubicBezTo>
                    <a:cubicBezTo>
                      <a:pt x="297637" y="398449"/>
                      <a:pt x="302438" y="403650"/>
                      <a:pt x="306838" y="409250"/>
                    </a:cubicBezTo>
                    <a:cubicBezTo>
                      <a:pt x="310839" y="414051"/>
                      <a:pt x="314439" y="414451"/>
                      <a:pt x="319640" y="411651"/>
                    </a:cubicBezTo>
                    <a:cubicBezTo>
                      <a:pt x="327241" y="407650"/>
                      <a:pt x="338442" y="406050"/>
                      <a:pt x="342043" y="400049"/>
                    </a:cubicBezTo>
                    <a:cubicBezTo>
                      <a:pt x="345643" y="393648"/>
                      <a:pt x="342443" y="383247"/>
                      <a:pt x="341643" y="374446"/>
                    </a:cubicBezTo>
                    <a:cubicBezTo>
                      <a:pt x="341243" y="369245"/>
                      <a:pt x="342843" y="365645"/>
                      <a:pt x="346843" y="362044"/>
                    </a:cubicBezTo>
                    <a:cubicBezTo>
                      <a:pt x="352044" y="357644"/>
                      <a:pt x="356045" y="352443"/>
                      <a:pt x="360845" y="348043"/>
                    </a:cubicBezTo>
                    <a:cubicBezTo>
                      <a:pt x="363245" y="345642"/>
                      <a:pt x="366846" y="344042"/>
                      <a:pt x="370046" y="344042"/>
                    </a:cubicBezTo>
                    <a:cubicBezTo>
                      <a:pt x="377647" y="343642"/>
                      <a:pt x="385648" y="344442"/>
                      <a:pt x="393249" y="344842"/>
                    </a:cubicBezTo>
                    <a:cubicBezTo>
                      <a:pt x="396850" y="345242"/>
                      <a:pt x="399250" y="344042"/>
                      <a:pt x="400450" y="340442"/>
                    </a:cubicBezTo>
                    <a:cubicBezTo>
                      <a:pt x="403250" y="332841"/>
                      <a:pt x="406451" y="325240"/>
                      <a:pt x="409651" y="318039"/>
                    </a:cubicBezTo>
                    <a:cubicBezTo>
                      <a:pt x="411251" y="314438"/>
                      <a:pt x="410851" y="312038"/>
                      <a:pt x="406851" y="310838"/>
                    </a:cubicBezTo>
                    <a:cubicBezTo>
                      <a:pt x="400850" y="305637"/>
                      <a:pt x="394849" y="300437"/>
                      <a:pt x="389249" y="294836"/>
                    </a:cubicBezTo>
                    <a:cubicBezTo>
                      <a:pt x="387248" y="292836"/>
                      <a:pt x="386048" y="288835"/>
                      <a:pt x="385648" y="285635"/>
                    </a:cubicBezTo>
                    <a:cubicBezTo>
                      <a:pt x="385248" y="278834"/>
                      <a:pt x="385248" y="272033"/>
                      <a:pt x="385648" y="265232"/>
                    </a:cubicBezTo>
                    <a:cubicBezTo>
                      <a:pt x="385648" y="262032"/>
                      <a:pt x="386848" y="258031"/>
                      <a:pt x="388849" y="255631"/>
                    </a:cubicBezTo>
                    <a:cubicBezTo>
                      <a:pt x="394049" y="249630"/>
                      <a:pt x="400450" y="244430"/>
                      <a:pt x="406451" y="239229"/>
                    </a:cubicBezTo>
                    <a:cubicBezTo>
                      <a:pt x="409251" y="236429"/>
                      <a:pt x="410051" y="234428"/>
                      <a:pt x="408451" y="230828"/>
                    </a:cubicBezTo>
                    <a:cubicBezTo>
                      <a:pt x="404851" y="223627"/>
                      <a:pt x="401650" y="216426"/>
                      <a:pt x="398850" y="208825"/>
                    </a:cubicBezTo>
                    <a:cubicBezTo>
                      <a:pt x="397250" y="205225"/>
                      <a:pt x="395649" y="204025"/>
                      <a:pt x="392049" y="204425"/>
                    </a:cubicBezTo>
                    <a:cubicBezTo>
                      <a:pt x="383648" y="204825"/>
                      <a:pt x="375647" y="205625"/>
                      <a:pt x="367246" y="205625"/>
                    </a:cubicBezTo>
                    <a:cubicBezTo>
                      <a:pt x="364446" y="205625"/>
                      <a:pt x="361245" y="204025"/>
                      <a:pt x="359245" y="202024"/>
                    </a:cubicBezTo>
                    <a:cubicBezTo>
                      <a:pt x="353644" y="196824"/>
                      <a:pt x="348444" y="191623"/>
                      <a:pt x="343243" y="186022"/>
                    </a:cubicBezTo>
                    <a:cubicBezTo>
                      <a:pt x="341243" y="184022"/>
                      <a:pt x="339642" y="180822"/>
                      <a:pt x="339642" y="178021"/>
                    </a:cubicBezTo>
                    <a:cubicBezTo>
                      <a:pt x="339642" y="170421"/>
                      <a:pt x="340043" y="162420"/>
                      <a:pt x="340843" y="154819"/>
                    </a:cubicBezTo>
                    <a:cubicBezTo>
                      <a:pt x="341243" y="150818"/>
                      <a:pt x="340043" y="148418"/>
                      <a:pt x="335642" y="146818"/>
                    </a:cubicBezTo>
                    <a:cubicBezTo>
                      <a:pt x="328841" y="144417"/>
                      <a:pt x="322040" y="141617"/>
                      <a:pt x="315239" y="138417"/>
                    </a:cubicBezTo>
                    <a:close/>
                    <a:moveTo>
                      <a:pt x="0" y="94411"/>
                    </a:moveTo>
                    <a:lnTo>
                      <a:pt x="556470" y="94411"/>
                    </a:lnTo>
                    <a:cubicBezTo>
                      <a:pt x="556470" y="94411"/>
                      <a:pt x="556470" y="94411"/>
                      <a:pt x="556470" y="429653"/>
                    </a:cubicBezTo>
                    <a:cubicBezTo>
                      <a:pt x="556470" y="438854"/>
                      <a:pt x="548869" y="446855"/>
                      <a:pt x="539267" y="446855"/>
                    </a:cubicBezTo>
                    <a:cubicBezTo>
                      <a:pt x="539267" y="446855"/>
                      <a:pt x="539267" y="446855"/>
                      <a:pt x="15602" y="446855"/>
                    </a:cubicBezTo>
                    <a:cubicBezTo>
                      <a:pt x="6401" y="446855"/>
                      <a:pt x="0" y="439254"/>
                      <a:pt x="0" y="429653"/>
                    </a:cubicBezTo>
                    <a:cubicBezTo>
                      <a:pt x="0" y="429653"/>
                      <a:pt x="0" y="429653"/>
                      <a:pt x="0" y="94411"/>
                    </a:cubicBezTo>
                    <a:close/>
                    <a:moveTo>
                      <a:pt x="137217" y="19202"/>
                    </a:moveTo>
                    <a:cubicBezTo>
                      <a:pt x="129616" y="19202"/>
                      <a:pt x="121615" y="25603"/>
                      <a:pt x="121615" y="35204"/>
                    </a:cubicBezTo>
                    <a:cubicBezTo>
                      <a:pt x="121615" y="43205"/>
                      <a:pt x="129216" y="51206"/>
                      <a:pt x="137217" y="51206"/>
                    </a:cubicBezTo>
                    <a:cubicBezTo>
                      <a:pt x="146418" y="51206"/>
                      <a:pt x="152819" y="43205"/>
                      <a:pt x="152819" y="35204"/>
                    </a:cubicBezTo>
                    <a:cubicBezTo>
                      <a:pt x="152819" y="25603"/>
                      <a:pt x="146818" y="19202"/>
                      <a:pt x="137217" y="19202"/>
                    </a:cubicBezTo>
                    <a:close/>
                    <a:moveTo>
                      <a:pt x="86411" y="19202"/>
                    </a:moveTo>
                    <a:cubicBezTo>
                      <a:pt x="77210" y="19202"/>
                      <a:pt x="70809" y="25603"/>
                      <a:pt x="70809" y="35204"/>
                    </a:cubicBezTo>
                    <a:cubicBezTo>
                      <a:pt x="70809" y="43205"/>
                      <a:pt x="76810" y="51206"/>
                      <a:pt x="86411" y="51206"/>
                    </a:cubicBezTo>
                    <a:cubicBezTo>
                      <a:pt x="94412" y="51206"/>
                      <a:pt x="102413" y="43205"/>
                      <a:pt x="102013" y="35204"/>
                    </a:cubicBezTo>
                    <a:cubicBezTo>
                      <a:pt x="102013" y="25603"/>
                      <a:pt x="94412" y="19202"/>
                      <a:pt x="86411" y="19202"/>
                    </a:cubicBezTo>
                    <a:close/>
                    <a:moveTo>
                      <a:pt x="34404" y="19202"/>
                    </a:moveTo>
                    <a:cubicBezTo>
                      <a:pt x="26803" y="19202"/>
                      <a:pt x="18802" y="25603"/>
                      <a:pt x="18802" y="35204"/>
                    </a:cubicBezTo>
                    <a:cubicBezTo>
                      <a:pt x="18802" y="43205"/>
                      <a:pt x="26403" y="51206"/>
                      <a:pt x="34404" y="51206"/>
                    </a:cubicBezTo>
                    <a:cubicBezTo>
                      <a:pt x="44006" y="51206"/>
                      <a:pt x="52007" y="43205"/>
                      <a:pt x="51606" y="35204"/>
                    </a:cubicBezTo>
                    <a:cubicBezTo>
                      <a:pt x="51606" y="25603"/>
                      <a:pt x="44006" y="19202"/>
                      <a:pt x="34404" y="19202"/>
                    </a:cubicBezTo>
                    <a:close/>
                    <a:moveTo>
                      <a:pt x="0" y="0"/>
                    </a:moveTo>
                    <a:lnTo>
                      <a:pt x="556470" y="0"/>
                    </a:lnTo>
                    <a:cubicBezTo>
                      <a:pt x="556470" y="0"/>
                      <a:pt x="556470" y="0"/>
                      <a:pt x="556870" y="71609"/>
                    </a:cubicBezTo>
                    <a:cubicBezTo>
                      <a:pt x="556870" y="71609"/>
                      <a:pt x="556870" y="71609"/>
                      <a:pt x="0" y="71609"/>
                    </a:cubicBezTo>
                    <a:cubicBezTo>
                      <a:pt x="0" y="71609"/>
                      <a:pt x="0" y="71609"/>
                      <a:pt x="0" y="0"/>
                    </a:cubicBezTo>
                    <a:close/>
                  </a:path>
                </a:pathLst>
              </a:cu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D4344-DBDE-6FE8-000C-9EF9A9876859}"/>
            </a:ext>
          </a:extLst>
        </p:cNvPr>
        <p:cNvGrpSpPr/>
        <p:nvPr/>
      </p:nvGrpSpPr>
      <p:grpSpPr>
        <a:xfrm>
          <a:off x="0" y="0"/>
          <a:ext cx="0" cy="0"/>
          <a:chOff x="0" y="0"/>
          <a:chExt cx="0" cy="0"/>
        </a:xfrm>
      </p:grpSpPr>
      <p:sp>
        <p:nvSpPr>
          <p:cNvPr id="48" name="Google Shape;6705;g2d30ebb658d_0_19789">
            <a:extLst>
              <a:ext uri="{FF2B5EF4-FFF2-40B4-BE49-F238E27FC236}">
                <a16:creationId xmlns:a16="http://schemas.microsoft.com/office/drawing/2014/main" id="{1C7C82BD-EC4C-283F-6B26-C9068D7EE23A}"/>
              </a:ext>
            </a:extLst>
          </p:cNvPr>
          <p:cNvSpPr/>
          <p:nvPr/>
        </p:nvSpPr>
        <p:spPr>
          <a:xfrm>
            <a:off x="3381931" y="1697311"/>
            <a:ext cx="1662975"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49" name="Google Shape;6705;g2d30ebb658d_0_19789">
            <a:extLst>
              <a:ext uri="{FF2B5EF4-FFF2-40B4-BE49-F238E27FC236}">
                <a16:creationId xmlns:a16="http://schemas.microsoft.com/office/drawing/2014/main" id="{1D863FD3-B5A7-E331-8311-015E14EABCCD}"/>
              </a:ext>
            </a:extLst>
          </p:cNvPr>
          <p:cNvSpPr/>
          <p:nvPr/>
        </p:nvSpPr>
        <p:spPr>
          <a:xfrm>
            <a:off x="3383862" y="1502543"/>
            <a:ext cx="1661044" cy="144193"/>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grpSp>
        <p:nvGrpSpPr>
          <p:cNvPr id="2" name="Group 1">
            <a:extLst>
              <a:ext uri="{FF2B5EF4-FFF2-40B4-BE49-F238E27FC236}">
                <a16:creationId xmlns:a16="http://schemas.microsoft.com/office/drawing/2014/main" id="{37A3C9C6-6102-E65C-C7A8-1E0B468B9E0C}"/>
              </a:ext>
            </a:extLst>
          </p:cNvPr>
          <p:cNvGrpSpPr/>
          <p:nvPr/>
        </p:nvGrpSpPr>
        <p:grpSpPr>
          <a:xfrm>
            <a:off x="3184188" y="1239653"/>
            <a:ext cx="2078703" cy="4835977"/>
            <a:chOff x="3913053" y="1239653"/>
            <a:chExt cx="2078703" cy="4835977"/>
          </a:xfrm>
        </p:grpSpPr>
        <p:sp>
          <p:nvSpPr>
            <p:cNvPr id="52" name="Google Shape;6678;g2d30ebb658d_0_19789">
              <a:extLst>
                <a:ext uri="{FF2B5EF4-FFF2-40B4-BE49-F238E27FC236}">
                  <a16:creationId xmlns:a16="http://schemas.microsoft.com/office/drawing/2014/main" id="{6C186BC9-9CFD-9F4B-B182-14CFAC2036DC}"/>
                </a:ext>
              </a:extLst>
            </p:cNvPr>
            <p:cNvSpPr/>
            <p:nvPr/>
          </p:nvSpPr>
          <p:spPr>
            <a:xfrm>
              <a:off x="3913053" y="1239653"/>
              <a:ext cx="2078703" cy="4835977"/>
            </a:xfrm>
            <a:prstGeom prst="roundRect">
              <a:avLst>
                <a:gd name="adj" fmla="val 2356"/>
              </a:avLst>
            </a:prstGeom>
            <a:solidFill>
              <a:schemeClr val="accent5">
                <a:alpha val="9770"/>
              </a:schemeClr>
            </a:solidFill>
            <a:ln w="9525">
              <a:gradFill>
                <a:gsLst>
                  <a:gs pos="0">
                    <a:schemeClr val="accent1">
                      <a:lumMod val="5000"/>
                      <a:lumOff val="95000"/>
                    </a:schemeClr>
                  </a:gs>
                  <a:gs pos="0">
                    <a:schemeClr val="accent2"/>
                  </a:gs>
                  <a:gs pos="100000">
                    <a:schemeClr val="accent5"/>
                  </a:gs>
                  <a:gs pos="100000">
                    <a:schemeClr val="accent1">
                      <a:lumMod val="30000"/>
                      <a:lumOff val="70000"/>
                    </a:schemeClr>
                  </a:gs>
                </a:gsLst>
                <a:lin ang="5400000" scaled="1"/>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53" name="TextBox 52">
              <a:extLst>
                <a:ext uri="{FF2B5EF4-FFF2-40B4-BE49-F238E27FC236}">
                  <a16:creationId xmlns:a16="http://schemas.microsoft.com/office/drawing/2014/main" id="{45FE6AD2-3819-1A62-F384-3A1ACD60ECF0}"/>
                </a:ext>
              </a:extLst>
            </p:cNvPr>
            <p:cNvSpPr txBox="1"/>
            <p:nvPr/>
          </p:nvSpPr>
          <p:spPr>
            <a:xfrm>
              <a:off x="4642128" y="1280402"/>
              <a:ext cx="575479"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Fleet</a:t>
              </a:r>
            </a:p>
          </p:txBody>
        </p:sp>
      </p:grpSp>
      <p:sp>
        <p:nvSpPr>
          <p:cNvPr id="119" name="Google Shape;6678;g2d30ebb658d_0_19789">
            <a:extLst>
              <a:ext uri="{FF2B5EF4-FFF2-40B4-BE49-F238E27FC236}">
                <a16:creationId xmlns:a16="http://schemas.microsoft.com/office/drawing/2014/main" id="{4FF52D57-F132-109F-28C6-B01091FBBDBF}"/>
              </a:ext>
            </a:extLst>
          </p:cNvPr>
          <p:cNvSpPr/>
          <p:nvPr/>
        </p:nvSpPr>
        <p:spPr>
          <a:xfrm>
            <a:off x="702366" y="1006110"/>
            <a:ext cx="7063409" cy="5142546"/>
          </a:xfrm>
          <a:prstGeom prst="roundRect">
            <a:avLst>
              <a:gd name="adj" fmla="val 2356"/>
            </a:avLst>
          </a:prstGeom>
          <a:noFill/>
          <a:ln w="9525">
            <a:solidFill>
              <a:schemeClr val="bg1">
                <a:lumMod val="75000"/>
              </a:schemeClr>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7" name="Group 16">
            <a:extLst>
              <a:ext uri="{FF2B5EF4-FFF2-40B4-BE49-F238E27FC236}">
                <a16:creationId xmlns:a16="http://schemas.microsoft.com/office/drawing/2014/main" id="{4FC9958E-CC08-EFC1-2D33-84CBE7A550E3}"/>
              </a:ext>
            </a:extLst>
          </p:cNvPr>
          <p:cNvGrpSpPr/>
          <p:nvPr/>
        </p:nvGrpSpPr>
        <p:grpSpPr>
          <a:xfrm>
            <a:off x="828981" y="1239652"/>
            <a:ext cx="2078703" cy="4835977"/>
            <a:chOff x="1809095" y="1387022"/>
            <a:chExt cx="2078703" cy="4835977"/>
          </a:xfrm>
        </p:grpSpPr>
        <p:grpSp>
          <p:nvGrpSpPr>
            <p:cNvPr id="14" name="Group 13">
              <a:extLst>
                <a:ext uri="{FF2B5EF4-FFF2-40B4-BE49-F238E27FC236}">
                  <a16:creationId xmlns:a16="http://schemas.microsoft.com/office/drawing/2014/main" id="{11F246DD-8504-733B-160F-2F00DD265ABC}"/>
                </a:ext>
              </a:extLst>
            </p:cNvPr>
            <p:cNvGrpSpPr/>
            <p:nvPr/>
          </p:nvGrpSpPr>
          <p:grpSpPr>
            <a:xfrm>
              <a:off x="1809095" y="1387022"/>
              <a:ext cx="2078703" cy="4835977"/>
              <a:chOff x="1809095" y="1387022"/>
              <a:chExt cx="2078703" cy="4835977"/>
            </a:xfrm>
          </p:grpSpPr>
          <p:grpSp>
            <p:nvGrpSpPr>
              <p:cNvPr id="167" name="Group 166">
                <a:extLst>
                  <a:ext uri="{FF2B5EF4-FFF2-40B4-BE49-F238E27FC236}">
                    <a16:creationId xmlns:a16="http://schemas.microsoft.com/office/drawing/2014/main" id="{3D328903-DC9F-96E3-D7B2-820AE6B7903D}"/>
                  </a:ext>
                </a:extLst>
              </p:cNvPr>
              <p:cNvGrpSpPr/>
              <p:nvPr/>
            </p:nvGrpSpPr>
            <p:grpSpPr>
              <a:xfrm>
                <a:off x="1809095" y="1387022"/>
                <a:ext cx="2078703" cy="4835977"/>
                <a:chOff x="1806861" y="1387023"/>
                <a:chExt cx="2078703" cy="4835977"/>
              </a:xfrm>
            </p:grpSpPr>
            <p:sp>
              <p:nvSpPr>
                <p:cNvPr id="120" name="Google Shape;6678;g2d30ebb658d_0_19789">
                  <a:extLst>
                    <a:ext uri="{FF2B5EF4-FFF2-40B4-BE49-F238E27FC236}">
                      <a16:creationId xmlns:a16="http://schemas.microsoft.com/office/drawing/2014/main" id="{1AD979A9-79CC-8C9D-A3D8-2D5C771B1636}"/>
                    </a:ext>
                  </a:extLst>
                </p:cNvPr>
                <p:cNvSpPr/>
                <p:nvPr/>
              </p:nvSpPr>
              <p:spPr>
                <a:xfrm>
                  <a:off x="1806861" y="1387023"/>
                  <a:ext cx="2078703" cy="4835977"/>
                </a:xfrm>
                <a:prstGeom prst="roundRect">
                  <a:avLst>
                    <a:gd name="adj" fmla="val 2356"/>
                  </a:avLst>
                </a:prstGeom>
                <a:solidFill>
                  <a:schemeClr val="accent3">
                    <a:alpha val="10000"/>
                  </a:schemeClr>
                </a:solidFill>
                <a:ln w="9525">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21" name="Google Shape;6705;g2d30ebb658d_0_19789">
                  <a:extLst>
                    <a:ext uri="{FF2B5EF4-FFF2-40B4-BE49-F238E27FC236}">
                      <a16:creationId xmlns:a16="http://schemas.microsoft.com/office/drawing/2014/main" id="{FC0C90E9-93AE-87D8-DEE7-57CA80517639}"/>
                    </a:ext>
                  </a:extLst>
                </p:cNvPr>
                <p:cNvSpPr/>
                <p:nvPr/>
              </p:nvSpPr>
              <p:spPr>
                <a:xfrm>
                  <a:off x="2004604" y="1844681"/>
                  <a:ext cx="1662975"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22" name="Google Shape;6705;g2d30ebb658d_0_19789">
                  <a:extLst>
                    <a:ext uri="{FF2B5EF4-FFF2-40B4-BE49-F238E27FC236}">
                      <a16:creationId xmlns:a16="http://schemas.microsoft.com/office/drawing/2014/main" id="{B053D66E-ADA9-4B44-49AB-648FF1D6B4FA}"/>
                    </a:ext>
                  </a:extLst>
                </p:cNvPr>
                <p:cNvSpPr/>
                <p:nvPr/>
              </p:nvSpPr>
              <p:spPr>
                <a:xfrm>
                  <a:off x="2006535" y="1649913"/>
                  <a:ext cx="1661044" cy="144193"/>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23" name="TextBox 122">
                  <a:extLst>
                    <a:ext uri="{FF2B5EF4-FFF2-40B4-BE49-F238E27FC236}">
                      <a16:creationId xmlns:a16="http://schemas.microsoft.com/office/drawing/2014/main" id="{274CB646-466D-FB95-71CB-B6443F8F8912}"/>
                    </a:ext>
                  </a:extLst>
                </p:cNvPr>
                <p:cNvSpPr txBox="1"/>
                <p:nvPr/>
              </p:nvSpPr>
              <p:spPr>
                <a:xfrm>
                  <a:off x="2551092" y="1427772"/>
                  <a:ext cx="575479"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Fleet</a:t>
                  </a:r>
                </a:p>
              </p:txBody>
            </p:sp>
            <p:sp>
              <p:nvSpPr>
                <p:cNvPr id="124" name="Google Shape;6678;g2d30ebb658d_0_19789">
                  <a:extLst>
                    <a:ext uri="{FF2B5EF4-FFF2-40B4-BE49-F238E27FC236}">
                      <a16:creationId xmlns:a16="http://schemas.microsoft.com/office/drawing/2014/main" id="{81C144A0-D9B2-73EF-447E-BD9E3FC724BE}"/>
                    </a:ext>
                  </a:extLst>
                </p:cNvPr>
                <p:cNvSpPr/>
                <p:nvPr/>
              </p:nvSpPr>
              <p:spPr>
                <a:xfrm>
                  <a:off x="1885819" y="5848404"/>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25" name="Group 124">
                  <a:extLst>
                    <a:ext uri="{FF2B5EF4-FFF2-40B4-BE49-F238E27FC236}">
                      <a16:creationId xmlns:a16="http://schemas.microsoft.com/office/drawing/2014/main" id="{A93701A8-91ED-A973-B5DB-EC167D0B6AAC}"/>
                    </a:ext>
                  </a:extLst>
                </p:cNvPr>
                <p:cNvGrpSpPr/>
                <p:nvPr/>
              </p:nvGrpSpPr>
              <p:grpSpPr>
                <a:xfrm>
                  <a:off x="1887963" y="2081242"/>
                  <a:ext cx="1909145" cy="3700692"/>
                  <a:chOff x="4353920" y="2081242"/>
                  <a:chExt cx="1909145" cy="3700692"/>
                </a:xfrm>
              </p:grpSpPr>
              <p:sp>
                <p:nvSpPr>
                  <p:cNvPr id="126" name="Google Shape;6678;g2d30ebb658d_0_19789">
                    <a:extLst>
                      <a:ext uri="{FF2B5EF4-FFF2-40B4-BE49-F238E27FC236}">
                        <a16:creationId xmlns:a16="http://schemas.microsoft.com/office/drawing/2014/main" id="{DE60C71D-9224-DE63-7861-8E9C40DF9F7E}"/>
                      </a:ext>
                    </a:extLst>
                  </p:cNvPr>
                  <p:cNvSpPr/>
                  <p:nvPr/>
                </p:nvSpPr>
                <p:spPr>
                  <a:xfrm>
                    <a:off x="4353920" y="2081242"/>
                    <a:ext cx="1909145" cy="3700692"/>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27" name="Google Shape;6678;g2d30ebb658d_0_19789">
                    <a:extLst>
                      <a:ext uri="{FF2B5EF4-FFF2-40B4-BE49-F238E27FC236}">
                        <a16:creationId xmlns:a16="http://schemas.microsoft.com/office/drawing/2014/main" id="{6119EAC4-F719-F850-0D54-65B3DA7BCBED}"/>
                      </a:ext>
                    </a:extLst>
                  </p:cNvPr>
                  <p:cNvSpPr/>
                  <p:nvPr/>
                </p:nvSpPr>
                <p:spPr>
                  <a:xfrm>
                    <a:off x="4421988" y="2352787"/>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28" name="Google Shape;6705;g2d30ebb658d_0_19789">
                    <a:extLst>
                      <a:ext uri="{FF2B5EF4-FFF2-40B4-BE49-F238E27FC236}">
                        <a16:creationId xmlns:a16="http://schemas.microsoft.com/office/drawing/2014/main" id="{C0CFAF2C-5B17-9997-9CBB-090A4F9E0EC6}"/>
                      </a:ext>
                    </a:extLst>
                  </p:cNvPr>
                  <p:cNvSpPr/>
                  <p:nvPr/>
                </p:nvSpPr>
                <p:spPr>
                  <a:xfrm>
                    <a:off x="4472491" y="3528763"/>
                    <a:ext cx="1661045" cy="491167"/>
                  </a:xfrm>
                  <a:prstGeom prst="roundRect">
                    <a:avLst>
                      <a:gd name="adj" fmla="val 6349"/>
                    </a:avLst>
                  </a:prstGeom>
                  <a:noFill/>
                  <a:ln w="25400">
                    <a:gradFill>
                      <a:gsLst>
                        <a:gs pos="0">
                          <a:schemeClr val="accent2"/>
                        </a:gs>
                        <a:gs pos="0">
                          <a:schemeClr val="accent2"/>
                        </a:gs>
                        <a:gs pos="100000">
                          <a:schemeClr val="accent3"/>
                        </a:gs>
                        <a:gs pos="100000">
                          <a:schemeClr val="accent3"/>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29" name="Google Shape;6707;g2d30ebb658d_0_19789">
                    <a:extLst>
                      <a:ext uri="{FF2B5EF4-FFF2-40B4-BE49-F238E27FC236}">
                        <a16:creationId xmlns:a16="http://schemas.microsoft.com/office/drawing/2014/main" id="{9E6319B2-7C99-C851-18B5-937193AD1A08}"/>
                      </a:ext>
                    </a:extLst>
                  </p:cNvPr>
                  <p:cNvGrpSpPr/>
                  <p:nvPr/>
                </p:nvGrpSpPr>
                <p:grpSpPr>
                  <a:xfrm>
                    <a:off x="5721290" y="3680282"/>
                    <a:ext cx="283155" cy="283154"/>
                    <a:chOff x="10722212" y="2729558"/>
                    <a:chExt cx="663407" cy="663407"/>
                  </a:xfrm>
                </p:grpSpPr>
                <p:sp>
                  <p:nvSpPr>
                    <p:cNvPr id="145" name="Google Shape;6708;g2d30ebb658d_0_19789">
                      <a:extLst>
                        <a:ext uri="{FF2B5EF4-FFF2-40B4-BE49-F238E27FC236}">
                          <a16:creationId xmlns:a16="http://schemas.microsoft.com/office/drawing/2014/main" id="{84DCBD67-5FE3-0961-0685-925423308292}"/>
                        </a:ext>
                      </a:extLst>
                    </p:cNvPr>
                    <p:cNvSpPr>
                      <a:spLocks noChangeAspect="1"/>
                    </p:cNvSpPr>
                    <p:nvPr/>
                  </p:nvSpPr>
                  <p:spPr>
                    <a:xfrm>
                      <a:off x="10722212" y="2729558"/>
                      <a:ext cx="663407" cy="663407"/>
                    </a:xfrm>
                    <a:prstGeom prst="ellipse">
                      <a:avLst/>
                    </a:prstGeom>
                    <a:solidFill>
                      <a:schemeClr val="accent3"/>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46" name="Google Shape;6709;g2d30ebb658d_0_19789">
                      <a:extLst>
                        <a:ext uri="{FF2B5EF4-FFF2-40B4-BE49-F238E27FC236}">
                          <a16:creationId xmlns:a16="http://schemas.microsoft.com/office/drawing/2014/main" id="{4A6CBD63-5C6C-D1CA-6A1E-43EC68055E73}"/>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30" name="Google Shape;6710;g2d30ebb658d_0_19789">
                    <a:extLst>
                      <a:ext uri="{FF2B5EF4-FFF2-40B4-BE49-F238E27FC236}">
                        <a16:creationId xmlns:a16="http://schemas.microsoft.com/office/drawing/2014/main" id="{62FD5AB3-42C9-1817-6820-5AA4FAF5C043}"/>
                      </a:ext>
                    </a:extLst>
                  </p:cNvPr>
                  <p:cNvGrpSpPr/>
                  <p:nvPr/>
                </p:nvGrpSpPr>
                <p:grpSpPr>
                  <a:xfrm>
                    <a:off x="4576370" y="3680163"/>
                    <a:ext cx="283155" cy="283154"/>
                    <a:chOff x="572541" y="5475121"/>
                    <a:chExt cx="663407" cy="663407"/>
                  </a:xfrm>
                </p:grpSpPr>
                <p:sp>
                  <p:nvSpPr>
                    <p:cNvPr id="143" name="Google Shape;6711;g2d30ebb658d_0_19789">
                      <a:extLst>
                        <a:ext uri="{FF2B5EF4-FFF2-40B4-BE49-F238E27FC236}">
                          <a16:creationId xmlns:a16="http://schemas.microsoft.com/office/drawing/2014/main" id="{8FE95685-7777-17C2-B67B-5B08F13BE916}"/>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44" name="Google Shape;6712;g2d30ebb658d_0_19789">
                      <a:extLst>
                        <a:ext uri="{FF2B5EF4-FFF2-40B4-BE49-F238E27FC236}">
                          <a16:creationId xmlns:a16="http://schemas.microsoft.com/office/drawing/2014/main" id="{B48DC54E-12CE-B574-36F7-1F639C4B2B9D}"/>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31" name="Google Shape;6713;g2d30ebb658d_0_19789">
                    <a:extLst>
                      <a:ext uri="{FF2B5EF4-FFF2-40B4-BE49-F238E27FC236}">
                        <a16:creationId xmlns:a16="http://schemas.microsoft.com/office/drawing/2014/main" id="{5BD8FD0B-9FD6-A40C-114C-D5469F8A0C91}"/>
                      </a:ext>
                    </a:extLst>
                  </p:cNvPr>
                  <p:cNvGrpSpPr/>
                  <p:nvPr/>
                </p:nvGrpSpPr>
                <p:grpSpPr>
                  <a:xfrm>
                    <a:off x="5144738" y="3680164"/>
                    <a:ext cx="283155" cy="283154"/>
                    <a:chOff x="9272259" y="5475121"/>
                    <a:chExt cx="663407" cy="663407"/>
                  </a:xfrm>
                </p:grpSpPr>
                <p:sp>
                  <p:nvSpPr>
                    <p:cNvPr id="141" name="Google Shape;6714;g2d30ebb658d_0_19789">
                      <a:extLst>
                        <a:ext uri="{FF2B5EF4-FFF2-40B4-BE49-F238E27FC236}">
                          <a16:creationId xmlns:a16="http://schemas.microsoft.com/office/drawing/2014/main" id="{ACA63D17-F166-4210-D1E0-53E9CECEBC49}"/>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3"/>
                        </a:gs>
                        <a:gs pos="99000">
                          <a:schemeClr val="accent3"/>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42" name="Google Shape;6715;g2d30ebb658d_0_19789">
                      <a:extLst>
                        <a:ext uri="{FF2B5EF4-FFF2-40B4-BE49-F238E27FC236}">
                          <a16:creationId xmlns:a16="http://schemas.microsoft.com/office/drawing/2014/main" id="{76618E30-B7B3-F8B5-3BCE-360A264E691B}"/>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32" name="Google Shape;6704;g2d30ebb658d_0_19789">
                    <a:extLst>
                      <a:ext uri="{FF2B5EF4-FFF2-40B4-BE49-F238E27FC236}">
                        <a16:creationId xmlns:a16="http://schemas.microsoft.com/office/drawing/2014/main" id="{4EC5FDCB-A382-C526-465F-A733C1CF37C6}"/>
                      </a:ext>
                    </a:extLst>
                  </p:cNvPr>
                  <p:cNvSpPr/>
                  <p:nvPr/>
                </p:nvSpPr>
                <p:spPr>
                  <a:xfrm>
                    <a:off x="4507602" y="2413513"/>
                    <a:ext cx="1597075" cy="198035"/>
                  </a:xfrm>
                  <a:prstGeom prst="roundRect">
                    <a:avLst>
                      <a:gd name="adj" fmla="val 50000"/>
                    </a:avLst>
                  </a:prstGeom>
                  <a:solidFill>
                    <a:schemeClr val="bg1"/>
                  </a:solidFill>
                  <a:ln w="25400">
                    <a:gradFill>
                      <a:gsLst>
                        <a:gs pos="0">
                          <a:schemeClr val="accent3"/>
                        </a:gs>
                        <a:gs pos="2000">
                          <a:schemeClr val="accent3"/>
                        </a:gs>
                        <a:gs pos="100000">
                          <a:schemeClr val="accent2"/>
                        </a:gs>
                        <a:gs pos="96000">
                          <a:schemeClr val="accent2"/>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Management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3" name="TextBox 132">
                    <a:extLst>
                      <a:ext uri="{FF2B5EF4-FFF2-40B4-BE49-F238E27FC236}">
                        <a16:creationId xmlns:a16="http://schemas.microsoft.com/office/drawing/2014/main" id="{3A080E48-55F8-BA23-5362-ABCEE1125B82}"/>
                      </a:ext>
                    </a:extLst>
                  </p:cNvPr>
                  <p:cNvSpPr txBox="1"/>
                  <p:nvPr/>
                </p:nvSpPr>
                <p:spPr>
                  <a:xfrm>
                    <a:off x="4924734" y="3552453"/>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34" name="Google Shape;6705;g2d30ebb658d_0_19789">
                    <a:extLst>
                      <a:ext uri="{FF2B5EF4-FFF2-40B4-BE49-F238E27FC236}">
                        <a16:creationId xmlns:a16="http://schemas.microsoft.com/office/drawing/2014/main" id="{EE0F3305-FC3D-5B2A-E372-F3CE6F1A0EE7}"/>
                      </a:ext>
                    </a:extLst>
                  </p:cNvPr>
                  <p:cNvSpPr/>
                  <p:nvPr/>
                </p:nvSpPr>
                <p:spPr>
                  <a:xfrm>
                    <a:off x="4738816" y="2666396"/>
                    <a:ext cx="1130643"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35" name="Google Shape;6678;g2d30ebb658d_0_19789">
                    <a:extLst>
                      <a:ext uri="{FF2B5EF4-FFF2-40B4-BE49-F238E27FC236}">
                        <a16:creationId xmlns:a16="http://schemas.microsoft.com/office/drawing/2014/main" id="{5AE5C421-52ED-D772-DF86-86AE6F9D59BC}"/>
                      </a:ext>
                    </a:extLst>
                  </p:cNvPr>
                  <p:cNvSpPr/>
                  <p:nvPr/>
                </p:nvSpPr>
                <p:spPr>
                  <a:xfrm>
                    <a:off x="4989674" y="3264891"/>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36" name="Google Shape;6678;g2d30ebb658d_0_19789">
                    <a:extLst>
                      <a:ext uri="{FF2B5EF4-FFF2-40B4-BE49-F238E27FC236}">
                        <a16:creationId xmlns:a16="http://schemas.microsoft.com/office/drawing/2014/main" id="{C5E41503-2425-531B-62D8-1B9E7E9F4B22}"/>
                      </a:ext>
                    </a:extLst>
                  </p:cNvPr>
                  <p:cNvSpPr/>
                  <p:nvPr/>
                </p:nvSpPr>
                <p:spPr>
                  <a:xfrm>
                    <a:off x="4738816" y="2868207"/>
                    <a:ext cx="1130643" cy="151298"/>
                  </a:xfrm>
                  <a:prstGeom prst="roundRect">
                    <a:avLst>
                      <a:gd name="adj" fmla="val 2356"/>
                    </a:avLst>
                  </a:prstGeom>
                  <a:gradFill>
                    <a:gsLst>
                      <a:gs pos="0">
                        <a:schemeClr val="accent2"/>
                      </a:gs>
                      <a:gs pos="99000">
                        <a:schemeClr val="accent3"/>
                      </a:gs>
                      <a:gs pos="100000">
                        <a:schemeClr val="accent3"/>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37" name="TextBox 136">
                    <a:extLst>
                      <a:ext uri="{FF2B5EF4-FFF2-40B4-BE49-F238E27FC236}">
                        <a16:creationId xmlns:a16="http://schemas.microsoft.com/office/drawing/2014/main" id="{7F8E08C6-9DA1-BCED-ABCA-27D08019BFB9}"/>
                      </a:ext>
                    </a:extLst>
                  </p:cNvPr>
                  <p:cNvSpPr txBox="1"/>
                  <p:nvPr/>
                </p:nvSpPr>
                <p:spPr>
                  <a:xfrm>
                    <a:off x="5032205" y="2152074"/>
                    <a:ext cx="772647"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Instance</a:t>
                    </a:r>
                  </a:p>
                </p:txBody>
              </p:sp>
              <p:sp>
                <p:nvSpPr>
                  <p:cNvPr id="138" name="Google Shape;6705;g2d30ebb658d_0_19789">
                    <a:extLst>
                      <a:ext uri="{FF2B5EF4-FFF2-40B4-BE49-F238E27FC236}">
                        <a16:creationId xmlns:a16="http://schemas.microsoft.com/office/drawing/2014/main" id="{3FDBCAB3-A349-E48C-6549-CBD1A8BFAAB8}"/>
                      </a:ext>
                    </a:extLst>
                  </p:cNvPr>
                  <p:cNvSpPr/>
                  <p:nvPr/>
                </p:nvSpPr>
                <p:spPr>
                  <a:xfrm>
                    <a:off x="4738816" y="3064305"/>
                    <a:ext cx="1130643"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pic>
                <p:nvPicPr>
                  <p:cNvPr id="140" name="Google Shape;6699;p92">
                    <a:extLst>
                      <a:ext uri="{FF2B5EF4-FFF2-40B4-BE49-F238E27FC236}">
                        <a16:creationId xmlns:a16="http://schemas.microsoft.com/office/drawing/2014/main" id="{68193A9A-F8FE-6967-A79E-0E328B2D62AB}"/>
                      </a:ext>
                    </a:extLst>
                  </p:cNvPr>
                  <p:cNvPicPr preferRelativeResize="0">
                    <a:picLocks noChangeAspect="1"/>
                  </p:cNvPicPr>
                  <p:nvPr/>
                </p:nvPicPr>
                <p:blipFill rotWithShape="1">
                  <a:blip r:embed="rId3">
                    <a:alphaModFix/>
                  </a:blip>
                  <a:srcRect/>
                  <a:stretch/>
                </p:blipFill>
                <p:spPr>
                  <a:xfrm>
                    <a:off x="4754661" y="2109728"/>
                    <a:ext cx="220483" cy="220483"/>
                  </a:xfrm>
                  <a:prstGeom prst="rect">
                    <a:avLst/>
                  </a:prstGeom>
                  <a:noFill/>
                  <a:ln>
                    <a:noFill/>
                  </a:ln>
                </p:spPr>
              </p:pic>
            </p:grpSp>
            <p:sp>
              <p:nvSpPr>
                <p:cNvPr id="147" name="TextBox 146">
                  <a:extLst>
                    <a:ext uri="{FF2B5EF4-FFF2-40B4-BE49-F238E27FC236}">
                      <a16:creationId xmlns:a16="http://schemas.microsoft.com/office/drawing/2014/main" id="{E4B9F7CC-F3E1-A33B-E775-9106EFDF8E44}"/>
                    </a:ext>
                  </a:extLst>
                </p:cNvPr>
                <p:cNvSpPr txBox="1"/>
                <p:nvPr/>
              </p:nvSpPr>
              <p:spPr>
                <a:xfrm>
                  <a:off x="2268613" y="5908305"/>
                  <a:ext cx="1431482"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Additional VCF Instances</a:t>
                  </a:r>
                </a:p>
              </p:txBody>
            </p:sp>
            <p:pic>
              <p:nvPicPr>
                <p:cNvPr id="148" name="Google Shape;6699;p92">
                  <a:extLst>
                    <a:ext uri="{FF2B5EF4-FFF2-40B4-BE49-F238E27FC236}">
                      <a16:creationId xmlns:a16="http://schemas.microsoft.com/office/drawing/2014/main" id="{A1CC8EB6-F929-E1CA-0065-50DCDCD33905}"/>
                    </a:ext>
                  </a:extLst>
                </p:cNvPr>
                <p:cNvPicPr preferRelativeResize="0">
                  <a:picLocks noChangeAspect="1"/>
                </p:cNvPicPr>
                <p:nvPr/>
              </p:nvPicPr>
              <p:blipFill rotWithShape="1">
                <a:blip r:embed="rId3">
                  <a:alphaModFix/>
                </a:blip>
                <a:srcRect/>
                <a:stretch/>
              </p:blipFill>
              <p:spPr>
                <a:xfrm>
                  <a:off x="1991069" y="5894009"/>
                  <a:ext cx="220483" cy="220483"/>
                </a:xfrm>
                <a:prstGeom prst="rect">
                  <a:avLst/>
                </a:prstGeom>
                <a:noFill/>
                <a:ln>
                  <a:noFill/>
                </a:ln>
              </p:spPr>
            </p:pic>
            <p:grpSp>
              <p:nvGrpSpPr>
                <p:cNvPr id="149" name="Group 148">
                  <a:extLst>
                    <a:ext uri="{FF2B5EF4-FFF2-40B4-BE49-F238E27FC236}">
                      <a16:creationId xmlns:a16="http://schemas.microsoft.com/office/drawing/2014/main" id="{027EF744-1FB1-57F1-CB09-211CFA29DE54}"/>
                    </a:ext>
                  </a:extLst>
                </p:cNvPr>
                <p:cNvGrpSpPr/>
                <p:nvPr/>
              </p:nvGrpSpPr>
              <p:grpSpPr>
                <a:xfrm>
                  <a:off x="1951273" y="4189923"/>
                  <a:ext cx="1769718" cy="1537778"/>
                  <a:chOff x="4421988" y="4189923"/>
                  <a:chExt cx="1769718" cy="1537778"/>
                </a:xfrm>
              </p:grpSpPr>
              <p:sp>
                <p:nvSpPr>
                  <p:cNvPr id="150" name="Google Shape;6678;g2d30ebb658d_0_19789">
                    <a:extLst>
                      <a:ext uri="{FF2B5EF4-FFF2-40B4-BE49-F238E27FC236}">
                        <a16:creationId xmlns:a16="http://schemas.microsoft.com/office/drawing/2014/main" id="{49BF8234-790C-F987-36C9-D6F008157534}"/>
                      </a:ext>
                    </a:extLst>
                  </p:cNvPr>
                  <p:cNvSpPr/>
                  <p:nvPr/>
                </p:nvSpPr>
                <p:spPr>
                  <a:xfrm>
                    <a:off x="4421988" y="4189923"/>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51" name="Google Shape;6705;g2d30ebb658d_0_19789">
                    <a:extLst>
                      <a:ext uri="{FF2B5EF4-FFF2-40B4-BE49-F238E27FC236}">
                        <a16:creationId xmlns:a16="http://schemas.microsoft.com/office/drawing/2014/main" id="{0ACD48D5-6019-BA06-886D-0C9763439B18}"/>
                      </a:ext>
                    </a:extLst>
                  </p:cNvPr>
                  <p:cNvSpPr/>
                  <p:nvPr/>
                </p:nvSpPr>
                <p:spPr>
                  <a:xfrm>
                    <a:off x="4472491" y="5173351"/>
                    <a:ext cx="1661045" cy="491167"/>
                  </a:xfrm>
                  <a:prstGeom prst="roundRect">
                    <a:avLst>
                      <a:gd name="adj" fmla="val 6349"/>
                    </a:avLst>
                  </a:prstGeom>
                  <a:noFill/>
                  <a:ln w="25400">
                    <a:gradFill>
                      <a:gsLst>
                        <a:gs pos="0">
                          <a:schemeClr val="accent2"/>
                        </a:gs>
                        <a:gs pos="0">
                          <a:schemeClr val="accent2"/>
                        </a:gs>
                        <a:gs pos="100000">
                          <a:schemeClr val="accent3"/>
                        </a:gs>
                        <a:gs pos="100000">
                          <a:schemeClr val="accent3"/>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52" name="Google Shape;6707;g2d30ebb658d_0_19789">
                    <a:extLst>
                      <a:ext uri="{FF2B5EF4-FFF2-40B4-BE49-F238E27FC236}">
                        <a16:creationId xmlns:a16="http://schemas.microsoft.com/office/drawing/2014/main" id="{8C9213FD-4951-ED2A-43B7-3C8C0FF30626}"/>
                      </a:ext>
                    </a:extLst>
                  </p:cNvPr>
                  <p:cNvGrpSpPr/>
                  <p:nvPr/>
                </p:nvGrpSpPr>
                <p:grpSpPr>
                  <a:xfrm>
                    <a:off x="5721290" y="5324870"/>
                    <a:ext cx="283155" cy="283154"/>
                    <a:chOff x="10722212" y="2729558"/>
                    <a:chExt cx="663407" cy="663407"/>
                  </a:xfrm>
                </p:grpSpPr>
                <p:sp>
                  <p:nvSpPr>
                    <p:cNvPr id="165" name="Google Shape;6708;g2d30ebb658d_0_19789">
                      <a:extLst>
                        <a:ext uri="{FF2B5EF4-FFF2-40B4-BE49-F238E27FC236}">
                          <a16:creationId xmlns:a16="http://schemas.microsoft.com/office/drawing/2014/main" id="{60AB1B3A-CBFD-A2F4-DFA8-6EE61F1AA4FF}"/>
                        </a:ext>
                      </a:extLst>
                    </p:cNvPr>
                    <p:cNvSpPr>
                      <a:spLocks noChangeAspect="1"/>
                    </p:cNvSpPr>
                    <p:nvPr/>
                  </p:nvSpPr>
                  <p:spPr>
                    <a:xfrm>
                      <a:off x="10722212" y="2729558"/>
                      <a:ext cx="663407" cy="663407"/>
                    </a:xfrm>
                    <a:prstGeom prst="ellipse">
                      <a:avLst/>
                    </a:prstGeom>
                    <a:solidFill>
                      <a:schemeClr val="accent3"/>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66" name="Google Shape;6709;g2d30ebb658d_0_19789">
                      <a:extLst>
                        <a:ext uri="{FF2B5EF4-FFF2-40B4-BE49-F238E27FC236}">
                          <a16:creationId xmlns:a16="http://schemas.microsoft.com/office/drawing/2014/main" id="{27CD4B5C-A7DE-65C8-7151-2327D780EBDD}"/>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53" name="Google Shape;6710;g2d30ebb658d_0_19789">
                    <a:extLst>
                      <a:ext uri="{FF2B5EF4-FFF2-40B4-BE49-F238E27FC236}">
                        <a16:creationId xmlns:a16="http://schemas.microsoft.com/office/drawing/2014/main" id="{87A74CB0-F33D-E0BE-A2C9-BCFA8DB2315E}"/>
                      </a:ext>
                    </a:extLst>
                  </p:cNvPr>
                  <p:cNvGrpSpPr/>
                  <p:nvPr/>
                </p:nvGrpSpPr>
                <p:grpSpPr>
                  <a:xfrm>
                    <a:off x="4576370" y="5324751"/>
                    <a:ext cx="283155" cy="283154"/>
                    <a:chOff x="572541" y="5475121"/>
                    <a:chExt cx="663407" cy="663407"/>
                  </a:xfrm>
                </p:grpSpPr>
                <p:sp>
                  <p:nvSpPr>
                    <p:cNvPr id="163" name="Google Shape;6711;g2d30ebb658d_0_19789">
                      <a:extLst>
                        <a:ext uri="{FF2B5EF4-FFF2-40B4-BE49-F238E27FC236}">
                          <a16:creationId xmlns:a16="http://schemas.microsoft.com/office/drawing/2014/main" id="{743F06C4-23D6-304B-680C-1A3B4E603FA7}"/>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64" name="Google Shape;6712;g2d30ebb658d_0_19789">
                      <a:extLst>
                        <a:ext uri="{FF2B5EF4-FFF2-40B4-BE49-F238E27FC236}">
                          <a16:creationId xmlns:a16="http://schemas.microsoft.com/office/drawing/2014/main" id="{84322CC0-1B68-4DD5-93B8-5DFFE8CDF5F3}"/>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54" name="Google Shape;6713;g2d30ebb658d_0_19789">
                    <a:extLst>
                      <a:ext uri="{FF2B5EF4-FFF2-40B4-BE49-F238E27FC236}">
                        <a16:creationId xmlns:a16="http://schemas.microsoft.com/office/drawing/2014/main" id="{D4B876E7-9F7B-0F62-243B-ABE3CDED4354}"/>
                      </a:ext>
                    </a:extLst>
                  </p:cNvPr>
                  <p:cNvGrpSpPr/>
                  <p:nvPr/>
                </p:nvGrpSpPr>
                <p:grpSpPr>
                  <a:xfrm>
                    <a:off x="5144738" y="5324752"/>
                    <a:ext cx="283155" cy="283154"/>
                    <a:chOff x="9272259" y="5475121"/>
                    <a:chExt cx="663407" cy="663407"/>
                  </a:xfrm>
                </p:grpSpPr>
                <p:sp>
                  <p:nvSpPr>
                    <p:cNvPr id="161" name="Google Shape;6714;g2d30ebb658d_0_19789">
                      <a:extLst>
                        <a:ext uri="{FF2B5EF4-FFF2-40B4-BE49-F238E27FC236}">
                          <a16:creationId xmlns:a16="http://schemas.microsoft.com/office/drawing/2014/main" id="{1216A436-EBB3-FBAB-8717-1F186BEBE049}"/>
                        </a:ext>
                      </a:extLst>
                    </p:cNvPr>
                    <p:cNvSpPr>
                      <a:spLocks noChangeAspect="1"/>
                    </p:cNvSpPr>
                    <p:nvPr/>
                  </p:nvSpPr>
                  <p:spPr>
                    <a:xfrm>
                      <a:off x="9272259" y="5475121"/>
                      <a:ext cx="663407" cy="663407"/>
                    </a:xfrm>
                    <a:prstGeom prst="ellipse">
                      <a:avLst/>
                    </a:prstGeom>
                    <a:gradFill>
                      <a:gsLst>
                        <a:gs pos="0">
                          <a:schemeClr val="accent3"/>
                        </a:gs>
                        <a:gs pos="0">
                          <a:schemeClr val="accent2"/>
                        </a:gs>
                        <a:gs pos="100000">
                          <a:schemeClr val="accent2"/>
                        </a:gs>
                        <a:gs pos="99000">
                          <a:schemeClr val="accent3"/>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62" name="Google Shape;6715;g2d30ebb658d_0_19789">
                      <a:extLst>
                        <a:ext uri="{FF2B5EF4-FFF2-40B4-BE49-F238E27FC236}">
                          <a16:creationId xmlns:a16="http://schemas.microsoft.com/office/drawing/2014/main" id="{0E836C87-C7C0-5D1B-C6E4-321A362058D8}"/>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55" name="Google Shape;6704;g2d30ebb658d_0_19789">
                    <a:extLst>
                      <a:ext uri="{FF2B5EF4-FFF2-40B4-BE49-F238E27FC236}">
                        <a16:creationId xmlns:a16="http://schemas.microsoft.com/office/drawing/2014/main" id="{57D62825-72A9-B0B4-2500-415AE695EC26}"/>
                      </a:ext>
                    </a:extLst>
                  </p:cNvPr>
                  <p:cNvSpPr/>
                  <p:nvPr/>
                </p:nvSpPr>
                <p:spPr>
                  <a:xfrm>
                    <a:off x="4507602" y="4248598"/>
                    <a:ext cx="1597075" cy="198035"/>
                  </a:xfrm>
                  <a:prstGeom prst="roundRect">
                    <a:avLst>
                      <a:gd name="adj" fmla="val 50000"/>
                    </a:avLst>
                  </a:prstGeom>
                  <a:solidFill>
                    <a:schemeClr val="bg1"/>
                  </a:solidFill>
                  <a:ln w="25400">
                    <a:gradFill>
                      <a:gsLst>
                        <a:gs pos="0">
                          <a:schemeClr val="accent3"/>
                        </a:gs>
                        <a:gs pos="2000">
                          <a:schemeClr val="accent3"/>
                        </a:gs>
                        <a:gs pos="100000">
                          <a:schemeClr val="accent2"/>
                        </a:gs>
                        <a:gs pos="96000">
                          <a:schemeClr val="accent2"/>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Additional Workload Domains</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56" name="TextBox 155">
                    <a:extLst>
                      <a:ext uri="{FF2B5EF4-FFF2-40B4-BE49-F238E27FC236}">
                        <a16:creationId xmlns:a16="http://schemas.microsoft.com/office/drawing/2014/main" id="{CB184788-54D5-F366-C095-6FFD09EC225D}"/>
                      </a:ext>
                    </a:extLst>
                  </p:cNvPr>
                  <p:cNvSpPr txBox="1"/>
                  <p:nvPr/>
                </p:nvSpPr>
                <p:spPr>
                  <a:xfrm>
                    <a:off x="4924734" y="5197041"/>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57" name="Google Shape;6678;g2d30ebb658d_0_19789">
                    <a:extLst>
                      <a:ext uri="{FF2B5EF4-FFF2-40B4-BE49-F238E27FC236}">
                        <a16:creationId xmlns:a16="http://schemas.microsoft.com/office/drawing/2014/main" id="{BA43957B-E64B-203C-E194-05F145D30B5C}"/>
                      </a:ext>
                    </a:extLst>
                  </p:cNvPr>
                  <p:cNvSpPr/>
                  <p:nvPr/>
                </p:nvSpPr>
                <p:spPr>
                  <a:xfrm>
                    <a:off x="4735103" y="4725882"/>
                    <a:ext cx="1130643" cy="151298"/>
                  </a:xfrm>
                  <a:prstGeom prst="roundRect">
                    <a:avLst>
                      <a:gd name="adj" fmla="val 2356"/>
                    </a:avLst>
                  </a:prstGeom>
                  <a:gradFill>
                    <a:gsLst>
                      <a:gs pos="0">
                        <a:schemeClr val="accent2"/>
                      </a:gs>
                      <a:gs pos="99000">
                        <a:schemeClr val="accent3"/>
                      </a:gs>
                      <a:gs pos="100000">
                        <a:schemeClr val="accent3"/>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58" name="Google Shape;6678;g2d30ebb658d_0_19789">
                    <a:extLst>
                      <a:ext uri="{FF2B5EF4-FFF2-40B4-BE49-F238E27FC236}">
                        <a16:creationId xmlns:a16="http://schemas.microsoft.com/office/drawing/2014/main" id="{E80B7B0C-7F02-A7E4-45BD-F3D9C2A4FD76}"/>
                      </a:ext>
                    </a:extLst>
                  </p:cNvPr>
                  <p:cNvSpPr/>
                  <p:nvPr/>
                </p:nvSpPr>
                <p:spPr>
                  <a:xfrm>
                    <a:off x="4738816" y="4535240"/>
                    <a:ext cx="1130643" cy="151298"/>
                  </a:xfrm>
                  <a:prstGeom prst="roundRect">
                    <a:avLst>
                      <a:gd name="adj" fmla="val 2356"/>
                    </a:avLst>
                  </a:prstGeom>
                  <a:gradFill>
                    <a:gsLst>
                      <a:gs pos="0">
                        <a:schemeClr val="accent2"/>
                      </a:gs>
                      <a:gs pos="99000">
                        <a:schemeClr val="accent3"/>
                      </a:gs>
                      <a:gs pos="100000">
                        <a:schemeClr val="accent3"/>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59" name="Google Shape;6678;g2d30ebb658d_0_19789">
                    <a:extLst>
                      <a:ext uri="{FF2B5EF4-FFF2-40B4-BE49-F238E27FC236}">
                        <a16:creationId xmlns:a16="http://schemas.microsoft.com/office/drawing/2014/main" id="{C6E4DD65-688A-EF1F-8E2F-2DD37421BC01}"/>
                      </a:ext>
                    </a:extLst>
                  </p:cNvPr>
                  <p:cNvSpPr/>
                  <p:nvPr/>
                </p:nvSpPr>
                <p:spPr>
                  <a:xfrm>
                    <a:off x="4978293" y="4921845"/>
                    <a:ext cx="701104" cy="151298"/>
                  </a:xfrm>
                  <a:prstGeom prst="roundRect">
                    <a:avLst>
                      <a:gd name="adj" fmla="val 2356"/>
                    </a:avLst>
                  </a:prstGeom>
                  <a:solidFill>
                    <a:schemeClr val="bg1"/>
                  </a:solidFill>
                  <a:ln w="12700">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grpSp>
          </p:grpSp>
          <p:sp>
            <p:nvSpPr>
              <p:cNvPr id="171" name="Google Shape;6678;g2d30ebb658d_0_19789">
                <a:extLst>
                  <a:ext uri="{FF2B5EF4-FFF2-40B4-BE49-F238E27FC236}">
                    <a16:creationId xmlns:a16="http://schemas.microsoft.com/office/drawing/2014/main" id="{368B4976-8213-F710-F0C4-595C4EE69801}"/>
                  </a:ext>
                </a:extLst>
              </p:cNvPr>
              <p:cNvSpPr/>
              <p:nvPr/>
            </p:nvSpPr>
            <p:spPr>
              <a:xfrm>
                <a:off x="2447528" y="4966926"/>
                <a:ext cx="701104" cy="151298"/>
              </a:xfrm>
              <a:prstGeom prst="roundRect">
                <a:avLst>
                  <a:gd name="adj" fmla="val 2356"/>
                </a:avLst>
              </a:prstGeom>
              <a:solidFill>
                <a:schemeClr val="bg1"/>
              </a:solidFill>
              <a:ln w="12700">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98C7"/>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98C7"/>
                  </a:solidFill>
                  <a:effectLst/>
                  <a:uLnTx/>
                  <a:uFillTx/>
                  <a:latin typeface="Arial"/>
                  <a:ea typeface="Arial"/>
                  <a:cs typeface="Arial"/>
                  <a:sym typeface="Arial"/>
                </a:endParaRPr>
              </a:p>
            </p:txBody>
          </p:sp>
        </p:grpSp>
        <p:sp>
          <p:nvSpPr>
            <p:cNvPr id="173" name="Google Shape;6678;g2d30ebb658d_0_19789">
              <a:extLst>
                <a:ext uri="{FF2B5EF4-FFF2-40B4-BE49-F238E27FC236}">
                  <a16:creationId xmlns:a16="http://schemas.microsoft.com/office/drawing/2014/main" id="{C4CF7AFB-4468-A60E-A21D-8F1A535EC765}"/>
                </a:ext>
              </a:extLst>
            </p:cNvPr>
            <p:cNvSpPr/>
            <p:nvPr/>
          </p:nvSpPr>
          <p:spPr>
            <a:xfrm>
              <a:off x="2463667" y="3309972"/>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grpSp>
        <p:nvGrpSpPr>
          <p:cNvPr id="20" name="Group 19">
            <a:extLst>
              <a:ext uri="{FF2B5EF4-FFF2-40B4-BE49-F238E27FC236}">
                <a16:creationId xmlns:a16="http://schemas.microsoft.com/office/drawing/2014/main" id="{FD32A1B7-7EC8-F275-D7CF-B6D5E0705C0C}"/>
              </a:ext>
            </a:extLst>
          </p:cNvPr>
          <p:cNvGrpSpPr/>
          <p:nvPr/>
        </p:nvGrpSpPr>
        <p:grpSpPr>
          <a:xfrm>
            <a:off x="5544694" y="1239653"/>
            <a:ext cx="2078703" cy="4835977"/>
            <a:chOff x="6736954" y="1387023"/>
            <a:chExt cx="2078703" cy="4835977"/>
          </a:xfrm>
        </p:grpSpPr>
        <p:grpSp>
          <p:nvGrpSpPr>
            <p:cNvPr id="15" name="Group 14">
              <a:extLst>
                <a:ext uri="{FF2B5EF4-FFF2-40B4-BE49-F238E27FC236}">
                  <a16:creationId xmlns:a16="http://schemas.microsoft.com/office/drawing/2014/main" id="{86F9849E-55C9-5ACE-9502-B71B5FE26888}"/>
                </a:ext>
              </a:extLst>
            </p:cNvPr>
            <p:cNvGrpSpPr/>
            <p:nvPr/>
          </p:nvGrpSpPr>
          <p:grpSpPr>
            <a:xfrm>
              <a:off x="6736954" y="1387023"/>
              <a:ext cx="2078703" cy="4835977"/>
              <a:chOff x="6736954" y="1387023"/>
              <a:chExt cx="2078703" cy="4835977"/>
            </a:xfrm>
          </p:grpSpPr>
          <p:grpSp>
            <p:nvGrpSpPr>
              <p:cNvPr id="169" name="Group 168">
                <a:extLst>
                  <a:ext uri="{FF2B5EF4-FFF2-40B4-BE49-F238E27FC236}">
                    <a16:creationId xmlns:a16="http://schemas.microsoft.com/office/drawing/2014/main" id="{E8B15927-106D-A389-D649-EDEFEFBB46FD}"/>
                  </a:ext>
                </a:extLst>
              </p:cNvPr>
              <p:cNvGrpSpPr/>
              <p:nvPr/>
            </p:nvGrpSpPr>
            <p:grpSpPr>
              <a:xfrm>
                <a:off x="6736954" y="1387023"/>
                <a:ext cx="2078703" cy="4835977"/>
                <a:chOff x="6736954" y="1387023"/>
                <a:chExt cx="2078703" cy="4835977"/>
              </a:xfrm>
            </p:grpSpPr>
            <p:sp>
              <p:nvSpPr>
                <p:cNvPr id="70" name="Google Shape;6678;g2d30ebb658d_0_19789">
                  <a:extLst>
                    <a:ext uri="{FF2B5EF4-FFF2-40B4-BE49-F238E27FC236}">
                      <a16:creationId xmlns:a16="http://schemas.microsoft.com/office/drawing/2014/main" id="{5B40CC5E-4983-C601-0E31-7D673129F134}"/>
                    </a:ext>
                  </a:extLst>
                </p:cNvPr>
                <p:cNvSpPr/>
                <p:nvPr/>
              </p:nvSpPr>
              <p:spPr>
                <a:xfrm>
                  <a:off x="6736954" y="1387023"/>
                  <a:ext cx="2078703" cy="4835977"/>
                </a:xfrm>
                <a:prstGeom prst="roundRect">
                  <a:avLst>
                    <a:gd name="adj" fmla="val 2356"/>
                  </a:avLst>
                </a:prstGeom>
                <a:solidFill>
                  <a:schemeClr val="accent1">
                    <a:alpha val="9746"/>
                  </a:schemeClr>
                </a:solidFill>
                <a:ln w="9525">
                  <a:solidFill>
                    <a:schemeClr val="accent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1" name="Google Shape;6705;g2d30ebb658d_0_19789">
                  <a:extLst>
                    <a:ext uri="{FF2B5EF4-FFF2-40B4-BE49-F238E27FC236}">
                      <a16:creationId xmlns:a16="http://schemas.microsoft.com/office/drawing/2014/main" id="{BEC9F77C-5586-FE0B-11C2-723032C01917}"/>
                    </a:ext>
                  </a:extLst>
                </p:cNvPr>
                <p:cNvSpPr/>
                <p:nvPr/>
              </p:nvSpPr>
              <p:spPr>
                <a:xfrm>
                  <a:off x="6934697" y="1844681"/>
                  <a:ext cx="1662975" cy="151614"/>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72" name="Google Shape;6705;g2d30ebb658d_0_19789">
                  <a:extLst>
                    <a:ext uri="{FF2B5EF4-FFF2-40B4-BE49-F238E27FC236}">
                      <a16:creationId xmlns:a16="http://schemas.microsoft.com/office/drawing/2014/main" id="{A1C718E2-4D9F-C5E8-1821-225F3BFAF361}"/>
                    </a:ext>
                  </a:extLst>
                </p:cNvPr>
                <p:cNvSpPr/>
                <p:nvPr/>
              </p:nvSpPr>
              <p:spPr>
                <a:xfrm>
                  <a:off x="6936628" y="1649913"/>
                  <a:ext cx="1661044" cy="144193"/>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73" name="TextBox 72">
                  <a:extLst>
                    <a:ext uri="{FF2B5EF4-FFF2-40B4-BE49-F238E27FC236}">
                      <a16:creationId xmlns:a16="http://schemas.microsoft.com/office/drawing/2014/main" id="{7E65EABA-AA25-E687-C796-BD1D78731DF7}"/>
                    </a:ext>
                  </a:extLst>
                </p:cNvPr>
                <p:cNvSpPr txBox="1"/>
                <p:nvPr/>
              </p:nvSpPr>
              <p:spPr>
                <a:xfrm>
                  <a:off x="7481185" y="1427772"/>
                  <a:ext cx="575479"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Fleet</a:t>
                  </a:r>
                </a:p>
              </p:txBody>
            </p:sp>
            <p:sp>
              <p:nvSpPr>
                <p:cNvPr id="76" name="Google Shape;6678;g2d30ebb658d_0_19789">
                  <a:extLst>
                    <a:ext uri="{FF2B5EF4-FFF2-40B4-BE49-F238E27FC236}">
                      <a16:creationId xmlns:a16="http://schemas.microsoft.com/office/drawing/2014/main" id="{D13C3B15-FB70-F7A0-E6EF-7763CA5E2A04}"/>
                    </a:ext>
                  </a:extLst>
                </p:cNvPr>
                <p:cNvSpPr/>
                <p:nvPr/>
              </p:nvSpPr>
              <p:spPr>
                <a:xfrm>
                  <a:off x="6815912" y="5848404"/>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77" name="Group 76">
                  <a:extLst>
                    <a:ext uri="{FF2B5EF4-FFF2-40B4-BE49-F238E27FC236}">
                      <a16:creationId xmlns:a16="http://schemas.microsoft.com/office/drawing/2014/main" id="{02F22A55-0F23-FDD3-536F-D25CD72B926D}"/>
                    </a:ext>
                  </a:extLst>
                </p:cNvPr>
                <p:cNvGrpSpPr/>
                <p:nvPr/>
              </p:nvGrpSpPr>
              <p:grpSpPr>
                <a:xfrm>
                  <a:off x="6818056" y="2081242"/>
                  <a:ext cx="1909145" cy="3700692"/>
                  <a:chOff x="4353920" y="2081242"/>
                  <a:chExt cx="1909145" cy="3700692"/>
                </a:xfrm>
              </p:grpSpPr>
              <p:sp>
                <p:nvSpPr>
                  <p:cNvPr id="78" name="Google Shape;6678;g2d30ebb658d_0_19789">
                    <a:extLst>
                      <a:ext uri="{FF2B5EF4-FFF2-40B4-BE49-F238E27FC236}">
                        <a16:creationId xmlns:a16="http://schemas.microsoft.com/office/drawing/2014/main" id="{3B523E2A-4F1F-BC02-F62E-B4D391F5FA56}"/>
                      </a:ext>
                    </a:extLst>
                  </p:cNvPr>
                  <p:cNvSpPr/>
                  <p:nvPr/>
                </p:nvSpPr>
                <p:spPr>
                  <a:xfrm>
                    <a:off x="4353920" y="2081242"/>
                    <a:ext cx="1909145" cy="3700692"/>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9" name="Google Shape;6678;g2d30ebb658d_0_19789">
                    <a:extLst>
                      <a:ext uri="{FF2B5EF4-FFF2-40B4-BE49-F238E27FC236}">
                        <a16:creationId xmlns:a16="http://schemas.microsoft.com/office/drawing/2014/main" id="{2CA52A52-1B22-F0AD-8063-157AC55EBDD9}"/>
                      </a:ext>
                    </a:extLst>
                  </p:cNvPr>
                  <p:cNvSpPr/>
                  <p:nvPr/>
                </p:nvSpPr>
                <p:spPr>
                  <a:xfrm>
                    <a:off x="4421988" y="2352787"/>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80" name="Google Shape;6705;g2d30ebb658d_0_19789">
                    <a:extLst>
                      <a:ext uri="{FF2B5EF4-FFF2-40B4-BE49-F238E27FC236}">
                        <a16:creationId xmlns:a16="http://schemas.microsoft.com/office/drawing/2014/main" id="{0D5A46E9-004E-F8BF-19CE-E21F8C78B83C}"/>
                      </a:ext>
                    </a:extLst>
                  </p:cNvPr>
                  <p:cNvSpPr/>
                  <p:nvPr/>
                </p:nvSpPr>
                <p:spPr>
                  <a:xfrm>
                    <a:off x="4472491" y="3528763"/>
                    <a:ext cx="1661045" cy="491167"/>
                  </a:xfrm>
                  <a:prstGeom prst="roundRect">
                    <a:avLst>
                      <a:gd name="adj" fmla="val 6349"/>
                    </a:avLst>
                  </a:prstGeom>
                  <a:noFill/>
                  <a:ln w="25400">
                    <a:gradFill>
                      <a:gsLst>
                        <a:gs pos="0">
                          <a:schemeClr val="accent2"/>
                        </a:gs>
                        <a:gs pos="0">
                          <a:schemeClr val="accent2"/>
                        </a:gs>
                        <a:gs pos="100000">
                          <a:schemeClr val="accent1"/>
                        </a:gs>
                        <a:gs pos="100000">
                          <a:schemeClr val="accent1">
                            <a:lumMod val="30000"/>
                            <a:lumOff val="70000"/>
                          </a:schemeClr>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81" name="Google Shape;6707;g2d30ebb658d_0_19789">
                    <a:extLst>
                      <a:ext uri="{FF2B5EF4-FFF2-40B4-BE49-F238E27FC236}">
                        <a16:creationId xmlns:a16="http://schemas.microsoft.com/office/drawing/2014/main" id="{1B29AD32-FBC8-2365-1852-2B30D07F7CA2}"/>
                      </a:ext>
                    </a:extLst>
                  </p:cNvPr>
                  <p:cNvGrpSpPr/>
                  <p:nvPr/>
                </p:nvGrpSpPr>
                <p:grpSpPr>
                  <a:xfrm>
                    <a:off x="5721290" y="3680282"/>
                    <a:ext cx="283155" cy="283154"/>
                    <a:chOff x="10722212" y="2729558"/>
                    <a:chExt cx="663407" cy="663407"/>
                  </a:xfrm>
                </p:grpSpPr>
                <p:sp>
                  <p:nvSpPr>
                    <p:cNvPr id="97" name="Google Shape;6708;g2d30ebb658d_0_19789">
                      <a:extLst>
                        <a:ext uri="{FF2B5EF4-FFF2-40B4-BE49-F238E27FC236}">
                          <a16:creationId xmlns:a16="http://schemas.microsoft.com/office/drawing/2014/main" id="{CCB43C7B-4FB1-E889-CA7F-03B3183A9049}"/>
                        </a:ext>
                      </a:extLst>
                    </p:cNvPr>
                    <p:cNvSpPr>
                      <a:spLocks noChangeAspect="1"/>
                    </p:cNvSpPr>
                    <p:nvPr/>
                  </p:nvSpPr>
                  <p:spPr>
                    <a:xfrm>
                      <a:off x="10722212" y="2729558"/>
                      <a:ext cx="663407" cy="663407"/>
                    </a:xfrm>
                    <a:prstGeom prst="ellipse">
                      <a:avLst/>
                    </a:prstGeom>
                    <a:solidFill>
                      <a:schemeClr val="accent1"/>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8" name="Google Shape;6709;g2d30ebb658d_0_19789">
                      <a:extLst>
                        <a:ext uri="{FF2B5EF4-FFF2-40B4-BE49-F238E27FC236}">
                          <a16:creationId xmlns:a16="http://schemas.microsoft.com/office/drawing/2014/main" id="{6582DED3-D8A6-3A5A-D258-B592A3F87796}"/>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82" name="Google Shape;6710;g2d30ebb658d_0_19789">
                    <a:extLst>
                      <a:ext uri="{FF2B5EF4-FFF2-40B4-BE49-F238E27FC236}">
                        <a16:creationId xmlns:a16="http://schemas.microsoft.com/office/drawing/2014/main" id="{01D9E5FA-5403-9028-93D9-CF8EF840A5C3}"/>
                      </a:ext>
                    </a:extLst>
                  </p:cNvPr>
                  <p:cNvGrpSpPr/>
                  <p:nvPr/>
                </p:nvGrpSpPr>
                <p:grpSpPr>
                  <a:xfrm>
                    <a:off x="4576370" y="3680163"/>
                    <a:ext cx="283155" cy="283154"/>
                    <a:chOff x="572541" y="5475121"/>
                    <a:chExt cx="663407" cy="663407"/>
                  </a:xfrm>
                </p:grpSpPr>
                <p:sp>
                  <p:nvSpPr>
                    <p:cNvPr id="95" name="Google Shape;6711;g2d30ebb658d_0_19789">
                      <a:extLst>
                        <a:ext uri="{FF2B5EF4-FFF2-40B4-BE49-F238E27FC236}">
                          <a16:creationId xmlns:a16="http://schemas.microsoft.com/office/drawing/2014/main" id="{2763DC11-2FA4-12FD-B89B-AFA2B78036C5}"/>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6" name="Google Shape;6712;g2d30ebb658d_0_19789">
                      <a:extLst>
                        <a:ext uri="{FF2B5EF4-FFF2-40B4-BE49-F238E27FC236}">
                          <a16:creationId xmlns:a16="http://schemas.microsoft.com/office/drawing/2014/main" id="{AE034C8C-D257-98F4-F928-2A673D989166}"/>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83" name="Google Shape;6713;g2d30ebb658d_0_19789">
                    <a:extLst>
                      <a:ext uri="{FF2B5EF4-FFF2-40B4-BE49-F238E27FC236}">
                        <a16:creationId xmlns:a16="http://schemas.microsoft.com/office/drawing/2014/main" id="{77379FAD-AB49-C377-996F-5E566916594C}"/>
                      </a:ext>
                    </a:extLst>
                  </p:cNvPr>
                  <p:cNvGrpSpPr/>
                  <p:nvPr/>
                </p:nvGrpSpPr>
                <p:grpSpPr>
                  <a:xfrm>
                    <a:off x="5144738" y="3680164"/>
                    <a:ext cx="283155" cy="283154"/>
                    <a:chOff x="9272259" y="5475121"/>
                    <a:chExt cx="663407" cy="663407"/>
                  </a:xfrm>
                </p:grpSpPr>
                <p:sp>
                  <p:nvSpPr>
                    <p:cNvPr id="93" name="Google Shape;6714;g2d30ebb658d_0_19789">
                      <a:extLst>
                        <a:ext uri="{FF2B5EF4-FFF2-40B4-BE49-F238E27FC236}">
                          <a16:creationId xmlns:a16="http://schemas.microsoft.com/office/drawing/2014/main" id="{5BF8FB6A-89C6-39C3-9C7D-5323EB8BA037}"/>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1"/>
                        </a:gs>
                        <a:gs pos="95000">
                          <a:schemeClr val="accent1"/>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4" name="Google Shape;6715;g2d30ebb658d_0_19789">
                      <a:extLst>
                        <a:ext uri="{FF2B5EF4-FFF2-40B4-BE49-F238E27FC236}">
                          <a16:creationId xmlns:a16="http://schemas.microsoft.com/office/drawing/2014/main" id="{ED93F7FF-CB55-AB65-5866-50DE86A2E512}"/>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84" name="Google Shape;6704;g2d30ebb658d_0_19789">
                    <a:extLst>
                      <a:ext uri="{FF2B5EF4-FFF2-40B4-BE49-F238E27FC236}">
                        <a16:creationId xmlns:a16="http://schemas.microsoft.com/office/drawing/2014/main" id="{8C325503-013A-5470-0066-FF0C770C3D01}"/>
                      </a:ext>
                    </a:extLst>
                  </p:cNvPr>
                  <p:cNvSpPr/>
                  <p:nvPr/>
                </p:nvSpPr>
                <p:spPr>
                  <a:xfrm>
                    <a:off x="4507602" y="2413513"/>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1"/>
                        </a:gs>
                        <a:gs pos="100000">
                          <a:schemeClr val="accent1"/>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Management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5" name="TextBox 84">
                    <a:extLst>
                      <a:ext uri="{FF2B5EF4-FFF2-40B4-BE49-F238E27FC236}">
                        <a16:creationId xmlns:a16="http://schemas.microsoft.com/office/drawing/2014/main" id="{E4848FBB-980E-0919-F76F-5E63575DC978}"/>
                      </a:ext>
                    </a:extLst>
                  </p:cNvPr>
                  <p:cNvSpPr txBox="1"/>
                  <p:nvPr/>
                </p:nvSpPr>
                <p:spPr>
                  <a:xfrm>
                    <a:off x="4924734" y="3552453"/>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86" name="Google Shape;6705;g2d30ebb658d_0_19789">
                    <a:extLst>
                      <a:ext uri="{FF2B5EF4-FFF2-40B4-BE49-F238E27FC236}">
                        <a16:creationId xmlns:a16="http://schemas.microsoft.com/office/drawing/2014/main" id="{4BEA1847-5185-AB1B-51EB-CBED65BB0644}"/>
                      </a:ext>
                    </a:extLst>
                  </p:cNvPr>
                  <p:cNvSpPr/>
                  <p:nvPr/>
                </p:nvSpPr>
                <p:spPr>
                  <a:xfrm>
                    <a:off x="4738816" y="2666396"/>
                    <a:ext cx="1130643" cy="151614"/>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87" name="Google Shape;6678;g2d30ebb658d_0_19789">
                    <a:extLst>
                      <a:ext uri="{FF2B5EF4-FFF2-40B4-BE49-F238E27FC236}">
                        <a16:creationId xmlns:a16="http://schemas.microsoft.com/office/drawing/2014/main" id="{882C9A6A-2941-F0F4-F328-D4EB42E6F760}"/>
                      </a:ext>
                    </a:extLst>
                  </p:cNvPr>
                  <p:cNvSpPr/>
                  <p:nvPr/>
                </p:nvSpPr>
                <p:spPr>
                  <a:xfrm>
                    <a:off x="4989674" y="3264891"/>
                    <a:ext cx="701104" cy="151298"/>
                  </a:xfrm>
                  <a:prstGeom prst="roundRect">
                    <a:avLst>
                      <a:gd name="adj" fmla="val 2356"/>
                    </a:avLst>
                  </a:prstGeom>
                  <a:solidFill>
                    <a:schemeClr val="bg1"/>
                  </a:solidFill>
                  <a:ln w="12700">
                    <a:solidFill>
                      <a:schemeClr val="accent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007B8C"/>
                      </a:solidFill>
                      <a:effectLst/>
                      <a:uLnTx/>
                      <a:uFillTx/>
                      <a:latin typeface="Arial"/>
                      <a:ea typeface="Arial"/>
                      <a:cs typeface="Arial"/>
                      <a:sym typeface="Arial"/>
                    </a:endParaRPr>
                  </a:p>
                </p:txBody>
              </p:sp>
              <p:sp>
                <p:nvSpPr>
                  <p:cNvPr id="88" name="Google Shape;6678;g2d30ebb658d_0_19789">
                    <a:extLst>
                      <a:ext uri="{FF2B5EF4-FFF2-40B4-BE49-F238E27FC236}">
                        <a16:creationId xmlns:a16="http://schemas.microsoft.com/office/drawing/2014/main" id="{99672C8F-CDC3-C80F-E1CE-162896B5BF6C}"/>
                      </a:ext>
                    </a:extLst>
                  </p:cNvPr>
                  <p:cNvSpPr/>
                  <p:nvPr/>
                </p:nvSpPr>
                <p:spPr>
                  <a:xfrm>
                    <a:off x="4738816" y="2868207"/>
                    <a:ext cx="1130643" cy="151298"/>
                  </a:xfrm>
                  <a:prstGeom prst="roundRect">
                    <a:avLst>
                      <a:gd name="adj" fmla="val 2356"/>
                    </a:avLst>
                  </a:prstGeom>
                  <a:gradFill>
                    <a:gsLst>
                      <a:gs pos="0">
                        <a:schemeClr val="accent2"/>
                      </a:gs>
                      <a:gs pos="99000">
                        <a:schemeClr val="accent1"/>
                      </a:gs>
                      <a:gs pos="100000">
                        <a:schemeClr val="accent1"/>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9" name="TextBox 88">
                    <a:extLst>
                      <a:ext uri="{FF2B5EF4-FFF2-40B4-BE49-F238E27FC236}">
                        <a16:creationId xmlns:a16="http://schemas.microsoft.com/office/drawing/2014/main" id="{14F51078-1E8B-252F-E5FA-87536805979C}"/>
                      </a:ext>
                    </a:extLst>
                  </p:cNvPr>
                  <p:cNvSpPr txBox="1"/>
                  <p:nvPr/>
                </p:nvSpPr>
                <p:spPr>
                  <a:xfrm>
                    <a:off x="5032205" y="2152074"/>
                    <a:ext cx="772647"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Instance</a:t>
                    </a:r>
                  </a:p>
                </p:txBody>
              </p:sp>
              <p:sp>
                <p:nvSpPr>
                  <p:cNvPr id="90" name="Google Shape;6705;g2d30ebb658d_0_19789">
                    <a:extLst>
                      <a:ext uri="{FF2B5EF4-FFF2-40B4-BE49-F238E27FC236}">
                        <a16:creationId xmlns:a16="http://schemas.microsoft.com/office/drawing/2014/main" id="{3CDD6E36-2182-D782-358F-D85A8F592C29}"/>
                      </a:ext>
                    </a:extLst>
                  </p:cNvPr>
                  <p:cNvSpPr/>
                  <p:nvPr/>
                </p:nvSpPr>
                <p:spPr>
                  <a:xfrm>
                    <a:off x="4738816" y="3064305"/>
                    <a:ext cx="1130643" cy="151614"/>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pic>
                <p:nvPicPr>
                  <p:cNvPr id="92" name="Google Shape;6699;p92">
                    <a:extLst>
                      <a:ext uri="{FF2B5EF4-FFF2-40B4-BE49-F238E27FC236}">
                        <a16:creationId xmlns:a16="http://schemas.microsoft.com/office/drawing/2014/main" id="{A3CC6D17-63A6-8E06-E52D-F512E557CEE7}"/>
                      </a:ext>
                    </a:extLst>
                  </p:cNvPr>
                  <p:cNvPicPr preferRelativeResize="0">
                    <a:picLocks noChangeAspect="1"/>
                  </p:cNvPicPr>
                  <p:nvPr/>
                </p:nvPicPr>
                <p:blipFill rotWithShape="1">
                  <a:blip r:embed="rId3">
                    <a:alphaModFix/>
                  </a:blip>
                  <a:srcRect/>
                  <a:stretch/>
                </p:blipFill>
                <p:spPr>
                  <a:xfrm>
                    <a:off x="4754661" y="2109728"/>
                    <a:ext cx="220483" cy="220483"/>
                  </a:xfrm>
                  <a:prstGeom prst="rect">
                    <a:avLst/>
                  </a:prstGeom>
                  <a:noFill/>
                  <a:ln>
                    <a:noFill/>
                  </a:ln>
                </p:spPr>
              </p:pic>
            </p:grpSp>
            <p:sp>
              <p:nvSpPr>
                <p:cNvPr id="99" name="TextBox 98">
                  <a:extLst>
                    <a:ext uri="{FF2B5EF4-FFF2-40B4-BE49-F238E27FC236}">
                      <a16:creationId xmlns:a16="http://schemas.microsoft.com/office/drawing/2014/main" id="{40EDD8FF-C059-1429-4ED0-6837A5F3534A}"/>
                    </a:ext>
                  </a:extLst>
                </p:cNvPr>
                <p:cNvSpPr txBox="1"/>
                <p:nvPr/>
              </p:nvSpPr>
              <p:spPr>
                <a:xfrm>
                  <a:off x="7198706" y="5908305"/>
                  <a:ext cx="1431482"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Additional VCF Instances</a:t>
                  </a:r>
                </a:p>
              </p:txBody>
            </p:sp>
            <p:pic>
              <p:nvPicPr>
                <p:cNvPr id="100" name="Google Shape;6699;p92">
                  <a:extLst>
                    <a:ext uri="{FF2B5EF4-FFF2-40B4-BE49-F238E27FC236}">
                      <a16:creationId xmlns:a16="http://schemas.microsoft.com/office/drawing/2014/main" id="{7C40815C-A673-65CA-F9D2-19B3CC22C9DA}"/>
                    </a:ext>
                  </a:extLst>
                </p:cNvPr>
                <p:cNvPicPr preferRelativeResize="0">
                  <a:picLocks noChangeAspect="1"/>
                </p:cNvPicPr>
                <p:nvPr/>
              </p:nvPicPr>
              <p:blipFill rotWithShape="1">
                <a:blip r:embed="rId3">
                  <a:alphaModFix/>
                </a:blip>
                <a:srcRect/>
                <a:stretch/>
              </p:blipFill>
              <p:spPr>
                <a:xfrm>
                  <a:off x="6921162" y="5894009"/>
                  <a:ext cx="220483" cy="220483"/>
                </a:xfrm>
                <a:prstGeom prst="rect">
                  <a:avLst/>
                </a:prstGeom>
                <a:noFill/>
                <a:ln>
                  <a:noFill/>
                </a:ln>
              </p:spPr>
            </p:pic>
            <p:grpSp>
              <p:nvGrpSpPr>
                <p:cNvPr id="101" name="Group 100">
                  <a:extLst>
                    <a:ext uri="{FF2B5EF4-FFF2-40B4-BE49-F238E27FC236}">
                      <a16:creationId xmlns:a16="http://schemas.microsoft.com/office/drawing/2014/main" id="{6C151793-07FB-B812-1CF5-0A814A6BD97B}"/>
                    </a:ext>
                  </a:extLst>
                </p:cNvPr>
                <p:cNvGrpSpPr/>
                <p:nvPr/>
              </p:nvGrpSpPr>
              <p:grpSpPr>
                <a:xfrm>
                  <a:off x="6881366" y="4189923"/>
                  <a:ext cx="1769718" cy="1537778"/>
                  <a:chOff x="4421988" y="4189923"/>
                  <a:chExt cx="1769718" cy="1537778"/>
                </a:xfrm>
              </p:grpSpPr>
              <p:sp>
                <p:nvSpPr>
                  <p:cNvPr id="102" name="Google Shape;6678;g2d30ebb658d_0_19789">
                    <a:extLst>
                      <a:ext uri="{FF2B5EF4-FFF2-40B4-BE49-F238E27FC236}">
                        <a16:creationId xmlns:a16="http://schemas.microsoft.com/office/drawing/2014/main" id="{279A0C4D-194D-62CE-5AAB-6DB2507A3D0D}"/>
                      </a:ext>
                    </a:extLst>
                  </p:cNvPr>
                  <p:cNvSpPr/>
                  <p:nvPr/>
                </p:nvSpPr>
                <p:spPr>
                  <a:xfrm>
                    <a:off x="4421988" y="4189923"/>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03" name="Google Shape;6705;g2d30ebb658d_0_19789">
                    <a:extLst>
                      <a:ext uri="{FF2B5EF4-FFF2-40B4-BE49-F238E27FC236}">
                        <a16:creationId xmlns:a16="http://schemas.microsoft.com/office/drawing/2014/main" id="{D4C7FDA5-5422-3857-B877-E324C20790AC}"/>
                      </a:ext>
                    </a:extLst>
                  </p:cNvPr>
                  <p:cNvSpPr/>
                  <p:nvPr/>
                </p:nvSpPr>
                <p:spPr>
                  <a:xfrm>
                    <a:off x="4472491" y="5173351"/>
                    <a:ext cx="1661045" cy="491167"/>
                  </a:xfrm>
                  <a:prstGeom prst="roundRect">
                    <a:avLst>
                      <a:gd name="adj" fmla="val 6349"/>
                    </a:avLst>
                  </a:prstGeom>
                  <a:noFill/>
                  <a:ln w="25400">
                    <a:gradFill>
                      <a:gsLst>
                        <a:gs pos="0">
                          <a:schemeClr val="accent2"/>
                        </a:gs>
                        <a:gs pos="0">
                          <a:schemeClr val="accent2"/>
                        </a:gs>
                        <a:gs pos="100000">
                          <a:schemeClr val="accent1"/>
                        </a:gs>
                        <a:gs pos="100000">
                          <a:schemeClr val="accent1">
                            <a:lumMod val="30000"/>
                            <a:lumOff val="70000"/>
                          </a:schemeClr>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04" name="Google Shape;6707;g2d30ebb658d_0_19789">
                    <a:extLst>
                      <a:ext uri="{FF2B5EF4-FFF2-40B4-BE49-F238E27FC236}">
                        <a16:creationId xmlns:a16="http://schemas.microsoft.com/office/drawing/2014/main" id="{6B0B36CB-780F-B85D-C0A9-C20E5A0A100B}"/>
                      </a:ext>
                    </a:extLst>
                  </p:cNvPr>
                  <p:cNvGrpSpPr/>
                  <p:nvPr/>
                </p:nvGrpSpPr>
                <p:grpSpPr>
                  <a:xfrm>
                    <a:off x="5721290" y="5324870"/>
                    <a:ext cx="283155" cy="283154"/>
                    <a:chOff x="10722212" y="2729558"/>
                    <a:chExt cx="663407" cy="663407"/>
                  </a:xfrm>
                </p:grpSpPr>
                <p:sp>
                  <p:nvSpPr>
                    <p:cNvPr id="117" name="Google Shape;6708;g2d30ebb658d_0_19789">
                      <a:extLst>
                        <a:ext uri="{FF2B5EF4-FFF2-40B4-BE49-F238E27FC236}">
                          <a16:creationId xmlns:a16="http://schemas.microsoft.com/office/drawing/2014/main" id="{4522B2BE-6F10-6903-D85F-4CCB57BA3310}"/>
                        </a:ext>
                      </a:extLst>
                    </p:cNvPr>
                    <p:cNvSpPr>
                      <a:spLocks noChangeAspect="1"/>
                    </p:cNvSpPr>
                    <p:nvPr/>
                  </p:nvSpPr>
                  <p:spPr>
                    <a:xfrm>
                      <a:off x="10722212" y="2729558"/>
                      <a:ext cx="663407" cy="663407"/>
                    </a:xfrm>
                    <a:prstGeom prst="ellipse">
                      <a:avLst/>
                    </a:prstGeom>
                    <a:solidFill>
                      <a:schemeClr val="accent1"/>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18" name="Google Shape;6709;g2d30ebb658d_0_19789">
                      <a:extLst>
                        <a:ext uri="{FF2B5EF4-FFF2-40B4-BE49-F238E27FC236}">
                          <a16:creationId xmlns:a16="http://schemas.microsoft.com/office/drawing/2014/main" id="{31B2C12A-3C90-F40F-0558-2A053D55BBF9}"/>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05" name="Google Shape;6710;g2d30ebb658d_0_19789">
                    <a:extLst>
                      <a:ext uri="{FF2B5EF4-FFF2-40B4-BE49-F238E27FC236}">
                        <a16:creationId xmlns:a16="http://schemas.microsoft.com/office/drawing/2014/main" id="{CDBC1376-0BB3-5583-0AC1-DE5EC8DBB828}"/>
                      </a:ext>
                    </a:extLst>
                  </p:cNvPr>
                  <p:cNvGrpSpPr/>
                  <p:nvPr/>
                </p:nvGrpSpPr>
                <p:grpSpPr>
                  <a:xfrm>
                    <a:off x="4576370" y="5324751"/>
                    <a:ext cx="283155" cy="283154"/>
                    <a:chOff x="572541" y="5475121"/>
                    <a:chExt cx="663407" cy="663407"/>
                  </a:xfrm>
                </p:grpSpPr>
                <p:sp>
                  <p:nvSpPr>
                    <p:cNvPr id="115" name="Google Shape;6711;g2d30ebb658d_0_19789">
                      <a:extLst>
                        <a:ext uri="{FF2B5EF4-FFF2-40B4-BE49-F238E27FC236}">
                          <a16:creationId xmlns:a16="http://schemas.microsoft.com/office/drawing/2014/main" id="{08E61F22-603E-61FD-04CB-8C204C9CABFA}"/>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16" name="Google Shape;6712;g2d30ebb658d_0_19789">
                      <a:extLst>
                        <a:ext uri="{FF2B5EF4-FFF2-40B4-BE49-F238E27FC236}">
                          <a16:creationId xmlns:a16="http://schemas.microsoft.com/office/drawing/2014/main" id="{2B0F9C20-4A24-534F-5CB0-E5E95A270088}"/>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06" name="Google Shape;6713;g2d30ebb658d_0_19789">
                    <a:extLst>
                      <a:ext uri="{FF2B5EF4-FFF2-40B4-BE49-F238E27FC236}">
                        <a16:creationId xmlns:a16="http://schemas.microsoft.com/office/drawing/2014/main" id="{CC42CF3D-C460-D414-A494-A3C6458F19BB}"/>
                      </a:ext>
                    </a:extLst>
                  </p:cNvPr>
                  <p:cNvGrpSpPr/>
                  <p:nvPr/>
                </p:nvGrpSpPr>
                <p:grpSpPr>
                  <a:xfrm>
                    <a:off x="5144738" y="5324752"/>
                    <a:ext cx="283155" cy="283154"/>
                    <a:chOff x="9272259" y="5475121"/>
                    <a:chExt cx="663407" cy="663407"/>
                  </a:xfrm>
                </p:grpSpPr>
                <p:sp>
                  <p:nvSpPr>
                    <p:cNvPr id="113" name="Google Shape;6714;g2d30ebb658d_0_19789">
                      <a:extLst>
                        <a:ext uri="{FF2B5EF4-FFF2-40B4-BE49-F238E27FC236}">
                          <a16:creationId xmlns:a16="http://schemas.microsoft.com/office/drawing/2014/main" id="{D225208F-CBD6-DE26-F925-219A6B41B571}"/>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1"/>
                        </a:gs>
                        <a:gs pos="95000">
                          <a:schemeClr val="accent1"/>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14" name="Google Shape;6715;g2d30ebb658d_0_19789">
                      <a:extLst>
                        <a:ext uri="{FF2B5EF4-FFF2-40B4-BE49-F238E27FC236}">
                          <a16:creationId xmlns:a16="http://schemas.microsoft.com/office/drawing/2014/main" id="{971E4CCF-37B7-8333-C677-C6EB43FE7D5B}"/>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07" name="Google Shape;6704;g2d30ebb658d_0_19789">
                    <a:extLst>
                      <a:ext uri="{FF2B5EF4-FFF2-40B4-BE49-F238E27FC236}">
                        <a16:creationId xmlns:a16="http://schemas.microsoft.com/office/drawing/2014/main" id="{960D4A6D-F8A0-4F8E-84A0-DEEFB1647E08}"/>
                      </a:ext>
                    </a:extLst>
                  </p:cNvPr>
                  <p:cNvSpPr/>
                  <p:nvPr/>
                </p:nvSpPr>
                <p:spPr>
                  <a:xfrm>
                    <a:off x="4507602" y="4248598"/>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1"/>
                        </a:gs>
                        <a:gs pos="100000">
                          <a:schemeClr val="accent1"/>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Additional Workload Domains</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8" name="TextBox 107">
                    <a:extLst>
                      <a:ext uri="{FF2B5EF4-FFF2-40B4-BE49-F238E27FC236}">
                        <a16:creationId xmlns:a16="http://schemas.microsoft.com/office/drawing/2014/main" id="{A256EE99-1901-C872-02B4-10B6668F7E3B}"/>
                      </a:ext>
                    </a:extLst>
                  </p:cNvPr>
                  <p:cNvSpPr txBox="1"/>
                  <p:nvPr/>
                </p:nvSpPr>
                <p:spPr>
                  <a:xfrm>
                    <a:off x="4924734" y="5197041"/>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09" name="Google Shape;6678;g2d30ebb658d_0_19789">
                    <a:extLst>
                      <a:ext uri="{FF2B5EF4-FFF2-40B4-BE49-F238E27FC236}">
                        <a16:creationId xmlns:a16="http://schemas.microsoft.com/office/drawing/2014/main" id="{0F8B8B9C-4C50-05FA-1A1D-0863DC0BBE6D}"/>
                      </a:ext>
                    </a:extLst>
                  </p:cNvPr>
                  <p:cNvSpPr/>
                  <p:nvPr/>
                </p:nvSpPr>
                <p:spPr>
                  <a:xfrm>
                    <a:off x="4735103" y="4725882"/>
                    <a:ext cx="1130643" cy="151298"/>
                  </a:xfrm>
                  <a:prstGeom prst="roundRect">
                    <a:avLst>
                      <a:gd name="adj" fmla="val 2356"/>
                    </a:avLst>
                  </a:prstGeom>
                  <a:gradFill>
                    <a:gsLst>
                      <a:gs pos="0">
                        <a:schemeClr val="accent2"/>
                      </a:gs>
                      <a:gs pos="99000">
                        <a:schemeClr val="accent1"/>
                      </a:gs>
                      <a:gs pos="100000">
                        <a:schemeClr val="accent1"/>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10" name="Google Shape;6678;g2d30ebb658d_0_19789">
                    <a:extLst>
                      <a:ext uri="{FF2B5EF4-FFF2-40B4-BE49-F238E27FC236}">
                        <a16:creationId xmlns:a16="http://schemas.microsoft.com/office/drawing/2014/main" id="{B915B6BC-0365-C8C2-7B41-D586ED0109A7}"/>
                      </a:ext>
                    </a:extLst>
                  </p:cNvPr>
                  <p:cNvSpPr/>
                  <p:nvPr/>
                </p:nvSpPr>
                <p:spPr>
                  <a:xfrm>
                    <a:off x="4738816" y="4535240"/>
                    <a:ext cx="1130643" cy="151298"/>
                  </a:xfrm>
                  <a:prstGeom prst="roundRect">
                    <a:avLst>
                      <a:gd name="adj" fmla="val 2356"/>
                    </a:avLst>
                  </a:prstGeom>
                  <a:gradFill>
                    <a:gsLst>
                      <a:gs pos="0">
                        <a:schemeClr val="accent2"/>
                      </a:gs>
                      <a:gs pos="99000">
                        <a:schemeClr val="accent1"/>
                      </a:gs>
                      <a:gs pos="100000">
                        <a:schemeClr val="accent1"/>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11" name="Google Shape;6678;g2d30ebb658d_0_19789">
                    <a:extLst>
                      <a:ext uri="{FF2B5EF4-FFF2-40B4-BE49-F238E27FC236}">
                        <a16:creationId xmlns:a16="http://schemas.microsoft.com/office/drawing/2014/main" id="{3534BA1A-4B3B-EBE0-5789-CE04DBE600BD}"/>
                      </a:ext>
                    </a:extLst>
                  </p:cNvPr>
                  <p:cNvSpPr/>
                  <p:nvPr/>
                </p:nvSpPr>
                <p:spPr>
                  <a:xfrm>
                    <a:off x="4978293" y="4921845"/>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grpSp>
          </p:grpSp>
          <p:sp>
            <p:nvSpPr>
              <p:cNvPr id="174" name="Google Shape;6678;g2d30ebb658d_0_19789">
                <a:extLst>
                  <a:ext uri="{FF2B5EF4-FFF2-40B4-BE49-F238E27FC236}">
                    <a16:creationId xmlns:a16="http://schemas.microsoft.com/office/drawing/2014/main" id="{AA117159-3787-17D3-CF0B-D56F533908FB}"/>
                  </a:ext>
                </a:extLst>
              </p:cNvPr>
              <p:cNvSpPr/>
              <p:nvPr/>
            </p:nvSpPr>
            <p:spPr>
              <a:xfrm>
                <a:off x="7375387" y="4966927"/>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sp>
          <p:nvSpPr>
            <p:cNvPr id="176" name="Google Shape;6678;g2d30ebb658d_0_19789">
              <a:extLst>
                <a:ext uri="{FF2B5EF4-FFF2-40B4-BE49-F238E27FC236}">
                  <a16:creationId xmlns:a16="http://schemas.microsoft.com/office/drawing/2014/main" id="{EEDF50E6-5BED-511B-EF9C-071AC4AF42C2}"/>
                </a:ext>
              </a:extLst>
            </p:cNvPr>
            <p:cNvSpPr/>
            <p:nvPr/>
          </p:nvSpPr>
          <p:spPr>
            <a:xfrm>
              <a:off x="7391526" y="3309973"/>
              <a:ext cx="701104" cy="151298"/>
            </a:xfrm>
            <a:prstGeom prst="roundRect">
              <a:avLst>
                <a:gd name="adj" fmla="val 2356"/>
              </a:avLst>
            </a:prstGeom>
            <a:solidFill>
              <a:schemeClr val="bg1"/>
            </a:solidFill>
            <a:ln w="12700">
              <a:solidFill>
                <a:schemeClr val="accent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7B8C"/>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7B8C"/>
                </a:solidFill>
                <a:effectLst/>
                <a:uLnTx/>
                <a:uFillTx/>
                <a:latin typeface="Arial"/>
                <a:ea typeface="Arial"/>
                <a:cs typeface="Arial"/>
                <a:sym typeface="Arial"/>
              </a:endParaRPr>
            </a:p>
          </p:txBody>
        </p:sp>
      </p:grpSp>
      <p:grpSp>
        <p:nvGrpSpPr>
          <p:cNvPr id="10" name="Group 9">
            <a:extLst>
              <a:ext uri="{FF2B5EF4-FFF2-40B4-BE49-F238E27FC236}">
                <a16:creationId xmlns:a16="http://schemas.microsoft.com/office/drawing/2014/main" id="{BFC47AE8-37D8-0A27-3F29-3C4496D14FA5}"/>
              </a:ext>
            </a:extLst>
          </p:cNvPr>
          <p:cNvGrpSpPr/>
          <p:nvPr/>
        </p:nvGrpSpPr>
        <p:grpSpPr>
          <a:xfrm>
            <a:off x="3268966" y="5695141"/>
            <a:ext cx="1909145" cy="308820"/>
            <a:chOff x="4357596" y="5842511"/>
            <a:chExt cx="1909145" cy="308820"/>
          </a:xfrm>
        </p:grpSpPr>
        <p:sp>
          <p:nvSpPr>
            <p:cNvPr id="63" name="Google Shape;6678;g2d30ebb658d_0_19789">
              <a:extLst>
                <a:ext uri="{FF2B5EF4-FFF2-40B4-BE49-F238E27FC236}">
                  <a16:creationId xmlns:a16="http://schemas.microsoft.com/office/drawing/2014/main" id="{F4ECE781-2551-D918-9E3B-D392FB5EF5D5}"/>
                </a:ext>
              </a:extLst>
            </p:cNvPr>
            <p:cNvSpPr/>
            <p:nvPr/>
          </p:nvSpPr>
          <p:spPr>
            <a:xfrm>
              <a:off x="4357596" y="5842511"/>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6" name="TextBox 65">
              <a:extLst>
                <a:ext uri="{FF2B5EF4-FFF2-40B4-BE49-F238E27FC236}">
                  <a16:creationId xmlns:a16="http://schemas.microsoft.com/office/drawing/2014/main" id="{2C0C836B-13FF-D6E9-109C-C95B0E9E4DC1}"/>
                </a:ext>
              </a:extLst>
            </p:cNvPr>
            <p:cNvSpPr txBox="1"/>
            <p:nvPr/>
          </p:nvSpPr>
          <p:spPr>
            <a:xfrm>
              <a:off x="4734570" y="5908305"/>
              <a:ext cx="1431482"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Additional VCF Instances</a:t>
              </a:r>
            </a:p>
          </p:txBody>
        </p:sp>
        <p:pic>
          <p:nvPicPr>
            <p:cNvPr id="67" name="Google Shape;6699;p92">
              <a:extLst>
                <a:ext uri="{FF2B5EF4-FFF2-40B4-BE49-F238E27FC236}">
                  <a16:creationId xmlns:a16="http://schemas.microsoft.com/office/drawing/2014/main" id="{00BB943B-95BB-06F7-345B-C44A14F5311D}"/>
                </a:ext>
              </a:extLst>
            </p:cNvPr>
            <p:cNvPicPr preferRelativeResize="0">
              <a:picLocks noChangeAspect="1"/>
            </p:cNvPicPr>
            <p:nvPr/>
          </p:nvPicPr>
          <p:blipFill rotWithShape="1">
            <a:blip r:embed="rId3">
              <a:alphaModFix/>
            </a:blip>
            <a:srcRect/>
            <a:stretch/>
          </p:blipFill>
          <p:spPr>
            <a:xfrm>
              <a:off x="4457026" y="5894009"/>
              <a:ext cx="220483" cy="220483"/>
            </a:xfrm>
            <a:prstGeom prst="rect">
              <a:avLst/>
            </a:prstGeom>
            <a:noFill/>
            <a:ln>
              <a:noFill/>
            </a:ln>
          </p:spPr>
        </p:pic>
      </p:grpSp>
      <p:sp>
        <p:nvSpPr>
          <p:cNvPr id="27" name="Google Shape;6678;g2d30ebb658d_0_19789">
            <a:extLst>
              <a:ext uri="{FF2B5EF4-FFF2-40B4-BE49-F238E27FC236}">
                <a16:creationId xmlns:a16="http://schemas.microsoft.com/office/drawing/2014/main" id="{837F91DB-0DF8-670E-44C6-F855845CEC03}"/>
              </a:ext>
            </a:extLst>
          </p:cNvPr>
          <p:cNvSpPr/>
          <p:nvPr/>
        </p:nvSpPr>
        <p:spPr>
          <a:xfrm>
            <a:off x="3265638" y="1928580"/>
            <a:ext cx="1909145" cy="3705982"/>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1" name="Group 10">
            <a:extLst>
              <a:ext uri="{FF2B5EF4-FFF2-40B4-BE49-F238E27FC236}">
                <a16:creationId xmlns:a16="http://schemas.microsoft.com/office/drawing/2014/main" id="{22DA4097-4B09-D270-74C5-156910F90706}"/>
              </a:ext>
            </a:extLst>
          </p:cNvPr>
          <p:cNvGrpSpPr/>
          <p:nvPr/>
        </p:nvGrpSpPr>
        <p:grpSpPr>
          <a:xfrm>
            <a:off x="3328600" y="4042553"/>
            <a:ext cx="1769718" cy="1537778"/>
            <a:chOff x="4417230" y="4189923"/>
            <a:chExt cx="1769718" cy="1537778"/>
          </a:xfrm>
        </p:grpSpPr>
        <p:grpSp>
          <p:nvGrpSpPr>
            <p:cNvPr id="69" name="Group 68">
              <a:extLst>
                <a:ext uri="{FF2B5EF4-FFF2-40B4-BE49-F238E27FC236}">
                  <a16:creationId xmlns:a16="http://schemas.microsoft.com/office/drawing/2014/main" id="{1790CC3B-2A32-D767-FCC9-3D77D860104A}"/>
                </a:ext>
              </a:extLst>
            </p:cNvPr>
            <p:cNvGrpSpPr/>
            <p:nvPr/>
          </p:nvGrpSpPr>
          <p:grpSpPr>
            <a:xfrm>
              <a:off x="4417230" y="4189923"/>
              <a:ext cx="1769718" cy="1537778"/>
              <a:chOff x="4421988" y="4189923"/>
              <a:chExt cx="1769718" cy="1537778"/>
            </a:xfrm>
          </p:grpSpPr>
          <p:sp>
            <p:nvSpPr>
              <p:cNvPr id="28" name="Google Shape;6678;g2d30ebb658d_0_19789">
                <a:extLst>
                  <a:ext uri="{FF2B5EF4-FFF2-40B4-BE49-F238E27FC236}">
                    <a16:creationId xmlns:a16="http://schemas.microsoft.com/office/drawing/2014/main" id="{39803164-A91A-99DD-0C5B-2DB9253DE1FC}"/>
                  </a:ext>
                </a:extLst>
              </p:cNvPr>
              <p:cNvSpPr/>
              <p:nvPr/>
            </p:nvSpPr>
            <p:spPr>
              <a:xfrm>
                <a:off x="4421988" y="4189923"/>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9" name="Google Shape;6705;g2d30ebb658d_0_19789">
                <a:extLst>
                  <a:ext uri="{FF2B5EF4-FFF2-40B4-BE49-F238E27FC236}">
                    <a16:creationId xmlns:a16="http://schemas.microsoft.com/office/drawing/2014/main" id="{555C0D33-D79C-B44F-D06E-F2A9798256A2}"/>
                  </a:ext>
                </a:extLst>
              </p:cNvPr>
              <p:cNvSpPr/>
              <p:nvPr/>
            </p:nvSpPr>
            <p:spPr>
              <a:xfrm>
                <a:off x="4472491" y="5173351"/>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30" name="Google Shape;6707;g2d30ebb658d_0_19789">
                <a:extLst>
                  <a:ext uri="{FF2B5EF4-FFF2-40B4-BE49-F238E27FC236}">
                    <a16:creationId xmlns:a16="http://schemas.microsoft.com/office/drawing/2014/main" id="{AF7246D2-F5BE-6FCD-9A06-971663D18FEA}"/>
                  </a:ext>
                </a:extLst>
              </p:cNvPr>
              <p:cNvGrpSpPr/>
              <p:nvPr/>
            </p:nvGrpSpPr>
            <p:grpSpPr>
              <a:xfrm>
                <a:off x="5721290" y="5324870"/>
                <a:ext cx="283155" cy="283154"/>
                <a:chOff x="10722212" y="2729558"/>
                <a:chExt cx="663407" cy="663407"/>
              </a:xfrm>
            </p:grpSpPr>
            <p:sp>
              <p:nvSpPr>
                <p:cNvPr id="46" name="Google Shape;6708;g2d30ebb658d_0_19789">
                  <a:extLst>
                    <a:ext uri="{FF2B5EF4-FFF2-40B4-BE49-F238E27FC236}">
                      <a16:creationId xmlns:a16="http://schemas.microsoft.com/office/drawing/2014/main" id="{4CD60187-EC56-464C-D8B2-DA72D17A286D}"/>
                    </a:ext>
                  </a:extLst>
                </p:cNvPr>
                <p:cNvSpPr>
                  <a:spLocks noChangeAspect="1"/>
                </p:cNvSpPr>
                <p:nvPr/>
              </p:nvSpPr>
              <p:spPr>
                <a:xfrm>
                  <a:off x="10722212" y="272955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7" name="Google Shape;6709;g2d30ebb658d_0_19789">
                  <a:extLst>
                    <a:ext uri="{FF2B5EF4-FFF2-40B4-BE49-F238E27FC236}">
                      <a16:creationId xmlns:a16="http://schemas.microsoft.com/office/drawing/2014/main" id="{5D85698E-055D-16C4-19B5-0CA01C518772}"/>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1" name="Google Shape;6710;g2d30ebb658d_0_19789">
                <a:extLst>
                  <a:ext uri="{FF2B5EF4-FFF2-40B4-BE49-F238E27FC236}">
                    <a16:creationId xmlns:a16="http://schemas.microsoft.com/office/drawing/2014/main" id="{325E6790-3ED9-1A03-09C8-DF4E701271CE}"/>
                  </a:ext>
                </a:extLst>
              </p:cNvPr>
              <p:cNvGrpSpPr/>
              <p:nvPr/>
            </p:nvGrpSpPr>
            <p:grpSpPr>
              <a:xfrm>
                <a:off x="4576370" y="5324751"/>
                <a:ext cx="283155" cy="283154"/>
                <a:chOff x="572541" y="5475121"/>
                <a:chExt cx="663407" cy="663407"/>
              </a:xfrm>
            </p:grpSpPr>
            <p:sp>
              <p:nvSpPr>
                <p:cNvPr id="44" name="Google Shape;6711;g2d30ebb658d_0_19789">
                  <a:extLst>
                    <a:ext uri="{FF2B5EF4-FFF2-40B4-BE49-F238E27FC236}">
                      <a16:creationId xmlns:a16="http://schemas.microsoft.com/office/drawing/2014/main" id="{561BFAB0-CDE7-30A4-13AC-EFB4936F2190}"/>
                    </a:ext>
                  </a:extLst>
                </p:cNvPr>
                <p:cNvSpPr>
                  <a:spLocks noChangeAspect="1"/>
                </p:cNvSpPr>
                <p:nvPr/>
              </p:nvSpPr>
              <p:spPr>
                <a:xfrm>
                  <a:off x="572541" y="547512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5" name="Google Shape;6712;g2d30ebb658d_0_19789">
                  <a:extLst>
                    <a:ext uri="{FF2B5EF4-FFF2-40B4-BE49-F238E27FC236}">
                      <a16:creationId xmlns:a16="http://schemas.microsoft.com/office/drawing/2014/main" id="{24164179-407E-1F51-EACE-5BF4006AEE1B}"/>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2" name="Google Shape;6713;g2d30ebb658d_0_19789">
                <a:extLst>
                  <a:ext uri="{FF2B5EF4-FFF2-40B4-BE49-F238E27FC236}">
                    <a16:creationId xmlns:a16="http://schemas.microsoft.com/office/drawing/2014/main" id="{A7090253-86C8-3C65-C714-4C924F243B35}"/>
                  </a:ext>
                </a:extLst>
              </p:cNvPr>
              <p:cNvGrpSpPr/>
              <p:nvPr/>
            </p:nvGrpSpPr>
            <p:grpSpPr>
              <a:xfrm>
                <a:off x="5144738" y="5324752"/>
                <a:ext cx="283155" cy="283154"/>
                <a:chOff x="9272259" y="5475121"/>
                <a:chExt cx="663407" cy="663407"/>
              </a:xfrm>
            </p:grpSpPr>
            <p:sp>
              <p:nvSpPr>
                <p:cNvPr id="42" name="Google Shape;6714;g2d30ebb658d_0_19789">
                  <a:extLst>
                    <a:ext uri="{FF2B5EF4-FFF2-40B4-BE49-F238E27FC236}">
                      <a16:creationId xmlns:a16="http://schemas.microsoft.com/office/drawing/2014/main" id="{189B6AB4-BDE5-E06B-CAE5-25279B946816}"/>
                    </a:ext>
                  </a:extLst>
                </p:cNvPr>
                <p:cNvSpPr>
                  <a:spLocks noChangeAspect="1"/>
                </p:cNvSpPr>
                <p:nvPr/>
              </p:nvSpPr>
              <p:spPr>
                <a:xfrm>
                  <a:off x="9272259" y="5475121"/>
                  <a:ext cx="663407" cy="663407"/>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3" name="Google Shape;6715;g2d30ebb658d_0_19789">
                  <a:extLst>
                    <a:ext uri="{FF2B5EF4-FFF2-40B4-BE49-F238E27FC236}">
                      <a16:creationId xmlns:a16="http://schemas.microsoft.com/office/drawing/2014/main" id="{4CB5F54B-A1B8-225E-0A60-ED1C129E261A}"/>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40" name="Google Shape;6704;g2d30ebb658d_0_19789">
                <a:extLst>
                  <a:ext uri="{FF2B5EF4-FFF2-40B4-BE49-F238E27FC236}">
                    <a16:creationId xmlns:a16="http://schemas.microsoft.com/office/drawing/2014/main" id="{81DE2F23-B806-8B71-D282-F54305D53B5D}"/>
                  </a:ext>
                </a:extLst>
              </p:cNvPr>
              <p:cNvSpPr/>
              <p:nvPr/>
            </p:nvSpPr>
            <p:spPr>
              <a:xfrm>
                <a:off x="4507602" y="4248598"/>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Additional Workload Domains</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5" name="TextBox 34">
                <a:extLst>
                  <a:ext uri="{FF2B5EF4-FFF2-40B4-BE49-F238E27FC236}">
                    <a16:creationId xmlns:a16="http://schemas.microsoft.com/office/drawing/2014/main" id="{45DFB385-26B1-1DEC-AC5B-008F652027F6}"/>
                  </a:ext>
                </a:extLst>
              </p:cNvPr>
              <p:cNvSpPr txBox="1"/>
              <p:nvPr/>
            </p:nvSpPr>
            <p:spPr>
              <a:xfrm>
                <a:off x="4924734" y="5197041"/>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38" name="Google Shape;6678;g2d30ebb658d_0_19789">
                <a:extLst>
                  <a:ext uri="{FF2B5EF4-FFF2-40B4-BE49-F238E27FC236}">
                    <a16:creationId xmlns:a16="http://schemas.microsoft.com/office/drawing/2014/main" id="{243BF956-E2F1-8E9E-F9E4-1524062C6BFB}"/>
                  </a:ext>
                </a:extLst>
              </p:cNvPr>
              <p:cNvSpPr/>
              <p:nvPr/>
            </p:nvSpPr>
            <p:spPr>
              <a:xfrm>
                <a:off x="4735103" y="4725882"/>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9" name="Google Shape;6678;g2d30ebb658d_0_19789">
                <a:extLst>
                  <a:ext uri="{FF2B5EF4-FFF2-40B4-BE49-F238E27FC236}">
                    <a16:creationId xmlns:a16="http://schemas.microsoft.com/office/drawing/2014/main" id="{24958900-517D-DBD5-5F82-8BCDCFC1BE7A}"/>
                  </a:ext>
                </a:extLst>
              </p:cNvPr>
              <p:cNvSpPr/>
              <p:nvPr/>
            </p:nvSpPr>
            <p:spPr>
              <a:xfrm>
                <a:off x="4738816" y="4535240"/>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61" name="Google Shape;6678;g2d30ebb658d_0_19789">
                <a:extLst>
                  <a:ext uri="{FF2B5EF4-FFF2-40B4-BE49-F238E27FC236}">
                    <a16:creationId xmlns:a16="http://schemas.microsoft.com/office/drawing/2014/main" id="{0A150F9E-8208-D9CC-1B5C-C5EA9F976242}"/>
                  </a:ext>
                </a:extLst>
              </p:cNvPr>
              <p:cNvSpPr/>
              <p:nvPr/>
            </p:nvSpPr>
            <p:spPr>
              <a:xfrm>
                <a:off x="4978293" y="4921845"/>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grpSp>
        <p:sp>
          <p:nvSpPr>
            <p:cNvPr id="170" name="Google Shape;6678;g2d30ebb658d_0_19789">
              <a:extLst>
                <a:ext uri="{FF2B5EF4-FFF2-40B4-BE49-F238E27FC236}">
                  <a16:creationId xmlns:a16="http://schemas.microsoft.com/office/drawing/2014/main" id="{F8F4918D-FD35-6641-9D70-FA2B7648DD3E}"/>
                </a:ext>
              </a:extLst>
            </p:cNvPr>
            <p:cNvSpPr/>
            <p:nvPr/>
          </p:nvSpPr>
          <p:spPr>
            <a:xfrm>
              <a:off x="4911251" y="4966927"/>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grpSp>
        <p:nvGrpSpPr>
          <p:cNvPr id="68" name="Group 67">
            <a:extLst>
              <a:ext uri="{FF2B5EF4-FFF2-40B4-BE49-F238E27FC236}">
                <a16:creationId xmlns:a16="http://schemas.microsoft.com/office/drawing/2014/main" id="{AF419C36-1B7C-AA19-E0D4-09F178F3F694}"/>
              </a:ext>
            </a:extLst>
          </p:cNvPr>
          <p:cNvGrpSpPr/>
          <p:nvPr/>
        </p:nvGrpSpPr>
        <p:grpSpPr>
          <a:xfrm>
            <a:off x="3265290" y="1933872"/>
            <a:ext cx="1909145" cy="2029026"/>
            <a:chOff x="4353920" y="2081242"/>
            <a:chExt cx="1909145" cy="2029026"/>
          </a:xfrm>
        </p:grpSpPr>
        <p:sp>
          <p:nvSpPr>
            <p:cNvPr id="50" name="Google Shape;6678;g2d30ebb658d_0_19789">
              <a:extLst>
                <a:ext uri="{FF2B5EF4-FFF2-40B4-BE49-F238E27FC236}">
                  <a16:creationId xmlns:a16="http://schemas.microsoft.com/office/drawing/2014/main" id="{8A20B4BE-2D71-22C7-7A42-B0E0FF1B1CA5}"/>
                </a:ext>
              </a:extLst>
            </p:cNvPr>
            <p:cNvSpPr/>
            <p:nvPr/>
          </p:nvSpPr>
          <p:spPr>
            <a:xfrm>
              <a:off x="4353920" y="2081242"/>
              <a:ext cx="1909145" cy="2029026"/>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5" name="Google Shape;6678;g2d30ebb658d_0_19789">
              <a:extLst>
                <a:ext uri="{FF2B5EF4-FFF2-40B4-BE49-F238E27FC236}">
                  <a16:creationId xmlns:a16="http://schemas.microsoft.com/office/drawing/2014/main" id="{01E90415-022F-E11A-7540-2E34EA3DA150}"/>
                </a:ext>
              </a:extLst>
            </p:cNvPr>
            <p:cNvSpPr/>
            <p:nvPr/>
          </p:nvSpPr>
          <p:spPr>
            <a:xfrm>
              <a:off x="4421988" y="2352787"/>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 name="Google Shape;6705;g2d30ebb658d_0_19789">
              <a:extLst>
                <a:ext uri="{FF2B5EF4-FFF2-40B4-BE49-F238E27FC236}">
                  <a16:creationId xmlns:a16="http://schemas.microsoft.com/office/drawing/2014/main" id="{CAEEEDD3-BFA7-ED18-4E60-76FCC7B7CE17}"/>
                </a:ext>
              </a:extLst>
            </p:cNvPr>
            <p:cNvSpPr/>
            <p:nvPr/>
          </p:nvSpPr>
          <p:spPr>
            <a:xfrm>
              <a:off x="4472491" y="3528763"/>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7" name="Google Shape;6707;g2d30ebb658d_0_19789">
              <a:extLst>
                <a:ext uri="{FF2B5EF4-FFF2-40B4-BE49-F238E27FC236}">
                  <a16:creationId xmlns:a16="http://schemas.microsoft.com/office/drawing/2014/main" id="{8E5B26DF-0B2A-6939-F043-1D2D6EA43331}"/>
                </a:ext>
              </a:extLst>
            </p:cNvPr>
            <p:cNvGrpSpPr/>
            <p:nvPr/>
          </p:nvGrpSpPr>
          <p:grpSpPr>
            <a:xfrm>
              <a:off x="5721290" y="3680282"/>
              <a:ext cx="283155" cy="283154"/>
              <a:chOff x="10722212" y="2729558"/>
              <a:chExt cx="663407" cy="663407"/>
            </a:xfrm>
          </p:grpSpPr>
          <p:sp>
            <p:nvSpPr>
              <p:cNvPr id="25" name="Google Shape;6708;g2d30ebb658d_0_19789">
                <a:extLst>
                  <a:ext uri="{FF2B5EF4-FFF2-40B4-BE49-F238E27FC236}">
                    <a16:creationId xmlns:a16="http://schemas.microsoft.com/office/drawing/2014/main" id="{97C91FD0-26BF-AFF8-22C9-AE8989715F6C}"/>
                  </a:ext>
                </a:extLst>
              </p:cNvPr>
              <p:cNvSpPr>
                <a:spLocks noChangeAspect="1"/>
              </p:cNvSpPr>
              <p:nvPr/>
            </p:nvSpPr>
            <p:spPr>
              <a:xfrm>
                <a:off x="10722212" y="272955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6" name="Google Shape;6709;g2d30ebb658d_0_19789">
                <a:extLst>
                  <a:ext uri="{FF2B5EF4-FFF2-40B4-BE49-F238E27FC236}">
                    <a16:creationId xmlns:a16="http://schemas.microsoft.com/office/drawing/2014/main" id="{FF54E1EA-0AC8-3E7B-B799-A9756E63CB45}"/>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8" name="Google Shape;6710;g2d30ebb658d_0_19789">
              <a:extLst>
                <a:ext uri="{FF2B5EF4-FFF2-40B4-BE49-F238E27FC236}">
                  <a16:creationId xmlns:a16="http://schemas.microsoft.com/office/drawing/2014/main" id="{C888EC39-6021-3219-5F41-A04A5EE8A30F}"/>
                </a:ext>
              </a:extLst>
            </p:cNvPr>
            <p:cNvGrpSpPr/>
            <p:nvPr/>
          </p:nvGrpSpPr>
          <p:grpSpPr>
            <a:xfrm>
              <a:off x="4576370" y="3680163"/>
              <a:ext cx="283155" cy="283154"/>
              <a:chOff x="572541" y="5475121"/>
              <a:chExt cx="663407" cy="663407"/>
            </a:xfrm>
          </p:grpSpPr>
          <p:sp>
            <p:nvSpPr>
              <p:cNvPr id="23" name="Google Shape;6711;g2d30ebb658d_0_19789">
                <a:extLst>
                  <a:ext uri="{FF2B5EF4-FFF2-40B4-BE49-F238E27FC236}">
                    <a16:creationId xmlns:a16="http://schemas.microsoft.com/office/drawing/2014/main" id="{89DB2B95-4A8E-26CB-F7AB-F747976CD980}"/>
                  </a:ext>
                </a:extLst>
              </p:cNvPr>
              <p:cNvSpPr>
                <a:spLocks noChangeAspect="1"/>
              </p:cNvSpPr>
              <p:nvPr/>
            </p:nvSpPr>
            <p:spPr>
              <a:xfrm>
                <a:off x="572541" y="547512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4" name="Google Shape;6712;g2d30ebb658d_0_19789">
                <a:extLst>
                  <a:ext uri="{FF2B5EF4-FFF2-40B4-BE49-F238E27FC236}">
                    <a16:creationId xmlns:a16="http://schemas.microsoft.com/office/drawing/2014/main" id="{F73FE333-8A86-5D95-BC70-B6685FE8C3BA}"/>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9" name="Google Shape;6713;g2d30ebb658d_0_19789">
              <a:extLst>
                <a:ext uri="{FF2B5EF4-FFF2-40B4-BE49-F238E27FC236}">
                  <a16:creationId xmlns:a16="http://schemas.microsoft.com/office/drawing/2014/main" id="{C292F2BC-B74F-734D-088D-29A48C4AF3F3}"/>
                </a:ext>
              </a:extLst>
            </p:cNvPr>
            <p:cNvGrpSpPr/>
            <p:nvPr/>
          </p:nvGrpSpPr>
          <p:grpSpPr>
            <a:xfrm>
              <a:off x="5144738" y="3680164"/>
              <a:ext cx="283155" cy="283154"/>
              <a:chOff x="9272259" y="5475121"/>
              <a:chExt cx="663407" cy="663407"/>
            </a:xfrm>
          </p:grpSpPr>
          <p:sp>
            <p:nvSpPr>
              <p:cNvPr id="21" name="Google Shape;6714;g2d30ebb658d_0_19789">
                <a:extLst>
                  <a:ext uri="{FF2B5EF4-FFF2-40B4-BE49-F238E27FC236}">
                    <a16:creationId xmlns:a16="http://schemas.microsoft.com/office/drawing/2014/main" id="{9874D9C4-3F89-8519-DCC1-A0054D178B6A}"/>
                  </a:ext>
                </a:extLst>
              </p:cNvPr>
              <p:cNvSpPr>
                <a:spLocks noChangeAspect="1"/>
              </p:cNvSpPr>
              <p:nvPr/>
            </p:nvSpPr>
            <p:spPr>
              <a:xfrm>
                <a:off x="9272259" y="5475121"/>
                <a:ext cx="663407" cy="663407"/>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2" name="Google Shape;6715;g2d30ebb658d_0_19789">
                <a:extLst>
                  <a:ext uri="{FF2B5EF4-FFF2-40B4-BE49-F238E27FC236}">
                    <a16:creationId xmlns:a16="http://schemas.microsoft.com/office/drawing/2014/main" id="{E972F1FE-6828-77C4-C77C-9952AC216E90}"/>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9" name="Google Shape;6704;g2d30ebb658d_0_19789">
              <a:extLst>
                <a:ext uri="{FF2B5EF4-FFF2-40B4-BE49-F238E27FC236}">
                  <a16:creationId xmlns:a16="http://schemas.microsoft.com/office/drawing/2014/main" id="{BB0AA4E2-28A4-28FD-9E1E-01CBA1A23B6E}"/>
                </a:ext>
              </a:extLst>
            </p:cNvPr>
            <p:cNvSpPr/>
            <p:nvPr/>
          </p:nvSpPr>
          <p:spPr>
            <a:xfrm>
              <a:off x="4507602" y="2413513"/>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Management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2" name="TextBox 11">
              <a:extLst>
                <a:ext uri="{FF2B5EF4-FFF2-40B4-BE49-F238E27FC236}">
                  <a16:creationId xmlns:a16="http://schemas.microsoft.com/office/drawing/2014/main" id="{F52D9E0A-B33E-8F1B-5E2A-F50B981B1C3F}"/>
                </a:ext>
              </a:extLst>
            </p:cNvPr>
            <p:cNvSpPr txBox="1"/>
            <p:nvPr/>
          </p:nvSpPr>
          <p:spPr>
            <a:xfrm>
              <a:off x="4924734" y="3552453"/>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3" name="Google Shape;6705;g2d30ebb658d_0_19789">
              <a:extLst>
                <a:ext uri="{FF2B5EF4-FFF2-40B4-BE49-F238E27FC236}">
                  <a16:creationId xmlns:a16="http://schemas.microsoft.com/office/drawing/2014/main" id="{CE36526F-7158-1070-D532-3F1C3A784D03}"/>
                </a:ext>
              </a:extLst>
            </p:cNvPr>
            <p:cNvSpPr/>
            <p:nvPr/>
          </p:nvSpPr>
          <p:spPr>
            <a:xfrm>
              <a:off x="4738816" y="2666396"/>
              <a:ext cx="1130643"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6" name="Google Shape;6678;g2d30ebb658d_0_19789">
              <a:extLst>
                <a:ext uri="{FF2B5EF4-FFF2-40B4-BE49-F238E27FC236}">
                  <a16:creationId xmlns:a16="http://schemas.microsoft.com/office/drawing/2014/main" id="{850725BF-446D-83D7-99E3-D45A2B309657}"/>
                </a:ext>
              </a:extLst>
            </p:cNvPr>
            <p:cNvSpPr/>
            <p:nvPr/>
          </p:nvSpPr>
          <p:spPr>
            <a:xfrm>
              <a:off x="4989674" y="3264891"/>
              <a:ext cx="701104" cy="151298"/>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8" name="Google Shape;6678;g2d30ebb658d_0_19789">
              <a:extLst>
                <a:ext uri="{FF2B5EF4-FFF2-40B4-BE49-F238E27FC236}">
                  <a16:creationId xmlns:a16="http://schemas.microsoft.com/office/drawing/2014/main" id="{FF0390D5-1A03-0B6D-08A1-A7438B2482DF}"/>
                </a:ext>
              </a:extLst>
            </p:cNvPr>
            <p:cNvSpPr/>
            <p:nvPr/>
          </p:nvSpPr>
          <p:spPr>
            <a:xfrm>
              <a:off x="4738816" y="2868207"/>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51" name="TextBox 50">
              <a:extLst>
                <a:ext uri="{FF2B5EF4-FFF2-40B4-BE49-F238E27FC236}">
                  <a16:creationId xmlns:a16="http://schemas.microsoft.com/office/drawing/2014/main" id="{AF323A8D-1FB6-C002-21AB-624DB28AC2AD}"/>
                </a:ext>
              </a:extLst>
            </p:cNvPr>
            <p:cNvSpPr txBox="1"/>
            <p:nvPr/>
          </p:nvSpPr>
          <p:spPr>
            <a:xfrm>
              <a:off x="5032205" y="2152074"/>
              <a:ext cx="772647"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Instance</a:t>
              </a:r>
            </a:p>
          </p:txBody>
        </p:sp>
        <p:sp>
          <p:nvSpPr>
            <p:cNvPr id="57" name="Google Shape;6705;g2d30ebb658d_0_19789">
              <a:extLst>
                <a:ext uri="{FF2B5EF4-FFF2-40B4-BE49-F238E27FC236}">
                  <a16:creationId xmlns:a16="http://schemas.microsoft.com/office/drawing/2014/main" id="{F7C9026B-3E09-291A-DBBC-64B3A6CCCBFE}"/>
                </a:ext>
              </a:extLst>
            </p:cNvPr>
            <p:cNvSpPr/>
            <p:nvPr/>
          </p:nvSpPr>
          <p:spPr>
            <a:xfrm>
              <a:off x="4738816" y="3064305"/>
              <a:ext cx="1130643"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58" name="Google Shape;6678;g2d30ebb658d_0_19789">
              <a:extLst>
                <a:ext uri="{FF2B5EF4-FFF2-40B4-BE49-F238E27FC236}">
                  <a16:creationId xmlns:a16="http://schemas.microsoft.com/office/drawing/2014/main" id="{A611CBCF-C11E-576A-211C-BC361E4B1BF4}"/>
                </a:ext>
              </a:extLst>
            </p:cNvPr>
            <p:cNvSpPr/>
            <p:nvPr/>
          </p:nvSpPr>
          <p:spPr>
            <a:xfrm>
              <a:off x="4927390" y="3309973"/>
              <a:ext cx="701104" cy="151298"/>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pic>
          <p:nvPicPr>
            <p:cNvPr id="65" name="Google Shape;6699;p92">
              <a:extLst>
                <a:ext uri="{FF2B5EF4-FFF2-40B4-BE49-F238E27FC236}">
                  <a16:creationId xmlns:a16="http://schemas.microsoft.com/office/drawing/2014/main" id="{7DE76168-25AB-06F7-AD25-2ACE95EAAA37}"/>
                </a:ext>
              </a:extLst>
            </p:cNvPr>
            <p:cNvPicPr preferRelativeResize="0">
              <a:picLocks noChangeAspect="1"/>
            </p:cNvPicPr>
            <p:nvPr/>
          </p:nvPicPr>
          <p:blipFill rotWithShape="1">
            <a:blip r:embed="rId3">
              <a:alphaModFix/>
            </a:blip>
            <a:srcRect/>
            <a:stretch/>
          </p:blipFill>
          <p:spPr>
            <a:xfrm>
              <a:off x="4754661" y="2109728"/>
              <a:ext cx="220483" cy="220483"/>
            </a:xfrm>
            <a:prstGeom prst="rect">
              <a:avLst/>
            </a:prstGeom>
            <a:noFill/>
            <a:ln>
              <a:noFill/>
            </a:ln>
          </p:spPr>
        </p:pic>
      </p:grpSp>
      <p:sp>
        <p:nvSpPr>
          <p:cNvPr id="33" name="Rectangle 32">
            <a:extLst>
              <a:ext uri="{FF2B5EF4-FFF2-40B4-BE49-F238E27FC236}">
                <a16:creationId xmlns:a16="http://schemas.microsoft.com/office/drawing/2014/main" id="{DE80A7AC-20E1-1569-C5DB-7EE95606447D}"/>
              </a:ext>
            </a:extLst>
          </p:cNvPr>
          <p:cNvSpPr/>
          <p:nvPr/>
        </p:nvSpPr>
        <p:spPr bwMode="gray">
          <a:xfrm>
            <a:off x="3271988" y="3913455"/>
            <a:ext cx="1897199" cy="92075"/>
          </a:xfrm>
          <a:prstGeom prst="rect">
            <a:avLst/>
          </a:prstGeom>
          <a:solidFill>
            <a:schemeClr val="bg1"/>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4" name="Title 1">
            <a:extLst>
              <a:ext uri="{FF2B5EF4-FFF2-40B4-BE49-F238E27FC236}">
                <a16:creationId xmlns:a16="http://schemas.microsoft.com/office/drawing/2014/main" id="{1137FACF-B016-7E7C-7605-56BD7402D638}"/>
              </a:ext>
            </a:extLst>
          </p:cNvPr>
          <p:cNvSpPr txBox="1">
            <a:spLocks/>
          </p:cNvSpPr>
          <p:nvPr/>
        </p:nvSpPr>
        <p:spPr>
          <a:xfrm>
            <a:off x="579809" y="412751"/>
            <a:ext cx="11001004" cy="381000"/>
          </a:xfrm>
          <a:prstGeom prst="rect">
            <a:avLst/>
          </a:prstGeom>
        </p:spPr>
        <p:txBody>
          <a:bodyP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dirty="0">
                <a:ln>
                  <a:noFill/>
                </a:ln>
                <a:solidFill>
                  <a:srgbClr val="005C8A"/>
                </a:solidFill>
                <a:effectLst/>
                <a:uLnTx/>
                <a:uFillTx/>
                <a:latin typeface="Arial" panose="020B0604020202020204"/>
                <a:ea typeface="+mj-ea"/>
                <a:cs typeface="+mj-cs"/>
              </a:rPr>
              <a:t>Private Cloud Logical Design within VMware Cloud Foundation</a:t>
            </a:r>
          </a:p>
        </p:txBody>
      </p:sp>
      <p:sp>
        <p:nvSpPr>
          <p:cNvPr id="74" name="TextBox 73">
            <a:extLst>
              <a:ext uri="{FF2B5EF4-FFF2-40B4-BE49-F238E27FC236}">
                <a16:creationId xmlns:a16="http://schemas.microsoft.com/office/drawing/2014/main" id="{E44043A2-371C-1F0A-7837-7DCCD6641019}"/>
              </a:ext>
            </a:extLst>
          </p:cNvPr>
          <p:cNvSpPr txBox="1"/>
          <p:nvPr/>
        </p:nvSpPr>
        <p:spPr>
          <a:xfrm>
            <a:off x="3628521" y="934860"/>
            <a:ext cx="1192771" cy="153888"/>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 VCF Private Cloud </a:t>
            </a:r>
          </a:p>
        </p:txBody>
      </p:sp>
      <p:sp>
        <p:nvSpPr>
          <p:cNvPr id="3" name="Rectangle 2">
            <a:extLst>
              <a:ext uri="{FF2B5EF4-FFF2-40B4-BE49-F238E27FC236}">
                <a16:creationId xmlns:a16="http://schemas.microsoft.com/office/drawing/2014/main" id="{749D52C0-12E6-39D1-123B-9EEA72781FBB}"/>
              </a:ext>
            </a:extLst>
          </p:cNvPr>
          <p:cNvSpPr/>
          <p:nvPr/>
        </p:nvSpPr>
        <p:spPr bwMode="gray">
          <a:xfrm>
            <a:off x="8076361" y="1266442"/>
            <a:ext cx="4112464" cy="4881505"/>
          </a:xfrm>
          <a:prstGeom prst="rect">
            <a:avLst/>
          </a:prstGeom>
          <a:solidFill>
            <a:srgbClr val="F4F8FA"/>
          </a:solidFill>
        </p:spPr>
        <p:txBody>
          <a:bodyPr vert="horz" lIns="274249" tIns="457081" rIns="457081" bIns="457081" rtlCol="0">
            <a:noAutofit/>
          </a:bodyPr>
          <a:lstStyle/>
          <a:p>
            <a:pPr defTabSz="914126">
              <a:spcAft>
                <a:spcPts val="1200"/>
              </a:spcAft>
              <a:buClr>
                <a:srgbClr val="000000">
                  <a:lumMod val="60000"/>
                  <a:lumOff val="40000"/>
                </a:srgbClr>
              </a:buClr>
              <a:buSzPct val="90000"/>
              <a:buFont typeface="Arial" panose="020B0604020202020204" pitchFamily="34" charset="0"/>
              <a:buChar char="​"/>
            </a:pPr>
            <a:endParaRPr lang="en-IN" sz="1799" dirty="0">
              <a:solidFill>
                <a:srgbClr val="005C8A"/>
              </a:solidFill>
              <a:latin typeface="Arial" panose="020B0604020202020204"/>
            </a:endParaRPr>
          </a:p>
        </p:txBody>
      </p:sp>
      <p:cxnSp>
        <p:nvCxnSpPr>
          <p:cNvPr id="4" name="Straight Connector 3">
            <a:extLst>
              <a:ext uri="{FF2B5EF4-FFF2-40B4-BE49-F238E27FC236}">
                <a16:creationId xmlns:a16="http://schemas.microsoft.com/office/drawing/2014/main" id="{D9376460-1490-746C-CF64-3313BE2C5710}"/>
              </a:ext>
            </a:extLst>
          </p:cNvPr>
          <p:cNvCxnSpPr>
            <a:cxnSpLocks/>
          </p:cNvCxnSpPr>
          <p:nvPr/>
        </p:nvCxnSpPr>
        <p:spPr bwMode="gray">
          <a:xfrm>
            <a:off x="8076361" y="1280962"/>
            <a:ext cx="4112464" cy="0"/>
          </a:xfrm>
          <a:prstGeom prst="line">
            <a:avLst/>
          </a:prstGeom>
          <a:ln w="3175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1" name="Text Placeholder 3">
            <a:extLst>
              <a:ext uri="{FF2B5EF4-FFF2-40B4-BE49-F238E27FC236}">
                <a16:creationId xmlns:a16="http://schemas.microsoft.com/office/drawing/2014/main" id="{55BB311B-42C0-A145-C95E-22E3788DF4A2}"/>
              </a:ext>
            </a:extLst>
          </p:cNvPr>
          <p:cNvSpPr txBox="1">
            <a:spLocks/>
          </p:cNvSpPr>
          <p:nvPr/>
        </p:nvSpPr>
        <p:spPr>
          <a:xfrm>
            <a:off x="8218018" y="1671390"/>
            <a:ext cx="3947763" cy="1733693"/>
          </a:xfrm>
          <a:prstGeom prst="rect">
            <a:avLst/>
          </a:prstGeom>
        </p:spPr>
        <p:txBody>
          <a:bodyPr/>
          <a:lst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l" defTabSz="913578" rtl="0" eaLnBrk="1" fontAlgn="auto" latinLnBrk="0" hangingPunct="1">
              <a:lnSpc>
                <a:spcPct val="90000"/>
              </a:lnSpc>
              <a:spcBef>
                <a:spcPts val="0"/>
              </a:spcBef>
              <a:spcAft>
                <a:spcPts val="30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VCF Instance</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Management Domain</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Workload Domains</a:t>
            </a: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VCF Fleet</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One or more VCF instance</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Common VCF Operations instance</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Common VCF Automation Instance</a:t>
            </a: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VCF Private Clouds</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One or more VCF Fleets </a:t>
            </a:r>
          </a:p>
          <a:p>
            <a:pPr marL="0" marR="0" lvl="0" indent="0" algn="l" defTabSz="914400" rtl="0" eaLnBrk="1" fontAlgn="auto" latinLnBrk="0" hangingPunct="1">
              <a:lnSpc>
                <a:spcPct val="100000"/>
              </a:lnSpc>
              <a:spcBef>
                <a:spcPts val="0"/>
              </a:spcBef>
              <a:spcAft>
                <a:spcPts val="1200"/>
              </a:spcAft>
              <a:buClr>
                <a:srgbClr val="000000">
                  <a:lumMod val="60000"/>
                  <a:lumOff val="40000"/>
                </a:srgbClr>
              </a:buClr>
              <a:buSzPct val="90000"/>
              <a:buFont typeface="Arial" panose="020B0604020202020204" pitchFamily="34" charset="0"/>
              <a:buChar char="​"/>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462541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animEffect transition="in" filter="dissolve">
                                      <p:cBhvr>
                                        <p:cTn id="7" dur="500"/>
                                        <p:tgtEl>
                                          <p:spTgt spid="41">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41">
                                            <p:txEl>
                                              <p:pRg st="1" end="1"/>
                                            </p:txEl>
                                          </p:spTgt>
                                        </p:tgtEl>
                                        <p:attrNameLst>
                                          <p:attrName>style.visibility</p:attrName>
                                        </p:attrNameLst>
                                      </p:cBhvr>
                                      <p:to>
                                        <p:strVal val="visible"/>
                                      </p:to>
                                    </p:set>
                                    <p:animEffect transition="in" filter="dissolve">
                                      <p:cBhvr>
                                        <p:cTn id="11" dur="500"/>
                                        <p:tgtEl>
                                          <p:spTgt spid="41">
                                            <p:txEl>
                                              <p:pRg st="1" end="1"/>
                                            </p:txEl>
                                          </p:spTgt>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dissolve">
                                      <p:cBhvr>
                                        <p:cTn id="15" dur="500"/>
                                        <p:tgtEl>
                                          <p:spTgt spid="68"/>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dissolve">
                                      <p:cBhvr>
                                        <p:cTn id="19" dur="500"/>
                                        <p:tgtEl>
                                          <p:spTgt spid="48"/>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dissolve">
                                      <p:cBhvr>
                                        <p:cTn id="23" dur="500"/>
                                        <p:tgtEl>
                                          <p:spTgt spid="49"/>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41">
                                            <p:txEl>
                                              <p:pRg st="2" end="2"/>
                                            </p:txEl>
                                          </p:spTgt>
                                        </p:tgtEl>
                                        <p:attrNameLst>
                                          <p:attrName>style.visibility</p:attrName>
                                        </p:attrNameLst>
                                      </p:cBhvr>
                                      <p:to>
                                        <p:strVal val="visible"/>
                                      </p:to>
                                    </p:set>
                                    <p:animEffect transition="in" filter="dissolve">
                                      <p:cBhvr>
                                        <p:cTn id="28" dur="500"/>
                                        <p:tgtEl>
                                          <p:spTgt spid="41">
                                            <p:txEl>
                                              <p:pRg st="2" end="2"/>
                                            </p:txEl>
                                          </p:spTgt>
                                        </p:tgtEl>
                                      </p:cBhvr>
                                    </p:animEffect>
                                  </p:childTnLst>
                                </p:cTn>
                              </p:par>
                            </p:childTnLst>
                          </p:cTn>
                        </p:par>
                        <p:par>
                          <p:cTn id="29" fill="hold">
                            <p:stCondLst>
                              <p:cond delay="500"/>
                            </p:stCondLst>
                            <p:childTnLst>
                              <p:par>
                                <p:cTn id="30" presetID="9" presetClass="entr" presetSubtype="0" fill="hold" grpId="0" nodeType="after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dissolve">
                                      <p:cBhvr>
                                        <p:cTn id="32" dur="500"/>
                                        <p:tgtEl>
                                          <p:spTgt spid="33"/>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up)">
                                      <p:cBhvr>
                                        <p:cTn id="35" dur="500"/>
                                        <p:tgtEl>
                                          <p:spTgt spid="27"/>
                                        </p:tgtEl>
                                      </p:cBhvr>
                                    </p:animEffect>
                                  </p:childTnLst>
                                </p:cTn>
                              </p:par>
                            </p:childTnLst>
                          </p:cTn>
                        </p:par>
                        <p:par>
                          <p:cTn id="36" fill="hold">
                            <p:stCondLst>
                              <p:cond delay="1000"/>
                            </p:stCondLst>
                            <p:childTnLst>
                              <p:par>
                                <p:cTn id="37" presetID="22" presetClass="entr" presetSubtype="1" fill="hold"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41">
                                            <p:txEl>
                                              <p:pRg st="5" end="5"/>
                                            </p:txEl>
                                          </p:spTgt>
                                        </p:tgtEl>
                                        <p:attrNameLst>
                                          <p:attrName>style.visibility</p:attrName>
                                        </p:attrNameLst>
                                      </p:cBhvr>
                                      <p:to>
                                        <p:strVal val="visible"/>
                                      </p:to>
                                    </p:set>
                                    <p:animEffect transition="in" filter="dissolve">
                                      <p:cBhvr>
                                        <p:cTn id="44" dur="500"/>
                                        <p:tgtEl>
                                          <p:spTgt spid="41">
                                            <p:txEl>
                                              <p:pRg st="5" end="5"/>
                                            </p:txEl>
                                          </p:spTgt>
                                        </p:tgtEl>
                                      </p:cBhvr>
                                    </p:animEffect>
                                  </p:childTnLst>
                                </p:cTn>
                              </p:par>
                            </p:childTnLst>
                          </p:cTn>
                        </p:par>
                        <p:par>
                          <p:cTn id="45" fill="hold">
                            <p:stCondLst>
                              <p:cond delay="500"/>
                            </p:stCondLst>
                            <p:childTnLst>
                              <p:par>
                                <p:cTn id="46" presetID="9" presetClass="entr" presetSubtype="0" fill="hold" nodeType="afterEffect">
                                  <p:stCondLst>
                                    <p:cond delay="0"/>
                                  </p:stCondLst>
                                  <p:childTnLst>
                                    <p:set>
                                      <p:cBhvr>
                                        <p:cTn id="47" dur="1" fill="hold">
                                          <p:stCondLst>
                                            <p:cond delay="0"/>
                                          </p:stCondLst>
                                        </p:cTn>
                                        <p:tgtEl>
                                          <p:spTgt spid="41">
                                            <p:txEl>
                                              <p:pRg st="6" end="6"/>
                                            </p:txEl>
                                          </p:spTgt>
                                        </p:tgtEl>
                                        <p:attrNameLst>
                                          <p:attrName>style.visibility</p:attrName>
                                        </p:attrNameLst>
                                      </p:cBhvr>
                                      <p:to>
                                        <p:strVal val="visible"/>
                                      </p:to>
                                    </p:set>
                                    <p:animEffect transition="in" filter="dissolve">
                                      <p:cBhvr>
                                        <p:cTn id="48" dur="500"/>
                                        <p:tgtEl>
                                          <p:spTgt spid="41">
                                            <p:txEl>
                                              <p:pRg st="6" end="6"/>
                                            </p:txEl>
                                          </p:spTgt>
                                        </p:tgtEl>
                                      </p:cBhvr>
                                    </p:animEffect>
                                  </p:childTnLst>
                                </p:cTn>
                              </p:par>
                            </p:childTnLst>
                          </p:cTn>
                        </p:par>
                        <p:par>
                          <p:cTn id="49" fill="hold">
                            <p:stCondLst>
                              <p:cond delay="1000"/>
                            </p:stCondLst>
                            <p:childTnLst>
                              <p:par>
                                <p:cTn id="50" presetID="9" presetClass="entr" presetSubtype="0" fill="hold" nodeType="afterEffect">
                                  <p:stCondLst>
                                    <p:cond delay="0"/>
                                  </p:stCondLst>
                                  <p:childTnLst>
                                    <p:set>
                                      <p:cBhvr>
                                        <p:cTn id="51" dur="1" fill="hold">
                                          <p:stCondLst>
                                            <p:cond delay="0"/>
                                          </p:stCondLst>
                                        </p:cTn>
                                        <p:tgtEl>
                                          <p:spTgt spid="41">
                                            <p:txEl>
                                              <p:pRg st="7" end="7"/>
                                            </p:txEl>
                                          </p:spTgt>
                                        </p:tgtEl>
                                        <p:attrNameLst>
                                          <p:attrName>style.visibility</p:attrName>
                                        </p:attrNameLst>
                                      </p:cBhvr>
                                      <p:to>
                                        <p:strVal val="visible"/>
                                      </p:to>
                                    </p:set>
                                    <p:animEffect transition="in" filter="dissolve">
                                      <p:cBhvr>
                                        <p:cTn id="52" dur="500"/>
                                        <p:tgtEl>
                                          <p:spTgt spid="41">
                                            <p:txEl>
                                              <p:pRg st="7" end="7"/>
                                            </p:txEl>
                                          </p:spTgt>
                                        </p:tgtEl>
                                      </p:cBhvr>
                                    </p:animEffect>
                                  </p:childTnLst>
                                </p:cTn>
                              </p:par>
                            </p:childTnLst>
                          </p:cTn>
                        </p:par>
                        <p:par>
                          <p:cTn id="53" fill="hold">
                            <p:stCondLst>
                              <p:cond delay="1500"/>
                            </p:stCondLst>
                            <p:childTnLst>
                              <p:par>
                                <p:cTn id="54" presetID="9" presetClass="entr" presetSubtype="0" fill="hold" nodeType="afterEffect">
                                  <p:stCondLst>
                                    <p:cond delay="0"/>
                                  </p:stCondLst>
                                  <p:childTnLst>
                                    <p:set>
                                      <p:cBhvr>
                                        <p:cTn id="55" dur="1" fill="hold">
                                          <p:stCondLst>
                                            <p:cond delay="0"/>
                                          </p:stCondLst>
                                        </p:cTn>
                                        <p:tgtEl>
                                          <p:spTgt spid="41">
                                            <p:txEl>
                                              <p:pRg st="8" end="8"/>
                                            </p:txEl>
                                          </p:spTgt>
                                        </p:tgtEl>
                                        <p:attrNameLst>
                                          <p:attrName>style.visibility</p:attrName>
                                        </p:attrNameLst>
                                      </p:cBhvr>
                                      <p:to>
                                        <p:strVal val="visible"/>
                                      </p:to>
                                    </p:set>
                                    <p:animEffect transition="in" filter="dissolve">
                                      <p:cBhvr>
                                        <p:cTn id="56" dur="500"/>
                                        <p:tgtEl>
                                          <p:spTgt spid="41">
                                            <p:txEl>
                                              <p:pRg st="8" end="8"/>
                                            </p:txEl>
                                          </p:spTgt>
                                        </p:tgtEl>
                                      </p:cBhvr>
                                    </p:animEffect>
                                  </p:childTnLst>
                                </p:cTn>
                              </p:par>
                            </p:childTnLst>
                          </p:cTn>
                        </p:par>
                        <p:par>
                          <p:cTn id="57" fill="hold">
                            <p:stCondLst>
                              <p:cond delay="2000"/>
                            </p:stCondLst>
                            <p:childTnLst>
                              <p:par>
                                <p:cTn id="58" presetID="16" presetClass="entr" presetSubtype="37" fill="hold" nodeType="after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barn(outVertical)">
                                      <p:cBhvr>
                                        <p:cTn id="60" dur="500"/>
                                        <p:tgtEl>
                                          <p:spTgt spid="2"/>
                                        </p:tgtEl>
                                      </p:cBhvr>
                                    </p:animEffect>
                                  </p:childTnLst>
                                </p:cTn>
                              </p:par>
                            </p:childTnLst>
                          </p:cTn>
                        </p:par>
                        <p:par>
                          <p:cTn id="61" fill="hold">
                            <p:stCondLst>
                              <p:cond delay="2500"/>
                            </p:stCondLst>
                            <p:childTnLst>
                              <p:par>
                                <p:cTn id="62" presetID="9" presetClass="entr" presetSubtype="0" fill="hold" nodeType="afterEffect">
                                  <p:stCondLst>
                                    <p:cond delay="500"/>
                                  </p:stCondLst>
                                  <p:childTnLst>
                                    <p:set>
                                      <p:cBhvr>
                                        <p:cTn id="63" dur="1" fill="hold">
                                          <p:stCondLst>
                                            <p:cond delay="0"/>
                                          </p:stCondLst>
                                        </p:cTn>
                                        <p:tgtEl>
                                          <p:spTgt spid="10"/>
                                        </p:tgtEl>
                                        <p:attrNameLst>
                                          <p:attrName>style.visibility</p:attrName>
                                        </p:attrNameLst>
                                      </p:cBhvr>
                                      <p:to>
                                        <p:strVal val="visible"/>
                                      </p:to>
                                    </p:set>
                                    <p:animEffect transition="in" filter="dissolve">
                                      <p:cBhvr>
                                        <p:cTn id="64" dur="500"/>
                                        <p:tgtEl>
                                          <p:spTgt spid="10"/>
                                        </p:tgtEl>
                                      </p:cBhvr>
                                    </p:animEffect>
                                  </p:childTnLst>
                                </p:cTn>
                              </p:par>
                            </p:childTnLst>
                          </p:cTn>
                        </p:par>
                        <p:par>
                          <p:cTn id="65" fill="hold">
                            <p:stCondLst>
                              <p:cond delay="3500"/>
                            </p:stCondLst>
                            <p:childTnLst>
                              <p:par>
                                <p:cTn id="66" presetID="26" presetClass="emph" presetSubtype="0" fill="hold" nodeType="afterEffect">
                                  <p:stCondLst>
                                    <p:cond delay="0"/>
                                  </p:stCondLst>
                                  <p:childTnLst>
                                    <p:animEffect transition="out" filter="fade">
                                      <p:cBhvr>
                                        <p:cTn id="67" dur="500" tmFilter="0, 0; .2, .5; .8, .5; 1, 0"/>
                                        <p:tgtEl>
                                          <p:spTgt spid="10"/>
                                        </p:tgtEl>
                                      </p:cBhvr>
                                    </p:animEffect>
                                    <p:animScale>
                                      <p:cBhvr>
                                        <p:cTn id="68" dur="250" autoRev="1" fill="hold"/>
                                        <p:tgtEl>
                                          <p:spTgt spid="10"/>
                                        </p:tgtEl>
                                      </p:cBhvr>
                                      <p:by x="105000" y="105000"/>
                                    </p:animScale>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nodeType="clickEffect">
                                  <p:stCondLst>
                                    <p:cond delay="0"/>
                                  </p:stCondLst>
                                  <p:childTnLst>
                                    <p:set>
                                      <p:cBhvr>
                                        <p:cTn id="72" dur="1" fill="hold">
                                          <p:stCondLst>
                                            <p:cond delay="0"/>
                                          </p:stCondLst>
                                        </p:cTn>
                                        <p:tgtEl>
                                          <p:spTgt spid="41">
                                            <p:txEl>
                                              <p:pRg st="11" end="11"/>
                                            </p:txEl>
                                          </p:spTgt>
                                        </p:tgtEl>
                                        <p:attrNameLst>
                                          <p:attrName>style.visibility</p:attrName>
                                        </p:attrNameLst>
                                      </p:cBhvr>
                                      <p:to>
                                        <p:strVal val="visible"/>
                                      </p:to>
                                    </p:set>
                                    <p:animEffect transition="in" filter="dissolve">
                                      <p:cBhvr>
                                        <p:cTn id="73" dur="500"/>
                                        <p:tgtEl>
                                          <p:spTgt spid="41">
                                            <p:txEl>
                                              <p:pRg st="11" end="11"/>
                                            </p:txEl>
                                          </p:spTgt>
                                        </p:tgtEl>
                                      </p:cBhvr>
                                    </p:animEffect>
                                  </p:childTnLst>
                                </p:cTn>
                              </p:par>
                            </p:childTnLst>
                          </p:cTn>
                        </p:par>
                        <p:par>
                          <p:cTn id="74" fill="hold">
                            <p:stCondLst>
                              <p:cond delay="500"/>
                            </p:stCondLst>
                            <p:childTnLst>
                              <p:par>
                                <p:cTn id="75" presetID="9" presetClass="entr" presetSubtype="0" fill="hold" nodeType="afterEffect">
                                  <p:stCondLst>
                                    <p:cond delay="0"/>
                                  </p:stCondLst>
                                  <p:childTnLst>
                                    <p:set>
                                      <p:cBhvr>
                                        <p:cTn id="76" dur="1" fill="hold">
                                          <p:stCondLst>
                                            <p:cond delay="0"/>
                                          </p:stCondLst>
                                        </p:cTn>
                                        <p:tgtEl>
                                          <p:spTgt spid="41">
                                            <p:txEl>
                                              <p:pRg st="12" end="12"/>
                                            </p:txEl>
                                          </p:spTgt>
                                        </p:tgtEl>
                                        <p:attrNameLst>
                                          <p:attrName>style.visibility</p:attrName>
                                        </p:attrNameLst>
                                      </p:cBhvr>
                                      <p:to>
                                        <p:strVal val="visible"/>
                                      </p:to>
                                    </p:set>
                                    <p:animEffect transition="in" filter="dissolve">
                                      <p:cBhvr>
                                        <p:cTn id="77" dur="500"/>
                                        <p:tgtEl>
                                          <p:spTgt spid="41">
                                            <p:txEl>
                                              <p:pRg st="12" end="12"/>
                                            </p:txEl>
                                          </p:spTgt>
                                        </p:tgtEl>
                                      </p:cBhvr>
                                    </p:animEffect>
                                  </p:childTnLst>
                                </p:cTn>
                              </p:par>
                              <p:par>
                                <p:cTn id="78" presetID="16" presetClass="entr" presetSubtype="37" fill="hold" grpId="0" nodeType="withEffect">
                                  <p:stCondLst>
                                    <p:cond delay="0"/>
                                  </p:stCondLst>
                                  <p:childTnLst>
                                    <p:set>
                                      <p:cBhvr>
                                        <p:cTn id="79" dur="1" fill="hold">
                                          <p:stCondLst>
                                            <p:cond delay="0"/>
                                          </p:stCondLst>
                                        </p:cTn>
                                        <p:tgtEl>
                                          <p:spTgt spid="74"/>
                                        </p:tgtEl>
                                        <p:attrNameLst>
                                          <p:attrName>style.visibility</p:attrName>
                                        </p:attrNameLst>
                                      </p:cBhvr>
                                      <p:to>
                                        <p:strVal val="visible"/>
                                      </p:to>
                                    </p:set>
                                    <p:animEffect transition="in" filter="barn(outVertical)">
                                      <p:cBhvr>
                                        <p:cTn id="80" dur="500"/>
                                        <p:tgtEl>
                                          <p:spTgt spid="74"/>
                                        </p:tgtEl>
                                      </p:cBhvr>
                                    </p:animEffect>
                                  </p:childTnLst>
                                </p:cTn>
                              </p:par>
                              <p:par>
                                <p:cTn id="81" presetID="16" presetClass="entr" presetSubtype="37" fill="hold" grpId="0" nodeType="withEffect">
                                  <p:stCondLst>
                                    <p:cond delay="0"/>
                                  </p:stCondLst>
                                  <p:childTnLst>
                                    <p:set>
                                      <p:cBhvr>
                                        <p:cTn id="82" dur="1" fill="hold">
                                          <p:stCondLst>
                                            <p:cond delay="0"/>
                                          </p:stCondLst>
                                        </p:cTn>
                                        <p:tgtEl>
                                          <p:spTgt spid="119"/>
                                        </p:tgtEl>
                                        <p:attrNameLst>
                                          <p:attrName>style.visibility</p:attrName>
                                        </p:attrNameLst>
                                      </p:cBhvr>
                                      <p:to>
                                        <p:strVal val="visible"/>
                                      </p:to>
                                    </p:set>
                                    <p:animEffect transition="in" filter="barn(outVertical)">
                                      <p:cBhvr>
                                        <p:cTn id="83" dur="500"/>
                                        <p:tgtEl>
                                          <p:spTgt spid="119"/>
                                        </p:tgtEl>
                                      </p:cBhvr>
                                    </p:animEffect>
                                  </p:childTnLst>
                                </p:cTn>
                              </p:par>
                            </p:childTnLst>
                          </p:cTn>
                        </p:par>
                        <p:par>
                          <p:cTn id="84" fill="hold">
                            <p:stCondLst>
                              <p:cond delay="1000"/>
                            </p:stCondLst>
                            <p:childTnLst>
                              <p:par>
                                <p:cTn id="85" presetID="22" presetClass="entr" presetSubtype="1" fill="hold" nodeType="afterEffect">
                                  <p:stCondLst>
                                    <p:cond delay="0"/>
                                  </p:stCondLst>
                                  <p:childTnLst>
                                    <p:set>
                                      <p:cBhvr>
                                        <p:cTn id="86" dur="1" fill="hold">
                                          <p:stCondLst>
                                            <p:cond delay="0"/>
                                          </p:stCondLst>
                                        </p:cTn>
                                        <p:tgtEl>
                                          <p:spTgt spid="17"/>
                                        </p:tgtEl>
                                        <p:attrNameLst>
                                          <p:attrName>style.visibility</p:attrName>
                                        </p:attrNameLst>
                                      </p:cBhvr>
                                      <p:to>
                                        <p:strVal val="visible"/>
                                      </p:to>
                                    </p:set>
                                    <p:animEffect transition="in" filter="wipe(up)">
                                      <p:cBhvr>
                                        <p:cTn id="87" dur="500"/>
                                        <p:tgtEl>
                                          <p:spTgt spid="17"/>
                                        </p:tgtEl>
                                      </p:cBhvr>
                                    </p:animEffect>
                                  </p:childTnLst>
                                </p:cTn>
                              </p:par>
                            </p:childTnLst>
                          </p:cTn>
                        </p:par>
                        <p:par>
                          <p:cTn id="88" fill="hold">
                            <p:stCondLst>
                              <p:cond delay="1500"/>
                            </p:stCondLst>
                            <p:childTnLst>
                              <p:par>
                                <p:cTn id="89" presetID="22" presetClass="entr" presetSubtype="1" fill="hold" nodeType="after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wipe(up)">
                                      <p:cBhvr>
                                        <p:cTn id="9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P spid="119" grpId="0" animBg="1"/>
      <p:bldP spid="27" grpId="0" animBg="1"/>
      <p:bldP spid="33" grpId="0" animBg="1"/>
      <p:bldP spid="7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05"/>
        <p:cNvGrpSpPr/>
        <p:nvPr/>
      </p:nvGrpSpPr>
      <p:grpSpPr>
        <a:xfrm>
          <a:off x="0" y="0"/>
          <a:ext cx="0" cy="0"/>
          <a:chOff x="0" y="0"/>
          <a:chExt cx="0" cy="0"/>
        </a:xfrm>
      </p:grpSpPr>
      <p:sp>
        <p:nvSpPr>
          <p:cNvPr id="2" name="Title 1">
            <a:extLst>
              <a:ext uri="{FF2B5EF4-FFF2-40B4-BE49-F238E27FC236}">
                <a16:creationId xmlns:a16="http://schemas.microsoft.com/office/drawing/2014/main" id="{03DCE847-7B3B-1489-A0F2-8E207C5164BC}"/>
              </a:ext>
            </a:extLst>
          </p:cNvPr>
          <p:cNvSpPr>
            <a:spLocks noGrp="1"/>
          </p:cNvSpPr>
          <p:nvPr>
            <p:ph type="title"/>
          </p:nvPr>
        </p:nvSpPr>
        <p:spPr>
          <a:xfrm>
            <a:off x="588963" y="938213"/>
            <a:ext cx="7028162" cy="1230312"/>
          </a:xfrm>
        </p:spPr>
        <p:txBody>
          <a:bodyPr/>
          <a:lstStyle/>
          <a:p>
            <a:r>
              <a:rPr lang="en-US" dirty="0"/>
              <a:t>VMware Pro Cloud Services for Private Cloud</a:t>
            </a:r>
          </a:p>
        </p:txBody>
      </p:sp>
      <p:sp>
        <p:nvSpPr>
          <p:cNvPr id="1506" name="Google Shape;1506;p134"/>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pPr lvl="0"/>
            <a:r>
              <a:rPr lang="en-US" dirty="0"/>
              <a:t>Security Architecture Pattern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82C2D0F9-9223-3515-18D2-CD50267C5D04}"/>
              </a:ext>
            </a:extLst>
          </p:cNvPr>
          <p:cNvSpPr/>
          <p:nvPr/>
        </p:nvSpPr>
        <p:spPr bwMode="gray">
          <a:xfrm>
            <a:off x="4892362" y="4143619"/>
            <a:ext cx="1736328" cy="485047"/>
          </a:xfrm>
          <a:prstGeom prst="rect">
            <a:avLst/>
          </a:prstGeom>
          <a:solidFill>
            <a:schemeClr val="tx2">
              <a:lumMod val="10000"/>
              <a:lumOff val="9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46" name="Rectangle 45">
            <a:extLst>
              <a:ext uri="{FF2B5EF4-FFF2-40B4-BE49-F238E27FC236}">
                <a16:creationId xmlns:a16="http://schemas.microsoft.com/office/drawing/2014/main" id="{B53509CB-7AA7-464C-C38B-CD3F2B99C239}"/>
              </a:ext>
            </a:extLst>
          </p:cNvPr>
          <p:cNvSpPr/>
          <p:nvPr/>
        </p:nvSpPr>
        <p:spPr bwMode="gray">
          <a:xfrm>
            <a:off x="4904590" y="4700881"/>
            <a:ext cx="1736328" cy="485047"/>
          </a:xfrm>
          <a:prstGeom prst="rect">
            <a:avLst/>
          </a:prstGeom>
          <a:solidFill>
            <a:schemeClr val="tx2">
              <a:lumMod val="25000"/>
              <a:lumOff val="75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40" name="Rectangle 39">
            <a:extLst>
              <a:ext uri="{FF2B5EF4-FFF2-40B4-BE49-F238E27FC236}">
                <a16:creationId xmlns:a16="http://schemas.microsoft.com/office/drawing/2014/main" id="{29FBD730-E5BB-72DF-5DBB-D4FB3253DFBE}"/>
              </a:ext>
            </a:extLst>
          </p:cNvPr>
          <p:cNvSpPr/>
          <p:nvPr/>
        </p:nvSpPr>
        <p:spPr bwMode="gray">
          <a:xfrm>
            <a:off x="4904590" y="2470716"/>
            <a:ext cx="1736328" cy="485047"/>
          </a:xfrm>
          <a:prstGeom prst="rect">
            <a:avLst/>
          </a:prstGeom>
          <a:solidFill>
            <a:schemeClr val="tx2">
              <a:lumMod val="25000"/>
              <a:lumOff val="75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39" name="Rectangle 38">
            <a:extLst>
              <a:ext uri="{FF2B5EF4-FFF2-40B4-BE49-F238E27FC236}">
                <a16:creationId xmlns:a16="http://schemas.microsoft.com/office/drawing/2014/main" id="{912D5579-CE61-58AE-B479-A9D5D652533B}"/>
              </a:ext>
            </a:extLst>
          </p:cNvPr>
          <p:cNvSpPr/>
          <p:nvPr/>
        </p:nvSpPr>
        <p:spPr bwMode="gray">
          <a:xfrm>
            <a:off x="4892362" y="3030724"/>
            <a:ext cx="1736328" cy="485047"/>
          </a:xfrm>
          <a:prstGeom prst="rect">
            <a:avLst/>
          </a:prstGeom>
          <a:solidFill>
            <a:schemeClr val="tx2">
              <a:lumMod val="10000"/>
              <a:lumOff val="9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38" name="Rectangle 37">
            <a:extLst>
              <a:ext uri="{FF2B5EF4-FFF2-40B4-BE49-F238E27FC236}">
                <a16:creationId xmlns:a16="http://schemas.microsoft.com/office/drawing/2014/main" id="{5EBD4B8D-50E3-BA85-2735-FA8BD1239A85}"/>
              </a:ext>
            </a:extLst>
          </p:cNvPr>
          <p:cNvSpPr/>
          <p:nvPr/>
        </p:nvSpPr>
        <p:spPr bwMode="gray">
          <a:xfrm>
            <a:off x="4904590" y="3587986"/>
            <a:ext cx="1736328" cy="485047"/>
          </a:xfrm>
          <a:prstGeom prst="rect">
            <a:avLst/>
          </a:prstGeom>
          <a:solidFill>
            <a:schemeClr val="tx2">
              <a:lumMod val="25000"/>
              <a:lumOff val="75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2" name="Title 1">
            <a:extLst>
              <a:ext uri="{FF2B5EF4-FFF2-40B4-BE49-F238E27FC236}">
                <a16:creationId xmlns:a16="http://schemas.microsoft.com/office/drawing/2014/main" id="{1765D432-BEF0-BA56-E661-78A6676CC424}"/>
              </a:ext>
            </a:extLst>
          </p:cNvPr>
          <p:cNvSpPr>
            <a:spLocks noGrp="1"/>
          </p:cNvSpPr>
          <p:nvPr>
            <p:ph type="title"/>
          </p:nvPr>
        </p:nvSpPr>
        <p:spPr/>
        <p:txBody>
          <a:bodyPr/>
          <a:lstStyle/>
          <a:p>
            <a:r>
              <a:rPr lang="en-US" dirty="0"/>
              <a:t>Achieving Compliance with the VCF 9 Security Configuration Guide</a:t>
            </a:r>
          </a:p>
        </p:txBody>
      </p:sp>
      <p:sp>
        <p:nvSpPr>
          <p:cNvPr id="3" name="Subtitle 2">
            <a:extLst>
              <a:ext uri="{FF2B5EF4-FFF2-40B4-BE49-F238E27FC236}">
                <a16:creationId xmlns:a16="http://schemas.microsoft.com/office/drawing/2014/main" id="{585B6CD5-CCAE-3D29-0FBF-2D664FFF8B8B}"/>
              </a:ext>
            </a:extLst>
          </p:cNvPr>
          <p:cNvSpPr>
            <a:spLocks noGrp="1"/>
          </p:cNvSpPr>
          <p:nvPr>
            <p:ph type="subTitle" idx="10"/>
          </p:nvPr>
        </p:nvSpPr>
        <p:spPr/>
        <p:txBody>
          <a:bodyPr/>
          <a:lstStyle/>
          <a:p>
            <a:r>
              <a:rPr lang="en-US" dirty="0"/>
              <a:t>Overview</a:t>
            </a:r>
          </a:p>
        </p:txBody>
      </p:sp>
      <p:sp>
        <p:nvSpPr>
          <p:cNvPr id="5" name="Rectangle 4">
            <a:extLst>
              <a:ext uri="{FF2B5EF4-FFF2-40B4-BE49-F238E27FC236}">
                <a16:creationId xmlns:a16="http://schemas.microsoft.com/office/drawing/2014/main" id="{F6B928F3-527C-FA78-1F9F-24A5A9B636A7}"/>
              </a:ext>
            </a:extLst>
          </p:cNvPr>
          <p:cNvSpPr/>
          <p:nvPr/>
        </p:nvSpPr>
        <p:spPr bwMode="gray">
          <a:xfrm>
            <a:off x="6694137" y="1938208"/>
            <a:ext cx="1246020" cy="485047"/>
          </a:xfrm>
          <a:prstGeom prst="rect">
            <a:avLst/>
          </a:prstGeom>
          <a:solidFill>
            <a:schemeClr val="tx2">
              <a:lumMod val="50000"/>
              <a:lumOff val="5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rPr>
              <a:t>Audit</a:t>
            </a:r>
          </a:p>
        </p:txBody>
      </p:sp>
      <p:grpSp>
        <p:nvGrpSpPr>
          <p:cNvPr id="6" name="Picture Placeholder 77" descr="Rack Server 2&#10;">
            <a:extLst>
              <a:ext uri="{FF2B5EF4-FFF2-40B4-BE49-F238E27FC236}">
                <a16:creationId xmlns:a16="http://schemas.microsoft.com/office/drawing/2014/main" id="{1F340A57-EF84-F572-C2E3-7D624E04D82C}"/>
              </a:ext>
            </a:extLst>
          </p:cNvPr>
          <p:cNvGrpSpPr/>
          <p:nvPr/>
        </p:nvGrpSpPr>
        <p:grpSpPr>
          <a:xfrm>
            <a:off x="4959686" y="3205515"/>
            <a:ext cx="600837" cy="158115"/>
            <a:chOff x="4485210" y="928983"/>
            <a:chExt cx="600837" cy="158115"/>
          </a:xfrm>
          <a:solidFill>
            <a:srgbClr val="0098C7"/>
          </a:solidFill>
        </p:grpSpPr>
        <p:grpSp>
          <p:nvGrpSpPr>
            <p:cNvPr id="7" name="Picture Placeholder 77">
              <a:extLst>
                <a:ext uri="{FF2B5EF4-FFF2-40B4-BE49-F238E27FC236}">
                  <a16:creationId xmlns:a16="http://schemas.microsoft.com/office/drawing/2014/main" id="{910A02AF-5966-8C46-EBFD-371F1BBD580F}"/>
                </a:ext>
              </a:extLst>
            </p:cNvPr>
            <p:cNvGrpSpPr/>
            <p:nvPr/>
          </p:nvGrpSpPr>
          <p:grpSpPr>
            <a:xfrm>
              <a:off x="4485210" y="928983"/>
              <a:ext cx="600837" cy="158115"/>
              <a:chOff x="4485210" y="928983"/>
              <a:chExt cx="600837" cy="158115"/>
            </a:xfrm>
            <a:grpFill/>
          </p:grpSpPr>
          <p:sp>
            <p:nvSpPr>
              <p:cNvPr id="9" name="Picture Placeholder 77">
                <a:extLst>
                  <a:ext uri="{FF2B5EF4-FFF2-40B4-BE49-F238E27FC236}">
                    <a16:creationId xmlns:a16="http://schemas.microsoft.com/office/drawing/2014/main" id="{BC12C576-2B30-F603-5863-A58EFB4EF89B}"/>
                  </a:ext>
                </a:extLst>
              </p:cNvPr>
              <p:cNvSpPr/>
              <p:nvPr/>
            </p:nvSpPr>
            <p:spPr>
              <a:xfrm>
                <a:off x="4485210" y="928983"/>
                <a:ext cx="600837" cy="158115"/>
              </a:xfrm>
              <a:custGeom>
                <a:avLst/>
                <a:gdLst>
                  <a:gd name="connsiteX0" fmla="*/ 584393 w 600837"/>
                  <a:gd name="connsiteY0" fmla="*/ 15812 h 158115"/>
                  <a:gd name="connsiteX1" fmla="*/ 585026 w 600837"/>
                  <a:gd name="connsiteY1" fmla="*/ 142304 h 158115"/>
                  <a:gd name="connsiteX2" fmla="*/ 17076 w 600837"/>
                  <a:gd name="connsiteY2" fmla="*/ 142304 h 158115"/>
                  <a:gd name="connsiteX3" fmla="*/ 16444 w 600837"/>
                  <a:gd name="connsiteY3" fmla="*/ 15812 h 158115"/>
                  <a:gd name="connsiteX4" fmla="*/ 584393 w 600837"/>
                  <a:gd name="connsiteY4" fmla="*/ 15812 h 158115"/>
                  <a:gd name="connsiteX5" fmla="*/ 600205 w 600837"/>
                  <a:gd name="connsiteY5" fmla="*/ 0 h 158115"/>
                  <a:gd name="connsiteX6" fmla="*/ 0 w 600837"/>
                  <a:gd name="connsiteY6" fmla="*/ 0 h 158115"/>
                  <a:gd name="connsiteX7" fmla="*/ 632 w 600837"/>
                  <a:gd name="connsiteY7" fmla="*/ 158115 h 158115"/>
                  <a:gd name="connsiteX8" fmla="*/ 600837 w 600837"/>
                  <a:gd name="connsiteY8" fmla="*/ 158115 h 158115"/>
                  <a:gd name="connsiteX9" fmla="*/ 600205 w 600837"/>
                  <a:gd name="connsiteY9" fmla="*/ 0 h 158115"/>
                  <a:gd name="connsiteX10" fmla="*/ 600205 w 600837"/>
                  <a:gd name="connsiteY10" fmla="*/ 0 h 15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0837" h="158115">
                    <a:moveTo>
                      <a:pt x="584393" y="15812"/>
                    </a:moveTo>
                    <a:lnTo>
                      <a:pt x="585026" y="142304"/>
                    </a:lnTo>
                    <a:lnTo>
                      <a:pt x="17076" y="142304"/>
                    </a:lnTo>
                    <a:lnTo>
                      <a:pt x="16444" y="15812"/>
                    </a:lnTo>
                    <a:lnTo>
                      <a:pt x="584393" y="15812"/>
                    </a:lnTo>
                    <a:moveTo>
                      <a:pt x="600205" y="0"/>
                    </a:moveTo>
                    <a:lnTo>
                      <a:pt x="0" y="0"/>
                    </a:lnTo>
                    <a:lnTo>
                      <a:pt x="632" y="158115"/>
                    </a:lnTo>
                    <a:lnTo>
                      <a:pt x="600837" y="158115"/>
                    </a:lnTo>
                    <a:lnTo>
                      <a:pt x="600205" y="0"/>
                    </a:lnTo>
                    <a:lnTo>
                      <a:pt x="600205"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grpSp>
            <p:nvGrpSpPr>
              <p:cNvPr id="10" name="Picture Placeholder 77">
                <a:extLst>
                  <a:ext uri="{FF2B5EF4-FFF2-40B4-BE49-F238E27FC236}">
                    <a16:creationId xmlns:a16="http://schemas.microsoft.com/office/drawing/2014/main" id="{7488BA5A-50E1-838C-5ADD-3443AF6FDB92}"/>
                  </a:ext>
                </a:extLst>
              </p:cNvPr>
              <p:cNvGrpSpPr/>
              <p:nvPr/>
            </p:nvGrpSpPr>
            <p:grpSpPr>
              <a:xfrm>
                <a:off x="4537072" y="976418"/>
                <a:ext cx="110680" cy="63246"/>
                <a:chOff x="4537072" y="976418"/>
                <a:chExt cx="110680" cy="63246"/>
              </a:xfrm>
              <a:grpFill/>
            </p:grpSpPr>
            <p:sp>
              <p:nvSpPr>
                <p:cNvPr id="11" name="Picture Placeholder 77">
                  <a:extLst>
                    <a:ext uri="{FF2B5EF4-FFF2-40B4-BE49-F238E27FC236}">
                      <a16:creationId xmlns:a16="http://schemas.microsoft.com/office/drawing/2014/main" id="{D3F959AF-FEC7-7E3D-D63E-0B02F86354CA}"/>
                    </a:ext>
                  </a:extLst>
                </p:cNvPr>
                <p:cNvSpPr/>
                <p:nvPr/>
              </p:nvSpPr>
              <p:spPr>
                <a:xfrm>
                  <a:off x="4537072" y="976418"/>
                  <a:ext cx="15811" cy="63246"/>
                </a:xfrm>
                <a:custGeom>
                  <a:avLst/>
                  <a:gdLst>
                    <a:gd name="connsiteX0" fmla="*/ 0 w 15811"/>
                    <a:gd name="connsiteY0" fmla="*/ 0 h 63246"/>
                    <a:gd name="connsiteX1" fmla="*/ 15812 w 15811"/>
                    <a:gd name="connsiteY1" fmla="*/ 0 h 63246"/>
                    <a:gd name="connsiteX2" fmla="*/ 15812 w 15811"/>
                    <a:gd name="connsiteY2" fmla="*/ 63246 h 63246"/>
                    <a:gd name="connsiteX3" fmla="*/ 0 w 15811"/>
                    <a:gd name="connsiteY3" fmla="*/ 63246 h 63246"/>
                  </a:gdLst>
                  <a:ahLst/>
                  <a:cxnLst>
                    <a:cxn ang="0">
                      <a:pos x="connsiteX0" y="connsiteY0"/>
                    </a:cxn>
                    <a:cxn ang="0">
                      <a:pos x="connsiteX1" y="connsiteY1"/>
                    </a:cxn>
                    <a:cxn ang="0">
                      <a:pos x="connsiteX2" y="connsiteY2"/>
                    </a:cxn>
                    <a:cxn ang="0">
                      <a:pos x="connsiteX3" y="connsiteY3"/>
                    </a:cxn>
                  </a:cxnLst>
                  <a:rect l="l" t="t" r="r" b="b"/>
                  <a:pathLst>
                    <a:path w="15811" h="63246">
                      <a:moveTo>
                        <a:pt x="0" y="0"/>
                      </a:moveTo>
                      <a:lnTo>
                        <a:pt x="15812" y="0"/>
                      </a:lnTo>
                      <a:lnTo>
                        <a:pt x="15812" y="63246"/>
                      </a:lnTo>
                      <a:lnTo>
                        <a:pt x="0" y="63246"/>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2" name="Picture Placeholder 77">
                  <a:extLst>
                    <a:ext uri="{FF2B5EF4-FFF2-40B4-BE49-F238E27FC236}">
                      <a16:creationId xmlns:a16="http://schemas.microsoft.com/office/drawing/2014/main" id="{0C5EC290-B60B-09F2-38AE-DF87CF0E4AC1}"/>
                    </a:ext>
                  </a:extLst>
                </p:cNvPr>
                <p:cNvSpPr/>
                <p:nvPr/>
              </p:nvSpPr>
              <p:spPr>
                <a:xfrm>
                  <a:off x="4568695" y="976418"/>
                  <a:ext cx="15811" cy="63246"/>
                </a:xfrm>
                <a:custGeom>
                  <a:avLst/>
                  <a:gdLst>
                    <a:gd name="connsiteX0" fmla="*/ 0 w 15811"/>
                    <a:gd name="connsiteY0" fmla="*/ 0 h 63246"/>
                    <a:gd name="connsiteX1" fmla="*/ 15812 w 15811"/>
                    <a:gd name="connsiteY1" fmla="*/ 0 h 63246"/>
                    <a:gd name="connsiteX2" fmla="*/ 15812 w 15811"/>
                    <a:gd name="connsiteY2" fmla="*/ 63246 h 63246"/>
                    <a:gd name="connsiteX3" fmla="*/ 0 w 15811"/>
                    <a:gd name="connsiteY3" fmla="*/ 63246 h 63246"/>
                  </a:gdLst>
                  <a:ahLst/>
                  <a:cxnLst>
                    <a:cxn ang="0">
                      <a:pos x="connsiteX0" y="connsiteY0"/>
                    </a:cxn>
                    <a:cxn ang="0">
                      <a:pos x="connsiteX1" y="connsiteY1"/>
                    </a:cxn>
                    <a:cxn ang="0">
                      <a:pos x="connsiteX2" y="connsiteY2"/>
                    </a:cxn>
                    <a:cxn ang="0">
                      <a:pos x="connsiteX3" y="connsiteY3"/>
                    </a:cxn>
                  </a:cxnLst>
                  <a:rect l="l" t="t" r="r" b="b"/>
                  <a:pathLst>
                    <a:path w="15811" h="63246">
                      <a:moveTo>
                        <a:pt x="0" y="0"/>
                      </a:moveTo>
                      <a:lnTo>
                        <a:pt x="15812" y="0"/>
                      </a:lnTo>
                      <a:lnTo>
                        <a:pt x="15812" y="63246"/>
                      </a:lnTo>
                      <a:lnTo>
                        <a:pt x="0" y="63246"/>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3" name="Picture Placeholder 77">
                  <a:extLst>
                    <a:ext uri="{FF2B5EF4-FFF2-40B4-BE49-F238E27FC236}">
                      <a16:creationId xmlns:a16="http://schemas.microsoft.com/office/drawing/2014/main" id="{FA8F7885-351D-2B39-AAD9-6ECEF286352D}"/>
                    </a:ext>
                  </a:extLst>
                </p:cNvPr>
                <p:cNvSpPr/>
                <p:nvPr/>
              </p:nvSpPr>
              <p:spPr>
                <a:xfrm>
                  <a:off x="4600318" y="976418"/>
                  <a:ext cx="15811" cy="63246"/>
                </a:xfrm>
                <a:custGeom>
                  <a:avLst/>
                  <a:gdLst>
                    <a:gd name="connsiteX0" fmla="*/ 0 w 15811"/>
                    <a:gd name="connsiteY0" fmla="*/ 0 h 63246"/>
                    <a:gd name="connsiteX1" fmla="*/ 15811 w 15811"/>
                    <a:gd name="connsiteY1" fmla="*/ 0 h 63246"/>
                    <a:gd name="connsiteX2" fmla="*/ 15811 w 15811"/>
                    <a:gd name="connsiteY2" fmla="*/ 63246 h 63246"/>
                    <a:gd name="connsiteX3" fmla="*/ 0 w 15811"/>
                    <a:gd name="connsiteY3" fmla="*/ 63246 h 63246"/>
                  </a:gdLst>
                  <a:ahLst/>
                  <a:cxnLst>
                    <a:cxn ang="0">
                      <a:pos x="connsiteX0" y="connsiteY0"/>
                    </a:cxn>
                    <a:cxn ang="0">
                      <a:pos x="connsiteX1" y="connsiteY1"/>
                    </a:cxn>
                    <a:cxn ang="0">
                      <a:pos x="connsiteX2" y="connsiteY2"/>
                    </a:cxn>
                    <a:cxn ang="0">
                      <a:pos x="connsiteX3" y="connsiteY3"/>
                    </a:cxn>
                  </a:cxnLst>
                  <a:rect l="l" t="t" r="r" b="b"/>
                  <a:pathLst>
                    <a:path w="15811" h="63246">
                      <a:moveTo>
                        <a:pt x="0" y="0"/>
                      </a:moveTo>
                      <a:lnTo>
                        <a:pt x="15811" y="0"/>
                      </a:lnTo>
                      <a:lnTo>
                        <a:pt x="15811" y="63246"/>
                      </a:lnTo>
                      <a:lnTo>
                        <a:pt x="0" y="63246"/>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4" name="Picture Placeholder 77">
                  <a:extLst>
                    <a:ext uri="{FF2B5EF4-FFF2-40B4-BE49-F238E27FC236}">
                      <a16:creationId xmlns:a16="http://schemas.microsoft.com/office/drawing/2014/main" id="{462B4E7C-E427-9663-59DF-D5E5C035875A}"/>
                    </a:ext>
                  </a:extLst>
                </p:cNvPr>
                <p:cNvSpPr/>
                <p:nvPr/>
              </p:nvSpPr>
              <p:spPr>
                <a:xfrm>
                  <a:off x="4631941" y="976418"/>
                  <a:ext cx="15811" cy="63246"/>
                </a:xfrm>
                <a:custGeom>
                  <a:avLst/>
                  <a:gdLst>
                    <a:gd name="connsiteX0" fmla="*/ 0 w 15811"/>
                    <a:gd name="connsiteY0" fmla="*/ 0 h 63246"/>
                    <a:gd name="connsiteX1" fmla="*/ 15811 w 15811"/>
                    <a:gd name="connsiteY1" fmla="*/ 0 h 63246"/>
                    <a:gd name="connsiteX2" fmla="*/ 15811 w 15811"/>
                    <a:gd name="connsiteY2" fmla="*/ 63246 h 63246"/>
                    <a:gd name="connsiteX3" fmla="*/ 0 w 15811"/>
                    <a:gd name="connsiteY3" fmla="*/ 63246 h 63246"/>
                  </a:gdLst>
                  <a:ahLst/>
                  <a:cxnLst>
                    <a:cxn ang="0">
                      <a:pos x="connsiteX0" y="connsiteY0"/>
                    </a:cxn>
                    <a:cxn ang="0">
                      <a:pos x="connsiteX1" y="connsiteY1"/>
                    </a:cxn>
                    <a:cxn ang="0">
                      <a:pos x="connsiteX2" y="connsiteY2"/>
                    </a:cxn>
                    <a:cxn ang="0">
                      <a:pos x="connsiteX3" y="connsiteY3"/>
                    </a:cxn>
                  </a:cxnLst>
                  <a:rect l="l" t="t" r="r" b="b"/>
                  <a:pathLst>
                    <a:path w="15811" h="63246">
                      <a:moveTo>
                        <a:pt x="0" y="0"/>
                      </a:moveTo>
                      <a:lnTo>
                        <a:pt x="15811" y="0"/>
                      </a:lnTo>
                      <a:lnTo>
                        <a:pt x="15811" y="63246"/>
                      </a:lnTo>
                      <a:lnTo>
                        <a:pt x="0" y="63246"/>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grpSp>
        </p:grpSp>
        <p:sp>
          <p:nvSpPr>
            <p:cNvPr id="8" name="Picture Placeholder 77">
              <a:extLst>
                <a:ext uri="{FF2B5EF4-FFF2-40B4-BE49-F238E27FC236}">
                  <a16:creationId xmlns:a16="http://schemas.microsoft.com/office/drawing/2014/main" id="{BE6C0487-3918-3264-D324-49D2F5D9FCEB}"/>
                </a:ext>
              </a:extLst>
            </p:cNvPr>
            <p:cNvSpPr/>
            <p:nvPr/>
          </p:nvSpPr>
          <p:spPr>
            <a:xfrm>
              <a:off x="4991178" y="992229"/>
              <a:ext cx="31623" cy="31623"/>
            </a:xfrm>
            <a:custGeom>
              <a:avLst/>
              <a:gdLst>
                <a:gd name="connsiteX0" fmla="*/ 31623 w 31623"/>
                <a:gd name="connsiteY0" fmla="*/ 15811 h 31623"/>
                <a:gd name="connsiteX1" fmla="*/ 15812 w 31623"/>
                <a:gd name="connsiteY1" fmla="*/ 31623 h 31623"/>
                <a:gd name="connsiteX2" fmla="*/ 0 w 31623"/>
                <a:gd name="connsiteY2" fmla="*/ 15811 h 31623"/>
                <a:gd name="connsiteX3" fmla="*/ 15812 w 31623"/>
                <a:gd name="connsiteY3" fmla="*/ 0 h 31623"/>
                <a:gd name="connsiteX4" fmla="*/ 31623 w 31623"/>
                <a:gd name="connsiteY4" fmla="*/ 15811 h 316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23" h="31623">
                  <a:moveTo>
                    <a:pt x="31623" y="15811"/>
                  </a:moveTo>
                  <a:cubicBezTo>
                    <a:pt x="31623" y="24544"/>
                    <a:pt x="24544" y="31623"/>
                    <a:pt x="15812" y="31623"/>
                  </a:cubicBezTo>
                  <a:cubicBezTo>
                    <a:pt x="7079" y="31623"/>
                    <a:pt x="0" y="24544"/>
                    <a:pt x="0" y="15811"/>
                  </a:cubicBezTo>
                  <a:cubicBezTo>
                    <a:pt x="0" y="7079"/>
                    <a:pt x="7079" y="0"/>
                    <a:pt x="15812" y="0"/>
                  </a:cubicBezTo>
                  <a:cubicBezTo>
                    <a:pt x="24544" y="0"/>
                    <a:pt x="31623" y="7079"/>
                    <a:pt x="31623" y="15811"/>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grpSp>
      <p:sp>
        <p:nvSpPr>
          <p:cNvPr id="15" name="Google Shape;1607;p50">
            <a:extLst>
              <a:ext uri="{FF2B5EF4-FFF2-40B4-BE49-F238E27FC236}">
                <a16:creationId xmlns:a16="http://schemas.microsoft.com/office/drawing/2014/main" id="{0C39FA86-7E9C-995C-FE7C-45A53DF45A4A}"/>
              </a:ext>
            </a:extLst>
          </p:cNvPr>
          <p:cNvSpPr txBox="1"/>
          <p:nvPr/>
        </p:nvSpPr>
        <p:spPr>
          <a:xfrm>
            <a:off x="5382670" y="3139048"/>
            <a:ext cx="1246020" cy="322672"/>
          </a:xfrm>
          <a:prstGeom prst="rect">
            <a:avLst/>
          </a:prstGeom>
          <a:noFill/>
          <a:ln>
            <a:noFill/>
          </a:ln>
        </p:spPr>
        <p:txBody>
          <a:bodyPr spcFirstLastPara="1" wrap="square" lIns="91425" tIns="45700" rIns="91425" bIns="45700" anchor="t" anchorCtr="0">
            <a:noAutofit/>
          </a:bodyPr>
          <a:lstStyle/>
          <a:p>
            <a:pPr marL="0" marR="0" lvl="0" indent="-80010" algn="ctr" defTabSz="914400" rtl="0" eaLnBrk="1" fontAlgn="auto" latinLnBrk="0" hangingPunct="1">
              <a:lnSpc>
                <a:spcPct val="100000"/>
              </a:lnSpc>
              <a:spcBef>
                <a:spcPts val="0"/>
              </a:spcBef>
              <a:spcAft>
                <a:spcPts val="0"/>
              </a:spcAft>
              <a:buClr>
                <a:srgbClr val="A8A8AB"/>
              </a:buClr>
              <a:buSzPts val="1260"/>
              <a:buFont typeface="Arial"/>
              <a:buChar char="​"/>
              <a:tabLst/>
              <a:defRPr/>
            </a:pPr>
            <a:r>
              <a:rPr kumimoji="0" lang="en-US" sz="1400" b="0" i="0" u="none" strike="noStrike" kern="1200" cap="none" spc="0" normalizeH="0" baseline="0" noProof="0" dirty="0">
                <a:ln>
                  <a:noFill/>
                </a:ln>
                <a:solidFill>
                  <a:srgbClr val="1B1D36"/>
                </a:solidFill>
                <a:effectLst/>
                <a:uLnTx/>
                <a:uFillTx/>
                <a:latin typeface="Figtree" panose="020B0604020202020204"/>
                <a:ea typeface="Arial"/>
                <a:cs typeface="Arial"/>
                <a:sym typeface="Arial"/>
              </a:rPr>
              <a:t>ESX Hosts</a:t>
            </a:r>
            <a:endParaRPr kumimoji="0" sz="1400" b="0" i="0" u="none" strike="noStrike" kern="1200" cap="none" spc="0" normalizeH="0" baseline="0" noProof="0" dirty="0">
              <a:ln>
                <a:noFill/>
              </a:ln>
              <a:solidFill>
                <a:srgbClr val="1B1D36"/>
              </a:solidFill>
              <a:effectLst/>
              <a:uLnTx/>
              <a:uFillTx/>
              <a:latin typeface="Figtree" panose="020B0604020202020204"/>
              <a:ea typeface="Arial"/>
              <a:cs typeface="Arial"/>
              <a:sym typeface="Arial"/>
            </a:endParaRPr>
          </a:p>
        </p:txBody>
      </p:sp>
      <p:sp>
        <p:nvSpPr>
          <p:cNvPr id="16" name="Rectangle 15">
            <a:extLst>
              <a:ext uri="{FF2B5EF4-FFF2-40B4-BE49-F238E27FC236}">
                <a16:creationId xmlns:a16="http://schemas.microsoft.com/office/drawing/2014/main" id="{8F818715-79F5-24C6-C873-C618F30B2EEC}"/>
              </a:ext>
            </a:extLst>
          </p:cNvPr>
          <p:cNvSpPr/>
          <p:nvPr/>
        </p:nvSpPr>
        <p:spPr bwMode="gray">
          <a:xfrm>
            <a:off x="7993375" y="1938208"/>
            <a:ext cx="1246020" cy="485047"/>
          </a:xfrm>
          <a:prstGeom prst="rect">
            <a:avLst/>
          </a:prstGeom>
          <a:solidFill>
            <a:schemeClr val="tx2">
              <a:lumMod val="50000"/>
              <a:lumOff val="5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rPr>
              <a:t>Modify</a:t>
            </a:r>
          </a:p>
        </p:txBody>
      </p:sp>
      <p:sp>
        <p:nvSpPr>
          <p:cNvPr id="17" name="Rectangle 16">
            <a:extLst>
              <a:ext uri="{FF2B5EF4-FFF2-40B4-BE49-F238E27FC236}">
                <a16:creationId xmlns:a16="http://schemas.microsoft.com/office/drawing/2014/main" id="{E965CFBB-5E04-9F9E-4C75-CDCBEB4ADABF}"/>
              </a:ext>
            </a:extLst>
          </p:cNvPr>
          <p:cNvSpPr/>
          <p:nvPr/>
        </p:nvSpPr>
        <p:spPr bwMode="gray">
          <a:xfrm>
            <a:off x="9290158" y="1938207"/>
            <a:ext cx="1246020" cy="485047"/>
          </a:xfrm>
          <a:prstGeom prst="rect">
            <a:avLst/>
          </a:prstGeom>
          <a:solidFill>
            <a:schemeClr val="tx2">
              <a:lumMod val="50000"/>
              <a:lumOff val="5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rPr>
              <a:t>Total</a:t>
            </a:r>
          </a:p>
        </p:txBody>
      </p:sp>
      <p:sp>
        <p:nvSpPr>
          <p:cNvPr id="18" name="Rectangle 17">
            <a:extLst>
              <a:ext uri="{FF2B5EF4-FFF2-40B4-BE49-F238E27FC236}">
                <a16:creationId xmlns:a16="http://schemas.microsoft.com/office/drawing/2014/main" id="{3E13488B-6168-2806-C9A2-48F0A67FCE8E}"/>
              </a:ext>
            </a:extLst>
          </p:cNvPr>
          <p:cNvSpPr/>
          <p:nvPr/>
        </p:nvSpPr>
        <p:spPr bwMode="gray">
          <a:xfrm>
            <a:off x="6694137" y="2477099"/>
            <a:ext cx="1246020" cy="485047"/>
          </a:xfrm>
          <a:prstGeom prst="rect">
            <a:avLst/>
          </a:prstGeom>
          <a:solidFill>
            <a:schemeClr val="tx2">
              <a:lumMod val="25000"/>
              <a:lumOff val="75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65000"/>
                    <a:lumOff val="35000"/>
                  </a:srgbClr>
                </a:solidFill>
                <a:effectLst/>
                <a:uLnTx/>
                <a:uFillTx/>
                <a:latin typeface="Figtree" panose="020B0604020202020204"/>
                <a:ea typeface="+mn-ea"/>
                <a:cs typeface="+mn-cs"/>
              </a:rPr>
              <a:t>0</a:t>
            </a:r>
          </a:p>
        </p:txBody>
      </p:sp>
      <p:sp>
        <p:nvSpPr>
          <p:cNvPr id="19" name="Rectangle 18">
            <a:extLst>
              <a:ext uri="{FF2B5EF4-FFF2-40B4-BE49-F238E27FC236}">
                <a16:creationId xmlns:a16="http://schemas.microsoft.com/office/drawing/2014/main" id="{818C0DA5-8C92-2921-A6BA-7E29FA8B4501}"/>
              </a:ext>
            </a:extLst>
          </p:cNvPr>
          <p:cNvSpPr/>
          <p:nvPr/>
        </p:nvSpPr>
        <p:spPr bwMode="gray">
          <a:xfrm>
            <a:off x="7993375" y="2477099"/>
            <a:ext cx="1246020" cy="485047"/>
          </a:xfrm>
          <a:prstGeom prst="rect">
            <a:avLst/>
          </a:prstGeom>
          <a:solidFill>
            <a:schemeClr val="tx2">
              <a:lumMod val="25000"/>
              <a:lumOff val="75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65000"/>
                    <a:lumOff val="35000"/>
                  </a:srgbClr>
                </a:solidFill>
                <a:effectLst/>
                <a:uLnTx/>
                <a:uFillTx/>
                <a:latin typeface="Figtree" panose="020B0604020202020204"/>
                <a:ea typeface="+mn-ea"/>
                <a:cs typeface="+mn-cs"/>
              </a:rPr>
              <a:t>9</a:t>
            </a:r>
          </a:p>
        </p:txBody>
      </p:sp>
      <p:sp>
        <p:nvSpPr>
          <p:cNvPr id="20" name="Rectangle 19">
            <a:extLst>
              <a:ext uri="{FF2B5EF4-FFF2-40B4-BE49-F238E27FC236}">
                <a16:creationId xmlns:a16="http://schemas.microsoft.com/office/drawing/2014/main" id="{39CE8DF8-6319-E330-03BB-8E8819EC4598}"/>
              </a:ext>
            </a:extLst>
          </p:cNvPr>
          <p:cNvSpPr/>
          <p:nvPr/>
        </p:nvSpPr>
        <p:spPr bwMode="gray">
          <a:xfrm>
            <a:off x="9290158" y="2477099"/>
            <a:ext cx="1246020" cy="485047"/>
          </a:xfrm>
          <a:prstGeom prst="rect">
            <a:avLst/>
          </a:prstGeom>
          <a:solidFill>
            <a:schemeClr val="tx2">
              <a:lumMod val="25000"/>
              <a:lumOff val="75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65000"/>
                    <a:lumOff val="35000"/>
                  </a:srgbClr>
                </a:solidFill>
                <a:effectLst/>
                <a:uLnTx/>
                <a:uFillTx/>
                <a:latin typeface="Figtree" panose="020B0604020202020204"/>
                <a:ea typeface="+mn-ea"/>
                <a:cs typeface="+mn-cs"/>
              </a:rPr>
              <a:t>9</a:t>
            </a:r>
          </a:p>
        </p:txBody>
      </p:sp>
      <p:sp>
        <p:nvSpPr>
          <p:cNvPr id="21" name="Rectangle 20">
            <a:extLst>
              <a:ext uri="{FF2B5EF4-FFF2-40B4-BE49-F238E27FC236}">
                <a16:creationId xmlns:a16="http://schemas.microsoft.com/office/drawing/2014/main" id="{C76A4747-D27C-A6F0-6F4B-2D8E00B27465}"/>
              </a:ext>
            </a:extLst>
          </p:cNvPr>
          <p:cNvSpPr/>
          <p:nvPr/>
        </p:nvSpPr>
        <p:spPr bwMode="gray">
          <a:xfrm>
            <a:off x="6694136" y="1404807"/>
            <a:ext cx="3842041" cy="485047"/>
          </a:xfrm>
          <a:prstGeom prst="rect">
            <a:avLst/>
          </a:prstGeom>
          <a:solidFill>
            <a:schemeClr val="tx2">
              <a:lumMod val="75000"/>
              <a:lumOff val="25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rPr>
              <a:t>VCF 9 Security Configuration Guide</a:t>
            </a:r>
          </a:p>
        </p:txBody>
      </p:sp>
      <p:pic>
        <p:nvPicPr>
          <p:cNvPr id="22" name="Graphic 21">
            <a:extLst>
              <a:ext uri="{FF2B5EF4-FFF2-40B4-BE49-F238E27FC236}">
                <a16:creationId xmlns:a16="http://schemas.microsoft.com/office/drawing/2014/main" id="{81D4E736-C902-8706-7BFD-5E99E13C500A}"/>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984349" y="2410635"/>
            <a:ext cx="551511" cy="551511"/>
          </a:xfrm>
          <a:prstGeom prst="rect">
            <a:avLst/>
          </a:prstGeom>
        </p:spPr>
      </p:pic>
      <p:sp>
        <p:nvSpPr>
          <p:cNvPr id="23" name="Google Shape;1607;p50">
            <a:extLst>
              <a:ext uri="{FF2B5EF4-FFF2-40B4-BE49-F238E27FC236}">
                <a16:creationId xmlns:a16="http://schemas.microsoft.com/office/drawing/2014/main" id="{5F3995F9-87A7-F0C0-1B19-4E51B1750AC6}"/>
              </a:ext>
            </a:extLst>
          </p:cNvPr>
          <p:cNvSpPr txBox="1"/>
          <p:nvPr/>
        </p:nvSpPr>
        <p:spPr>
          <a:xfrm>
            <a:off x="5733565" y="2563095"/>
            <a:ext cx="544230" cy="319638"/>
          </a:xfrm>
          <a:prstGeom prst="rect">
            <a:avLst/>
          </a:prstGeom>
          <a:noFill/>
          <a:ln>
            <a:noFill/>
          </a:ln>
        </p:spPr>
        <p:txBody>
          <a:bodyPr spcFirstLastPara="1" wrap="square" lIns="91425" tIns="45700" rIns="91425" bIns="45700" anchor="t" anchorCtr="0">
            <a:noAutofit/>
          </a:bodyPr>
          <a:lstStyle/>
          <a:p>
            <a:pPr marL="0" marR="0" lvl="0" indent="-80010" algn="ctr" defTabSz="914400" rtl="0" eaLnBrk="1" fontAlgn="auto" latinLnBrk="0" hangingPunct="1">
              <a:lnSpc>
                <a:spcPct val="100000"/>
              </a:lnSpc>
              <a:spcBef>
                <a:spcPts val="0"/>
              </a:spcBef>
              <a:spcAft>
                <a:spcPts val="0"/>
              </a:spcAft>
              <a:buClr>
                <a:srgbClr val="A8A8AB"/>
              </a:buClr>
              <a:buSzPts val="1260"/>
              <a:buFont typeface="Arial"/>
              <a:buChar char="​"/>
              <a:tabLst/>
              <a:defRPr/>
            </a:pPr>
            <a:r>
              <a:rPr kumimoji="0" lang="en-US" sz="1400" b="0" i="0" u="none" strike="noStrike" kern="1200" cap="none" spc="0" normalizeH="0" baseline="0" noProof="0" dirty="0">
                <a:ln>
                  <a:noFill/>
                </a:ln>
                <a:solidFill>
                  <a:srgbClr val="1B1D36"/>
                </a:solidFill>
                <a:effectLst/>
                <a:uLnTx/>
                <a:uFillTx/>
                <a:latin typeface="Figtree" panose="020B0604020202020204"/>
                <a:ea typeface="Arial"/>
                <a:cs typeface="Arial"/>
                <a:sym typeface="Arial"/>
              </a:rPr>
              <a:t>VCF</a:t>
            </a:r>
            <a:endParaRPr kumimoji="0" sz="1400" b="0" i="0" u="none" strike="noStrike" kern="1200" cap="none" spc="0" normalizeH="0" baseline="0" noProof="0" dirty="0">
              <a:ln>
                <a:noFill/>
              </a:ln>
              <a:solidFill>
                <a:srgbClr val="1B1D36"/>
              </a:solidFill>
              <a:effectLst/>
              <a:uLnTx/>
              <a:uFillTx/>
              <a:latin typeface="Figtree" panose="020B0604020202020204"/>
              <a:ea typeface="Arial"/>
              <a:cs typeface="Arial"/>
              <a:sym typeface="Arial"/>
            </a:endParaRPr>
          </a:p>
        </p:txBody>
      </p:sp>
      <p:sp>
        <p:nvSpPr>
          <p:cNvPr id="24" name="Rectangle 23">
            <a:extLst>
              <a:ext uri="{FF2B5EF4-FFF2-40B4-BE49-F238E27FC236}">
                <a16:creationId xmlns:a16="http://schemas.microsoft.com/office/drawing/2014/main" id="{E4D8671A-5723-3BDC-5A4D-39B6DA1C077B}"/>
              </a:ext>
            </a:extLst>
          </p:cNvPr>
          <p:cNvSpPr/>
          <p:nvPr/>
        </p:nvSpPr>
        <p:spPr bwMode="gray">
          <a:xfrm>
            <a:off x="6694136" y="3035099"/>
            <a:ext cx="1246020" cy="485047"/>
          </a:xfrm>
          <a:prstGeom prst="rect">
            <a:avLst/>
          </a:prstGeom>
          <a:solidFill>
            <a:schemeClr val="tx2">
              <a:lumMod val="10000"/>
              <a:lumOff val="9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65000"/>
                    <a:lumOff val="35000"/>
                  </a:srgbClr>
                </a:solidFill>
                <a:effectLst/>
                <a:uLnTx/>
                <a:uFillTx/>
                <a:latin typeface="Figtree" panose="020B0604020202020204"/>
                <a:ea typeface="+mn-ea"/>
                <a:cs typeface="+mn-cs"/>
              </a:rPr>
              <a:t>68</a:t>
            </a:r>
          </a:p>
        </p:txBody>
      </p:sp>
      <p:sp>
        <p:nvSpPr>
          <p:cNvPr id="25" name="Rectangle 24">
            <a:extLst>
              <a:ext uri="{FF2B5EF4-FFF2-40B4-BE49-F238E27FC236}">
                <a16:creationId xmlns:a16="http://schemas.microsoft.com/office/drawing/2014/main" id="{22AE73C1-45AC-B59E-DC2B-2D9A08B93E99}"/>
              </a:ext>
            </a:extLst>
          </p:cNvPr>
          <p:cNvSpPr/>
          <p:nvPr/>
        </p:nvSpPr>
        <p:spPr bwMode="gray">
          <a:xfrm>
            <a:off x="7993374" y="3035099"/>
            <a:ext cx="1246020" cy="485047"/>
          </a:xfrm>
          <a:prstGeom prst="rect">
            <a:avLst/>
          </a:prstGeom>
          <a:solidFill>
            <a:schemeClr val="tx2">
              <a:lumMod val="10000"/>
              <a:lumOff val="9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65000"/>
                    <a:lumOff val="35000"/>
                  </a:srgbClr>
                </a:solidFill>
                <a:effectLst/>
                <a:uLnTx/>
                <a:uFillTx/>
                <a:latin typeface="Figtree" panose="020B0604020202020204"/>
                <a:ea typeface="+mn-ea"/>
                <a:cs typeface="+mn-cs"/>
              </a:rPr>
              <a:t>48</a:t>
            </a:r>
          </a:p>
        </p:txBody>
      </p:sp>
      <p:sp>
        <p:nvSpPr>
          <p:cNvPr id="26" name="Rectangle 25">
            <a:extLst>
              <a:ext uri="{FF2B5EF4-FFF2-40B4-BE49-F238E27FC236}">
                <a16:creationId xmlns:a16="http://schemas.microsoft.com/office/drawing/2014/main" id="{98470A53-C708-57BD-67E4-92FA6D534AC4}"/>
              </a:ext>
            </a:extLst>
          </p:cNvPr>
          <p:cNvSpPr/>
          <p:nvPr/>
        </p:nvSpPr>
        <p:spPr bwMode="gray">
          <a:xfrm>
            <a:off x="9290157" y="3035099"/>
            <a:ext cx="1246020" cy="485047"/>
          </a:xfrm>
          <a:prstGeom prst="rect">
            <a:avLst/>
          </a:prstGeom>
          <a:solidFill>
            <a:schemeClr val="tx2">
              <a:lumMod val="10000"/>
              <a:lumOff val="9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65000"/>
                    <a:lumOff val="35000"/>
                  </a:srgbClr>
                </a:solidFill>
                <a:effectLst/>
                <a:uLnTx/>
                <a:uFillTx/>
                <a:latin typeface="Figtree" panose="020B0604020202020204"/>
                <a:ea typeface="+mn-ea"/>
                <a:cs typeface="+mn-cs"/>
              </a:rPr>
              <a:t>116</a:t>
            </a:r>
          </a:p>
        </p:txBody>
      </p:sp>
      <p:grpSp>
        <p:nvGrpSpPr>
          <p:cNvPr id="27" name="Group 26" descr="vCenter Server VM&#10;">
            <a:extLst>
              <a:ext uri="{FF2B5EF4-FFF2-40B4-BE49-F238E27FC236}">
                <a16:creationId xmlns:a16="http://schemas.microsoft.com/office/drawing/2014/main" id="{98112A16-B7D1-D07F-7263-DE4880D0D810}"/>
              </a:ext>
            </a:extLst>
          </p:cNvPr>
          <p:cNvGrpSpPr/>
          <p:nvPr/>
        </p:nvGrpSpPr>
        <p:grpSpPr>
          <a:xfrm>
            <a:off x="5020996" y="3619585"/>
            <a:ext cx="478216" cy="441199"/>
            <a:chOff x="7124237" y="713125"/>
            <a:chExt cx="604377" cy="591349"/>
          </a:xfrm>
          <a:solidFill>
            <a:srgbClr val="0098C7"/>
          </a:solidFill>
        </p:grpSpPr>
        <p:sp>
          <p:nvSpPr>
            <p:cNvPr id="28" name="Picture Placeholder 79">
              <a:extLst>
                <a:ext uri="{FF2B5EF4-FFF2-40B4-BE49-F238E27FC236}">
                  <a16:creationId xmlns:a16="http://schemas.microsoft.com/office/drawing/2014/main" id="{C7DF8649-159D-479B-2542-8BE291FD0D05}"/>
                </a:ext>
              </a:extLst>
            </p:cNvPr>
            <p:cNvSpPr/>
            <p:nvPr/>
          </p:nvSpPr>
          <p:spPr>
            <a:xfrm>
              <a:off x="7240609" y="963136"/>
              <a:ext cx="64384" cy="65396"/>
            </a:xfrm>
            <a:custGeom>
              <a:avLst/>
              <a:gdLst>
                <a:gd name="connsiteX0" fmla="*/ 0 w 64384"/>
                <a:gd name="connsiteY0" fmla="*/ 0 h 65396"/>
                <a:gd name="connsiteX1" fmla="*/ 10625 w 64384"/>
                <a:gd name="connsiteY1" fmla="*/ 0 h 65396"/>
                <a:gd name="connsiteX2" fmla="*/ 32382 w 64384"/>
                <a:gd name="connsiteY2" fmla="*/ 54265 h 65396"/>
                <a:gd name="connsiteX3" fmla="*/ 53759 w 64384"/>
                <a:gd name="connsiteY3" fmla="*/ 0 h 65396"/>
                <a:gd name="connsiteX4" fmla="*/ 64384 w 64384"/>
                <a:gd name="connsiteY4" fmla="*/ 0 h 65396"/>
                <a:gd name="connsiteX5" fmla="*/ 36936 w 64384"/>
                <a:gd name="connsiteY5" fmla="*/ 65396 h 65396"/>
                <a:gd name="connsiteX6" fmla="*/ 27575 w 64384"/>
                <a:gd name="connsiteY6" fmla="*/ 65396 h 65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384" h="65396">
                  <a:moveTo>
                    <a:pt x="0" y="0"/>
                  </a:moveTo>
                  <a:lnTo>
                    <a:pt x="10625" y="0"/>
                  </a:lnTo>
                  <a:lnTo>
                    <a:pt x="32382" y="54265"/>
                  </a:lnTo>
                  <a:lnTo>
                    <a:pt x="53759" y="0"/>
                  </a:lnTo>
                  <a:lnTo>
                    <a:pt x="64384" y="0"/>
                  </a:lnTo>
                  <a:lnTo>
                    <a:pt x="36936" y="65396"/>
                  </a:lnTo>
                  <a:lnTo>
                    <a:pt x="27575" y="65396"/>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29" name="Picture Placeholder 79">
              <a:extLst>
                <a:ext uri="{FF2B5EF4-FFF2-40B4-BE49-F238E27FC236}">
                  <a16:creationId xmlns:a16="http://schemas.microsoft.com/office/drawing/2014/main" id="{AD66034C-C675-C1E8-6A26-9A59E991080A}"/>
                </a:ext>
              </a:extLst>
            </p:cNvPr>
            <p:cNvSpPr/>
            <p:nvPr/>
          </p:nvSpPr>
          <p:spPr>
            <a:xfrm>
              <a:off x="7316821" y="940115"/>
              <a:ext cx="75515" cy="89935"/>
            </a:xfrm>
            <a:custGeom>
              <a:avLst/>
              <a:gdLst>
                <a:gd name="connsiteX0" fmla="*/ 0 w 75515"/>
                <a:gd name="connsiteY0" fmla="*/ 44905 h 89935"/>
                <a:gd name="connsiteX1" fmla="*/ 44272 w 75515"/>
                <a:gd name="connsiteY1" fmla="*/ 0 h 89935"/>
                <a:gd name="connsiteX2" fmla="*/ 75516 w 75515"/>
                <a:gd name="connsiteY2" fmla="*/ 13282 h 89935"/>
                <a:gd name="connsiteX3" fmla="*/ 68812 w 75515"/>
                <a:gd name="connsiteY3" fmla="*/ 20112 h 89935"/>
                <a:gd name="connsiteX4" fmla="*/ 44272 w 75515"/>
                <a:gd name="connsiteY4" fmla="*/ 9107 h 89935"/>
                <a:gd name="connsiteX5" fmla="*/ 8412 w 75515"/>
                <a:gd name="connsiteY5" fmla="*/ 44968 h 89935"/>
                <a:gd name="connsiteX6" fmla="*/ 44272 w 75515"/>
                <a:gd name="connsiteY6" fmla="*/ 80828 h 89935"/>
                <a:gd name="connsiteX7" fmla="*/ 68812 w 75515"/>
                <a:gd name="connsiteY7" fmla="*/ 69824 h 89935"/>
                <a:gd name="connsiteX8" fmla="*/ 75516 w 75515"/>
                <a:gd name="connsiteY8" fmla="*/ 76654 h 89935"/>
                <a:gd name="connsiteX9" fmla="*/ 44272 w 75515"/>
                <a:gd name="connsiteY9" fmla="*/ 89936 h 89935"/>
                <a:gd name="connsiteX10" fmla="*/ 0 w 75515"/>
                <a:gd name="connsiteY10" fmla="*/ 44905 h 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515" h="89935">
                  <a:moveTo>
                    <a:pt x="0" y="44905"/>
                  </a:moveTo>
                  <a:cubicBezTo>
                    <a:pt x="232" y="20446"/>
                    <a:pt x="19819" y="579"/>
                    <a:pt x="44272" y="0"/>
                  </a:cubicBezTo>
                  <a:cubicBezTo>
                    <a:pt x="56047" y="58"/>
                    <a:pt x="67305" y="4843"/>
                    <a:pt x="75516" y="13282"/>
                  </a:cubicBezTo>
                  <a:lnTo>
                    <a:pt x="68812" y="20112"/>
                  </a:lnTo>
                  <a:cubicBezTo>
                    <a:pt x="62499" y="13217"/>
                    <a:pt x="53619" y="9235"/>
                    <a:pt x="44272" y="9107"/>
                  </a:cubicBezTo>
                  <a:cubicBezTo>
                    <a:pt x="24467" y="9107"/>
                    <a:pt x="8412" y="25162"/>
                    <a:pt x="8412" y="44968"/>
                  </a:cubicBezTo>
                  <a:cubicBezTo>
                    <a:pt x="8412" y="64773"/>
                    <a:pt x="24467" y="80828"/>
                    <a:pt x="44272" y="80828"/>
                  </a:cubicBezTo>
                  <a:cubicBezTo>
                    <a:pt x="53619" y="80701"/>
                    <a:pt x="62499" y="76719"/>
                    <a:pt x="68812" y="69824"/>
                  </a:cubicBezTo>
                  <a:lnTo>
                    <a:pt x="75516" y="76654"/>
                  </a:lnTo>
                  <a:cubicBezTo>
                    <a:pt x="67280" y="85057"/>
                    <a:pt x="56038" y="89837"/>
                    <a:pt x="44272" y="89936"/>
                  </a:cubicBezTo>
                  <a:cubicBezTo>
                    <a:pt x="19799" y="89290"/>
                    <a:pt x="230" y="69385"/>
                    <a:pt x="0" y="44905"/>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0" name="Picture Placeholder 79">
              <a:extLst>
                <a:ext uri="{FF2B5EF4-FFF2-40B4-BE49-F238E27FC236}">
                  <a16:creationId xmlns:a16="http://schemas.microsoft.com/office/drawing/2014/main" id="{9D310557-2078-CFB2-336D-D474385E406E}"/>
                </a:ext>
              </a:extLst>
            </p:cNvPr>
            <p:cNvSpPr/>
            <p:nvPr/>
          </p:nvSpPr>
          <p:spPr>
            <a:xfrm>
              <a:off x="7406630" y="940115"/>
              <a:ext cx="65206" cy="90196"/>
            </a:xfrm>
            <a:custGeom>
              <a:avLst/>
              <a:gdLst>
                <a:gd name="connsiteX0" fmla="*/ 0 w 65206"/>
                <a:gd name="connsiteY0" fmla="*/ 76022 h 90196"/>
                <a:gd name="connsiteX1" fmla="*/ 6325 w 65206"/>
                <a:gd name="connsiteY1" fmla="*/ 68306 h 90196"/>
                <a:gd name="connsiteX2" fmla="*/ 34785 w 65206"/>
                <a:gd name="connsiteY2" fmla="*/ 80955 h 90196"/>
                <a:gd name="connsiteX3" fmla="*/ 55024 w 65206"/>
                <a:gd name="connsiteY3" fmla="*/ 65776 h 90196"/>
                <a:gd name="connsiteX4" fmla="*/ 31623 w 65206"/>
                <a:gd name="connsiteY4" fmla="*/ 49332 h 90196"/>
                <a:gd name="connsiteX5" fmla="*/ 3162 w 65206"/>
                <a:gd name="connsiteY5" fmla="*/ 24792 h 90196"/>
                <a:gd name="connsiteX6" fmla="*/ 32255 w 65206"/>
                <a:gd name="connsiteY6" fmla="*/ 0 h 90196"/>
                <a:gd name="connsiteX7" fmla="*/ 62740 w 65206"/>
                <a:gd name="connsiteY7" fmla="*/ 12649 h 90196"/>
                <a:gd name="connsiteX8" fmla="*/ 56415 w 65206"/>
                <a:gd name="connsiteY8" fmla="*/ 20365 h 90196"/>
                <a:gd name="connsiteX9" fmla="*/ 31497 w 65206"/>
                <a:gd name="connsiteY9" fmla="*/ 9234 h 90196"/>
                <a:gd name="connsiteX10" fmla="*/ 13345 w 65206"/>
                <a:gd name="connsiteY10" fmla="*/ 23907 h 90196"/>
                <a:gd name="connsiteX11" fmla="*/ 36746 w 65206"/>
                <a:gd name="connsiteY11" fmla="*/ 39592 h 90196"/>
                <a:gd name="connsiteX12" fmla="*/ 65207 w 65206"/>
                <a:gd name="connsiteY12" fmla="*/ 64890 h 90196"/>
                <a:gd name="connsiteX13" fmla="*/ 34596 w 65206"/>
                <a:gd name="connsiteY13" fmla="*/ 90189 h 90196"/>
                <a:gd name="connsiteX14" fmla="*/ 0 w 65206"/>
                <a:gd name="connsiteY14" fmla="*/ 76022 h 90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206" h="90196">
                  <a:moveTo>
                    <a:pt x="0" y="76022"/>
                  </a:moveTo>
                  <a:lnTo>
                    <a:pt x="6325" y="68306"/>
                  </a:lnTo>
                  <a:cubicBezTo>
                    <a:pt x="13631" y="76308"/>
                    <a:pt x="23949" y="80894"/>
                    <a:pt x="34785" y="80955"/>
                  </a:cubicBezTo>
                  <a:cubicBezTo>
                    <a:pt x="48193" y="80955"/>
                    <a:pt x="55024" y="73618"/>
                    <a:pt x="55024" y="65776"/>
                  </a:cubicBezTo>
                  <a:cubicBezTo>
                    <a:pt x="55024" y="56542"/>
                    <a:pt x="46802" y="53127"/>
                    <a:pt x="31623" y="49332"/>
                  </a:cubicBezTo>
                  <a:cubicBezTo>
                    <a:pt x="14167" y="45284"/>
                    <a:pt x="3162" y="39845"/>
                    <a:pt x="3162" y="24792"/>
                  </a:cubicBezTo>
                  <a:cubicBezTo>
                    <a:pt x="3162" y="10878"/>
                    <a:pt x="15812" y="0"/>
                    <a:pt x="32255" y="0"/>
                  </a:cubicBezTo>
                  <a:cubicBezTo>
                    <a:pt x="43689" y="22"/>
                    <a:pt x="54650" y="4570"/>
                    <a:pt x="62740" y="12649"/>
                  </a:cubicBezTo>
                  <a:lnTo>
                    <a:pt x="56415" y="20365"/>
                  </a:lnTo>
                  <a:cubicBezTo>
                    <a:pt x="49881" y="13543"/>
                    <a:pt x="40937" y="9549"/>
                    <a:pt x="31497" y="9234"/>
                  </a:cubicBezTo>
                  <a:cubicBezTo>
                    <a:pt x="22516" y="8549"/>
                    <a:pt x="14558" y="14982"/>
                    <a:pt x="13345" y="23907"/>
                  </a:cubicBezTo>
                  <a:cubicBezTo>
                    <a:pt x="13345" y="32888"/>
                    <a:pt x="21946" y="36050"/>
                    <a:pt x="36746" y="39592"/>
                  </a:cubicBezTo>
                  <a:cubicBezTo>
                    <a:pt x="53316" y="43513"/>
                    <a:pt x="65207" y="49458"/>
                    <a:pt x="65207" y="64890"/>
                  </a:cubicBezTo>
                  <a:cubicBezTo>
                    <a:pt x="65207" y="78678"/>
                    <a:pt x="54834" y="90189"/>
                    <a:pt x="34596" y="90189"/>
                  </a:cubicBezTo>
                  <a:cubicBezTo>
                    <a:pt x="21608" y="90416"/>
                    <a:pt x="9098" y="85294"/>
                    <a:pt x="0" y="7602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1" name="Picture Placeholder 79">
              <a:extLst>
                <a:ext uri="{FF2B5EF4-FFF2-40B4-BE49-F238E27FC236}">
                  <a16:creationId xmlns:a16="http://schemas.microsoft.com/office/drawing/2014/main" id="{6AACDB83-9C5D-E22A-C127-A8D56F8ABDA0}"/>
                </a:ext>
              </a:extLst>
            </p:cNvPr>
            <p:cNvSpPr/>
            <p:nvPr/>
          </p:nvSpPr>
          <p:spPr>
            <a:xfrm>
              <a:off x="7482715" y="941632"/>
              <a:ext cx="87532" cy="86900"/>
            </a:xfrm>
            <a:custGeom>
              <a:avLst/>
              <a:gdLst>
                <a:gd name="connsiteX0" fmla="*/ 67989 w 87532"/>
                <a:gd name="connsiteY0" fmla="*/ 67167 h 86900"/>
                <a:gd name="connsiteX1" fmla="*/ 19480 w 87532"/>
                <a:gd name="connsiteY1" fmla="*/ 67167 h 86900"/>
                <a:gd name="connsiteX2" fmla="*/ 10752 w 87532"/>
                <a:gd name="connsiteY2" fmla="*/ 86900 h 86900"/>
                <a:gd name="connsiteX3" fmla="*/ 0 w 87532"/>
                <a:gd name="connsiteY3" fmla="*/ 86900 h 86900"/>
                <a:gd name="connsiteX4" fmla="*/ 38454 w 87532"/>
                <a:gd name="connsiteY4" fmla="*/ 0 h 86900"/>
                <a:gd name="connsiteX5" fmla="*/ 49205 w 87532"/>
                <a:gd name="connsiteY5" fmla="*/ 0 h 86900"/>
                <a:gd name="connsiteX6" fmla="*/ 87532 w 87532"/>
                <a:gd name="connsiteY6" fmla="*/ 86900 h 86900"/>
                <a:gd name="connsiteX7" fmla="*/ 76781 w 87532"/>
                <a:gd name="connsiteY7" fmla="*/ 86900 h 86900"/>
                <a:gd name="connsiteX8" fmla="*/ 63752 w 87532"/>
                <a:gd name="connsiteY8" fmla="*/ 57807 h 86900"/>
                <a:gd name="connsiteX9" fmla="*/ 43640 w 87532"/>
                <a:gd name="connsiteY9" fmla="*/ 12143 h 86900"/>
                <a:gd name="connsiteX10" fmla="*/ 23401 w 87532"/>
                <a:gd name="connsiteY10" fmla="*/ 57807 h 8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2" h="86900">
                  <a:moveTo>
                    <a:pt x="67989" y="67167"/>
                  </a:moveTo>
                  <a:lnTo>
                    <a:pt x="19480" y="67167"/>
                  </a:lnTo>
                  <a:lnTo>
                    <a:pt x="10752" y="86900"/>
                  </a:lnTo>
                  <a:lnTo>
                    <a:pt x="0" y="86900"/>
                  </a:lnTo>
                  <a:lnTo>
                    <a:pt x="38454" y="0"/>
                  </a:lnTo>
                  <a:lnTo>
                    <a:pt x="49205" y="0"/>
                  </a:lnTo>
                  <a:lnTo>
                    <a:pt x="87532" y="86900"/>
                  </a:lnTo>
                  <a:lnTo>
                    <a:pt x="76781" y="86900"/>
                  </a:lnTo>
                  <a:close/>
                  <a:moveTo>
                    <a:pt x="63752" y="57807"/>
                  </a:moveTo>
                  <a:lnTo>
                    <a:pt x="43640" y="12143"/>
                  </a:lnTo>
                  <a:lnTo>
                    <a:pt x="23401" y="57807"/>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2" name="Picture Placeholder 79">
              <a:extLst>
                <a:ext uri="{FF2B5EF4-FFF2-40B4-BE49-F238E27FC236}">
                  <a16:creationId xmlns:a16="http://schemas.microsoft.com/office/drawing/2014/main" id="{5EF42FF2-CE07-19CA-1FFD-056B89D01CCD}"/>
                </a:ext>
              </a:extLst>
            </p:cNvPr>
            <p:cNvSpPr/>
            <p:nvPr/>
          </p:nvSpPr>
          <p:spPr>
            <a:xfrm>
              <a:off x="7124237" y="713125"/>
              <a:ext cx="553402" cy="553402"/>
            </a:xfrm>
            <a:custGeom>
              <a:avLst/>
              <a:gdLst>
                <a:gd name="connsiteX0" fmla="*/ 407810 w 553402"/>
                <a:gd name="connsiteY0" fmla="*/ 546572 h 553402"/>
                <a:gd name="connsiteX1" fmla="*/ 412111 w 553402"/>
                <a:gd name="connsiteY1" fmla="*/ 537591 h 553402"/>
                <a:gd name="connsiteX2" fmla="*/ 15812 w 553402"/>
                <a:gd name="connsiteY2" fmla="*/ 537591 h 553402"/>
                <a:gd name="connsiteX3" fmla="*/ 15812 w 553402"/>
                <a:gd name="connsiteY3" fmla="*/ 15812 h 553402"/>
                <a:gd name="connsiteX4" fmla="*/ 537591 w 553402"/>
                <a:gd name="connsiteY4" fmla="*/ 15812 h 553402"/>
                <a:gd name="connsiteX5" fmla="*/ 537591 w 553402"/>
                <a:gd name="connsiteY5" fmla="*/ 392631 h 553402"/>
                <a:gd name="connsiteX6" fmla="*/ 553403 w 553402"/>
                <a:gd name="connsiteY6" fmla="*/ 395604 h 553402"/>
                <a:gd name="connsiteX7" fmla="*/ 553403 w 553402"/>
                <a:gd name="connsiteY7" fmla="*/ 0 h 553402"/>
                <a:gd name="connsiteX8" fmla="*/ 0 w 553402"/>
                <a:gd name="connsiteY8" fmla="*/ 0 h 553402"/>
                <a:gd name="connsiteX9" fmla="*/ 0 w 553402"/>
                <a:gd name="connsiteY9" fmla="*/ 553403 h 553402"/>
                <a:gd name="connsiteX10" fmla="*/ 412364 w 553402"/>
                <a:gd name="connsiteY10" fmla="*/ 553403 h 553402"/>
                <a:gd name="connsiteX11" fmla="*/ 407810 w 553402"/>
                <a:gd name="connsiteY11" fmla="*/ 546572 h 553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3402" h="553402">
                  <a:moveTo>
                    <a:pt x="407810" y="546572"/>
                  </a:moveTo>
                  <a:lnTo>
                    <a:pt x="412111" y="537591"/>
                  </a:lnTo>
                  <a:lnTo>
                    <a:pt x="15812" y="537591"/>
                  </a:lnTo>
                  <a:lnTo>
                    <a:pt x="15812" y="15812"/>
                  </a:lnTo>
                  <a:lnTo>
                    <a:pt x="537591" y="15812"/>
                  </a:lnTo>
                  <a:lnTo>
                    <a:pt x="537591" y="392631"/>
                  </a:lnTo>
                  <a:lnTo>
                    <a:pt x="553403" y="395604"/>
                  </a:lnTo>
                  <a:lnTo>
                    <a:pt x="553403" y="0"/>
                  </a:lnTo>
                  <a:lnTo>
                    <a:pt x="0" y="0"/>
                  </a:lnTo>
                  <a:lnTo>
                    <a:pt x="0" y="553403"/>
                  </a:lnTo>
                  <a:lnTo>
                    <a:pt x="412364" y="553403"/>
                  </a:lnTo>
                  <a:lnTo>
                    <a:pt x="407810" y="54657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33" name="Picture Placeholder 79">
              <a:extLst>
                <a:ext uri="{FF2B5EF4-FFF2-40B4-BE49-F238E27FC236}">
                  <a16:creationId xmlns:a16="http://schemas.microsoft.com/office/drawing/2014/main" id="{A73EDB36-5FFE-B509-99EC-2C9410B1F902}"/>
                </a:ext>
              </a:extLst>
            </p:cNvPr>
            <p:cNvSpPr/>
            <p:nvPr/>
          </p:nvSpPr>
          <p:spPr>
            <a:xfrm>
              <a:off x="7561013" y="1136367"/>
              <a:ext cx="167601" cy="168107"/>
            </a:xfrm>
            <a:custGeom>
              <a:avLst/>
              <a:gdLst>
                <a:gd name="connsiteX0" fmla="*/ 167602 w 167601"/>
                <a:gd name="connsiteY0" fmla="*/ 97778 h 168107"/>
                <a:gd name="connsiteX1" fmla="*/ 159633 w 167601"/>
                <a:gd name="connsiteY1" fmla="*/ 100055 h 168107"/>
                <a:gd name="connsiteX2" fmla="*/ 151411 w 167601"/>
                <a:gd name="connsiteY2" fmla="*/ 101889 h 168107"/>
                <a:gd name="connsiteX3" fmla="*/ 147616 w 167601"/>
                <a:gd name="connsiteY3" fmla="*/ 110617 h 168107"/>
                <a:gd name="connsiteX4" fmla="*/ 143315 w 167601"/>
                <a:gd name="connsiteY4" fmla="*/ 118839 h 168107"/>
                <a:gd name="connsiteX5" fmla="*/ 147616 w 167601"/>
                <a:gd name="connsiteY5" fmla="*/ 126302 h 168107"/>
                <a:gd name="connsiteX6" fmla="*/ 152233 w 167601"/>
                <a:gd name="connsiteY6" fmla="*/ 133512 h 168107"/>
                <a:gd name="connsiteX7" fmla="*/ 133639 w 167601"/>
                <a:gd name="connsiteY7" fmla="*/ 152866 h 168107"/>
                <a:gd name="connsiteX8" fmla="*/ 118270 w 167601"/>
                <a:gd name="connsiteY8" fmla="*/ 143948 h 168107"/>
                <a:gd name="connsiteX9" fmla="*/ 102079 w 167601"/>
                <a:gd name="connsiteY9" fmla="*/ 150273 h 168107"/>
                <a:gd name="connsiteX10" fmla="*/ 99043 w 167601"/>
                <a:gd name="connsiteY10" fmla="*/ 159064 h 168107"/>
                <a:gd name="connsiteX11" fmla="*/ 96324 w 167601"/>
                <a:gd name="connsiteY11" fmla="*/ 168108 h 168107"/>
                <a:gd name="connsiteX12" fmla="*/ 70456 w 167601"/>
                <a:gd name="connsiteY12" fmla="*/ 168108 h 168107"/>
                <a:gd name="connsiteX13" fmla="*/ 67926 w 167601"/>
                <a:gd name="connsiteY13" fmla="*/ 159696 h 168107"/>
                <a:gd name="connsiteX14" fmla="*/ 65586 w 167601"/>
                <a:gd name="connsiteY14" fmla="*/ 151095 h 168107"/>
                <a:gd name="connsiteX15" fmla="*/ 49458 w 167601"/>
                <a:gd name="connsiteY15" fmla="*/ 143821 h 168107"/>
                <a:gd name="connsiteX16" fmla="*/ 41489 w 167601"/>
                <a:gd name="connsiteY16" fmla="*/ 147679 h 168107"/>
                <a:gd name="connsiteX17" fmla="*/ 34090 w 167601"/>
                <a:gd name="connsiteY17" fmla="*/ 151917 h 168107"/>
                <a:gd name="connsiteX18" fmla="*/ 15116 w 167601"/>
                <a:gd name="connsiteY18" fmla="*/ 134082 h 168107"/>
                <a:gd name="connsiteX19" fmla="*/ 23401 w 167601"/>
                <a:gd name="connsiteY19" fmla="*/ 118839 h 168107"/>
                <a:gd name="connsiteX20" fmla="*/ 19733 w 167601"/>
                <a:gd name="connsiteY20" fmla="*/ 110364 h 168107"/>
                <a:gd name="connsiteX21" fmla="*/ 17076 w 167601"/>
                <a:gd name="connsiteY21" fmla="*/ 101067 h 168107"/>
                <a:gd name="connsiteX22" fmla="*/ 8348 w 167601"/>
                <a:gd name="connsiteY22" fmla="*/ 99233 h 168107"/>
                <a:gd name="connsiteX23" fmla="*/ 0 w 167601"/>
                <a:gd name="connsiteY23" fmla="*/ 96956 h 168107"/>
                <a:gd name="connsiteX24" fmla="*/ 0 w 167601"/>
                <a:gd name="connsiteY24" fmla="*/ 70330 h 168107"/>
                <a:gd name="connsiteX25" fmla="*/ 8032 w 167601"/>
                <a:gd name="connsiteY25" fmla="*/ 68116 h 168107"/>
                <a:gd name="connsiteX26" fmla="*/ 16254 w 167601"/>
                <a:gd name="connsiteY26" fmla="*/ 66219 h 168107"/>
                <a:gd name="connsiteX27" fmla="*/ 20112 w 167601"/>
                <a:gd name="connsiteY27" fmla="*/ 57617 h 168107"/>
                <a:gd name="connsiteX28" fmla="*/ 24350 w 167601"/>
                <a:gd name="connsiteY28" fmla="*/ 49332 h 168107"/>
                <a:gd name="connsiteX29" fmla="*/ 15432 w 167601"/>
                <a:gd name="connsiteY29" fmla="*/ 34596 h 168107"/>
                <a:gd name="connsiteX30" fmla="*/ 34406 w 167601"/>
                <a:gd name="connsiteY30" fmla="*/ 15242 h 168107"/>
                <a:gd name="connsiteX31" fmla="*/ 49775 w 167601"/>
                <a:gd name="connsiteY31" fmla="*/ 24160 h 168107"/>
                <a:gd name="connsiteX32" fmla="*/ 66661 w 167601"/>
                <a:gd name="connsiteY32" fmla="*/ 17835 h 168107"/>
                <a:gd name="connsiteX33" fmla="*/ 69128 w 167601"/>
                <a:gd name="connsiteY33" fmla="*/ 8791 h 168107"/>
                <a:gd name="connsiteX34" fmla="*/ 71594 w 167601"/>
                <a:gd name="connsiteY34" fmla="*/ 0 h 168107"/>
                <a:gd name="connsiteX35" fmla="*/ 97462 w 167601"/>
                <a:gd name="connsiteY35" fmla="*/ 0 h 168107"/>
                <a:gd name="connsiteX36" fmla="*/ 102395 w 167601"/>
                <a:gd name="connsiteY36" fmla="*/ 17013 h 168107"/>
                <a:gd name="connsiteX37" fmla="*/ 110744 w 167601"/>
                <a:gd name="connsiteY37" fmla="*/ 20302 h 168107"/>
                <a:gd name="connsiteX38" fmla="*/ 118586 w 167601"/>
                <a:gd name="connsiteY38" fmla="*/ 24286 h 168107"/>
                <a:gd name="connsiteX39" fmla="*/ 126429 w 167601"/>
                <a:gd name="connsiteY39" fmla="*/ 20428 h 168107"/>
                <a:gd name="connsiteX40" fmla="*/ 133955 w 167601"/>
                <a:gd name="connsiteY40" fmla="*/ 16191 h 168107"/>
                <a:gd name="connsiteX41" fmla="*/ 143568 w 167601"/>
                <a:gd name="connsiteY41" fmla="*/ 24792 h 168107"/>
                <a:gd name="connsiteX42" fmla="*/ 153119 w 167601"/>
                <a:gd name="connsiteY42" fmla="*/ 33900 h 168107"/>
                <a:gd name="connsiteX43" fmla="*/ 144201 w 167601"/>
                <a:gd name="connsiteY43" fmla="*/ 49332 h 168107"/>
                <a:gd name="connsiteX44" fmla="*/ 150525 w 167601"/>
                <a:gd name="connsiteY44" fmla="*/ 67041 h 168107"/>
                <a:gd name="connsiteX45" fmla="*/ 159190 w 167601"/>
                <a:gd name="connsiteY45" fmla="*/ 68938 h 168107"/>
                <a:gd name="connsiteX46" fmla="*/ 167539 w 167601"/>
                <a:gd name="connsiteY46" fmla="*/ 71152 h 168107"/>
                <a:gd name="connsiteX47" fmla="*/ 130350 w 167601"/>
                <a:gd name="connsiteY47" fmla="*/ 109163 h 168107"/>
                <a:gd name="connsiteX48" fmla="*/ 136675 w 167601"/>
                <a:gd name="connsiteY48" fmla="*/ 79374 h 168107"/>
                <a:gd name="connsiteX49" fmla="*/ 127061 w 167601"/>
                <a:gd name="connsiteY49" fmla="*/ 54075 h 168107"/>
                <a:gd name="connsiteX50" fmla="*/ 106380 w 167601"/>
                <a:gd name="connsiteY50" fmla="*/ 37189 h 168107"/>
                <a:gd name="connsiteX51" fmla="*/ 47561 w 167601"/>
                <a:gd name="connsiteY51" fmla="*/ 46106 h 168107"/>
                <a:gd name="connsiteX52" fmla="*/ 33014 w 167601"/>
                <a:gd name="connsiteY52" fmla="*/ 74314 h 168107"/>
                <a:gd name="connsiteX53" fmla="*/ 36556 w 167601"/>
                <a:gd name="connsiteY53" fmla="*/ 105937 h 168107"/>
                <a:gd name="connsiteX54" fmla="*/ 58250 w 167601"/>
                <a:gd name="connsiteY54" fmla="*/ 130350 h 168107"/>
                <a:gd name="connsiteX55" fmla="*/ 99865 w 167601"/>
                <a:gd name="connsiteY55" fmla="*/ 133829 h 168107"/>
                <a:gd name="connsiteX56" fmla="*/ 130350 w 167601"/>
                <a:gd name="connsiteY56" fmla="*/ 109163 h 168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67601" h="168107">
                  <a:moveTo>
                    <a:pt x="167602" y="97778"/>
                  </a:moveTo>
                  <a:cubicBezTo>
                    <a:pt x="166293" y="98115"/>
                    <a:pt x="163636" y="98874"/>
                    <a:pt x="159633" y="100055"/>
                  </a:cubicBezTo>
                  <a:cubicBezTo>
                    <a:pt x="156932" y="100838"/>
                    <a:pt x="154187" y="101450"/>
                    <a:pt x="151411" y="101889"/>
                  </a:cubicBezTo>
                  <a:cubicBezTo>
                    <a:pt x="149912" y="104690"/>
                    <a:pt x="148641" y="107609"/>
                    <a:pt x="147616" y="110617"/>
                  </a:cubicBezTo>
                  <a:cubicBezTo>
                    <a:pt x="146712" y="113605"/>
                    <a:pt x="145257" y="116394"/>
                    <a:pt x="143315" y="118839"/>
                  </a:cubicBezTo>
                  <a:lnTo>
                    <a:pt x="147616" y="126302"/>
                  </a:lnTo>
                  <a:cubicBezTo>
                    <a:pt x="148982" y="128811"/>
                    <a:pt x="150525" y="131220"/>
                    <a:pt x="152233" y="133512"/>
                  </a:cubicBezTo>
                  <a:cubicBezTo>
                    <a:pt x="146395" y="140305"/>
                    <a:pt x="140191" y="146762"/>
                    <a:pt x="133639" y="152866"/>
                  </a:cubicBezTo>
                  <a:cubicBezTo>
                    <a:pt x="128301" y="150285"/>
                    <a:pt x="123159" y="147300"/>
                    <a:pt x="118270" y="143948"/>
                  </a:cubicBezTo>
                  <a:cubicBezTo>
                    <a:pt x="113278" y="146977"/>
                    <a:pt x="107800" y="149115"/>
                    <a:pt x="102079" y="150273"/>
                  </a:cubicBezTo>
                  <a:cubicBezTo>
                    <a:pt x="100640" y="153036"/>
                    <a:pt x="99616" y="156003"/>
                    <a:pt x="99043" y="159064"/>
                  </a:cubicBezTo>
                  <a:cubicBezTo>
                    <a:pt x="98439" y="162163"/>
                    <a:pt x="97528" y="165192"/>
                    <a:pt x="96324" y="168108"/>
                  </a:cubicBezTo>
                  <a:lnTo>
                    <a:pt x="70456" y="168108"/>
                  </a:lnTo>
                  <a:cubicBezTo>
                    <a:pt x="69328" y="165395"/>
                    <a:pt x="68480" y="162580"/>
                    <a:pt x="67926" y="159696"/>
                  </a:cubicBezTo>
                  <a:cubicBezTo>
                    <a:pt x="66977" y="155585"/>
                    <a:pt x="66155" y="152739"/>
                    <a:pt x="65586" y="151095"/>
                  </a:cubicBezTo>
                  <a:cubicBezTo>
                    <a:pt x="55277" y="146541"/>
                    <a:pt x="49964" y="144138"/>
                    <a:pt x="49458" y="143821"/>
                  </a:cubicBezTo>
                  <a:cubicBezTo>
                    <a:pt x="46648" y="144764"/>
                    <a:pt x="43969" y="146060"/>
                    <a:pt x="41489" y="147679"/>
                  </a:cubicBezTo>
                  <a:cubicBezTo>
                    <a:pt x="39104" y="149229"/>
                    <a:pt x="36633" y="150646"/>
                    <a:pt x="34090" y="151917"/>
                  </a:cubicBezTo>
                  <a:cubicBezTo>
                    <a:pt x="27383" y="146389"/>
                    <a:pt x="21044" y="140431"/>
                    <a:pt x="15116" y="134082"/>
                  </a:cubicBezTo>
                  <a:cubicBezTo>
                    <a:pt x="17479" y="128794"/>
                    <a:pt x="20249" y="123698"/>
                    <a:pt x="23401" y="118839"/>
                  </a:cubicBezTo>
                  <a:cubicBezTo>
                    <a:pt x="23401" y="117891"/>
                    <a:pt x="21883" y="115044"/>
                    <a:pt x="19733" y="110364"/>
                  </a:cubicBezTo>
                  <a:cubicBezTo>
                    <a:pt x="18455" y="107391"/>
                    <a:pt x="17561" y="104267"/>
                    <a:pt x="17076" y="101067"/>
                  </a:cubicBezTo>
                  <a:cubicBezTo>
                    <a:pt x="14135" y="100616"/>
                    <a:pt x="11222" y="100004"/>
                    <a:pt x="8348" y="99233"/>
                  </a:cubicBezTo>
                  <a:cubicBezTo>
                    <a:pt x="4343" y="98052"/>
                    <a:pt x="1560" y="97293"/>
                    <a:pt x="0" y="96956"/>
                  </a:cubicBezTo>
                  <a:lnTo>
                    <a:pt x="0" y="70330"/>
                  </a:lnTo>
                  <a:cubicBezTo>
                    <a:pt x="1391" y="70013"/>
                    <a:pt x="4048" y="69254"/>
                    <a:pt x="8032" y="68116"/>
                  </a:cubicBezTo>
                  <a:cubicBezTo>
                    <a:pt x="10723" y="67286"/>
                    <a:pt x="13471" y="66652"/>
                    <a:pt x="16254" y="66219"/>
                  </a:cubicBezTo>
                  <a:cubicBezTo>
                    <a:pt x="17013" y="64827"/>
                    <a:pt x="18278" y="61918"/>
                    <a:pt x="20112" y="57617"/>
                  </a:cubicBezTo>
                  <a:cubicBezTo>
                    <a:pt x="21242" y="54720"/>
                    <a:pt x="22662" y="51944"/>
                    <a:pt x="24350" y="49332"/>
                  </a:cubicBezTo>
                  <a:cubicBezTo>
                    <a:pt x="21811" y="44170"/>
                    <a:pt x="18827" y="39239"/>
                    <a:pt x="15432" y="34596"/>
                  </a:cubicBezTo>
                  <a:cubicBezTo>
                    <a:pt x="21379" y="27785"/>
                    <a:pt x="27714" y="21323"/>
                    <a:pt x="34406" y="15242"/>
                  </a:cubicBezTo>
                  <a:cubicBezTo>
                    <a:pt x="39784" y="17752"/>
                    <a:pt x="44927" y="20736"/>
                    <a:pt x="49775" y="24160"/>
                  </a:cubicBezTo>
                  <a:cubicBezTo>
                    <a:pt x="55176" y="21487"/>
                    <a:pt x="60833" y="19368"/>
                    <a:pt x="66661" y="17835"/>
                  </a:cubicBezTo>
                  <a:cubicBezTo>
                    <a:pt x="66661" y="16823"/>
                    <a:pt x="67800" y="13788"/>
                    <a:pt x="69128" y="8791"/>
                  </a:cubicBezTo>
                  <a:cubicBezTo>
                    <a:pt x="70077" y="5186"/>
                    <a:pt x="70899" y="2467"/>
                    <a:pt x="71594" y="0"/>
                  </a:cubicBezTo>
                  <a:lnTo>
                    <a:pt x="97462" y="0"/>
                  </a:lnTo>
                  <a:cubicBezTo>
                    <a:pt x="98411" y="2340"/>
                    <a:pt x="100055" y="8032"/>
                    <a:pt x="102395" y="17013"/>
                  </a:cubicBezTo>
                  <a:cubicBezTo>
                    <a:pt x="103407" y="17519"/>
                    <a:pt x="106190" y="18594"/>
                    <a:pt x="110744" y="20302"/>
                  </a:cubicBezTo>
                  <a:cubicBezTo>
                    <a:pt x="113531" y="21258"/>
                    <a:pt x="116170" y="22600"/>
                    <a:pt x="118586" y="24286"/>
                  </a:cubicBezTo>
                  <a:cubicBezTo>
                    <a:pt x="121382" y="23409"/>
                    <a:pt x="124025" y="22108"/>
                    <a:pt x="126429" y="20428"/>
                  </a:cubicBezTo>
                  <a:cubicBezTo>
                    <a:pt x="128845" y="18855"/>
                    <a:pt x="131356" y="17439"/>
                    <a:pt x="133955" y="16191"/>
                  </a:cubicBezTo>
                  <a:cubicBezTo>
                    <a:pt x="137541" y="18604"/>
                    <a:pt x="140773" y="21498"/>
                    <a:pt x="143568" y="24792"/>
                  </a:cubicBezTo>
                  <a:cubicBezTo>
                    <a:pt x="146585" y="27996"/>
                    <a:pt x="149773" y="31037"/>
                    <a:pt x="153119" y="33900"/>
                  </a:cubicBezTo>
                  <a:cubicBezTo>
                    <a:pt x="149261" y="41047"/>
                    <a:pt x="146288" y="46170"/>
                    <a:pt x="144201" y="49332"/>
                  </a:cubicBezTo>
                  <a:cubicBezTo>
                    <a:pt x="145946" y="55358"/>
                    <a:pt x="148059" y="61272"/>
                    <a:pt x="150525" y="67041"/>
                  </a:cubicBezTo>
                  <a:cubicBezTo>
                    <a:pt x="153466" y="67406"/>
                    <a:pt x="156363" y="68042"/>
                    <a:pt x="159190" y="68938"/>
                  </a:cubicBezTo>
                  <a:cubicBezTo>
                    <a:pt x="163175" y="70077"/>
                    <a:pt x="165957" y="70836"/>
                    <a:pt x="167539" y="71152"/>
                  </a:cubicBezTo>
                  <a:close/>
                  <a:moveTo>
                    <a:pt x="130350" y="109163"/>
                  </a:moveTo>
                  <a:cubicBezTo>
                    <a:pt x="135327" y="100065"/>
                    <a:pt x="137528" y="89708"/>
                    <a:pt x="136675" y="79374"/>
                  </a:cubicBezTo>
                  <a:cubicBezTo>
                    <a:pt x="135878" y="70213"/>
                    <a:pt x="132551" y="61454"/>
                    <a:pt x="127061" y="54075"/>
                  </a:cubicBezTo>
                  <a:cubicBezTo>
                    <a:pt x="121723" y="46770"/>
                    <a:pt x="114605" y="40956"/>
                    <a:pt x="106380" y="37189"/>
                  </a:cubicBezTo>
                  <a:cubicBezTo>
                    <a:pt x="86797" y="27840"/>
                    <a:pt x="63493" y="31373"/>
                    <a:pt x="47561" y="46106"/>
                  </a:cubicBezTo>
                  <a:cubicBezTo>
                    <a:pt x="39812" y="53705"/>
                    <a:pt x="34713" y="63594"/>
                    <a:pt x="33014" y="74314"/>
                  </a:cubicBezTo>
                  <a:cubicBezTo>
                    <a:pt x="31103" y="84975"/>
                    <a:pt x="32334" y="95963"/>
                    <a:pt x="36556" y="105937"/>
                  </a:cubicBezTo>
                  <a:cubicBezTo>
                    <a:pt x="40739" y="116343"/>
                    <a:pt x="48407" y="124973"/>
                    <a:pt x="58250" y="130350"/>
                  </a:cubicBezTo>
                  <a:cubicBezTo>
                    <a:pt x="70998" y="137370"/>
                    <a:pt x="86129" y="138635"/>
                    <a:pt x="99865" y="133829"/>
                  </a:cubicBezTo>
                  <a:cubicBezTo>
                    <a:pt x="112988" y="130151"/>
                    <a:pt x="124013" y="121229"/>
                    <a:pt x="130350" y="109163"/>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grpSp>
      <p:sp>
        <p:nvSpPr>
          <p:cNvPr id="34" name="Google Shape;1607;p50">
            <a:extLst>
              <a:ext uri="{FF2B5EF4-FFF2-40B4-BE49-F238E27FC236}">
                <a16:creationId xmlns:a16="http://schemas.microsoft.com/office/drawing/2014/main" id="{E1F2344C-08CA-E32B-0E92-CEB50F6042C9}"/>
              </a:ext>
            </a:extLst>
          </p:cNvPr>
          <p:cNvSpPr txBox="1"/>
          <p:nvPr/>
        </p:nvSpPr>
        <p:spPr>
          <a:xfrm>
            <a:off x="5382670" y="3675400"/>
            <a:ext cx="1246020" cy="322672"/>
          </a:xfrm>
          <a:prstGeom prst="rect">
            <a:avLst/>
          </a:prstGeom>
          <a:noFill/>
          <a:ln>
            <a:noFill/>
          </a:ln>
        </p:spPr>
        <p:txBody>
          <a:bodyPr spcFirstLastPara="1" wrap="square" lIns="91425" tIns="45700" rIns="91425" bIns="45700" anchor="t" anchorCtr="0">
            <a:noAutofit/>
          </a:bodyPr>
          <a:lstStyle/>
          <a:p>
            <a:pPr marL="0" marR="0" lvl="0" indent="-80010" algn="ctr" defTabSz="914400" rtl="0" eaLnBrk="1" fontAlgn="auto" latinLnBrk="0" hangingPunct="1">
              <a:lnSpc>
                <a:spcPct val="100000"/>
              </a:lnSpc>
              <a:spcBef>
                <a:spcPts val="0"/>
              </a:spcBef>
              <a:spcAft>
                <a:spcPts val="0"/>
              </a:spcAft>
              <a:buClr>
                <a:srgbClr val="A8A8AB"/>
              </a:buClr>
              <a:buSzPts val="1260"/>
              <a:buFont typeface="Arial"/>
              <a:buChar char="​"/>
              <a:tabLst/>
              <a:defRPr/>
            </a:pPr>
            <a:r>
              <a:rPr kumimoji="0" lang="en-US" sz="1400" b="0" i="0" u="none" strike="noStrike" kern="1200" cap="none" spc="0" normalizeH="0" baseline="0" noProof="0" dirty="0">
                <a:ln>
                  <a:noFill/>
                </a:ln>
                <a:solidFill>
                  <a:srgbClr val="1B1D36"/>
                </a:solidFill>
                <a:effectLst/>
                <a:uLnTx/>
                <a:uFillTx/>
                <a:latin typeface="Figtree" panose="020B0604020202020204"/>
                <a:ea typeface="Arial"/>
                <a:cs typeface="Arial"/>
                <a:sym typeface="Arial"/>
              </a:rPr>
              <a:t>vCenter</a:t>
            </a:r>
            <a:endParaRPr kumimoji="0" sz="1400" b="0" i="0" u="none" strike="noStrike" kern="1200" cap="none" spc="0" normalizeH="0" baseline="0" noProof="0" dirty="0">
              <a:ln>
                <a:noFill/>
              </a:ln>
              <a:solidFill>
                <a:srgbClr val="1B1D36"/>
              </a:solidFill>
              <a:effectLst/>
              <a:uLnTx/>
              <a:uFillTx/>
              <a:latin typeface="Figtree" panose="020B0604020202020204"/>
              <a:ea typeface="Arial"/>
              <a:cs typeface="Arial"/>
              <a:sym typeface="Arial"/>
            </a:endParaRPr>
          </a:p>
        </p:txBody>
      </p:sp>
      <p:sp>
        <p:nvSpPr>
          <p:cNvPr id="35" name="Rectangle 34">
            <a:extLst>
              <a:ext uri="{FF2B5EF4-FFF2-40B4-BE49-F238E27FC236}">
                <a16:creationId xmlns:a16="http://schemas.microsoft.com/office/drawing/2014/main" id="{0B212173-2211-DA86-D76D-945B08703801}"/>
              </a:ext>
            </a:extLst>
          </p:cNvPr>
          <p:cNvSpPr/>
          <p:nvPr/>
        </p:nvSpPr>
        <p:spPr bwMode="gray">
          <a:xfrm>
            <a:off x="6694136" y="3587986"/>
            <a:ext cx="1246020" cy="485047"/>
          </a:xfrm>
          <a:prstGeom prst="rect">
            <a:avLst/>
          </a:prstGeom>
          <a:solidFill>
            <a:schemeClr val="tx2">
              <a:lumMod val="25000"/>
              <a:lumOff val="75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65000"/>
                    <a:lumOff val="35000"/>
                  </a:srgbClr>
                </a:solidFill>
                <a:effectLst/>
                <a:uLnTx/>
                <a:uFillTx/>
                <a:latin typeface="Figtree" panose="020B0604020202020204"/>
                <a:ea typeface="+mn-ea"/>
                <a:cs typeface="+mn-cs"/>
              </a:rPr>
              <a:t>18</a:t>
            </a:r>
          </a:p>
        </p:txBody>
      </p:sp>
      <p:sp>
        <p:nvSpPr>
          <p:cNvPr id="36" name="Rectangle 35">
            <a:extLst>
              <a:ext uri="{FF2B5EF4-FFF2-40B4-BE49-F238E27FC236}">
                <a16:creationId xmlns:a16="http://schemas.microsoft.com/office/drawing/2014/main" id="{DE0A214F-F7C3-CF24-DB46-F7E08AED9CB3}"/>
              </a:ext>
            </a:extLst>
          </p:cNvPr>
          <p:cNvSpPr/>
          <p:nvPr/>
        </p:nvSpPr>
        <p:spPr bwMode="gray">
          <a:xfrm>
            <a:off x="7993374" y="3587986"/>
            <a:ext cx="1246020" cy="485047"/>
          </a:xfrm>
          <a:prstGeom prst="rect">
            <a:avLst/>
          </a:prstGeom>
          <a:solidFill>
            <a:schemeClr val="tx2">
              <a:lumMod val="25000"/>
              <a:lumOff val="75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65000"/>
                    <a:lumOff val="35000"/>
                  </a:srgbClr>
                </a:solidFill>
                <a:effectLst/>
                <a:uLnTx/>
                <a:uFillTx/>
                <a:latin typeface="Figtree" panose="020B0604020202020204"/>
                <a:ea typeface="+mn-ea"/>
                <a:cs typeface="+mn-cs"/>
              </a:rPr>
              <a:t>34</a:t>
            </a:r>
          </a:p>
        </p:txBody>
      </p:sp>
      <p:sp>
        <p:nvSpPr>
          <p:cNvPr id="37" name="Rectangle 36">
            <a:extLst>
              <a:ext uri="{FF2B5EF4-FFF2-40B4-BE49-F238E27FC236}">
                <a16:creationId xmlns:a16="http://schemas.microsoft.com/office/drawing/2014/main" id="{8CF32957-863D-D338-A31B-F446C58E270E}"/>
              </a:ext>
            </a:extLst>
          </p:cNvPr>
          <p:cNvSpPr/>
          <p:nvPr/>
        </p:nvSpPr>
        <p:spPr bwMode="gray">
          <a:xfrm>
            <a:off x="9290157" y="3587986"/>
            <a:ext cx="1246020" cy="485047"/>
          </a:xfrm>
          <a:prstGeom prst="rect">
            <a:avLst/>
          </a:prstGeom>
          <a:solidFill>
            <a:schemeClr val="tx2">
              <a:lumMod val="25000"/>
              <a:lumOff val="75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65000"/>
                    <a:lumOff val="35000"/>
                  </a:srgbClr>
                </a:solidFill>
                <a:effectLst/>
                <a:uLnTx/>
                <a:uFillTx/>
                <a:latin typeface="Figtree" panose="020B0604020202020204"/>
                <a:ea typeface="+mn-ea"/>
                <a:cs typeface="+mn-cs"/>
              </a:rPr>
              <a:t>52</a:t>
            </a:r>
          </a:p>
        </p:txBody>
      </p:sp>
      <p:sp>
        <p:nvSpPr>
          <p:cNvPr id="56" name="Google Shape;1607;p50">
            <a:extLst>
              <a:ext uri="{FF2B5EF4-FFF2-40B4-BE49-F238E27FC236}">
                <a16:creationId xmlns:a16="http://schemas.microsoft.com/office/drawing/2014/main" id="{B8C095F4-05E4-AD2E-F153-1D153C29D56C}"/>
              </a:ext>
            </a:extLst>
          </p:cNvPr>
          <p:cNvSpPr txBox="1"/>
          <p:nvPr/>
        </p:nvSpPr>
        <p:spPr>
          <a:xfrm>
            <a:off x="5382670" y="4224806"/>
            <a:ext cx="1246020" cy="322672"/>
          </a:xfrm>
          <a:prstGeom prst="rect">
            <a:avLst/>
          </a:prstGeom>
          <a:noFill/>
          <a:ln>
            <a:noFill/>
          </a:ln>
        </p:spPr>
        <p:txBody>
          <a:bodyPr spcFirstLastPara="1" wrap="square" lIns="91425" tIns="45700" rIns="91425" bIns="45700" anchor="t" anchorCtr="0">
            <a:noAutofit/>
          </a:bodyPr>
          <a:lstStyle/>
          <a:p>
            <a:pPr marL="0" marR="0" lvl="0" indent="-80010" algn="ctr" defTabSz="914400" rtl="0" eaLnBrk="1" fontAlgn="auto" latinLnBrk="0" hangingPunct="1">
              <a:lnSpc>
                <a:spcPct val="100000"/>
              </a:lnSpc>
              <a:spcBef>
                <a:spcPts val="0"/>
              </a:spcBef>
              <a:spcAft>
                <a:spcPts val="0"/>
              </a:spcAft>
              <a:buClr>
                <a:srgbClr val="A8A8AB"/>
              </a:buClr>
              <a:buSzPts val="1260"/>
              <a:buFont typeface="Arial"/>
              <a:buChar char="​"/>
              <a:tabLst/>
              <a:defRPr/>
            </a:pPr>
            <a:r>
              <a:rPr kumimoji="0" lang="en-US" sz="1400" b="0" i="0" u="none" strike="noStrike" kern="1200" cap="none" spc="0" normalizeH="0" baseline="0" noProof="0" dirty="0" err="1">
                <a:ln>
                  <a:noFill/>
                </a:ln>
                <a:solidFill>
                  <a:srgbClr val="1B1D36"/>
                </a:solidFill>
                <a:effectLst/>
                <a:uLnTx/>
                <a:uFillTx/>
                <a:latin typeface="Figtree" panose="020B0604020202020204"/>
                <a:ea typeface="Arial"/>
                <a:cs typeface="Arial"/>
                <a:sym typeface="Arial"/>
              </a:rPr>
              <a:t>vSAN</a:t>
            </a:r>
            <a:endParaRPr kumimoji="0" sz="1400" b="0" i="0" u="none" strike="noStrike" kern="1200" cap="none" spc="0" normalizeH="0" baseline="0" noProof="0" dirty="0">
              <a:ln>
                <a:noFill/>
              </a:ln>
              <a:solidFill>
                <a:srgbClr val="1B1D36"/>
              </a:solidFill>
              <a:effectLst/>
              <a:uLnTx/>
              <a:uFillTx/>
              <a:latin typeface="Figtree" panose="020B0604020202020204"/>
              <a:ea typeface="Arial"/>
              <a:cs typeface="Arial"/>
              <a:sym typeface="Arial"/>
            </a:endParaRPr>
          </a:p>
        </p:txBody>
      </p:sp>
      <p:sp>
        <p:nvSpPr>
          <p:cNvPr id="57" name="Rectangle 56">
            <a:extLst>
              <a:ext uri="{FF2B5EF4-FFF2-40B4-BE49-F238E27FC236}">
                <a16:creationId xmlns:a16="http://schemas.microsoft.com/office/drawing/2014/main" id="{DC16AFBD-CFEC-6A59-940C-6B517E0E66E3}"/>
              </a:ext>
            </a:extLst>
          </p:cNvPr>
          <p:cNvSpPr/>
          <p:nvPr/>
        </p:nvSpPr>
        <p:spPr bwMode="gray">
          <a:xfrm>
            <a:off x="6694136" y="4147994"/>
            <a:ext cx="1246020" cy="485047"/>
          </a:xfrm>
          <a:prstGeom prst="rect">
            <a:avLst/>
          </a:prstGeom>
          <a:solidFill>
            <a:schemeClr val="tx2">
              <a:lumMod val="10000"/>
              <a:lumOff val="9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65000"/>
                    <a:lumOff val="35000"/>
                  </a:srgbClr>
                </a:solidFill>
                <a:effectLst/>
                <a:uLnTx/>
                <a:uFillTx/>
                <a:latin typeface="Figtree" panose="020B0604020202020204"/>
                <a:ea typeface="+mn-ea"/>
                <a:cs typeface="+mn-cs"/>
              </a:rPr>
              <a:t>3</a:t>
            </a:r>
          </a:p>
        </p:txBody>
      </p:sp>
      <p:sp>
        <p:nvSpPr>
          <p:cNvPr id="58" name="Rectangle 57">
            <a:extLst>
              <a:ext uri="{FF2B5EF4-FFF2-40B4-BE49-F238E27FC236}">
                <a16:creationId xmlns:a16="http://schemas.microsoft.com/office/drawing/2014/main" id="{C2357B04-2DEF-E723-5D19-9666E8B94912}"/>
              </a:ext>
            </a:extLst>
          </p:cNvPr>
          <p:cNvSpPr/>
          <p:nvPr/>
        </p:nvSpPr>
        <p:spPr bwMode="gray">
          <a:xfrm>
            <a:off x="7993374" y="4147994"/>
            <a:ext cx="1246020" cy="485047"/>
          </a:xfrm>
          <a:prstGeom prst="rect">
            <a:avLst/>
          </a:prstGeom>
          <a:solidFill>
            <a:schemeClr val="tx2">
              <a:lumMod val="10000"/>
              <a:lumOff val="9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65000"/>
                    <a:lumOff val="35000"/>
                  </a:srgbClr>
                </a:solidFill>
                <a:effectLst/>
                <a:uLnTx/>
                <a:uFillTx/>
                <a:latin typeface="Figtree" panose="020B0604020202020204"/>
                <a:ea typeface="+mn-ea"/>
                <a:cs typeface="+mn-cs"/>
              </a:rPr>
              <a:t>11</a:t>
            </a:r>
          </a:p>
        </p:txBody>
      </p:sp>
      <p:sp>
        <p:nvSpPr>
          <p:cNvPr id="59" name="Rectangle 58">
            <a:extLst>
              <a:ext uri="{FF2B5EF4-FFF2-40B4-BE49-F238E27FC236}">
                <a16:creationId xmlns:a16="http://schemas.microsoft.com/office/drawing/2014/main" id="{D8FD08F4-DDCF-1D53-7965-0FE136D84943}"/>
              </a:ext>
            </a:extLst>
          </p:cNvPr>
          <p:cNvSpPr/>
          <p:nvPr/>
        </p:nvSpPr>
        <p:spPr bwMode="gray">
          <a:xfrm>
            <a:off x="9290157" y="4147994"/>
            <a:ext cx="1246020" cy="485047"/>
          </a:xfrm>
          <a:prstGeom prst="rect">
            <a:avLst/>
          </a:prstGeom>
          <a:solidFill>
            <a:schemeClr val="tx2">
              <a:lumMod val="10000"/>
              <a:lumOff val="9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65000"/>
                    <a:lumOff val="35000"/>
                  </a:srgbClr>
                </a:solidFill>
                <a:effectLst/>
                <a:uLnTx/>
                <a:uFillTx/>
                <a:latin typeface="Figtree" panose="020B0604020202020204"/>
                <a:ea typeface="+mn-ea"/>
                <a:cs typeface="+mn-cs"/>
              </a:rPr>
              <a:t>14</a:t>
            </a:r>
          </a:p>
        </p:txBody>
      </p:sp>
      <p:sp>
        <p:nvSpPr>
          <p:cNvPr id="67" name="Google Shape;1607;p50">
            <a:extLst>
              <a:ext uri="{FF2B5EF4-FFF2-40B4-BE49-F238E27FC236}">
                <a16:creationId xmlns:a16="http://schemas.microsoft.com/office/drawing/2014/main" id="{140C4293-EFB7-33C0-FFB9-2FB5231BD6C6}"/>
              </a:ext>
            </a:extLst>
          </p:cNvPr>
          <p:cNvSpPr txBox="1"/>
          <p:nvPr/>
        </p:nvSpPr>
        <p:spPr>
          <a:xfrm>
            <a:off x="5382670" y="4788295"/>
            <a:ext cx="1246020" cy="322672"/>
          </a:xfrm>
          <a:prstGeom prst="rect">
            <a:avLst/>
          </a:prstGeom>
          <a:noFill/>
          <a:ln>
            <a:noFill/>
          </a:ln>
        </p:spPr>
        <p:txBody>
          <a:bodyPr spcFirstLastPara="1" wrap="square" lIns="91425" tIns="45700" rIns="91425" bIns="45700" anchor="t" anchorCtr="0">
            <a:noAutofit/>
          </a:bodyPr>
          <a:lstStyle/>
          <a:p>
            <a:pPr marL="0" marR="0" lvl="0" indent="-80010" algn="ctr" defTabSz="914400" rtl="0" eaLnBrk="1" fontAlgn="auto" latinLnBrk="0" hangingPunct="1">
              <a:lnSpc>
                <a:spcPct val="100000"/>
              </a:lnSpc>
              <a:spcBef>
                <a:spcPts val="0"/>
              </a:spcBef>
              <a:spcAft>
                <a:spcPts val="0"/>
              </a:spcAft>
              <a:buClr>
                <a:srgbClr val="A8A8AB"/>
              </a:buClr>
              <a:buSzPts val="1260"/>
              <a:buFont typeface="Arial"/>
              <a:buChar char="​"/>
              <a:tabLst/>
              <a:defRPr/>
            </a:pPr>
            <a:r>
              <a:rPr kumimoji="0" lang="en-US" sz="1400" b="0" i="0" u="none" strike="noStrike" kern="1200" cap="none" spc="0" normalizeH="0" baseline="0" noProof="0" dirty="0">
                <a:ln>
                  <a:noFill/>
                </a:ln>
                <a:solidFill>
                  <a:srgbClr val="1B1D36"/>
                </a:solidFill>
                <a:effectLst/>
                <a:uLnTx/>
                <a:uFillTx/>
                <a:latin typeface="Figtree" panose="020B0604020202020204"/>
                <a:ea typeface="Arial"/>
                <a:cs typeface="Arial"/>
                <a:sym typeface="Arial"/>
              </a:rPr>
              <a:t>NSX</a:t>
            </a:r>
            <a:endParaRPr kumimoji="0" sz="1400" b="0" i="0" u="none" strike="noStrike" kern="1200" cap="none" spc="0" normalizeH="0" baseline="0" noProof="0" dirty="0">
              <a:ln>
                <a:noFill/>
              </a:ln>
              <a:solidFill>
                <a:srgbClr val="1B1D36"/>
              </a:solidFill>
              <a:effectLst/>
              <a:uLnTx/>
              <a:uFillTx/>
              <a:latin typeface="Figtree" panose="020B0604020202020204"/>
              <a:ea typeface="Arial"/>
              <a:cs typeface="Arial"/>
              <a:sym typeface="Arial"/>
            </a:endParaRPr>
          </a:p>
        </p:txBody>
      </p:sp>
      <p:sp>
        <p:nvSpPr>
          <p:cNvPr id="68" name="Rectangle 67">
            <a:extLst>
              <a:ext uri="{FF2B5EF4-FFF2-40B4-BE49-F238E27FC236}">
                <a16:creationId xmlns:a16="http://schemas.microsoft.com/office/drawing/2014/main" id="{2A687FF1-77CD-6B4B-8C2E-D67CE5CCD080}"/>
              </a:ext>
            </a:extLst>
          </p:cNvPr>
          <p:cNvSpPr/>
          <p:nvPr/>
        </p:nvSpPr>
        <p:spPr bwMode="gray">
          <a:xfrm>
            <a:off x="6694136" y="4700881"/>
            <a:ext cx="1246020" cy="485047"/>
          </a:xfrm>
          <a:prstGeom prst="rect">
            <a:avLst/>
          </a:prstGeom>
          <a:solidFill>
            <a:schemeClr val="tx2">
              <a:lumMod val="25000"/>
              <a:lumOff val="75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65000"/>
                    <a:lumOff val="35000"/>
                  </a:srgbClr>
                </a:solidFill>
                <a:effectLst/>
                <a:uLnTx/>
                <a:uFillTx/>
                <a:latin typeface="Figtree" panose="020B0604020202020204"/>
                <a:ea typeface="+mn-ea"/>
                <a:cs typeface="+mn-cs"/>
              </a:rPr>
              <a:t>2</a:t>
            </a:r>
          </a:p>
        </p:txBody>
      </p:sp>
      <p:sp>
        <p:nvSpPr>
          <p:cNvPr id="69" name="Rectangle 68">
            <a:extLst>
              <a:ext uri="{FF2B5EF4-FFF2-40B4-BE49-F238E27FC236}">
                <a16:creationId xmlns:a16="http://schemas.microsoft.com/office/drawing/2014/main" id="{2B36CFD6-4CA8-1D36-6901-83DD0F529287}"/>
              </a:ext>
            </a:extLst>
          </p:cNvPr>
          <p:cNvSpPr/>
          <p:nvPr/>
        </p:nvSpPr>
        <p:spPr bwMode="gray">
          <a:xfrm>
            <a:off x="7993374" y="4700881"/>
            <a:ext cx="1246020" cy="485047"/>
          </a:xfrm>
          <a:prstGeom prst="rect">
            <a:avLst/>
          </a:prstGeom>
          <a:solidFill>
            <a:schemeClr val="tx2">
              <a:lumMod val="25000"/>
              <a:lumOff val="75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65000"/>
                    <a:lumOff val="35000"/>
                  </a:srgbClr>
                </a:solidFill>
                <a:effectLst/>
                <a:uLnTx/>
                <a:uFillTx/>
                <a:latin typeface="Figtree" panose="020B0604020202020204"/>
                <a:ea typeface="+mn-ea"/>
                <a:cs typeface="+mn-cs"/>
              </a:rPr>
              <a:t>12</a:t>
            </a:r>
          </a:p>
        </p:txBody>
      </p:sp>
      <p:sp>
        <p:nvSpPr>
          <p:cNvPr id="70" name="Rectangle 69">
            <a:extLst>
              <a:ext uri="{FF2B5EF4-FFF2-40B4-BE49-F238E27FC236}">
                <a16:creationId xmlns:a16="http://schemas.microsoft.com/office/drawing/2014/main" id="{A3C2BF6D-5B47-EA61-0843-5F6F5C128F2F}"/>
              </a:ext>
            </a:extLst>
          </p:cNvPr>
          <p:cNvSpPr/>
          <p:nvPr/>
        </p:nvSpPr>
        <p:spPr bwMode="gray">
          <a:xfrm>
            <a:off x="9290157" y="4700881"/>
            <a:ext cx="1246020" cy="485047"/>
          </a:xfrm>
          <a:prstGeom prst="rect">
            <a:avLst/>
          </a:prstGeom>
          <a:solidFill>
            <a:schemeClr val="tx2">
              <a:lumMod val="25000"/>
              <a:lumOff val="75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65000"/>
                    <a:lumOff val="35000"/>
                  </a:srgbClr>
                </a:solidFill>
                <a:effectLst/>
                <a:uLnTx/>
                <a:uFillTx/>
                <a:latin typeface="Figtree" panose="020B0604020202020204"/>
                <a:ea typeface="+mn-ea"/>
                <a:cs typeface="+mn-cs"/>
              </a:rPr>
              <a:t>14</a:t>
            </a:r>
          </a:p>
        </p:txBody>
      </p:sp>
      <p:pic>
        <p:nvPicPr>
          <p:cNvPr id="71" name="Picture Placeholder 101" descr="vSAN Database&#10;">
            <a:extLst>
              <a:ext uri="{FF2B5EF4-FFF2-40B4-BE49-F238E27FC236}">
                <a16:creationId xmlns:a16="http://schemas.microsoft.com/office/drawing/2014/main" id="{7BC035F1-F64B-C09F-62B9-163D938EC07F}"/>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a:stretch/>
        </p:blipFill>
        <p:spPr>
          <a:xfrm>
            <a:off x="5019846" y="4152525"/>
            <a:ext cx="480516" cy="480516"/>
          </a:xfrm>
          <a:prstGeom prst="rect">
            <a:avLst/>
          </a:prstGeom>
        </p:spPr>
      </p:pic>
      <p:grpSp>
        <p:nvGrpSpPr>
          <p:cNvPr id="73" name="Group 72" descr="Network 1&#10;">
            <a:extLst>
              <a:ext uri="{FF2B5EF4-FFF2-40B4-BE49-F238E27FC236}">
                <a16:creationId xmlns:a16="http://schemas.microsoft.com/office/drawing/2014/main" id="{C62C2A1B-C2EC-FDC6-4137-60C10BCBBA7E}"/>
              </a:ext>
            </a:extLst>
          </p:cNvPr>
          <p:cNvGrpSpPr/>
          <p:nvPr/>
        </p:nvGrpSpPr>
        <p:grpSpPr>
          <a:xfrm>
            <a:off x="5045175" y="4747554"/>
            <a:ext cx="429858" cy="410086"/>
            <a:chOff x="5804281" y="1946839"/>
            <a:chExt cx="600837" cy="602089"/>
          </a:xfrm>
          <a:solidFill>
            <a:srgbClr val="0098C7"/>
          </a:solidFill>
        </p:grpSpPr>
        <p:sp>
          <p:nvSpPr>
            <p:cNvPr id="74" name="Picture Placeholder 90">
              <a:extLst>
                <a:ext uri="{FF2B5EF4-FFF2-40B4-BE49-F238E27FC236}">
                  <a16:creationId xmlns:a16="http://schemas.microsoft.com/office/drawing/2014/main" id="{6F221852-64F4-2025-F8F9-61FD6F219440}"/>
                </a:ext>
              </a:extLst>
            </p:cNvPr>
            <p:cNvSpPr/>
            <p:nvPr/>
          </p:nvSpPr>
          <p:spPr>
            <a:xfrm>
              <a:off x="5804281" y="1946839"/>
              <a:ext cx="600837" cy="602089"/>
            </a:xfrm>
            <a:custGeom>
              <a:avLst/>
              <a:gdLst>
                <a:gd name="connsiteX0" fmla="*/ 300419 w 600837"/>
                <a:gd name="connsiteY0" fmla="*/ 15844 h 602089"/>
                <a:gd name="connsiteX1" fmla="*/ 585026 w 600837"/>
                <a:gd name="connsiteY1" fmla="*/ 301045 h 602089"/>
                <a:gd name="connsiteX2" fmla="*/ 300419 w 600837"/>
                <a:gd name="connsiteY2" fmla="*/ 586245 h 602089"/>
                <a:gd name="connsiteX3" fmla="*/ 15812 w 600837"/>
                <a:gd name="connsiteY3" fmla="*/ 301045 h 602089"/>
                <a:gd name="connsiteX4" fmla="*/ 300419 w 600837"/>
                <a:gd name="connsiteY4" fmla="*/ 15844 h 602089"/>
                <a:gd name="connsiteX5" fmla="*/ 300419 w 600837"/>
                <a:gd name="connsiteY5" fmla="*/ 0 h 602089"/>
                <a:gd name="connsiteX6" fmla="*/ 0 w 600837"/>
                <a:gd name="connsiteY6" fmla="*/ 301045 h 602089"/>
                <a:gd name="connsiteX7" fmla="*/ 300419 w 600837"/>
                <a:gd name="connsiteY7" fmla="*/ 602089 h 602089"/>
                <a:gd name="connsiteX8" fmla="*/ 600837 w 600837"/>
                <a:gd name="connsiteY8" fmla="*/ 301045 h 602089"/>
                <a:gd name="connsiteX9" fmla="*/ 300419 w 600837"/>
                <a:gd name="connsiteY9" fmla="*/ 0 h 60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0837" h="602089">
                  <a:moveTo>
                    <a:pt x="300419" y="15844"/>
                  </a:moveTo>
                  <a:cubicBezTo>
                    <a:pt x="457603" y="15844"/>
                    <a:pt x="585026" y="143533"/>
                    <a:pt x="585026" y="301045"/>
                  </a:cubicBezTo>
                  <a:cubicBezTo>
                    <a:pt x="585026" y="458556"/>
                    <a:pt x="457603" y="586245"/>
                    <a:pt x="300419" y="586245"/>
                  </a:cubicBezTo>
                  <a:cubicBezTo>
                    <a:pt x="143234" y="586245"/>
                    <a:pt x="15812" y="458556"/>
                    <a:pt x="15812" y="301045"/>
                  </a:cubicBezTo>
                  <a:cubicBezTo>
                    <a:pt x="15986" y="143605"/>
                    <a:pt x="143307" y="16019"/>
                    <a:pt x="300419" y="15844"/>
                  </a:cubicBezTo>
                  <a:moveTo>
                    <a:pt x="300419" y="0"/>
                  </a:moveTo>
                  <a:cubicBezTo>
                    <a:pt x="134502" y="0"/>
                    <a:pt x="0" y="134782"/>
                    <a:pt x="0" y="301045"/>
                  </a:cubicBezTo>
                  <a:cubicBezTo>
                    <a:pt x="0" y="467307"/>
                    <a:pt x="134502" y="602089"/>
                    <a:pt x="300419" y="602089"/>
                  </a:cubicBezTo>
                  <a:cubicBezTo>
                    <a:pt x="466335" y="602089"/>
                    <a:pt x="600837" y="467307"/>
                    <a:pt x="600837" y="301045"/>
                  </a:cubicBezTo>
                  <a:cubicBezTo>
                    <a:pt x="600837" y="134782"/>
                    <a:pt x="466335" y="0"/>
                    <a:pt x="300419"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75" name="Picture Placeholder 90">
              <a:extLst>
                <a:ext uri="{FF2B5EF4-FFF2-40B4-BE49-F238E27FC236}">
                  <a16:creationId xmlns:a16="http://schemas.microsoft.com/office/drawing/2014/main" id="{6ADA354A-9EAA-F9C9-C5C6-A64446CA3B3C}"/>
                </a:ext>
              </a:extLst>
            </p:cNvPr>
            <p:cNvSpPr/>
            <p:nvPr/>
          </p:nvSpPr>
          <p:spPr>
            <a:xfrm>
              <a:off x="6261233" y="2204153"/>
              <a:ext cx="94869" cy="95066"/>
            </a:xfrm>
            <a:custGeom>
              <a:avLst/>
              <a:gdLst>
                <a:gd name="connsiteX0" fmla="*/ 94869 w 94869"/>
                <a:gd name="connsiteY0" fmla="*/ 47533 h 95066"/>
                <a:gd name="connsiteX1" fmla="*/ 47435 w 94869"/>
                <a:gd name="connsiteY1" fmla="*/ 95067 h 95066"/>
                <a:gd name="connsiteX2" fmla="*/ 0 w 94869"/>
                <a:gd name="connsiteY2" fmla="*/ 47533 h 95066"/>
                <a:gd name="connsiteX3" fmla="*/ 47435 w 94869"/>
                <a:gd name="connsiteY3" fmla="*/ 0 h 95066"/>
                <a:gd name="connsiteX4" fmla="*/ 94869 w 94869"/>
                <a:gd name="connsiteY4" fmla="*/ 47533 h 95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69" h="95066">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76" name="Picture Placeholder 90">
              <a:extLst>
                <a:ext uri="{FF2B5EF4-FFF2-40B4-BE49-F238E27FC236}">
                  <a16:creationId xmlns:a16="http://schemas.microsoft.com/office/drawing/2014/main" id="{31ED1D77-10B0-3969-4C8A-CFF34EBC25BB}"/>
                </a:ext>
              </a:extLst>
            </p:cNvPr>
            <p:cNvSpPr/>
            <p:nvPr/>
          </p:nvSpPr>
          <p:spPr>
            <a:xfrm>
              <a:off x="5856459" y="2204153"/>
              <a:ext cx="94869" cy="95066"/>
            </a:xfrm>
            <a:custGeom>
              <a:avLst/>
              <a:gdLst>
                <a:gd name="connsiteX0" fmla="*/ 94869 w 94869"/>
                <a:gd name="connsiteY0" fmla="*/ 47533 h 95066"/>
                <a:gd name="connsiteX1" fmla="*/ 47435 w 94869"/>
                <a:gd name="connsiteY1" fmla="*/ 95067 h 95066"/>
                <a:gd name="connsiteX2" fmla="*/ 0 w 94869"/>
                <a:gd name="connsiteY2" fmla="*/ 47533 h 95066"/>
                <a:gd name="connsiteX3" fmla="*/ 47435 w 94869"/>
                <a:gd name="connsiteY3" fmla="*/ 0 h 95066"/>
                <a:gd name="connsiteX4" fmla="*/ 94869 w 94869"/>
                <a:gd name="connsiteY4" fmla="*/ 47533 h 95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69" h="95066">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77" name="Picture Placeholder 90">
              <a:extLst>
                <a:ext uri="{FF2B5EF4-FFF2-40B4-BE49-F238E27FC236}">
                  <a16:creationId xmlns:a16="http://schemas.microsoft.com/office/drawing/2014/main" id="{D580FF34-0F9F-8149-C09F-641F86AD4135}"/>
                </a:ext>
              </a:extLst>
            </p:cNvPr>
            <p:cNvSpPr/>
            <p:nvPr/>
          </p:nvSpPr>
          <p:spPr>
            <a:xfrm>
              <a:off x="6058846" y="1999126"/>
              <a:ext cx="94869" cy="95066"/>
            </a:xfrm>
            <a:custGeom>
              <a:avLst/>
              <a:gdLst>
                <a:gd name="connsiteX0" fmla="*/ 94869 w 94869"/>
                <a:gd name="connsiteY0" fmla="*/ 47533 h 95066"/>
                <a:gd name="connsiteX1" fmla="*/ 47435 w 94869"/>
                <a:gd name="connsiteY1" fmla="*/ 95067 h 95066"/>
                <a:gd name="connsiteX2" fmla="*/ 0 w 94869"/>
                <a:gd name="connsiteY2" fmla="*/ 47533 h 95066"/>
                <a:gd name="connsiteX3" fmla="*/ 47435 w 94869"/>
                <a:gd name="connsiteY3" fmla="*/ 0 h 95066"/>
                <a:gd name="connsiteX4" fmla="*/ 94869 w 94869"/>
                <a:gd name="connsiteY4" fmla="*/ 47533 h 95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69" h="95066">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78" name="Picture Placeholder 90">
              <a:extLst>
                <a:ext uri="{FF2B5EF4-FFF2-40B4-BE49-F238E27FC236}">
                  <a16:creationId xmlns:a16="http://schemas.microsoft.com/office/drawing/2014/main" id="{2F2C174B-B559-DC32-331F-1FD261CD2A0A}"/>
                </a:ext>
              </a:extLst>
            </p:cNvPr>
            <p:cNvSpPr/>
            <p:nvPr/>
          </p:nvSpPr>
          <p:spPr>
            <a:xfrm>
              <a:off x="6058846" y="2401321"/>
              <a:ext cx="94869" cy="95066"/>
            </a:xfrm>
            <a:custGeom>
              <a:avLst/>
              <a:gdLst>
                <a:gd name="connsiteX0" fmla="*/ 94869 w 94869"/>
                <a:gd name="connsiteY0" fmla="*/ 47533 h 95066"/>
                <a:gd name="connsiteX1" fmla="*/ 47435 w 94869"/>
                <a:gd name="connsiteY1" fmla="*/ 95067 h 95066"/>
                <a:gd name="connsiteX2" fmla="*/ 0 w 94869"/>
                <a:gd name="connsiteY2" fmla="*/ 47533 h 95066"/>
                <a:gd name="connsiteX3" fmla="*/ 47435 w 94869"/>
                <a:gd name="connsiteY3" fmla="*/ 0 h 95066"/>
                <a:gd name="connsiteX4" fmla="*/ 94869 w 94869"/>
                <a:gd name="connsiteY4" fmla="*/ 47533 h 95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69" h="95066">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79" name="Picture Placeholder 90">
              <a:extLst>
                <a:ext uri="{FF2B5EF4-FFF2-40B4-BE49-F238E27FC236}">
                  <a16:creationId xmlns:a16="http://schemas.microsoft.com/office/drawing/2014/main" id="{9532535C-1DE7-B564-96CF-D290F5F23CA4}"/>
                </a:ext>
              </a:extLst>
            </p:cNvPr>
            <p:cNvSpPr/>
            <p:nvPr/>
          </p:nvSpPr>
          <p:spPr>
            <a:xfrm>
              <a:off x="6058846" y="2203012"/>
              <a:ext cx="94869" cy="95066"/>
            </a:xfrm>
            <a:custGeom>
              <a:avLst/>
              <a:gdLst>
                <a:gd name="connsiteX0" fmla="*/ 94869 w 94869"/>
                <a:gd name="connsiteY0" fmla="*/ 47533 h 95066"/>
                <a:gd name="connsiteX1" fmla="*/ 47435 w 94869"/>
                <a:gd name="connsiteY1" fmla="*/ 95067 h 95066"/>
                <a:gd name="connsiteX2" fmla="*/ 0 w 94869"/>
                <a:gd name="connsiteY2" fmla="*/ 47533 h 95066"/>
                <a:gd name="connsiteX3" fmla="*/ 47435 w 94869"/>
                <a:gd name="connsiteY3" fmla="*/ 0 h 95066"/>
                <a:gd name="connsiteX4" fmla="*/ 94869 w 94869"/>
                <a:gd name="connsiteY4" fmla="*/ 47533 h 95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69" h="95066">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80" name="Picture Placeholder 90">
              <a:extLst>
                <a:ext uri="{FF2B5EF4-FFF2-40B4-BE49-F238E27FC236}">
                  <a16:creationId xmlns:a16="http://schemas.microsoft.com/office/drawing/2014/main" id="{6C91C1D9-D5E9-0795-F9FE-94189EDF1DF1}"/>
                </a:ext>
              </a:extLst>
            </p:cNvPr>
            <p:cNvSpPr/>
            <p:nvPr/>
          </p:nvSpPr>
          <p:spPr>
            <a:xfrm rot="-2700000">
              <a:off x="5926543" y="2132058"/>
              <a:ext cx="141671" cy="15844"/>
            </a:xfrm>
            <a:custGeom>
              <a:avLst/>
              <a:gdLst>
                <a:gd name="connsiteX0" fmla="*/ 0 w 141671"/>
                <a:gd name="connsiteY0" fmla="*/ 0 h 15844"/>
                <a:gd name="connsiteX1" fmla="*/ 141671 w 141671"/>
                <a:gd name="connsiteY1" fmla="*/ 0 h 15844"/>
                <a:gd name="connsiteX2" fmla="*/ 141671 w 141671"/>
                <a:gd name="connsiteY2" fmla="*/ 15844 h 15844"/>
                <a:gd name="connsiteX3" fmla="*/ 0 w 141671"/>
                <a:gd name="connsiteY3" fmla="*/ 15844 h 15844"/>
              </a:gdLst>
              <a:ahLst/>
              <a:cxnLst>
                <a:cxn ang="0">
                  <a:pos x="connsiteX0" y="connsiteY0"/>
                </a:cxn>
                <a:cxn ang="0">
                  <a:pos x="connsiteX1" y="connsiteY1"/>
                </a:cxn>
                <a:cxn ang="0">
                  <a:pos x="connsiteX2" y="connsiteY2"/>
                </a:cxn>
                <a:cxn ang="0">
                  <a:pos x="connsiteX3" y="connsiteY3"/>
                </a:cxn>
              </a:cxnLst>
              <a:rect l="l" t="t" r="r" b="b"/>
              <a:pathLst>
                <a:path w="141671" h="15844">
                  <a:moveTo>
                    <a:pt x="0" y="0"/>
                  </a:moveTo>
                  <a:lnTo>
                    <a:pt x="141671" y="0"/>
                  </a:lnTo>
                  <a:lnTo>
                    <a:pt x="141671"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81" name="Picture Placeholder 90">
              <a:extLst>
                <a:ext uri="{FF2B5EF4-FFF2-40B4-BE49-F238E27FC236}">
                  <a16:creationId xmlns:a16="http://schemas.microsoft.com/office/drawing/2014/main" id="{8F5489E0-4E7B-0606-7BE3-69C994E3DAAE}"/>
                </a:ext>
              </a:extLst>
            </p:cNvPr>
            <p:cNvSpPr/>
            <p:nvPr/>
          </p:nvSpPr>
          <p:spPr>
            <a:xfrm rot="-2700000">
              <a:off x="5989470" y="2286318"/>
              <a:ext cx="15811" cy="141966"/>
            </a:xfrm>
            <a:custGeom>
              <a:avLst/>
              <a:gdLst>
                <a:gd name="connsiteX0" fmla="*/ 0 w 15811"/>
                <a:gd name="connsiteY0" fmla="*/ 0 h 141966"/>
                <a:gd name="connsiteX1" fmla="*/ 15811 w 15811"/>
                <a:gd name="connsiteY1" fmla="*/ 0 h 141966"/>
                <a:gd name="connsiteX2" fmla="*/ 15811 w 15811"/>
                <a:gd name="connsiteY2" fmla="*/ 141966 h 141966"/>
                <a:gd name="connsiteX3" fmla="*/ 0 w 15811"/>
                <a:gd name="connsiteY3" fmla="*/ 141966 h 141966"/>
              </a:gdLst>
              <a:ahLst/>
              <a:cxnLst>
                <a:cxn ang="0">
                  <a:pos x="connsiteX0" y="connsiteY0"/>
                </a:cxn>
                <a:cxn ang="0">
                  <a:pos x="connsiteX1" y="connsiteY1"/>
                </a:cxn>
                <a:cxn ang="0">
                  <a:pos x="connsiteX2" y="connsiteY2"/>
                </a:cxn>
                <a:cxn ang="0">
                  <a:pos x="connsiteX3" y="connsiteY3"/>
                </a:cxn>
              </a:cxnLst>
              <a:rect l="l" t="t" r="r" b="b"/>
              <a:pathLst>
                <a:path w="15811" h="141966">
                  <a:moveTo>
                    <a:pt x="0" y="0"/>
                  </a:moveTo>
                  <a:lnTo>
                    <a:pt x="15811" y="0"/>
                  </a:lnTo>
                  <a:lnTo>
                    <a:pt x="15811" y="141966"/>
                  </a:lnTo>
                  <a:lnTo>
                    <a:pt x="0" y="141966"/>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82" name="Picture Placeholder 90">
              <a:extLst>
                <a:ext uri="{FF2B5EF4-FFF2-40B4-BE49-F238E27FC236}">
                  <a16:creationId xmlns:a16="http://schemas.microsoft.com/office/drawing/2014/main" id="{07AF9100-E2C8-D569-9632-4E8F5D66ACC1}"/>
                </a:ext>
              </a:extLst>
            </p:cNvPr>
            <p:cNvSpPr/>
            <p:nvPr/>
          </p:nvSpPr>
          <p:spPr>
            <a:xfrm rot="-2700000">
              <a:off x="6213373" y="2069051"/>
              <a:ext cx="15811" cy="141966"/>
            </a:xfrm>
            <a:custGeom>
              <a:avLst/>
              <a:gdLst>
                <a:gd name="connsiteX0" fmla="*/ 0 w 15811"/>
                <a:gd name="connsiteY0" fmla="*/ 0 h 141966"/>
                <a:gd name="connsiteX1" fmla="*/ 15812 w 15811"/>
                <a:gd name="connsiteY1" fmla="*/ 0 h 141966"/>
                <a:gd name="connsiteX2" fmla="*/ 15812 w 15811"/>
                <a:gd name="connsiteY2" fmla="*/ 141966 h 141966"/>
                <a:gd name="connsiteX3" fmla="*/ 0 w 15811"/>
                <a:gd name="connsiteY3" fmla="*/ 141966 h 141966"/>
              </a:gdLst>
              <a:ahLst/>
              <a:cxnLst>
                <a:cxn ang="0">
                  <a:pos x="connsiteX0" y="connsiteY0"/>
                </a:cxn>
                <a:cxn ang="0">
                  <a:pos x="connsiteX1" y="connsiteY1"/>
                </a:cxn>
                <a:cxn ang="0">
                  <a:pos x="connsiteX2" y="connsiteY2"/>
                </a:cxn>
                <a:cxn ang="0">
                  <a:pos x="connsiteX3" y="connsiteY3"/>
                </a:cxn>
              </a:cxnLst>
              <a:rect l="l" t="t" r="r" b="b"/>
              <a:pathLst>
                <a:path w="15811" h="141966">
                  <a:moveTo>
                    <a:pt x="0" y="0"/>
                  </a:moveTo>
                  <a:lnTo>
                    <a:pt x="15812" y="0"/>
                  </a:lnTo>
                  <a:lnTo>
                    <a:pt x="15812" y="141966"/>
                  </a:lnTo>
                  <a:lnTo>
                    <a:pt x="0" y="141966"/>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83" name="Picture Placeholder 90">
              <a:extLst>
                <a:ext uri="{FF2B5EF4-FFF2-40B4-BE49-F238E27FC236}">
                  <a16:creationId xmlns:a16="http://schemas.microsoft.com/office/drawing/2014/main" id="{D7522FE2-6400-10EC-090F-13A0694AFF06}"/>
                </a:ext>
              </a:extLst>
            </p:cNvPr>
            <p:cNvSpPr/>
            <p:nvPr/>
          </p:nvSpPr>
          <p:spPr>
            <a:xfrm rot="-2700000">
              <a:off x="6150441" y="2349368"/>
              <a:ext cx="141671" cy="15844"/>
            </a:xfrm>
            <a:custGeom>
              <a:avLst/>
              <a:gdLst>
                <a:gd name="connsiteX0" fmla="*/ 0 w 141671"/>
                <a:gd name="connsiteY0" fmla="*/ 0 h 15844"/>
                <a:gd name="connsiteX1" fmla="*/ 141671 w 141671"/>
                <a:gd name="connsiteY1" fmla="*/ 0 h 15844"/>
                <a:gd name="connsiteX2" fmla="*/ 141671 w 141671"/>
                <a:gd name="connsiteY2" fmla="*/ 15844 h 15844"/>
                <a:gd name="connsiteX3" fmla="*/ 0 w 141671"/>
                <a:gd name="connsiteY3" fmla="*/ 15844 h 15844"/>
              </a:gdLst>
              <a:ahLst/>
              <a:cxnLst>
                <a:cxn ang="0">
                  <a:pos x="connsiteX0" y="connsiteY0"/>
                </a:cxn>
                <a:cxn ang="0">
                  <a:pos x="connsiteX1" y="connsiteY1"/>
                </a:cxn>
                <a:cxn ang="0">
                  <a:pos x="connsiteX2" y="connsiteY2"/>
                </a:cxn>
                <a:cxn ang="0">
                  <a:pos x="connsiteX3" y="connsiteY3"/>
                </a:cxn>
              </a:cxnLst>
              <a:rect l="l" t="t" r="r" b="b"/>
              <a:pathLst>
                <a:path w="141671" h="15844">
                  <a:moveTo>
                    <a:pt x="0" y="0"/>
                  </a:moveTo>
                  <a:lnTo>
                    <a:pt x="141671" y="0"/>
                  </a:lnTo>
                  <a:lnTo>
                    <a:pt x="141671"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84" name="Picture Placeholder 90">
              <a:extLst>
                <a:ext uri="{FF2B5EF4-FFF2-40B4-BE49-F238E27FC236}">
                  <a16:creationId xmlns:a16="http://schemas.microsoft.com/office/drawing/2014/main" id="{5FDCA4CE-A856-FBB8-87F1-9DB9A57C56A3}"/>
                </a:ext>
              </a:extLst>
            </p:cNvPr>
            <p:cNvSpPr/>
            <p:nvPr/>
          </p:nvSpPr>
          <p:spPr>
            <a:xfrm>
              <a:off x="5971566" y="2245348"/>
              <a:ext cx="64321" cy="15844"/>
            </a:xfrm>
            <a:custGeom>
              <a:avLst/>
              <a:gdLst>
                <a:gd name="connsiteX0" fmla="*/ 0 w 64321"/>
                <a:gd name="connsiteY0" fmla="*/ 0 h 15844"/>
                <a:gd name="connsiteX1" fmla="*/ 64321 w 64321"/>
                <a:gd name="connsiteY1" fmla="*/ 0 h 15844"/>
                <a:gd name="connsiteX2" fmla="*/ 64321 w 64321"/>
                <a:gd name="connsiteY2" fmla="*/ 15844 h 15844"/>
                <a:gd name="connsiteX3" fmla="*/ 0 w 64321"/>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4321" h="15844">
                  <a:moveTo>
                    <a:pt x="0" y="0"/>
                  </a:moveTo>
                  <a:lnTo>
                    <a:pt x="64321" y="0"/>
                  </a:lnTo>
                  <a:lnTo>
                    <a:pt x="64321"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85" name="Picture Placeholder 90">
              <a:extLst>
                <a:ext uri="{FF2B5EF4-FFF2-40B4-BE49-F238E27FC236}">
                  <a16:creationId xmlns:a16="http://schemas.microsoft.com/office/drawing/2014/main" id="{8AD77EF8-55D6-EF8B-F8E5-AAA0354BA88A}"/>
                </a:ext>
              </a:extLst>
            </p:cNvPr>
            <p:cNvSpPr/>
            <p:nvPr/>
          </p:nvSpPr>
          <p:spPr>
            <a:xfrm>
              <a:off x="6179962" y="2245348"/>
              <a:ext cx="64321" cy="15844"/>
            </a:xfrm>
            <a:custGeom>
              <a:avLst/>
              <a:gdLst>
                <a:gd name="connsiteX0" fmla="*/ 0 w 64321"/>
                <a:gd name="connsiteY0" fmla="*/ 0 h 15844"/>
                <a:gd name="connsiteX1" fmla="*/ 64321 w 64321"/>
                <a:gd name="connsiteY1" fmla="*/ 0 h 15844"/>
                <a:gd name="connsiteX2" fmla="*/ 64321 w 64321"/>
                <a:gd name="connsiteY2" fmla="*/ 15844 h 15844"/>
                <a:gd name="connsiteX3" fmla="*/ 0 w 64321"/>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4321" h="15844">
                  <a:moveTo>
                    <a:pt x="0" y="0"/>
                  </a:moveTo>
                  <a:lnTo>
                    <a:pt x="64321" y="0"/>
                  </a:lnTo>
                  <a:lnTo>
                    <a:pt x="64321"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grpSp>
      <p:sp>
        <p:nvSpPr>
          <p:cNvPr id="86" name="Rectangle 85">
            <a:extLst>
              <a:ext uri="{FF2B5EF4-FFF2-40B4-BE49-F238E27FC236}">
                <a16:creationId xmlns:a16="http://schemas.microsoft.com/office/drawing/2014/main" id="{E847475D-4F43-13B0-66BE-8C3C9711B5C4}"/>
              </a:ext>
            </a:extLst>
          </p:cNvPr>
          <p:cNvSpPr/>
          <p:nvPr/>
        </p:nvSpPr>
        <p:spPr bwMode="gray">
          <a:xfrm>
            <a:off x="4877285" y="5249317"/>
            <a:ext cx="1736328" cy="485047"/>
          </a:xfrm>
          <a:prstGeom prst="rect">
            <a:avLst/>
          </a:prstGeom>
          <a:solidFill>
            <a:schemeClr val="tx2">
              <a:lumMod val="10000"/>
              <a:lumOff val="9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endParaRPr>
          </a:p>
        </p:txBody>
      </p:sp>
      <p:sp>
        <p:nvSpPr>
          <p:cNvPr id="87" name="Google Shape;1607;p50">
            <a:extLst>
              <a:ext uri="{FF2B5EF4-FFF2-40B4-BE49-F238E27FC236}">
                <a16:creationId xmlns:a16="http://schemas.microsoft.com/office/drawing/2014/main" id="{779A4200-1137-DDCF-C9A8-FDA8B29B8827}"/>
              </a:ext>
            </a:extLst>
          </p:cNvPr>
          <p:cNvSpPr txBox="1"/>
          <p:nvPr/>
        </p:nvSpPr>
        <p:spPr>
          <a:xfrm>
            <a:off x="5382670" y="5330504"/>
            <a:ext cx="1246020" cy="322672"/>
          </a:xfrm>
          <a:prstGeom prst="rect">
            <a:avLst/>
          </a:prstGeom>
          <a:noFill/>
          <a:ln>
            <a:noFill/>
          </a:ln>
        </p:spPr>
        <p:txBody>
          <a:bodyPr spcFirstLastPara="1" wrap="square" lIns="91425" tIns="45700" rIns="91425" bIns="45700" anchor="t" anchorCtr="0">
            <a:noAutofit/>
          </a:bodyPr>
          <a:lstStyle/>
          <a:p>
            <a:pPr marL="0" marR="0" lvl="0" indent="-80010" algn="ctr" defTabSz="914400" rtl="0" eaLnBrk="1" fontAlgn="auto" latinLnBrk="0" hangingPunct="1">
              <a:lnSpc>
                <a:spcPct val="100000"/>
              </a:lnSpc>
              <a:spcBef>
                <a:spcPts val="0"/>
              </a:spcBef>
              <a:spcAft>
                <a:spcPts val="0"/>
              </a:spcAft>
              <a:buClr>
                <a:srgbClr val="A8A8AB"/>
              </a:buClr>
              <a:buSzPts val="1260"/>
              <a:buFont typeface="Arial"/>
              <a:buChar char="​"/>
              <a:tabLst/>
              <a:defRPr/>
            </a:pPr>
            <a:r>
              <a:rPr kumimoji="0" lang="en-US" sz="1400" b="0" i="0" u="none" strike="noStrike" kern="1200" cap="none" spc="0" normalizeH="0" baseline="0" noProof="0" dirty="0">
                <a:ln>
                  <a:noFill/>
                </a:ln>
                <a:solidFill>
                  <a:srgbClr val="1B1D36"/>
                </a:solidFill>
                <a:effectLst/>
                <a:uLnTx/>
                <a:uFillTx/>
                <a:latin typeface="Figtree" panose="020B0604020202020204"/>
                <a:ea typeface="Arial"/>
                <a:cs typeface="Arial"/>
                <a:sym typeface="Arial"/>
              </a:rPr>
              <a:t>Operations</a:t>
            </a:r>
            <a:endParaRPr kumimoji="0" sz="1400" b="0" i="0" u="none" strike="noStrike" kern="1200" cap="none" spc="0" normalizeH="0" baseline="0" noProof="0" dirty="0">
              <a:ln>
                <a:noFill/>
              </a:ln>
              <a:solidFill>
                <a:srgbClr val="1B1D36"/>
              </a:solidFill>
              <a:effectLst/>
              <a:uLnTx/>
              <a:uFillTx/>
              <a:latin typeface="Figtree" panose="020B0604020202020204"/>
              <a:ea typeface="Arial"/>
              <a:cs typeface="Arial"/>
              <a:sym typeface="Arial"/>
            </a:endParaRPr>
          </a:p>
        </p:txBody>
      </p:sp>
      <p:sp>
        <p:nvSpPr>
          <p:cNvPr id="88" name="Rectangle 87">
            <a:extLst>
              <a:ext uri="{FF2B5EF4-FFF2-40B4-BE49-F238E27FC236}">
                <a16:creationId xmlns:a16="http://schemas.microsoft.com/office/drawing/2014/main" id="{32090F2B-686D-FD97-3C1F-6AAB7521B961}"/>
              </a:ext>
            </a:extLst>
          </p:cNvPr>
          <p:cNvSpPr/>
          <p:nvPr/>
        </p:nvSpPr>
        <p:spPr bwMode="gray">
          <a:xfrm>
            <a:off x="6694136" y="5253692"/>
            <a:ext cx="1246020" cy="485047"/>
          </a:xfrm>
          <a:prstGeom prst="rect">
            <a:avLst/>
          </a:prstGeom>
          <a:solidFill>
            <a:schemeClr val="tx2">
              <a:lumMod val="10000"/>
              <a:lumOff val="9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65000"/>
                    <a:lumOff val="35000"/>
                  </a:srgbClr>
                </a:solidFill>
                <a:effectLst/>
                <a:uLnTx/>
                <a:uFillTx/>
                <a:latin typeface="Figtree" panose="020B0604020202020204"/>
                <a:ea typeface="+mn-ea"/>
                <a:cs typeface="+mn-cs"/>
              </a:rPr>
              <a:t>1</a:t>
            </a:r>
          </a:p>
        </p:txBody>
      </p:sp>
      <p:sp>
        <p:nvSpPr>
          <p:cNvPr id="89" name="Rectangle 88">
            <a:extLst>
              <a:ext uri="{FF2B5EF4-FFF2-40B4-BE49-F238E27FC236}">
                <a16:creationId xmlns:a16="http://schemas.microsoft.com/office/drawing/2014/main" id="{73BDC973-C716-AD26-E5B9-6995DE8731E8}"/>
              </a:ext>
            </a:extLst>
          </p:cNvPr>
          <p:cNvSpPr/>
          <p:nvPr/>
        </p:nvSpPr>
        <p:spPr bwMode="gray">
          <a:xfrm>
            <a:off x="7993374" y="5253692"/>
            <a:ext cx="1246020" cy="485047"/>
          </a:xfrm>
          <a:prstGeom prst="rect">
            <a:avLst/>
          </a:prstGeom>
          <a:solidFill>
            <a:schemeClr val="tx2">
              <a:lumMod val="10000"/>
              <a:lumOff val="9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65000"/>
                    <a:lumOff val="35000"/>
                  </a:srgbClr>
                </a:solidFill>
                <a:effectLst/>
                <a:uLnTx/>
                <a:uFillTx/>
                <a:latin typeface="Figtree" panose="020B0604020202020204"/>
                <a:ea typeface="+mn-ea"/>
                <a:cs typeface="+mn-cs"/>
              </a:rPr>
              <a:t>20</a:t>
            </a:r>
          </a:p>
        </p:txBody>
      </p:sp>
      <p:sp>
        <p:nvSpPr>
          <p:cNvPr id="90" name="Rectangle 89">
            <a:extLst>
              <a:ext uri="{FF2B5EF4-FFF2-40B4-BE49-F238E27FC236}">
                <a16:creationId xmlns:a16="http://schemas.microsoft.com/office/drawing/2014/main" id="{120126D3-4A55-6805-6B70-53C3F1A37DA2}"/>
              </a:ext>
            </a:extLst>
          </p:cNvPr>
          <p:cNvSpPr/>
          <p:nvPr/>
        </p:nvSpPr>
        <p:spPr bwMode="gray">
          <a:xfrm>
            <a:off x="9290157" y="5253692"/>
            <a:ext cx="1246020" cy="485047"/>
          </a:xfrm>
          <a:prstGeom prst="rect">
            <a:avLst/>
          </a:prstGeom>
          <a:solidFill>
            <a:schemeClr val="tx2">
              <a:lumMod val="10000"/>
              <a:lumOff val="9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65000"/>
                    <a:lumOff val="35000"/>
                  </a:srgbClr>
                </a:solidFill>
                <a:effectLst/>
                <a:uLnTx/>
                <a:uFillTx/>
                <a:latin typeface="Figtree" panose="020B0604020202020204"/>
                <a:ea typeface="+mn-ea"/>
                <a:cs typeface="+mn-cs"/>
              </a:rPr>
              <a:t>21</a:t>
            </a:r>
          </a:p>
        </p:txBody>
      </p:sp>
      <p:grpSp>
        <p:nvGrpSpPr>
          <p:cNvPr id="91" name="Group 90">
            <a:extLst>
              <a:ext uri="{FF2B5EF4-FFF2-40B4-BE49-F238E27FC236}">
                <a16:creationId xmlns:a16="http://schemas.microsoft.com/office/drawing/2014/main" id="{D5DEF242-CC45-5AD5-AA16-36D91E2A7C8F}"/>
              </a:ext>
            </a:extLst>
          </p:cNvPr>
          <p:cNvGrpSpPr/>
          <p:nvPr/>
        </p:nvGrpSpPr>
        <p:grpSpPr>
          <a:xfrm>
            <a:off x="5064519" y="5292157"/>
            <a:ext cx="391170" cy="392528"/>
            <a:chOff x="6535103" y="4985654"/>
            <a:chExt cx="618796" cy="521138"/>
          </a:xfrm>
          <a:solidFill>
            <a:srgbClr val="0098C7"/>
          </a:solidFill>
        </p:grpSpPr>
        <p:sp>
          <p:nvSpPr>
            <p:cNvPr id="92" name="Freeform 294">
              <a:extLst>
                <a:ext uri="{FF2B5EF4-FFF2-40B4-BE49-F238E27FC236}">
                  <a16:creationId xmlns:a16="http://schemas.microsoft.com/office/drawing/2014/main" id="{546D9261-8956-D8F4-AB13-80CECBDFF85D}"/>
                </a:ext>
              </a:extLst>
            </p:cNvPr>
            <p:cNvSpPr/>
            <p:nvPr/>
          </p:nvSpPr>
          <p:spPr>
            <a:xfrm>
              <a:off x="6746169" y="5395374"/>
              <a:ext cx="196992" cy="111418"/>
            </a:xfrm>
            <a:custGeom>
              <a:avLst/>
              <a:gdLst>
                <a:gd name="connsiteX0" fmla="*/ 60157 w 196992"/>
                <a:gd name="connsiteY0" fmla="*/ 0 h 111418"/>
                <a:gd name="connsiteX1" fmla="*/ 49504 w 196992"/>
                <a:gd name="connsiteY1" fmla="*/ 81678 h 111418"/>
                <a:gd name="connsiteX2" fmla="*/ 2006 w 196992"/>
                <a:gd name="connsiteY2" fmla="*/ 102985 h 111418"/>
                <a:gd name="connsiteX3" fmla="*/ 4670 w 196992"/>
                <a:gd name="connsiteY3" fmla="*/ 111419 h 111418"/>
                <a:gd name="connsiteX4" fmla="*/ 192439 w 196992"/>
                <a:gd name="connsiteY4" fmla="*/ 111419 h 111418"/>
                <a:gd name="connsiteX5" fmla="*/ 195103 w 196992"/>
                <a:gd name="connsiteY5" fmla="*/ 102985 h 111418"/>
                <a:gd name="connsiteX6" fmla="*/ 147606 w 196992"/>
                <a:gd name="connsiteY6" fmla="*/ 81678 h 111418"/>
                <a:gd name="connsiteX7" fmla="*/ 139615 w 196992"/>
                <a:gd name="connsiteY7" fmla="*/ 0 h 111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6992" h="111418">
                  <a:moveTo>
                    <a:pt x="60157" y="0"/>
                  </a:moveTo>
                  <a:lnTo>
                    <a:pt x="49504" y="81678"/>
                  </a:lnTo>
                  <a:cubicBezTo>
                    <a:pt x="49504" y="81678"/>
                    <a:pt x="13548" y="94995"/>
                    <a:pt x="2006" y="102985"/>
                  </a:cubicBezTo>
                  <a:cubicBezTo>
                    <a:pt x="-1545" y="105648"/>
                    <a:pt x="-213" y="111419"/>
                    <a:pt x="4670" y="111419"/>
                  </a:cubicBezTo>
                  <a:lnTo>
                    <a:pt x="192439" y="111419"/>
                  </a:lnTo>
                  <a:cubicBezTo>
                    <a:pt x="196878" y="111419"/>
                    <a:pt x="198654" y="105648"/>
                    <a:pt x="195103" y="102985"/>
                  </a:cubicBezTo>
                  <a:cubicBezTo>
                    <a:pt x="184005" y="95438"/>
                    <a:pt x="147606" y="81678"/>
                    <a:pt x="147606" y="81678"/>
                  </a:cubicBezTo>
                  <a:lnTo>
                    <a:pt x="139615" y="0"/>
                  </a:lnTo>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grpSp>
          <p:nvGrpSpPr>
            <p:cNvPr id="93" name="Graphic 33">
              <a:extLst>
                <a:ext uri="{FF2B5EF4-FFF2-40B4-BE49-F238E27FC236}">
                  <a16:creationId xmlns:a16="http://schemas.microsoft.com/office/drawing/2014/main" id="{5DC39E23-F3DB-09FF-3A0D-B689D6B68794}"/>
                </a:ext>
              </a:extLst>
            </p:cNvPr>
            <p:cNvGrpSpPr/>
            <p:nvPr/>
          </p:nvGrpSpPr>
          <p:grpSpPr>
            <a:xfrm>
              <a:off x="6535103" y="4985654"/>
              <a:ext cx="618796" cy="414158"/>
              <a:chOff x="6535103" y="4985654"/>
              <a:chExt cx="618796" cy="414158"/>
            </a:xfrm>
            <a:grpFill/>
          </p:grpSpPr>
          <p:sp>
            <p:nvSpPr>
              <p:cNvPr id="97" name="Freeform 296">
                <a:extLst>
                  <a:ext uri="{FF2B5EF4-FFF2-40B4-BE49-F238E27FC236}">
                    <a16:creationId xmlns:a16="http://schemas.microsoft.com/office/drawing/2014/main" id="{DBDDE471-594D-114D-665B-B63A9D3011DC}"/>
                  </a:ext>
                </a:extLst>
              </p:cNvPr>
              <p:cNvSpPr/>
              <p:nvPr/>
            </p:nvSpPr>
            <p:spPr>
              <a:xfrm>
                <a:off x="6535103" y="4989205"/>
                <a:ext cx="618796" cy="410607"/>
              </a:xfrm>
              <a:custGeom>
                <a:avLst/>
                <a:gdLst>
                  <a:gd name="connsiteX0" fmla="*/ 575738 w 618796"/>
                  <a:gd name="connsiteY0" fmla="*/ 232160 h 410607"/>
                  <a:gd name="connsiteX1" fmla="*/ 575738 w 618796"/>
                  <a:gd name="connsiteY1" fmla="*/ 360447 h 410607"/>
                  <a:gd name="connsiteX2" fmla="*/ 567304 w 618796"/>
                  <a:gd name="connsiteY2" fmla="*/ 367549 h 410607"/>
                  <a:gd name="connsiteX3" fmla="*/ 50605 w 618796"/>
                  <a:gd name="connsiteY3" fmla="*/ 367549 h 410607"/>
                  <a:gd name="connsiteX4" fmla="*/ 43058 w 618796"/>
                  <a:gd name="connsiteY4" fmla="*/ 361335 h 410607"/>
                  <a:gd name="connsiteX5" fmla="*/ 43058 w 618796"/>
                  <a:gd name="connsiteY5" fmla="*/ 49273 h 410607"/>
                  <a:gd name="connsiteX6" fmla="*/ 50161 w 618796"/>
                  <a:gd name="connsiteY6" fmla="*/ 43058 h 410607"/>
                  <a:gd name="connsiteX7" fmla="*/ 366661 w 618796"/>
                  <a:gd name="connsiteY7" fmla="*/ 43058 h 410607"/>
                  <a:gd name="connsiteX8" fmla="*/ 399510 w 618796"/>
                  <a:gd name="connsiteY8" fmla="*/ 0 h 410607"/>
                  <a:gd name="connsiteX9" fmla="*/ 50161 w 618796"/>
                  <a:gd name="connsiteY9" fmla="*/ 0 h 410607"/>
                  <a:gd name="connsiteX10" fmla="*/ 0 w 618796"/>
                  <a:gd name="connsiteY10" fmla="*/ 48829 h 410607"/>
                  <a:gd name="connsiteX11" fmla="*/ 0 w 618796"/>
                  <a:gd name="connsiteY11" fmla="*/ 361335 h 410607"/>
                  <a:gd name="connsiteX12" fmla="*/ 50161 w 618796"/>
                  <a:gd name="connsiteY12" fmla="*/ 410608 h 410607"/>
                  <a:gd name="connsiteX13" fmla="*/ 567304 w 618796"/>
                  <a:gd name="connsiteY13" fmla="*/ 410608 h 410607"/>
                  <a:gd name="connsiteX14" fmla="*/ 618797 w 618796"/>
                  <a:gd name="connsiteY14" fmla="*/ 360447 h 410607"/>
                  <a:gd name="connsiteX15" fmla="*/ 618797 w 618796"/>
                  <a:gd name="connsiteY15" fmla="*/ 190433 h 410607"/>
                  <a:gd name="connsiteX16" fmla="*/ 575738 w 618796"/>
                  <a:gd name="connsiteY16" fmla="*/ 232160 h 410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18796" h="410607">
                    <a:moveTo>
                      <a:pt x="575738" y="232160"/>
                    </a:moveTo>
                    <a:lnTo>
                      <a:pt x="575738" y="360447"/>
                    </a:lnTo>
                    <a:cubicBezTo>
                      <a:pt x="575738" y="364442"/>
                      <a:pt x="571743" y="367549"/>
                      <a:pt x="567304" y="367549"/>
                    </a:cubicBezTo>
                    <a:lnTo>
                      <a:pt x="50605" y="367549"/>
                    </a:lnTo>
                    <a:cubicBezTo>
                      <a:pt x="46610" y="367549"/>
                      <a:pt x="43058" y="364886"/>
                      <a:pt x="43058" y="361335"/>
                    </a:cubicBezTo>
                    <a:lnTo>
                      <a:pt x="43058" y="49273"/>
                    </a:lnTo>
                    <a:cubicBezTo>
                      <a:pt x="43058" y="45722"/>
                      <a:pt x="46166" y="43058"/>
                      <a:pt x="50161" y="43058"/>
                    </a:cubicBezTo>
                    <a:lnTo>
                      <a:pt x="366661" y="43058"/>
                    </a:lnTo>
                    <a:cubicBezTo>
                      <a:pt x="375095" y="26634"/>
                      <a:pt x="386193" y="12429"/>
                      <a:pt x="399510" y="0"/>
                    </a:cubicBezTo>
                    <a:lnTo>
                      <a:pt x="50161" y="0"/>
                    </a:lnTo>
                    <a:cubicBezTo>
                      <a:pt x="22639" y="0"/>
                      <a:pt x="0" y="21751"/>
                      <a:pt x="0" y="48829"/>
                    </a:cubicBezTo>
                    <a:lnTo>
                      <a:pt x="0" y="361335"/>
                    </a:lnTo>
                    <a:cubicBezTo>
                      <a:pt x="0" y="388413"/>
                      <a:pt x="22639" y="410608"/>
                      <a:pt x="50161" y="410608"/>
                    </a:cubicBezTo>
                    <a:lnTo>
                      <a:pt x="567304" y="410608"/>
                    </a:lnTo>
                    <a:cubicBezTo>
                      <a:pt x="595714" y="410608"/>
                      <a:pt x="618797" y="387969"/>
                      <a:pt x="618797" y="360447"/>
                    </a:cubicBezTo>
                    <a:lnTo>
                      <a:pt x="618797" y="190433"/>
                    </a:lnTo>
                    <a:cubicBezTo>
                      <a:pt x="607699" y="207301"/>
                      <a:pt x="593050" y="221506"/>
                      <a:pt x="575738" y="232160"/>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grpSp>
            <p:nvGrpSpPr>
              <p:cNvPr id="98" name="Graphic 33">
                <a:extLst>
                  <a:ext uri="{FF2B5EF4-FFF2-40B4-BE49-F238E27FC236}">
                    <a16:creationId xmlns:a16="http://schemas.microsoft.com/office/drawing/2014/main" id="{FC158B52-3075-9D72-C0EA-E38EB8DE6B9B}"/>
                  </a:ext>
                </a:extLst>
              </p:cNvPr>
              <p:cNvGrpSpPr/>
              <p:nvPr/>
            </p:nvGrpSpPr>
            <p:grpSpPr>
              <a:xfrm>
                <a:off x="6919077" y="4985654"/>
                <a:ext cx="225501" cy="225501"/>
                <a:chOff x="6919077" y="4985654"/>
                <a:chExt cx="225501" cy="225501"/>
              </a:xfrm>
              <a:grpFill/>
            </p:grpSpPr>
            <p:sp>
              <p:nvSpPr>
                <p:cNvPr id="99" name="Freeform 298">
                  <a:extLst>
                    <a:ext uri="{FF2B5EF4-FFF2-40B4-BE49-F238E27FC236}">
                      <a16:creationId xmlns:a16="http://schemas.microsoft.com/office/drawing/2014/main" id="{ED6E69EB-D30A-0BC9-A15C-A1BD4CA08911}"/>
                    </a:ext>
                  </a:extLst>
                </p:cNvPr>
                <p:cNvSpPr/>
                <p:nvPr/>
              </p:nvSpPr>
              <p:spPr>
                <a:xfrm>
                  <a:off x="6919077" y="4985654"/>
                  <a:ext cx="225501" cy="225501"/>
                </a:xfrm>
                <a:custGeom>
                  <a:avLst/>
                  <a:gdLst>
                    <a:gd name="connsiteX0" fmla="*/ 112751 w 225501"/>
                    <a:gd name="connsiteY0" fmla="*/ 225501 h 225501"/>
                    <a:gd name="connsiteX1" fmla="*/ 0 w 225501"/>
                    <a:gd name="connsiteY1" fmla="*/ 112751 h 225501"/>
                    <a:gd name="connsiteX2" fmla="*/ 112751 w 225501"/>
                    <a:gd name="connsiteY2" fmla="*/ 0 h 225501"/>
                    <a:gd name="connsiteX3" fmla="*/ 225501 w 225501"/>
                    <a:gd name="connsiteY3" fmla="*/ 112751 h 225501"/>
                    <a:gd name="connsiteX4" fmla="*/ 112751 w 225501"/>
                    <a:gd name="connsiteY4" fmla="*/ 225501 h 225501"/>
                    <a:gd name="connsiteX5" fmla="*/ 112751 w 225501"/>
                    <a:gd name="connsiteY5" fmla="*/ 31073 h 225501"/>
                    <a:gd name="connsiteX6" fmla="*/ 31073 w 225501"/>
                    <a:gd name="connsiteY6" fmla="*/ 112751 h 225501"/>
                    <a:gd name="connsiteX7" fmla="*/ 112751 w 225501"/>
                    <a:gd name="connsiteY7" fmla="*/ 194428 h 225501"/>
                    <a:gd name="connsiteX8" fmla="*/ 194428 w 225501"/>
                    <a:gd name="connsiteY8" fmla="*/ 112751 h 225501"/>
                    <a:gd name="connsiteX9" fmla="*/ 112751 w 225501"/>
                    <a:gd name="connsiteY9" fmla="*/ 31073 h 225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5501" h="225501">
                      <a:moveTo>
                        <a:pt x="112751" y="225501"/>
                      </a:moveTo>
                      <a:cubicBezTo>
                        <a:pt x="50605" y="225501"/>
                        <a:pt x="0" y="174897"/>
                        <a:pt x="0" y="112751"/>
                      </a:cubicBezTo>
                      <a:cubicBezTo>
                        <a:pt x="0" y="50605"/>
                        <a:pt x="50605" y="0"/>
                        <a:pt x="112751" y="0"/>
                      </a:cubicBezTo>
                      <a:cubicBezTo>
                        <a:pt x="174897" y="0"/>
                        <a:pt x="225501" y="50605"/>
                        <a:pt x="225501" y="112751"/>
                      </a:cubicBezTo>
                      <a:cubicBezTo>
                        <a:pt x="225501" y="174897"/>
                        <a:pt x="174897" y="225501"/>
                        <a:pt x="112751" y="225501"/>
                      </a:cubicBezTo>
                      <a:close/>
                      <a:moveTo>
                        <a:pt x="112751" y="31073"/>
                      </a:moveTo>
                      <a:cubicBezTo>
                        <a:pt x="67917" y="31073"/>
                        <a:pt x="31073" y="67917"/>
                        <a:pt x="31073" y="112751"/>
                      </a:cubicBezTo>
                      <a:cubicBezTo>
                        <a:pt x="31073" y="157585"/>
                        <a:pt x="67917" y="194428"/>
                        <a:pt x="112751" y="194428"/>
                      </a:cubicBezTo>
                      <a:cubicBezTo>
                        <a:pt x="157584" y="194428"/>
                        <a:pt x="194428" y="157585"/>
                        <a:pt x="194428" y="112751"/>
                      </a:cubicBezTo>
                      <a:cubicBezTo>
                        <a:pt x="194428" y="67917"/>
                        <a:pt x="157584" y="31073"/>
                        <a:pt x="112751" y="3107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100" name="Freeform 299">
                  <a:extLst>
                    <a:ext uri="{FF2B5EF4-FFF2-40B4-BE49-F238E27FC236}">
                      <a16:creationId xmlns:a16="http://schemas.microsoft.com/office/drawing/2014/main" id="{92F7A243-D787-8BE1-75A4-1A3AF08D555D}"/>
                    </a:ext>
                  </a:extLst>
                </p:cNvPr>
                <p:cNvSpPr/>
                <p:nvPr/>
              </p:nvSpPr>
              <p:spPr>
                <a:xfrm>
                  <a:off x="6977672" y="5058898"/>
                  <a:ext cx="105648" cy="73687"/>
                </a:xfrm>
                <a:custGeom>
                  <a:avLst/>
                  <a:gdLst>
                    <a:gd name="connsiteX0" fmla="*/ 41283 w 105648"/>
                    <a:gd name="connsiteY0" fmla="*/ 73687 h 73687"/>
                    <a:gd name="connsiteX1" fmla="*/ 0 w 105648"/>
                    <a:gd name="connsiteY1" fmla="*/ 31961 h 73687"/>
                    <a:gd name="connsiteX2" fmla="*/ 9322 w 105648"/>
                    <a:gd name="connsiteY2" fmla="*/ 22639 h 73687"/>
                    <a:gd name="connsiteX3" fmla="*/ 41283 w 105648"/>
                    <a:gd name="connsiteY3" fmla="*/ 54600 h 73687"/>
                    <a:gd name="connsiteX4" fmla="*/ 95882 w 105648"/>
                    <a:gd name="connsiteY4" fmla="*/ 0 h 73687"/>
                    <a:gd name="connsiteX5" fmla="*/ 105648 w 105648"/>
                    <a:gd name="connsiteY5" fmla="*/ 9322 h 73687"/>
                    <a:gd name="connsiteX6" fmla="*/ 41283 w 105648"/>
                    <a:gd name="connsiteY6" fmla="*/ 73687 h 73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8" h="73687">
                      <a:moveTo>
                        <a:pt x="41283" y="73687"/>
                      </a:moveTo>
                      <a:lnTo>
                        <a:pt x="0" y="31961"/>
                      </a:lnTo>
                      <a:lnTo>
                        <a:pt x="9322" y="22639"/>
                      </a:lnTo>
                      <a:lnTo>
                        <a:pt x="41283" y="54600"/>
                      </a:lnTo>
                      <a:lnTo>
                        <a:pt x="95882" y="0"/>
                      </a:lnTo>
                      <a:lnTo>
                        <a:pt x="105648" y="9322"/>
                      </a:lnTo>
                      <a:lnTo>
                        <a:pt x="41283" y="73687"/>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grpSp>
        </p:grpSp>
        <p:grpSp>
          <p:nvGrpSpPr>
            <p:cNvPr id="94" name="Graphic 33">
              <a:extLst>
                <a:ext uri="{FF2B5EF4-FFF2-40B4-BE49-F238E27FC236}">
                  <a16:creationId xmlns:a16="http://schemas.microsoft.com/office/drawing/2014/main" id="{032F0B2D-3A04-5534-AB5D-33EA0C32361B}"/>
                </a:ext>
              </a:extLst>
            </p:cNvPr>
            <p:cNvGrpSpPr/>
            <p:nvPr/>
          </p:nvGrpSpPr>
          <p:grpSpPr>
            <a:xfrm>
              <a:off x="6630542" y="5110834"/>
              <a:ext cx="266340" cy="206857"/>
              <a:chOff x="6630542" y="5110834"/>
              <a:chExt cx="266340" cy="206857"/>
            </a:xfrm>
            <a:grpFill/>
          </p:grpSpPr>
          <p:sp>
            <p:nvSpPr>
              <p:cNvPr id="95" name="Freeform 301">
                <a:extLst>
                  <a:ext uri="{FF2B5EF4-FFF2-40B4-BE49-F238E27FC236}">
                    <a16:creationId xmlns:a16="http://schemas.microsoft.com/office/drawing/2014/main" id="{CBE17F0B-C182-AE60-DC19-8D3EEC1C8274}"/>
                  </a:ext>
                </a:extLst>
              </p:cNvPr>
              <p:cNvSpPr/>
              <p:nvPr/>
            </p:nvSpPr>
            <p:spPr>
              <a:xfrm>
                <a:off x="6630542" y="5188073"/>
                <a:ext cx="160247" cy="129618"/>
              </a:xfrm>
              <a:custGeom>
                <a:avLst/>
                <a:gdLst>
                  <a:gd name="connsiteX0" fmla="*/ 160248 w 160247"/>
                  <a:gd name="connsiteY0" fmla="*/ 129619 h 129618"/>
                  <a:gd name="connsiteX1" fmla="*/ 0 w 160247"/>
                  <a:gd name="connsiteY1" fmla="*/ 129619 h 129618"/>
                  <a:gd name="connsiteX2" fmla="*/ 0 w 160247"/>
                  <a:gd name="connsiteY2" fmla="*/ 0 h 129618"/>
                  <a:gd name="connsiteX3" fmla="*/ 160248 w 160247"/>
                  <a:gd name="connsiteY3" fmla="*/ 0 h 129618"/>
                  <a:gd name="connsiteX4" fmla="*/ 160248 w 160247"/>
                  <a:gd name="connsiteY4" fmla="*/ 129619 h 129618"/>
                  <a:gd name="connsiteX5" fmla="*/ 22639 w 160247"/>
                  <a:gd name="connsiteY5" fmla="*/ 107424 h 129618"/>
                  <a:gd name="connsiteX6" fmla="*/ 138497 w 160247"/>
                  <a:gd name="connsiteY6" fmla="*/ 107424 h 129618"/>
                  <a:gd name="connsiteX7" fmla="*/ 138497 w 160247"/>
                  <a:gd name="connsiteY7" fmla="*/ 22195 h 129618"/>
                  <a:gd name="connsiteX8" fmla="*/ 22639 w 160247"/>
                  <a:gd name="connsiteY8" fmla="*/ 22195 h 129618"/>
                  <a:gd name="connsiteX9" fmla="*/ 22639 w 160247"/>
                  <a:gd name="connsiteY9" fmla="*/ 107424 h 129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0247" h="129618">
                    <a:moveTo>
                      <a:pt x="160248" y="129619"/>
                    </a:moveTo>
                    <a:lnTo>
                      <a:pt x="0" y="129619"/>
                    </a:lnTo>
                    <a:lnTo>
                      <a:pt x="0" y="0"/>
                    </a:lnTo>
                    <a:lnTo>
                      <a:pt x="160248" y="0"/>
                    </a:lnTo>
                    <a:lnTo>
                      <a:pt x="160248" y="129619"/>
                    </a:lnTo>
                    <a:close/>
                    <a:moveTo>
                      <a:pt x="22639" y="107424"/>
                    </a:moveTo>
                    <a:lnTo>
                      <a:pt x="138497" y="107424"/>
                    </a:lnTo>
                    <a:lnTo>
                      <a:pt x="138497" y="22195"/>
                    </a:lnTo>
                    <a:lnTo>
                      <a:pt x="22639" y="22195"/>
                    </a:lnTo>
                    <a:lnTo>
                      <a:pt x="22639" y="107424"/>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sp>
            <p:nvSpPr>
              <p:cNvPr id="96" name="Freeform 302">
                <a:extLst>
                  <a:ext uri="{FF2B5EF4-FFF2-40B4-BE49-F238E27FC236}">
                    <a16:creationId xmlns:a16="http://schemas.microsoft.com/office/drawing/2014/main" id="{47E322E3-0751-8C1C-670F-1A146937670B}"/>
                  </a:ext>
                </a:extLst>
              </p:cNvPr>
              <p:cNvSpPr/>
              <p:nvPr/>
            </p:nvSpPr>
            <p:spPr>
              <a:xfrm>
                <a:off x="6721985" y="5110834"/>
                <a:ext cx="174896" cy="129174"/>
              </a:xfrm>
              <a:custGeom>
                <a:avLst/>
                <a:gdLst>
                  <a:gd name="connsiteX0" fmla="*/ 174897 w 174896"/>
                  <a:gd name="connsiteY0" fmla="*/ 129175 h 129174"/>
                  <a:gd name="connsiteX1" fmla="*/ 88780 w 174896"/>
                  <a:gd name="connsiteY1" fmla="*/ 129175 h 129174"/>
                  <a:gd name="connsiteX2" fmla="*/ 88780 w 174896"/>
                  <a:gd name="connsiteY2" fmla="*/ 106980 h 129174"/>
                  <a:gd name="connsiteX3" fmla="*/ 152702 w 174896"/>
                  <a:gd name="connsiteY3" fmla="*/ 106980 h 129174"/>
                  <a:gd name="connsiteX4" fmla="*/ 152702 w 174896"/>
                  <a:gd name="connsiteY4" fmla="*/ 22195 h 129174"/>
                  <a:gd name="connsiteX5" fmla="*/ 22195 w 174896"/>
                  <a:gd name="connsiteY5" fmla="*/ 22195 h 129174"/>
                  <a:gd name="connsiteX6" fmla="*/ 22195 w 174896"/>
                  <a:gd name="connsiteY6" fmla="*/ 63478 h 129174"/>
                  <a:gd name="connsiteX7" fmla="*/ 0 w 174896"/>
                  <a:gd name="connsiteY7" fmla="*/ 63478 h 129174"/>
                  <a:gd name="connsiteX8" fmla="*/ 0 w 174896"/>
                  <a:gd name="connsiteY8" fmla="*/ 0 h 129174"/>
                  <a:gd name="connsiteX9" fmla="*/ 174897 w 174896"/>
                  <a:gd name="connsiteY9" fmla="*/ 0 h 129174"/>
                  <a:gd name="connsiteX10" fmla="*/ 174897 w 174896"/>
                  <a:gd name="connsiteY10" fmla="*/ 129175 h 129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896" h="129174">
                    <a:moveTo>
                      <a:pt x="174897" y="129175"/>
                    </a:moveTo>
                    <a:lnTo>
                      <a:pt x="88780" y="129175"/>
                    </a:lnTo>
                    <a:lnTo>
                      <a:pt x="88780" y="106980"/>
                    </a:lnTo>
                    <a:lnTo>
                      <a:pt x="152702" y="106980"/>
                    </a:lnTo>
                    <a:lnTo>
                      <a:pt x="152702" y="22195"/>
                    </a:lnTo>
                    <a:lnTo>
                      <a:pt x="22195" y="22195"/>
                    </a:lnTo>
                    <a:lnTo>
                      <a:pt x="22195" y="63478"/>
                    </a:lnTo>
                    <a:lnTo>
                      <a:pt x="0" y="63478"/>
                    </a:lnTo>
                    <a:lnTo>
                      <a:pt x="0" y="0"/>
                    </a:lnTo>
                    <a:lnTo>
                      <a:pt x="174897" y="0"/>
                    </a:lnTo>
                    <a:lnTo>
                      <a:pt x="174897" y="129175"/>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gtree" panose="020B0604020202020204"/>
                  <a:ea typeface="+mn-ea"/>
                  <a:cs typeface="+mn-cs"/>
                </a:endParaRPr>
              </a:p>
            </p:txBody>
          </p:sp>
        </p:grpSp>
      </p:grpSp>
      <p:sp>
        <p:nvSpPr>
          <p:cNvPr id="101" name="Rectangle 100">
            <a:extLst>
              <a:ext uri="{FF2B5EF4-FFF2-40B4-BE49-F238E27FC236}">
                <a16:creationId xmlns:a16="http://schemas.microsoft.com/office/drawing/2014/main" id="{94B1DBE7-3B49-3624-B050-F73764BB7257}"/>
              </a:ext>
            </a:extLst>
          </p:cNvPr>
          <p:cNvSpPr/>
          <p:nvPr/>
        </p:nvSpPr>
        <p:spPr bwMode="gray">
          <a:xfrm>
            <a:off x="9301651" y="5806503"/>
            <a:ext cx="1246020" cy="485047"/>
          </a:xfrm>
          <a:prstGeom prst="rect">
            <a:avLst/>
          </a:prstGeom>
          <a:solidFill>
            <a:schemeClr val="tx2">
              <a:lumMod val="50000"/>
              <a:lumOff val="5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Figtree" panose="020B0604020202020204"/>
                <a:ea typeface="+mn-ea"/>
                <a:cs typeface="+mn-cs"/>
              </a:rPr>
              <a:t>226</a:t>
            </a:r>
          </a:p>
        </p:txBody>
      </p:sp>
      <p:pic>
        <p:nvPicPr>
          <p:cNvPr id="112" name="Picture 111" descr="A blue padlock on a cloud&#10;&#10;AI-generated content may be incorrect.">
            <a:extLst>
              <a:ext uri="{FF2B5EF4-FFF2-40B4-BE49-F238E27FC236}">
                <a16:creationId xmlns:a16="http://schemas.microsoft.com/office/drawing/2014/main" id="{6DBB584B-3F2E-FE10-9DA5-15D8B53E03C4}"/>
              </a:ext>
            </a:extLst>
          </p:cNvPr>
          <p:cNvPicPr>
            <a:picLocks noChangeAspect="1"/>
          </p:cNvPicPr>
          <p:nvPr/>
        </p:nvPicPr>
        <p:blipFill>
          <a:blip r:embed="rId7"/>
          <a:stretch>
            <a:fillRect/>
          </a:stretch>
        </p:blipFill>
        <p:spPr>
          <a:xfrm>
            <a:off x="-111228" y="2728469"/>
            <a:ext cx="4929184" cy="2464592"/>
          </a:xfrm>
          <a:prstGeom prst="rect">
            <a:avLst/>
          </a:prstGeom>
        </p:spPr>
      </p:pic>
    </p:spTree>
    <p:extLst>
      <p:ext uri="{BB962C8B-B14F-4D97-AF65-F5344CB8AC3E}">
        <p14:creationId xmlns:p14="http://schemas.microsoft.com/office/powerpoint/2010/main" val="3197817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5">
          <a:extLst>
            <a:ext uri="{FF2B5EF4-FFF2-40B4-BE49-F238E27FC236}">
              <a16:creationId xmlns:a16="http://schemas.microsoft.com/office/drawing/2014/main" id="{4DFD425B-9AB8-9436-501E-1E1B3A93A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146C6-3E7B-7525-02BD-D4C6AD3AB7E2}"/>
              </a:ext>
            </a:extLst>
          </p:cNvPr>
          <p:cNvSpPr>
            <a:spLocks noGrp="1"/>
          </p:cNvSpPr>
          <p:nvPr>
            <p:ph type="title"/>
          </p:nvPr>
        </p:nvSpPr>
        <p:spPr>
          <a:xfrm>
            <a:off x="588963" y="938213"/>
            <a:ext cx="7028162" cy="1230312"/>
          </a:xfrm>
        </p:spPr>
        <p:txBody>
          <a:bodyPr/>
          <a:lstStyle/>
          <a:p>
            <a:r>
              <a:rPr lang="en-US" dirty="0"/>
              <a:t>Philosophy &amp; Approach</a:t>
            </a:r>
          </a:p>
        </p:txBody>
      </p:sp>
      <p:sp>
        <p:nvSpPr>
          <p:cNvPr id="1506" name="Google Shape;1506;p134">
            <a:extLst>
              <a:ext uri="{FF2B5EF4-FFF2-40B4-BE49-F238E27FC236}">
                <a16:creationId xmlns:a16="http://schemas.microsoft.com/office/drawing/2014/main" id="{44660647-9D60-E55A-BC18-D574057FE72B}"/>
              </a:ext>
            </a:extLst>
          </p:cNvPr>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r>
              <a:rPr lang="en-US" dirty="0"/>
              <a:t>VMware Cloud Foundation 9.0</a:t>
            </a:r>
          </a:p>
        </p:txBody>
      </p:sp>
    </p:spTree>
    <p:extLst>
      <p:ext uri="{BB962C8B-B14F-4D97-AF65-F5344CB8AC3E}">
        <p14:creationId xmlns:p14="http://schemas.microsoft.com/office/powerpoint/2010/main" val="657383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6A44E-2166-63D0-D85F-EE1EC0765F69}"/>
              </a:ext>
            </a:extLst>
          </p:cNvPr>
          <p:cNvSpPr>
            <a:spLocks noGrp="1"/>
          </p:cNvSpPr>
          <p:nvPr>
            <p:ph type="title"/>
          </p:nvPr>
        </p:nvSpPr>
        <p:spPr/>
        <p:txBody>
          <a:bodyPr/>
          <a:lstStyle/>
          <a:p>
            <a:r>
              <a:rPr lang="en-US" dirty="0"/>
              <a:t>Security in</a:t>
            </a:r>
            <a:br>
              <a:rPr lang="en-US" dirty="0"/>
            </a:br>
            <a:r>
              <a:rPr lang="en-US" dirty="0"/>
              <a:t>Cloud Foundation</a:t>
            </a:r>
            <a:endParaRPr lang="en-US" dirty="0">
              <a:latin typeface="Arial" panose="020B0604020202020204" pitchFamily="34" charset="0"/>
            </a:endParaRPr>
          </a:p>
        </p:txBody>
      </p:sp>
      <p:sp>
        <p:nvSpPr>
          <p:cNvPr id="3" name="Text Placeholder 2">
            <a:extLst>
              <a:ext uri="{FF2B5EF4-FFF2-40B4-BE49-F238E27FC236}">
                <a16:creationId xmlns:a16="http://schemas.microsoft.com/office/drawing/2014/main" id="{538291BD-F93B-5C49-A15D-B43560061FAD}"/>
              </a:ext>
            </a:extLst>
          </p:cNvPr>
          <p:cNvSpPr>
            <a:spLocks noGrp="1"/>
          </p:cNvSpPr>
          <p:nvPr>
            <p:ph type="body" sz="quarter" idx="12"/>
          </p:nvPr>
        </p:nvSpPr>
        <p:spPr/>
        <p:txBody>
          <a:bodyPr/>
          <a:lstStyle/>
          <a:p>
            <a:r>
              <a:rPr lang="en-US" dirty="0"/>
              <a:t>Inherent Trust</a:t>
            </a:r>
          </a:p>
        </p:txBody>
      </p:sp>
      <p:sp>
        <p:nvSpPr>
          <p:cNvPr id="4" name="Text Placeholder 3">
            <a:extLst>
              <a:ext uri="{FF2B5EF4-FFF2-40B4-BE49-F238E27FC236}">
                <a16:creationId xmlns:a16="http://schemas.microsoft.com/office/drawing/2014/main" id="{E2E742AD-19AF-4A31-BE84-8432FC7EA9E7}"/>
              </a:ext>
            </a:extLst>
          </p:cNvPr>
          <p:cNvSpPr>
            <a:spLocks noGrp="1"/>
          </p:cNvSpPr>
          <p:nvPr>
            <p:ph type="body" sz="quarter" idx="13"/>
          </p:nvPr>
        </p:nvSpPr>
        <p:spPr/>
        <p:txBody>
          <a:bodyPr/>
          <a:lstStyle/>
          <a:p>
            <a:r>
              <a:rPr lang="en-US" dirty="0"/>
              <a:t>Visibility into, and control of, the entire infrastructure stack is very important.</a:t>
            </a:r>
            <a:br>
              <a:rPr lang="en-US" dirty="0"/>
            </a:br>
            <a:r>
              <a:rPr lang="en-US" dirty="0"/>
              <a:t>Replace trust with continuous verification.</a:t>
            </a:r>
          </a:p>
        </p:txBody>
      </p:sp>
      <p:sp>
        <p:nvSpPr>
          <p:cNvPr id="5" name="Text Placeholder 4">
            <a:extLst>
              <a:ext uri="{FF2B5EF4-FFF2-40B4-BE49-F238E27FC236}">
                <a16:creationId xmlns:a16="http://schemas.microsoft.com/office/drawing/2014/main" id="{795C04DD-F0B5-25DC-9277-09C1517FA9A4}"/>
              </a:ext>
            </a:extLst>
          </p:cNvPr>
          <p:cNvSpPr>
            <a:spLocks noGrp="1"/>
          </p:cNvSpPr>
          <p:nvPr>
            <p:ph type="body" sz="quarter" idx="14"/>
          </p:nvPr>
        </p:nvSpPr>
        <p:spPr/>
        <p:txBody>
          <a:bodyPr/>
          <a:lstStyle/>
          <a:p>
            <a:r>
              <a:rPr lang="en-US" dirty="0"/>
              <a:t>Be Secure, Faster</a:t>
            </a:r>
          </a:p>
        </p:txBody>
      </p:sp>
      <p:sp>
        <p:nvSpPr>
          <p:cNvPr id="6" name="Text Placeholder 5">
            <a:extLst>
              <a:ext uri="{FF2B5EF4-FFF2-40B4-BE49-F238E27FC236}">
                <a16:creationId xmlns:a16="http://schemas.microsoft.com/office/drawing/2014/main" id="{0D48177B-C99E-E1FC-3180-579D70111F17}"/>
              </a:ext>
            </a:extLst>
          </p:cNvPr>
          <p:cNvSpPr>
            <a:spLocks noGrp="1"/>
          </p:cNvSpPr>
          <p:nvPr>
            <p:ph type="body" sz="quarter" idx="15"/>
          </p:nvPr>
        </p:nvSpPr>
        <p:spPr/>
        <p:txBody>
          <a:bodyPr/>
          <a:lstStyle/>
          <a:p>
            <a:r>
              <a:rPr lang="en-US" dirty="0"/>
              <a:t>All the capabilities you need to succeed,</a:t>
            </a:r>
            <a:br>
              <a:rPr lang="en-US" dirty="0"/>
            </a:br>
            <a:r>
              <a:rPr lang="en-US" dirty="0"/>
              <a:t>turned on and ready to use, flexible to meet any workload or environment’s needs.</a:t>
            </a:r>
          </a:p>
        </p:txBody>
      </p:sp>
      <p:sp>
        <p:nvSpPr>
          <p:cNvPr id="7" name="Text Placeholder 6">
            <a:extLst>
              <a:ext uri="{FF2B5EF4-FFF2-40B4-BE49-F238E27FC236}">
                <a16:creationId xmlns:a16="http://schemas.microsoft.com/office/drawing/2014/main" id="{2B8D3E27-460A-0A43-A390-C1CB65A00649}"/>
              </a:ext>
            </a:extLst>
          </p:cNvPr>
          <p:cNvSpPr>
            <a:spLocks noGrp="1"/>
          </p:cNvSpPr>
          <p:nvPr>
            <p:ph type="body" sz="quarter" idx="16"/>
          </p:nvPr>
        </p:nvSpPr>
        <p:spPr/>
        <p:txBody>
          <a:bodyPr/>
          <a:lstStyle/>
          <a:p>
            <a:r>
              <a:rPr lang="en-US" dirty="0"/>
              <a:t>Recover Quickly </a:t>
            </a:r>
          </a:p>
        </p:txBody>
      </p:sp>
      <p:sp>
        <p:nvSpPr>
          <p:cNvPr id="8" name="Text Placeholder 7">
            <a:extLst>
              <a:ext uri="{FF2B5EF4-FFF2-40B4-BE49-F238E27FC236}">
                <a16:creationId xmlns:a16="http://schemas.microsoft.com/office/drawing/2014/main" id="{94153580-F0B3-471E-E6B4-DCCB0ADB1BF4}"/>
              </a:ext>
            </a:extLst>
          </p:cNvPr>
          <p:cNvSpPr>
            <a:spLocks noGrp="1"/>
          </p:cNvSpPr>
          <p:nvPr>
            <p:ph type="body" sz="quarter" idx="17"/>
          </p:nvPr>
        </p:nvSpPr>
        <p:spPr/>
        <p:txBody>
          <a:bodyPr/>
          <a:lstStyle/>
          <a:p>
            <a:r>
              <a:rPr lang="en-US" dirty="0"/>
              <a:t>Resilience has always been the primary feature of VMware infrastructure products, whether you face a failed application upgrade or a natural disaster.</a:t>
            </a:r>
          </a:p>
        </p:txBody>
      </p:sp>
      <p:grpSp>
        <p:nvGrpSpPr>
          <p:cNvPr id="10" name="Picture Placeholder 85" descr="Fixed Function Device&#10;">
            <a:extLst>
              <a:ext uri="{FF2B5EF4-FFF2-40B4-BE49-F238E27FC236}">
                <a16:creationId xmlns:a16="http://schemas.microsoft.com/office/drawing/2014/main" id="{0BE7FD12-313F-E99C-7A1D-E8CAE031B8B0}"/>
              </a:ext>
            </a:extLst>
          </p:cNvPr>
          <p:cNvGrpSpPr>
            <a:grpSpLocks noChangeAspect="1"/>
          </p:cNvGrpSpPr>
          <p:nvPr/>
        </p:nvGrpSpPr>
        <p:grpSpPr>
          <a:xfrm>
            <a:off x="5740729" y="1257360"/>
            <a:ext cx="785348" cy="822746"/>
            <a:chOff x="3166929" y="1945416"/>
            <a:chExt cx="574129" cy="601469"/>
          </a:xfrm>
          <a:solidFill>
            <a:schemeClr val="bg1"/>
          </a:solidFill>
        </p:grpSpPr>
        <p:sp>
          <p:nvSpPr>
            <p:cNvPr id="11" name="Picture Placeholder 85">
              <a:extLst>
                <a:ext uri="{FF2B5EF4-FFF2-40B4-BE49-F238E27FC236}">
                  <a16:creationId xmlns:a16="http://schemas.microsoft.com/office/drawing/2014/main" id="{ADE7D8EF-B155-1BD2-D4C2-885C60661D4A}"/>
                </a:ext>
              </a:extLst>
            </p:cNvPr>
            <p:cNvSpPr/>
            <p:nvPr/>
          </p:nvSpPr>
          <p:spPr>
            <a:xfrm>
              <a:off x="3557970" y="2357147"/>
              <a:ext cx="131192" cy="104988"/>
            </a:xfrm>
            <a:custGeom>
              <a:avLst/>
              <a:gdLst>
                <a:gd name="connsiteX0" fmla="*/ 48167 w 131192"/>
                <a:gd name="connsiteY0" fmla="*/ 104988 h 104988"/>
                <a:gd name="connsiteX1" fmla="*/ 0 w 131192"/>
                <a:gd name="connsiteY1" fmla="*/ 55024 h 104988"/>
                <a:gd name="connsiteX2" fmla="*/ 12042 w 131192"/>
                <a:gd name="connsiteY2" fmla="*/ 44272 h 104988"/>
                <a:gd name="connsiteX3" fmla="*/ 48167 w 131192"/>
                <a:gd name="connsiteY3" fmla="*/ 81587 h 104988"/>
                <a:gd name="connsiteX4" fmla="*/ 119784 w 131192"/>
                <a:gd name="connsiteY4" fmla="*/ 0 h 104988"/>
                <a:gd name="connsiteX5" fmla="*/ 131192 w 131192"/>
                <a:gd name="connsiteY5" fmla="*/ 10752 h 104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192" h="104988">
                  <a:moveTo>
                    <a:pt x="48167" y="104988"/>
                  </a:moveTo>
                  <a:lnTo>
                    <a:pt x="0" y="55024"/>
                  </a:lnTo>
                  <a:lnTo>
                    <a:pt x="12042" y="44272"/>
                  </a:lnTo>
                  <a:lnTo>
                    <a:pt x="48167" y="81587"/>
                  </a:lnTo>
                  <a:lnTo>
                    <a:pt x="119784" y="0"/>
                  </a:lnTo>
                  <a:lnTo>
                    <a:pt x="131192" y="10752"/>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2" name="Picture Placeholder 85">
              <a:extLst>
                <a:ext uri="{FF2B5EF4-FFF2-40B4-BE49-F238E27FC236}">
                  <a16:creationId xmlns:a16="http://schemas.microsoft.com/office/drawing/2014/main" id="{C733F90C-F130-33A0-DF46-D9B6B38AB501}"/>
                </a:ext>
              </a:extLst>
            </p:cNvPr>
            <p:cNvSpPr/>
            <p:nvPr/>
          </p:nvSpPr>
          <p:spPr>
            <a:xfrm>
              <a:off x="3211294" y="2011824"/>
              <a:ext cx="179993" cy="15811"/>
            </a:xfrm>
            <a:custGeom>
              <a:avLst/>
              <a:gdLst>
                <a:gd name="connsiteX0" fmla="*/ 0 w 179993"/>
                <a:gd name="connsiteY0" fmla="*/ 0 h 15811"/>
                <a:gd name="connsiteX1" fmla="*/ 179993 w 179993"/>
                <a:gd name="connsiteY1" fmla="*/ 0 h 15811"/>
                <a:gd name="connsiteX2" fmla="*/ 179993 w 179993"/>
                <a:gd name="connsiteY2" fmla="*/ 15811 h 15811"/>
                <a:gd name="connsiteX3" fmla="*/ 0 w 179993"/>
                <a:gd name="connsiteY3" fmla="*/ 15811 h 15811"/>
              </a:gdLst>
              <a:ahLst/>
              <a:cxnLst>
                <a:cxn ang="0">
                  <a:pos x="connsiteX0" y="connsiteY0"/>
                </a:cxn>
                <a:cxn ang="0">
                  <a:pos x="connsiteX1" y="connsiteY1"/>
                </a:cxn>
                <a:cxn ang="0">
                  <a:pos x="connsiteX2" y="connsiteY2"/>
                </a:cxn>
                <a:cxn ang="0">
                  <a:pos x="connsiteX3" y="connsiteY3"/>
                </a:cxn>
              </a:cxnLst>
              <a:rect l="l" t="t" r="r" b="b"/>
              <a:pathLst>
                <a:path w="179993" h="15811">
                  <a:moveTo>
                    <a:pt x="0" y="0"/>
                  </a:moveTo>
                  <a:lnTo>
                    <a:pt x="179993" y="0"/>
                  </a:lnTo>
                  <a:lnTo>
                    <a:pt x="179993" y="15811"/>
                  </a:lnTo>
                  <a:lnTo>
                    <a:pt x="0" y="15811"/>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13" name="Picture Placeholder 85">
              <a:extLst>
                <a:ext uri="{FF2B5EF4-FFF2-40B4-BE49-F238E27FC236}">
                  <a16:creationId xmlns:a16="http://schemas.microsoft.com/office/drawing/2014/main" id="{872D8D60-8B8D-473D-24A5-67C1C1A62033}"/>
                </a:ext>
              </a:extLst>
            </p:cNvPr>
            <p:cNvGrpSpPr/>
            <p:nvPr/>
          </p:nvGrpSpPr>
          <p:grpSpPr>
            <a:xfrm>
              <a:off x="3211294" y="2129462"/>
              <a:ext cx="182908" cy="24033"/>
              <a:chOff x="3211294" y="2129462"/>
              <a:chExt cx="182908" cy="24033"/>
            </a:xfrm>
            <a:grpFill/>
          </p:grpSpPr>
          <p:sp>
            <p:nvSpPr>
              <p:cNvPr id="26" name="Picture Placeholder 85">
                <a:extLst>
                  <a:ext uri="{FF2B5EF4-FFF2-40B4-BE49-F238E27FC236}">
                    <a16:creationId xmlns:a16="http://schemas.microsoft.com/office/drawing/2014/main" id="{C57A4A86-EC4F-EF5F-DECE-4859FA6621CB}"/>
                  </a:ext>
                </a:extLst>
              </p:cNvPr>
              <p:cNvSpPr/>
              <p:nvPr/>
            </p:nvSpPr>
            <p:spPr>
              <a:xfrm>
                <a:off x="3211294"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7" name="Picture Placeholder 85">
                <a:extLst>
                  <a:ext uri="{FF2B5EF4-FFF2-40B4-BE49-F238E27FC236}">
                    <a16:creationId xmlns:a16="http://schemas.microsoft.com/office/drawing/2014/main" id="{D0402109-B40B-AA02-ED7A-A4DAFCD9D96D}"/>
                  </a:ext>
                </a:extLst>
              </p:cNvPr>
              <p:cNvSpPr/>
              <p:nvPr/>
            </p:nvSpPr>
            <p:spPr>
              <a:xfrm>
                <a:off x="3263897"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8" name="Picture Placeholder 85">
                <a:extLst>
                  <a:ext uri="{FF2B5EF4-FFF2-40B4-BE49-F238E27FC236}">
                    <a16:creationId xmlns:a16="http://schemas.microsoft.com/office/drawing/2014/main" id="{12B430A4-78B7-E2AE-B9C4-A776E53A6AD6}"/>
                  </a:ext>
                </a:extLst>
              </p:cNvPr>
              <p:cNvSpPr/>
              <p:nvPr/>
            </p:nvSpPr>
            <p:spPr>
              <a:xfrm>
                <a:off x="3317135"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9" name="Picture Placeholder 85">
                <a:extLst>
                  <a:ext uri="{FF2B5EF4-FFF2-40B4-BE49-F238E27FC236}">
                    <a16:creationId xmlns:a16="http://schemas.microsoft.com/office/drawing/2014/main" id="{538289A4-C13A-4F9E-96BC-58A0257AD609}"/>
                  </a:ext>
                </a:extLst>
              </p:cNvPr>
              <p:cNvSpPr/>
              <p:nvPr/>
            </p:nvSpPr>
            <p:spPr>
              <a:xfrm>
                <a:off x="3369738"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14" name="Picture Placeholder 85">
              <a:extLst>
                <a:ext uri="{FF2B5EF4-FFF2-40B4-BE49-F238E27FC236}">
                  <a16:creationId xmlns:a16="http://schemas.microsoft.com/office/drawing/2014/main" id="{D1C184A5-90E7-442E-DB0A-E7DD887FD6F2}"/>
                </a:ext>
              </a:extLst>
            </p:cNvPr>
            <p:cNvGrpSpPr/>
            <p:nvPr/>
          </p:nvGrpSpPr>
          <p:grpSpPr>
            <a:xfrm>
              <a:off x="3211294" y="2250894"/>
              <a:ext cx="182908" cy="24033"/>
              <a:chOff x="3211294" y="2250894"/>
              <a:chExt cx="182908" cy="24033"/>
            </a:xfrm>
            <a:grpFill/>
          </p:grpSpPr>
          <p:sp>
            <p:nvSpPr>
              <p:cNvPr id="22" name="Picture Placeholder 85">
                <a:extLst>
                  <a:ext uri="{FF2B5EF4-FFF2-40B4-BE49-F238E27FC236}">
                    <a16:creationId xmlns:a16="http://schemas.microsoft.com/office/drawing/2014/main" id="{7547C307-316A-254C-1835-E095EC8EF8D8}"/>
                  </a:ext>
                </a:extLst>
              </p:cNvPr>
              <p:cNvSpPr/>
              <p:nvPr/>
            </p:nvSpPr>
            <p:spPr>
              <a:xfrm>
                <a:off x="3211294"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3" name="Picture Placeholder 85">
                <a:extLst>
                  <a:ext uri="{FF2B5EF4-FFF2-40B4-BE49-F238E27FC236}">
                    <a16:creationId xmlns:a16="http://schemas.microsoft.com/office/drawing/2014/main" id="{6A5A93D2-7537-7D79-1431-867625C9DA7B}"/>
                  </a:ext>
                </a:extLst>
              </p:cNvPr>
              <p:cNvSpPr/>
              <p:nvPr/>
            </p:nvSpPr>
            <p:spPr>
              <a:xfrm>
                <a:off x="3263897"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4" name="Picture Placeholder 85">
                <a:extLst>
                  <a:ext uri="{FF2B5EF4-FFF2-40B4-BE49-F238E27FC236}">
                    <a16:creationId xmlns:a16="http://schemas.microsoft.com/office/drawing/2014/main" id="{826BBC0B-5790-E0FF-3E82-F060AF289FA7}"/>
                  </a:ext>
                </a:extLst>
              </p:cNvPr>
              <p:cNvSpPr/>
              <p:nvPr/>
            </p:nvSpPr>
            <p:spPr>
              <a:xfrm>
                <a:off x="3317135"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5" name="Picture Placeholder 85">
                <a:extLst>
                  <a:ext uri="{FF2B5EF4-FFF2-40B4-BE49-F238E27FC236}">
                    <a16:creationId xmlns:a16="http://schemas.microsoft.com/office/drawing/2014/main" id="{350B9882-843A-D469-62B3-2ECDFB1F0AE4}"/>
                  </a:ext>
                </a:extLst>
              </p:cNvPr>
              <p:cNvSpPr/>
              <p:nvPr/>
            </p:nvSpPr>
            <p:spPr>
              <a:xfrm>
                <a:off x="3369738"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15" name="Picture Placeholder 85">
              <a:extLst>
                <a:ext uri="{FF2B5EF4-FFF2-40B4-BE49-F238E27FC236}">
                  <a16:creationId xmlns:a16="http://schemas.microsoft.com/office/drawing/2014/main" id="{F4380F34-DB76-7A2E-3B77-469086F32D0E}"/>
                </a:ext>
              </a:extLst>
            </p:cNvPr>
            <p:cNvGrpSpPr/>
            <p:nvPr/>
          </p:nvGrpSpPr>
          <p:grpSpPr>
            <a:xfrm>
              <a:off x="3211294" y="2372326"/>
              <a:ext cx="182908" cy="24033"/>
              <a:chOff x="3211294" y="2372326"/>
              <a:chExt cx="182908" cy="24033"/>
            </a:xfrm>
            <a:grpFill/>
          </p:grpSpPr>
          <p:sp>
            <p:nvSpPr>
              <p:cNvPr id="18" name="Picture Placeholder 85">
                <a:extLst>
                  <a:ext uri="{FF2B5EF4-FFF2-40B4-BE49-F238E27FC236}">
                    <a16:creationId xmlns:a16="http://schemas.microsoft.com/office/drawing/2014/main" id="{7252CD66-15B5-C7A3-8C51-F3803AAD222A}"/>
                  </a:ext>
                </a:extLst>
              </p:cNvPr>
              <p:cNvSpPr/>
              <p:nvPr/>
            </p:nvSpPr>
            <p:spPr>
              <a:xfrm>
                <a:off x="3211294"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 name="Picture Placeholder 85">
                <a:extLst>
                  <a:ext uri="{FF2B5EF4-FFF2-40B4-BE49-F238E27FC236}">
                    <a16:creationId xmlns:a16="http://schemas.microsoft.com/office/drawing/2014/main" id="{731FE350-8DC6-0009-E7B7-8A7215F6133F}"/>
                  </a:ext>
                </a:extLst>
              </p:cNvPr>
              <p:cNvSpPr/>
              <p:nvPr/>
            </p:nvSpPr>
            <p:spPr>
              <a:xfrm>
                <a:off x="3263897"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0" name="Picture Placeholder 85">
                <a:extLst>
                  <a:ext uri="{FF2B5EF4-FFF2-40B4-BE49-F238E27FC236}">
                    <a16:creationId xmlns:a16="http://schemas.microsoft.com/office/drawing/2014/main" id="{191F46AF-AA23-EE7E-5612-380DE867DF3A}"/>
                  </a:ext>
                </a:extLst>
              </p:cNvPr>
              <p:cNvSpPr/>
              <p:nvPr/>
            </p:nvSpPr>
            <p:spPr>
              <a:xfrm>
                <a:off x="3317135"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1" name="Picture Placeholder 85">
                <a:extLst>
                  <a:ext uri="{FF2B5EF4-FFF2-40B4-BE49-F238E27FC236}">
                    <a16:creationId xmlns:a16="http://schemas.microsoft.com/office/drawing/2014/main" id="{40B84DA5-8A65-780F-0510-C03A1B70BB5F}"/>
                  </a:ext>
                </a:extLst>
              </p:cNvPr>
              <p:cNvSpPr/>
              <p:nvPr/>
            </p:nvSpPr>
            <p:spPr>
              <a:xfrm>
                <a:off x="3369738"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16" name="Picture Placeholder 85">
              <a:extLst>
                <a:ext uri="{FF2B5EF4-FFF2-40B4-BE49-F238E27FC236}">
                  <a16:creationId xmlns:a16="http://schemas.microsoft.com/office/drawing/2014/main" id="{D8FD8D25-2A12-B169-96E9-FBF6BA370E0C}"/>
                </a:ext>
              </a:extLst>
            </p:cNvPr>
            <p:cNvSpPr/>
            <p:nvPr/>
          </p:nvSpPr>
          <p:spPr>
            <a:xfrm>
              <a:off x="3166929" y="1945416"/>
              <a:ext cx="526669" cy="512925"/>
            </a:xfrm>
            <a:custGeom>
              <a:avLst/>
              <a:gdLst>
                <a:gd name="connsiteX0" fmla="*/ 295341 w 526669"/>
                <a:gd name="connsiteY0" fmla="*/ 497114 h 512925"/>
                <a:gd name="connsiteX1" fmla="*/ 15844 w 526669"/>
                <a:gd name="connsiteY1" fmla="*/ 497114 h 512925"/>
                <a:gd name="connsiteX2" fmla="*/ 15844 w 526669"/>
                <a:gd name="connsiteY2" fmla="*/ 385801 h 512925"/>
                <a:gd name="connsiteX3" fmla="*/ 295341 w 526669"/>
                <a:gd name="connsiteY3" fmla="*/ 385801 h 512925"/>
                <a:gd name="connsiteX4" fmla="*/ 295341 w 526669"/>
                <a:gd name="connsiteY4" fmla="*/ 369989 h 512925"/>
                <a:gd name="connsiteX5" fmla="*/ 15844 w 526669"/>
                <a:gd name="connsiteY5" fmla="*/ 369989 h 512925"/>
                <a:gd name="connsiteX6" fmla="*/ 15844 w 526669"/>
                <a:gd name="connsiteY6" fmla="*/ 264368 h 512925"/>
                <a:gd name="connsiteX7" fmla="*/ 510825 w 526669"/>
                <a:gd name="connsiteY7" fmla="*/ 264368 h 512925"/>
                <a:gd name="connsiteX8" fmla="*/ 510825 w 526669"/>
                <a:gd name="connsiteY8" fmla="*/ 304846 h 512925"/>
                <a:gd name="connsiteX9" fmla="*/ 526670 w 526669"/>
                <a:gd name="connsiteY9" fmla="*/ 304846 h 512925"/>
                <a:gd name="connsiteX10" fmla="*/ 526670 w 526669"/>
                <a:gd name="connsiteY10" fmla="*/ 0 h 512925"/>
                <a:gd name="connsiteX11" fmla="*/ 0 w 526669"/>
                <a:gd name="connsiteY11" fmla="*/ 0 h 512925"/>
                <a:gd name="connsiteX12" fmla="*/ 0 w 526669"/>
                <a:gd name="connsiteY12" fmla="*/ 512925 h 512925"/>
                <a:gd name="connsiteX13" fmla="*/ 295341 w 526669"/>
                <a:gd name="connsiteY13" fmla="*/ 512925 h 512925"/>
                <a:gd name="connsiteX14" fmla="*/ 295341 w 526669"/>
                <a:gd name="connsiteY14" fmla="*/ 497114 h 512925"/>
                <a:gd name="connsiteX15" fmla="*/ 15844 w 526669"/>
                <a:gd name="connsiteY15" fmla="*/ 15812 h 512925"/>
                <a:gd name="connsiteX16" fmla="*/ 510825 w 526669"/>
                <a:gd name="connsiteY16" fmla="*/ 15812 h 512925"/>
                <a:gd name="connsiteX17" fmla="*/ 510825 w 526669"/>
                <a:gd name="connsiteY17" fmla="*/ 127124 h 512925"/>
                <a:gd name="connsiteX18" fmla="*/ 15844 w 526669"/>
                <a:gd name="connsiteY18" fmla="*/ 127124 h 512925"/>
                <a:gd name="connsiteX19" fmla="*/ 15844 w 526669"/>
                <a:gd name="connsiteY19" fmla="*/ 15812 h 512925"/>
                <a:gd name="connsiteX20" fmla="*/ 15844 w 526669"/>
                <a:gd name="connsiteY20" fmla="*/ 142936 h 512925"/>
                <a:gd name="connsiteX21" fmla="*/ 510825 w 526669"/>
                <a:gd name="connsiteY21" fmla="*/ 142936 h 512925"/>
                <a:gd name="connsiteX22" fmla="*/ 510825 w 526669"/>
                <a:gd name="connsiteY22" fmla="*/ 248557 h 512925"/>
                <a:gd name="connsiteX23" fmla="*/ 15844 w 526669"/>
                <a:gd name="connsiteY23" fmla="*/ 248557 h 512925"/>
                <a:gd name="connsiteX24" fmla="*/ 15844 w 526669"/>
                <a:gd name="connsiteY24" fmla="*/ 142936 h 51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26669" h="512925">
                  <a:moveTo>
                    <a:pt x="295341" y="497114"/>
                  </a:moveTo>
                  <a:lnTo>
                    <a:pt x="15844" y="497114"/>
                  </a:lnTo>
                  <a:lnTo>
                    <a:pt x="15844" y="385801"/>
                  </a:lnTo>
                  <a:lnTo>
                    <a:pt x="295341" y="385801"/>
                  </a:lnTo>
                  <a:lnTo>
                    <a:pt x="295341" y="369989"/>
                  </a:lnTo>
                  <a:lnTo>
                    <a:pt x="15844" y="369989"/>
                  </a:lnTo>
                  <a:lnTo>
                    <a:pt x="15844" y="264368"/>
                  </a:lnTo>
                  <a:lnTo>
                    <a:pt x="510825" y="264368"/>
                  </a:lnTo>
                  <a:lnTo>
                    <a:pt x="510825" y="304846"/>
                  </a:lnTo>
                  <a:lnTo>
                    <a:pt x="526670" y="304846"/>
                  </a:lnTo>
                  <a:lnTo>
                    <a:pt x="526670" y="0"/>
                  </a:lnTo>
                  <a:lnTo>
                    <a:pt x="0" y="0"/>
                  </a:lnTo>
                  <a:lnTo>
                    <a:pt x="0" y="512925"/>
                  </a:lnTo>
                  <a:lnTo>
                    <a:pt x="295341" y="512925"/>
                  </a:lnTo>
                  <a:lnTo>
                    <a:pt x="295341" y="497114"/>
                  </a:lnTo>
                  <a:close/>
                  <a:moveTo>
                    <a:pt x="15844" y="15812"/>
                  </a:moveTo>
                  <a:lnTo>
                    <a:pt x="510825" y="15812"/>
                  </a:lnTo>
                  <a:lnTo>
                    <a:pt x="510825" y="127124"/>
                  </a:lnTo>
                  <a:lnTo>
                    <a:pt x="15844" y="127124"/>
                  </a:lnTo>
                  <a:lnTo>
                    <a:pt x="15844" y="15812"/>
                  </a:lnTo>
                  <a:close/>
                  <a:moveTo>
                    <a:pt x="15844" y="142936"/>
                  </a:moveTo>
                  <a:lnTo>
                    <a:pt x="510825" y="142936"/>
                  </a:lnTo>
                  <a:lnTo>
                    <a:pt x="510825" y="248557"/>
                  </a:lnTo>
                  <a:lnTo>
                    <a:pt x="15844" y="248557"/>
                  </a:lnTo>
                  <a:lnTo>
                    <a:pt x="15844" y="142936"/>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 name="Picture Placeholder 85">
              <a:extLst>
                <a:ext uri="{FF2B5EF4-FFF2-40B4-BE49-F238E27FC236}">
                  <a16:creationId xmlns:a16="http://schemas.microsoft.com/office/drawing/2014/main" id="{3FD6B3E2-668F-9A2C-E27B-EA7B16786FE3}"/>
                </a:ext>
              </a:extLst>
            </p:cNvPr>
            <p:cNvSpPr/>
            <p:nvPr/>
          </p:nvSpPr>
          <p:spPr>
            <a:xfrm>
              <a:off x="3500930" y="2265441"/>
              <a:ext cx="238934" cy="281444"/>
            </a:xfrm>
            <a:custGeom>
              <a:avLst/>
              <a:gdLst>
                <a:gd name="connsiteX0" fmla="*/ 119784 w 238934"/>
                <a:gd name="connsiteY0" fmla="*/ 281445 h 281444"/>
                <a:gd name="connsiteX1" fmla="*/ 115348 w 238934"/>
                <a:gd name="connsiteY1" fmla="*/ 280180 h 281444"/>
                <a:gd name="connsiteX2" fmla="*/ 0 w 238934"/>
                <a:gd name="connsiteY2" fmla="*/ 123962 h 281444"/>
                <a:gd name="connsiteX3" fmla="*/ 0 w 238934"/>
                <a:gd name="connsiteY3" fmla="*/ 51862 h 281444"/>
                <a:gd name="connsiteX4" fmla="*/ 9507 w 238934"/>
                <a:gd name="connsiteY4" fmla="*/ 49332 h 281444"/>
                <a:gd name="connsiteX5" fmla="*/ 63378 w 238934"/>
                <a:gd name="connsiteY5" fmla="*/ 30358 h 281444"/>
                <a:gd name="connsiteX6" fmla="*/ 112813 w 238934"/>
                <a:gd name="connsiteY6" fmla="*/ 4427 h 281444"/>
                <a:gd name="connsiteX7" fmla="*/ 119150 w 238934"/>
                <a:gd name="connsiteY7" fmla="*/ 0 h 281444"/>
                <a:gd name="connsiteX8" fmla="*/ 126122 w 238934"/>
                <a:gd name="connsiteY8" fmla="*/ 4427 h 281444"/>
                <a:gd name="connsiteX9" fmla="*/ 175557 w 238934"/>
                <a:gd name="connsiteY9" fmla="*/ 30358 h 281444"/>
                <a:gd name="connsiteX10" fmla="*/ 229428 w 238934"/>
                <a:gd name="connsiteY10" fmla="*/ 49332 h 281444"/>
                <a:gd name="connsiteX11" fmla="*/ 238934 w 238934"/>
                <a:gd name="connsiteY11" fmla="*/ 51862 h 281444"/>
                <a:gd name="connsiteX12" fmla="*/ 238934 w 238934"/>
                <a:gd name="connsiteY12" fmla="*/ 123962 h 281444"/>
                <a:gd name="connsiteX13" fmla="*/ 124221 w 238934"/>
                <a:gd name="connsiteY13" fmla="*/ 279547 h 281444"/>
                <a:gd name="connsiteX14" fmla="*/ 119784 w 238934"/>
                <a:gd name="connsiteY14" fmla="*/ 281445 h 281444"/>
                <a:gd name="connsiteX15" fmla="*/ 15844 w 238934"/>
                <a:gd name="connsiteY15" fmla="*/ 63878 h 281444"/>
                <a:gd name="connsiteX16" fmla="*/ 15844 w 238934"/>
                <a:gd name="connsiteY16" fmla="*/ 123962 h 281444"/>
                <a:gd name="connsiteX17" fmla="*/ 119784 w 238934"/>
                <a:gd name="connsiteY17" fmla="*/ 264368 h 281444"/>
                <a:gd name="connsiteX18" fmla="*/ 223724 w 238934"/>
                <a:gd name="connsiteY18" fmla="*/ 123962 h 281444"/>
                <a:gd name="connsiteX19" fmla="*/ 223724 w 238934"/>
                <a:gd name="connsiteY19" fmla="*/ 64511 h 281444"/>
                <a:gd name="connsiteX20" fmla="*/ 169853 w 238934"/>
                <a:gd name="connsiteY20" fmla="*/ 44905 h 281444"/>
                <a:gd name="connsiteX21" fmla="*/ 119784 w 238934"/>
                <a:gd name="connsiteY21" fmla="*/ 18974 h 281444"/>
                <a:gd name="connsiteX22" fmla="*/ 69716 w 238934"/>
                <a:gd name="connsiteY22" fmla="*/ 45537 h 281444"/>
                <a:gd name="connsiteX23" fmla="*/ 15844 w 238934"/>
                <a:gd name="connsiteY23" fmla="*/ 63878 h 281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8934" h="281444">
                  <a:moveTo>
                    <a:pt x="119784" y="281445"/>
                  </a:moveTo>
                  <a:lnTo>
                    <a:pt x="115348" y="280180"/>
                  </a:lnTo>
                  <a:cubicBezTo>
                    <a:pt x="110277" y="278282"/>
                    <a:pt x="0" y="235275"/>
                    <a:pt x="0" y="123962"/>
                  </a:cubicBezTo>
                  <a:lnTo>
                    <a:pt x="0" y="51862"/>
                  </a:lnTo>
                  <a:lnTo>
                    <a:pt x="9507" y="49332"/>
                  </a:lnTo>
                  <a:cubicBezTo>
                    <a:pt x="27886" y="44272"/>
                    <a:pt x="46266" y="37948"/>
                    <a:pt x="63378" y="30358"/>
                  </a:cubicBezTo>
                  <a:cubicBezTo>
                    <a:pt x="80490" y="22769"/>
                    <a:pt x="97602" y="13914"/>
                    <a:pt x="112813" y="4427"/>
                  </a:cubicBezTo>
                  <a:lnTo>
                    <a:pt x="119150" y="0"/>
                  </a:lnTo>
                  <a:lnTo>
                    <a:pt x="126122" y="4427"/>
                  </a:lnTo>
                  <a:cubicBezTo>
                    <a:pt x="141966" y="14547"/>
                    <a:pt x="158445" y="23401"/>
                    <a:pt x="175557" y="30358"/>
                  </a:cubicBezTo>
                  <a:cubicBezTo>
                    <a:pt x="193302" y="37948"/>
                    <a:pt x="211048" y="44905"/>
                    <a:pt x="229428" y="49332"/>
                  </a:cubicBezTo>
                  <a:lnTo>
                    <a:pt x="238934" y="51862"/>
                  </a:lnTo>
                  <a:lnTo>
                    <a:pt x="238934" y="123962"/>
                  </a:lnTo>
                  <a:cubicBezTo>
                    <a:pt x="238934" y="235908"/>
                    <a:pt x="128657" y="277650"/>
                    <a:pt x="124221" y="279547"/>
                  </a:cubicBezTo>
                  <a:lnTo>
                    <a:pt x="119784" y="281445"/>
                  </a:lnTo>
                  <a:close/>
                  <a:moveTo>
                    <a:pt x="15844" y="63878"/>
                  </a:moveTo>
                  <a:lnTo>
                    <a:pt x="15844" y="123962"/>
                  </a:lnTo>
                  <a:cubicBezTo>
                    <a:pt x="15844" y="219464"/>
                    <a:pt x="107742" y="259941"/>
                    <a:pt x="119784" y="264368"/>
                  </a:cubicBezTo>
                  <a:cubicBezTo>
                    <a:pt x="128023" y="261206"/>
                    <a:pt x="223724" y="221993"/>
                    <a:pt x="223724" y="123962"/>
                  </a:cubicBezTo>
                  <a:lnTo>
                    <a:pt x="223724" y="64511"/>
                  </a:lnTo>
                  <a:cubicBezTo>
                    <a:pt x="205344" y="59451"/>
                    <a:pt x="186965" y="53127"/>
                    <a:pt x="169853" y="44905"/>
                  </a:cubicBezTo>
                  <a:cubicBezTo>
                    <a:pt x="152741" y="37315"/>
                    <a:pt x="135629" y="28461"/>
                    <a:pt x="119784" y="18974"/>
                  </a:cubicBezTo>
                  <a:cubicBezTo>
                    <a:pt x="103940" y="29093"/>
                    <a:pt x="86828" y="37948"/>
                    <a:pt x="69716" y="45537"/>
                  </a:cubicBezTo>
                  <a:cubicBezTo>
                    <a:pt x="51970" y="52494"/>
                    <a:pt x="34224" y="59451"/>
                    <a:pt x="15844" y="638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30" name="Picture Placeholder 103" descr="Nurture">
            <a:extLst>
              <a:ext uri="{FF2B5EF4-FFF2-40B4-BE49-F238E27FC236}">
                <a16:creationId xmlns:a16="http://schemas.microsoft.com/office/drawing/2014/main" id="{83EF7F79-D9B0-30A9-5C3A-6CC4A71E4084}"/>
              </a:ext>
            </a:extLst>
          </p:cNvPr>
          <p:cNvGrpSpPr>
            <a:grpSpLocks noChangeAspect="1"/>
          </p:cNvGrpSpPr>
          <p:nvPr/>
        </p:nvGrpSpPr>
        <p:grpSpPr>
          <a:xfrm>
            <a:off x="5760908" y="2988139"/>
            <a:ext cx="686668" cy="822746"/>
            <a:chOff x="4507625" y="682691"/>
            <a:chExt cx="563347" cy="674986"/>
          </a:xfrm>
          <a:solidFill>
            <a:schemeClr val="bg1"/>
          </a:solidFill>
        </p:grpSpPr>
        <p:grpSp>
          <p:nvGrpSpPr>
            <p:cNvPr id="31" name="Picture Placeholder 103">
              <a:extLst>
                <a:ext uri="{FF2B5EF4-FFF2-40B4-BE49-F238E27FC236}">
                  <a16:creationId xmlns:a16="http://schemas.microsoft.com/office/drawing/2014/main" id="{ED867777-21ED-5A28-3209-9A7CA1EEB4F0}"/>
                </a:ext>
              </a:extLst>
            </p:cNvPr>
            <p:cNvGrpSpPr/>
            <p:nvPr/>
          </p:nvGrpSpPr>
          <p:grpSpPr>
            <a:xfrm>
              <a:off x="4507625" y="1096639"/>
              <a:ext cx="563347" cy="261038"/>
              <a:chOff x="4507625" y="1096639"/>
              <a:chExt cx="563347" cy="261038"/>
            </a:xfrm>
            <a:grpFill/>
          </p:grpSpPr>
          <p:sp>
            <p:nvSpPr>
              <p:cNvPr id="39" name="Picture Placeholder 103">
                <a:extLst>
                  <a:ext uri="{FF2B5EF4-FFF2-40B4-BE49-F238E27FC236}">
                    <a16:creationId xmlns:a16="http://schemas.microsoft.com/office/drawing/2014/main" id="{E309AE3C-9842-D567-8934-B2DC86163290}"/>
                  </a:ext>
                </a:extLst>
              </p:cNvPr>
              <p:cNvSpPr/>
              <p:nvPr/>
            </p:nvSpPr>
            <p:spPr>
              <a:xfrm>
                <a:off x="4507625" y="1147498"/>
                <a:ext cx="394857" cy="112274"/>
              </a:xfrm>
              <a:custGeom>
                <a:avLst/>
                <a:gdLst>
                  <a:gd name="connsiteX0" fmla="*/ 11182 w 394857"/>
                  <a:gd name="connsiteY0" fmla="*/ 112274 h 112274"/>
                  <a:gd name="connsiteX1" fmla="*/ 0 w 394857"/>
                  <a:gd name="connsiteY1" fmla="*/ 101092 h 112274"/>
                  <a:gd name="connsiteX2" fmla="*/ 86305 w 394857"/>
                  <a:gd name="connsiteY2" fmla="*/ 14793 h 112274"/>
                  <a:gd name="connsiteX3" fmla="*/ 122027 w 394857"/>
                  <a:gd name="connsiteY3" fmla="*/ 0 h 112274"/>
                  <a:gd name="connsiteX4" fmla="*/ 208560 w 394857"/>
                  <a:gd name="connsiteY4" fmla="*/ 0 h 112274"/>
                  <a:gd name="connsiteX5" fmla="*/ 229121 w 394857"/>
                  <a:gd name="connsiteY5" fmla="*/ 6040 h 112274"/>
                  <a:gd name="connsiteX6" fmla="*/ 251181 w 394857"/>
                  <a:gd name="connsiteY6" fmla="*/ 20220 h 112274"/>
                  <a:gd name="connsiteX7" fmla="*/ 258733 w 394857"/>
                  <a:gd name="connsiteY7" fmla="*/ 22440 h 112274"/>
                  <a:gd name="connsiteX8" fmla="*/ 352875 w 394857"/>
                  <a:gd name="connsiteY8" fmla="*/ 22440 h 112274"/>
                  <a:gd name="connsiteX9" fmla="*/ 394857 w 394857"/>
                  <a:gd name="connsiteY9" fmla="*/ 64422 h 112274"/>
                  <a:gd name="connsiteX10" fmla="*/ 352875 w 394857"/>
                  <a:gd name="connsiteY10" fmla="*/ 106405 h 112274"/>
                  <a:gd name="connsiteX11" fmla="*/ 240676 w 394857"/>
                  <a:gd name="connsiteY11" fmla="*/ 106405 h 112274"/>
                  <a:gd name="connsiteX12" fmla="*/ 240676 w 394857"/>
                  <a:gd name="connsiteY12" fmla="*/ 90594 h 112274"/>
                  <a:gd name="connsiteX13" fmla="*/ 352875 w 394857"/>
                  <a:gd name="connsiteY13" fmla="*/ 90594 h 112274"/>
                  <a:gd name="connsiteX14" fmla="*/ 379046 w 394857"/>
                  <a:gd name="connsiteY14" fmla="*/ 64422 h 112274"/>
                  <a:gd name="connsiteX15" fmla="*/ 352875 w 394857"/>
                  <a:gd name="connsiteY15" fmla="*/ 38251 h 112274"/>
                  <a:gd name="connsiteX16" fmla="*/ 258739 w 394857"/>
                  <a:gd name="connsiteY16" fmla="*/ 38251 h 112274"/>
                  <a:gd name="connsiteX17" fmla="*/ 242637 w 394857"/>
                  <a:gd name="connsiteY17" fmla="*/ 33520 h 112274"/>
                  <a:gd name="connsiteX18" fmla="*/ 220577 w 394857"/>
                  <a:gd name="connsiteY18" fmla="*/ 19334 h 112274"/>
                  <a:gd name="connsiteX19" fmla="*/ 208566 w 394857"/>
                  <a:gd name="connsiteY19" fmla="*/ 15805 h 112274"/>
                  <a:gd name="connsiteX20" fmla="*/ 122033 w 394857"/>
                  <a:gd name="connsiteY20" fmla="*/ 15805 h 112274"/>
                  <a:gd name="connsiteX21" fmla="*/ 97487 w 394857"/>
                  <a:gd name="connsiteY21" fmla="*/ 25969 h 112274"/>
                  <a:gd name="connsiteX22" fmla="*/ 11182 w 394857"/>
                  <a:gd name="connsiteY22" fmla="*/ 112274 h 11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857" h="112274">
                    <a:moveTo>
                      <a:pt x="11182" y="112274"/>
                    </a:moveTo>
                    <a:lnTo>
                      <a:pt x="0" y="101092"/>
                    </a:lnTo>
                    <a:lnTo>
                      <a:pt x="86305" y="14793"/>
                    </a:lnTo>
                    <a:cubicBezTo>
                      <a:pt x="95849" y="5249"/>
                      <a:pt x="108536" y="0"/>
                      <a:pt x="122027" y="0"/>
                    </a:cubicBezTo>
                    <a:lnTo>
                      <a:pt x="208560" y="0"/>
                    </a:lnTo>
                    <a:cubicBezTo>
                      <a:pt x="215865" y="0"/>
                      <a:pt x="222974" y="2087"/>
                      <a:pt x="229121" y="6040"/>
                    </a:cubicBezTo>
                    <a:lnTo>
                      <a:pt x="251181" y="20220"/>
                    </a:lnTo>
                    <a:cubicBezTo>
                      <a:pt x="253439" y="21668"/>
                      <a:pt x="256058" y="22440"/>
                      <a:pt x="258733" y="22440"/>
                    </a:cubicBezTo>
                    <a:lnTo>
                      <a:pt x="352875" y="22440"/>
                    </a:lnTo>
                    <a:cubicBezTo>
                      <a:pt x="376023" y="22440"/>
                      <a:pt x="394857" y="41274"/>
                      <a:pt x="394857" y="64422"/>
                    </a:cubicBezTo>
                    <a:cubicBezTo>
                      <a:pt x="394857" y="87570"/>
                      <a:pt x="376023" y="106405"/>
                      <a:pt x="352875" y="106405"/>
                    </a:cubicBezTo>
                    <a:lnTo>
                      <a:pt x="240676" y="106405"/>
                    </a:lnTo>
                    <a:lnTo>
                      <a:pt x="240676" y="90594"/>
                    </a:lnTo>
                    <a:lnTo>
                      <a:pt x="352875" y="90594"/>
                    </a:lnTo>
                    <a:cubicBezTo>
                      <a:pt x="367301" y="90594"/>
                      <a:pt x="379046" y="78855"/>
                      <a:pt x="379046" y="64422"/>
                    </a:cubicBezTo>
                    <a:cubicBezTo>
                      <a:pt x="379046" y="49990"/>
                      <a:pt x="367307" y="38251"/>
                      <a:pt x="352875" y="38251"/>
                    </a:cubicBezTo>
                    <a:lnTo>
                      <a:pt x="258739" y="38251"/>
                    </a:lnTo>
                    <a:cubicBezTo>
                      <a:pt x="253022" y="38251"/>
                      <a:pt x="247450" y="36613"/>
                      <a:pt x="242637" y="33520"/>
                    </a:cubicBezTo>
                    <a:lnTo>
                      <a:pt x="220577" y="19334"/>
                    </a:lnTo>
                    <a:cubicBezTo>
                      <a:pt x="216991" y="17026"/>
                      <a:pt x="212829" y="15805"/>
                      <a:pt x="208566" y="15805"/>
                    </a:cubicBezTo>
                    <a:lnTo>
                      <a:pt x="122033" y="15805"/>
                    </a:lnTo>
                    <a:cubicBezTo>
                      <a:pt x="112761" y="15805"/>
                      <a:pt x="104040" y="19417"/>
                      <a:pt x="97487" y="25969"/>
                    </a:cubicBezTo>
                    <a:lnTo>
                      <a:pt x="11182" y="112274"/>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0" name="Picture Placeholder 103">
                <a:extLst>
                  <a:ext uri="{FF2B5EF4-FFF2-40B4-BE49-F238E27FC236}">
                    <a16:creationId xmlns:a16="http://schemas.microsoft.com/office/drawing/2014/main" id="{DFD8B257-35B4-DAAC-0001-78BB69554B9E}"/>
                  </a:ext>
                </a:extLst>
              </p:cNvPr>
              <p:cNvSpPr/>
              <p:nvPr/>
            </p:nvSpPr>
            <p:spPr>
              <a:xfrm>
                <a:off x="4605529" y="1096639"/>
                <a:ext cx="465442" cy="261038"/>
              </a:xfrm>
              <a:custGeom>
                <a:avLst/>
                <a:gdLst>
                  <a:gd name="connsiteX0" fmla="*/ 11182 w 465442"/>
                  <a:gd name="connsiteY0" fmla="*/ 261039 h 261038"/>
                  <a:gd name="connsiteX1" fmla="*/ 0 w 465442"/>
                  <a:gd name="connsiteY1" fmla="*/ 249857 h 261038"/>
                  <a:gd name="connsiteX2" fmla="*/ 21687 w 465442"/>
                  <a:gd name="connsiteY2" fmla="*/ 228480 h 261038"/>
                  <a:gd name="connsiteX3" fmla="*/ 47416 w 465442"/>
                  <a:gd name="connsiteY3" fmla="*/ 221225 h 261038"/>
                  <a:gd name="connsiteX4" fmla="*/ 245584 w 465442"/>
                  <a:gd name="connsiteY4" fmla="*/ 221225 h 261038"/>
                  <a:gd name="connsiteX5" fmla="*/ 252080 w 465442"/>
                  <a:gd name="connsiteY5" fmla="*/ 219739 h 261038"/>
                  <a:gd name="connsiteX6" fmla="*/ 289034 w 465442"/>
                  <a:gd name="connsiteY6" fmla="*/ 201904 h 261038"/>
                  <a:gd name="connsiteX7" fmla="*/ 299742 w 465442"/>
                  <a:gd name="connsiteY7" fmla="*/ 195143 h 261038"/>
                  <a:gd name="connsiteX8" fmla="*/ 362855 w 465442"/>
                  <a:gd name="connsiteY8" fmla="*/ 144502 h 261038"/>
                  <a:gd name="connsiteX9" fmla="*/ 366858 w 465442"/>
                  <a:gd name="connsiteY9" fmla="*/ 140694 h 261038"/>
                  <a:gd name="connsiteX10" fmla="*/ 440534 w 465442"/>
                  <a:gd name="connsiteY10" fmla="*/ 57621 h 261038"/>
                  <a:gd name="connsiteX11" fmla="*/ 449363 w 465442"/>
                  <a:gd name="connsiteY11" fmla="*/ 32132 h 261038"/>
                  <a:gd name="connsiteX12" fmla="*/ 439648 w 465442"/>
                  <a:gd name="connsiteY12" fmla="*/ 23493 h 261038"/>
                  <a:gd name="connsiteX13" fmla="*/ 385763 w 465442"/>
                  <a:gd name="connsiteY13" fmla="*/ 30539 h 261038"/>
                  <a:gd name="connsiteX14" fmla="*/ 356069 w 465442"/>
                  <a:gd name="connsiteY14" fmla="*/ 59967 h 261038"/>
                  <a:gd name="connsiteX15" fmla="*/ 333199 w 465442"/>
                  <a:gd name="connsiteY15" fmla="*/ 81192 h 261038"/>
                  <a:gd name="connsiteX16" fmla="*/ 291754 w 465442"/>
                  <a:gd name="connsiteY16" fmla="*/ 108546 h 261038"/>
                  <a:gd name="connsiteX17" fmla="*/ 282982 w 465442"/>
                  <a:gd name="connsiteY17" fmla="*/ 95391 h 261038"/>
                  <a:gd name="connsiteX18" fmla="*/ 324648 w 465442"/>
                  <a:gd name="connsiteY18" fmla="*/ 67892 h 261038"/>
                  <a:gd name="connsiteX19" fmla="*/ 344609 w 465442"/>
                  <a:gd name="connsiteY19" fmla="*/ 49063 h 261038"/>
                  <a:gd name="connsiteX20" fmla="*/ 375137 w 465442"/>
                  <a:gd name="connsiteY20" fmla="*/ 18813 h 261038"/>
                  <a:gd name="connsiteX21" fmla="*/ 446472 w 465442"/>
                  <a:gd name="connsiteY21" fmla="*/ 9225 h 261038"/>
                  <a:gd name="connsiteX22" fmla="*/ 465023 w 465442"/>
                  <a:gd name="connsiteY22" fmla="*/ 29957 h 261038"/>
                  <a:gd name="connsiteX23" fmla="*/ 452361 w 465442"/>
                  <a:gd name="connsiteY23" fmla="*/ 68100 h 261038"/>
                  <a:gd name="connsiteX24" fmla="*/ 378692 w 465442"/>
                  <a:gd name="connsiteY24" fmla="*/ 151193 h 261038"/>
                  <a:gd name="connsiteX25" fmla="*/ 372753 w 465442"/>
                  <a:gd name="connsiteY25" fmla="*/ 156841 h 261038"/>
                  <a:gd name="connsiteX26" fmla="*/ 309640 w 465442"/>
                  <a:gd name="connsiteY26" fmla="*/ 207482 h 261038"/>
                  <a:gd name="connsiteX27" fmla="*/ 295909 w 465442"/>
                  <a:gd name="connsiteY27" fmla="*/ 216147 h 261038"/>
                  <a:gd name="connsiteX28" fmla="*/ 258954 w 465442"/>
                  <a:gd name="connsiteY28" fmla="*/ 233982 h 261038"/>
                  <a:gd name="connsiteX29" fmla="*/ 245584 w 465442"/>
                  <a:gd name="connsiteY29" fmla="*/ 237043 h 261038"/>
                  <a:gd name="connsiteX30" fmla="*/ 47416 w 465442"/>
                  <a:gd name="connsiteY30" fmla="*/ 237043 h 261038"/>
                  <a:gd name="connsiteX31" fmla="*/ 30700 w 465442"/>
                  <a:gd name="connsiteY31" fmla="*/ 241515 h 261038"/>
                  <a:gd name="connsiteX32" fmla="*/ 11182 w 465442"/>
                  <a:gd name="connsiteY32" fmla="*/ 261039 h 261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5442" h="261038">
                    <a:moveTo>
                      <a:pt x="11182" y="261039"/>
                    </a:moveTo>
                    <a:lnTo>
                      <a:pt x="0" y="249857"/>
                    </a:lnTo>
                    <a:lnTo>
                      <a:pt x="21687" y="228480"/>
                    </a:lnTo>
                    <a:cubicBezTo>
                      <a:pt x="29441" y="223736"/>
                      <a:pt x="38340" y="221225"/>
                      <a:pt x="47416" y="221225"/>
                    </a:cubicBezTo>
                    <a:lnTo>
                      <a:pt x="245584" y="221225"/>
                    </a:lnTo>
                    <a:cubicBezTo>
                      <a:pt x="247823" y="221225"/>
                      <a:pt x="250068" y="220713"/>
                      <a:pt x="252080" y="219739"/>
                    </a:cubicBezTo>
                    <a:lnTo>
                      <a:pt x="289034" y="201904"/>
                    </a:lnTo>
                    <a:cubicBezTo>
                      <a:pt x="292842" y="200063"/>
                      <a:pt x="296447" y="197786"/>
                      <a:pt x="299742" y="195143"/>
                    </a:cubicBezTo>
                    <a:lnTo>
                      <a:pt x="362855" y="144502"/>
                    </a:lnTo>
                    <a:cubicBezTo>
                      <a:pt x="364291" y="143351"/>
                      <a:pt x="365631" y="142073"/>
                      <a:pt x="366858" y="140694"/>
                    </a:cubicBezTo>
                    <a:lnTo>
                      <a:pt x="440534" y="57621"/>
                    </a:lnTo>
                    <a:cubicBezTo>
                      <a:pt x="445410" y="52124"/>
                      <a:pt x="450900" y="43245"/>
                      <a:pt x="449363" y="32132"/>
                    </a:cubicBezTo>
                    <a:cubicBezTo>
                      <a:pt x="448844" y="30343"/>
                      <a:pt x="443626" y="25403"/>
                      <a:pt x="439648" y="23493"/>
                    </a:cubicBezTo>
                    <a:cubicBezTo>
                      <a:pt x="420384" y="14272"/>
                      <a:pt x="408392" y="10034"/>
                      <a:pt x="385763" y="30539"/>
                    </a:cubicBezTo>
                    <a:cubicBezTo>
                      <a:pt x="373360" y="41771"/>
                      <a:pt x="363772" y="51859"/>
                      <a:pt x="356069" y="59967"/>
                    </a:cubicBezTo>
                    <a:cubicBezTo>
                      <a:pt x="346809" y="69713"/>
                      <a:pt x="340118" y="76752"/>
                      <a:pt x="333199" y="81192"/>
                    </a:cubicBezTo>
                    <a:cubicBezTo>
                      <a:pt x="321600" y="88655"/>
                      <a:pt x="291754" y="108546"/>
                      <a:pt x="291754" y="108546"/>
                    </a:cubicBezTo>
                    <a:lnTo>
                      <a:pt x="282982" y="95391"/>
                    </a:lnTo>
                    <a:cubicBezTo>
                      <a:pt x="282982" y="95391"/>
                      <a:pt x="312986" y="75393"/>
                      <a:pt x="324648" y="67892"/>
                    </a:cubicBezTo>
                    <a:cubicBezTo>
                      <a:pt x="329967" y="64470"/>
                      <a:pt x="336424" y="57671"/>
                      <a:pt x="344609" y="49063"/>
                    </a:cubicBezTo>
                    <a:cubicBezTo>
                      <a:pt x="352495" y="40766"/>
                      <a:pt x="362311" y="30444"/>
                      <a:pt x="375137" y="18813"/>
                    </a:cubicBezTo>
                    <a:cubicBezTo>
                      <a:pt x="404395" y="-7700"/>
                      <a:pt x="423944" y="-1565"/>
                      <a:pt x="446472" y="9225"/>
                    </a:cubicBezTo>
                    <a:cubicBezTo>
                      <a:pt x="451950" y="11856"/>
                      <a:pt x="463694" y="20375"/>
                      <a:pt x="465023" y="29957"/>
                    </a:cubicBezTo>
                    <a:cubicBezTo>
                      <a:pt x="466888" y="43466"/>
                      <a:pt x="462512" y="56659"/>
                      <a:pt x="452361" y="68100"/>
                    </a:cubicBezTo>
                    <a:lnTo>
                      <a:pt x="378692" y="151193"/>
                    </a:lnTo>
                    <a:cubicBezTo>
                      <a:pt x="376870" y="153242"/>
                      <a:pt x="374872" y="155140"/>
                      <a:pt x="372753" y="156841"/>
                    </a:cubicBezTo>
                    <a:lnTo>
                      <a:pt x="309640" y="207482"/>
                    </a:lnTo>
                    <a:cubicBezTo>
                      <a:pt x="305409" y="210878"/>
                      <a:pt x="300792" y="213794"/>
                      <a:pt x="295909" y="216147"/>
                    </a:cubicBezTo>
                    <a:lnTo>
                      <a:pt x="258954" y="233982"/>
                    </a:lnTo>
                    <a:cubicBezTo>
                      <a:pt x="254818" y="235981"/>
                      <a:pt x="250189" y="237043"/>
                      <a:pt x="245584" y="237043"/>
                    </a:cubicBezTo>
                    <a:lnTo>
                      <a:pt x="47416" y="237043"/>
                    </a:lnTo>
                    <a:cubicBezTo>
                      <a:pt x="41540" y="237043"/>
                      <a:pt x="35785" y="238586"/>
                      <a:pt x="30700" y="241515"/>
                    </a:cubicBezTo>
                    <a:lnTo>
                      <a:pt x="11182" y="261039"/>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32" name="Picture Placeholder 103">
              <a:extLst>
                <a:ext uri="{FF2B5EF4-FFF2-40B4-BE49-F238E27FC236}">
                  <a16:creationId xmlns:a16="http://schemas.microsoft.com/office/drawing/2014/main" id="{D9B710A0-D81E-5D4B-F8BD-482B5DEFE31D}"/>
                </a:ext>
              </a:extLst>
            </p:cNvPr>
            <p:cNvGrpSpPr/>
            <p:nvPr/>
          </p:nvGrpSpPr>
          <p:grpSpPr>
            <a:xfrm>
              <a:off x="4528496" y="682691"/>
              <a:ext cx="519679" cy="496632"/>
              <a:chOff x="4528496" y="682691"/>
              <a:chExt cx="519679" cy="496632"/>
            </a:xfrm>
            <a:grpFill/>
          </p:grpSpPr>
          <p:grpSp>
            <p:nvGrpSpPr>
              <p:cNvPr id="33" name="Picture Placeholder 103">
                <a:extLst>
                  <a:ext uri="{FF2B5EF4-FFF2-40B4-BE49-F238E27FC236}">
                    <a16:creationId xmlns:a16="http://schemas.microsoft.com/office/drawing/2014/main" id="{10CBE9D6-F2B7-DA0C-274F-E8C087224F6A}"/>
                  </a:ext>
                </a:extLst>
              </p:cNvPr>
              <p:cNvGrpSpPr/>
              <p:nvPr/>
            </p:nvGrpSpPr>
            <p:grpSpPr>
              <a:xfrm>
                <a:off x="4528496" y="802680"/>
                <a:ext cx="519679" cy="376643"/>
                <a:chOff x="4528496" y="802680"/>
                <a:chExt cx="519679" cy="376643"/>
              </a:xfrm>
              <a:grpFill/>
            </p:grpSpPr>
            <p:sp>
              <p:nvSpPr>
                <p:cNvPr id="35" name="Picture Placeholder 103">
                  <a:extLst>
                    <a:ext uri="{FF2B5EF4-FFF2-40B4-BE49-F238E27FC236}">
                      <a16:creationId xmlns:a16="http://schemas.microsoft.com/office/drawing/2014/main" id="{F2424E0B-689E-C5DE-2498-5B56C40F8A91}"/>
                    </a:ext>
                  </a:extLst>
                </p:cNvPr>
                <p:cNvSpPr/>
                <p:nvPr/>
              </p:nvSpPr>
              <p:spPr>
                <a:xfrm>
                  <a:off x="4820443" y="802680"/>
                  <a:ext cx="227732" cy="227737"/>
                </a:xfrm>
                <a:custGeom>
                  <a:avLst/>
                  <a:gdLst>
                    <a:gd name="connsiteX0" fmla="*/ 83462 w 227732"/>
                    <a:gd name="connsiteY0" fmla="*/ 227737 h 227737"/>
                    <a:gd name="connsiteX1" fmla="*/ 24789 w 227732"/>
                    <a:gd name="connsiteY1" fmla="*/ 202945 h 227737"/>
                    <a:gd name="connsiteX2" fmla="*/ 382 w 227732"/>
                    <a:gd name="connsiteY2" fmla="*/ 136258 h 227737"/>
                    <a:gd name="connsiteX3" fmla="*/ 43231 w 227732"/>
                    <a:gd name="connsiteY3" fmla="*/ 56682 h 227737"/>
                    <a:gd name="connsiteX4" fmla="*/ 144558 w 227732"/>
                    <a:gd name="connsiteY4" fmla="*/ 5731 h 227737"/>
                    <a:gd name="connsiteX5" fmla="*/ 220491 w 227732"/>
                    <a:gd name="connsiteY5" fmla="*/ 7237 h 227737"/>
                    <a:gd name="connsiteX6" fmla="*/ 221996 w 227732"/>
                    <a:gd name="connsiteY6" fmla="*/ 83170 h 227737"/>
                    <a:gd name="connsiteX7" fmla="*/ 171045 w 227732"/>
                    <a:gd name="connsiteY7" fmla="*/ 184496 h 227737"/>
                    <a:gd name="connsiteX8" fmla="*/ 91469 w 227732"/>
                    <a:gd name="connsiteY8" fmla="*/ 227345 h 227737"/>
                    <a:gd name="connsiteX9" fmla="*/ 83462 w 227732"/>
                    <a:gd name="connsiteY9" fmla="*/ 227737 h 227737"/>
                    <a:gd name="connsiteX10" fmla="*/ 192182 w 227732"/>
                    <a:gd name="connsiteY10" fmla="*/ 15585 h 227737"/>
                    <a:gd name="connsiteX11" fmla="*/ 54407 w 227732"/>
                    <a:gd name="connsiteY11" fmla="*/ 67864 h 227737"/>
                    <a:gd name="connsiteX12" fmla="*/ 16112 w 227732"/>
                    <a:gd name="connsiteY12" fmla="*/ 137757 h 227737"/>
                    <a:gd name="connsiteX13" fmla="*/ 35964 w 227732"/>
                    <a:gd name="connsiteY13" fmla="*/ 191769 h 227737"/>
                    <a:gd name="connsiteX14" fmla="*/ 89977 w 227732"/>
                    <a:gd name="connsiteY14" fmla="*/ 211622 h 227737"/>
                    <a:gd name="connsiteX15" fmla="*/ 159870 w 227732"/>
                    <a:gd name="connsiteY15" fmla="*/ 173333 h 227737"/>
                    <a:gd name="connsiteX16" fmla="*/ 209246 w 227732"/>
                    <a:gd name="connsiteY16" fmla="*/ 18355 h 227737"/>
                    <a:gd name="connsiteX17" fmla="*/ 192182 w 227732"/>
                    <a:gd name="connsiteY17" fmla="*/ 15585 h 227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7732" h="227737">
                      <a:moveTo>
                        <a:pt x="83462" y="227737"/>
                      </a:moveTo>
                      <a:cubicBezTo>
                        <a:pt x="61522" y="227737"/>
                        <a:pt x="40936" y="219098"/>
                        <a:pt x="24789" y="202945"/>
                      </a:cubicBezTo>
                      <a:cubicBezTo>
                        <a:pt x="6688" y="184844"/>
                        <a:pt x="-1983" y="161158"/>
                        <a:pt x="382" y="136258"/>
                      </a:cubicBezTo>
                      <a:cubicBezTo>
                        <a:pt x="2899" y="109714"/>
                        <a:pt x="17718" y="82196"/>
                        <a:pt x="43231" y="56682"/>
                      </a:cubicBezTo>
                      <a:cubicBezTo>
                        <a:pt x="74804" y="25110"/>
                        <a:pt x="120271" y="11208"/>
                        <a:pt x="144558" y="5731"/>
                      </a:cubicBezTo>
                      <a:cubicBezTo>
                        <a:pt x="167111" y="646"/>
                        <a:pt x="208500" y="-4755"/>
                        <a:pt x="220491" y="7237"/>
                      </a:cubicBezTo>
                      <a:cubicBezTo>
                        <a:pt x="232489" y="19228"/>
                        <a:pt x="227088" y="60610"/>
                        <a:pt x="221996" y="83170"/>
                      </a:cubicBezTo>
                      <a:cubicBezTo>
                        <a:pt x="216525" y="107463"/>
                        <a:pt x="202624" y="152924"/>
                        <a:pt x="171045" y="184496"/>
                      </a:cubicBezTo>
                      <a:cubicBezTo>
                        <a:pt x="145532" y="210010"/>
                        <a:pt x="118013" y="224828"/>
                        <a:pt x="91469" y="227345"/>
                      </a:cubicBezTo>
                      <a:cubicBezTo>
                        <a:pt x="88788" y="227611"/>
                        <a:pt x="86112" y="227737"/>
                        <a:pt x="83462" y="227737"/>
                      </a:cubicBezTo>
                      <a:close/>
                      <a:moveTo>
                        <a:pt x="192182" y="15585"/>
                      </a:moveTo>
                      <a:cubicBezTo>
                        <a:pt x="160218" y="15585"/>
                        <a:pt x="93227" y="29050"/>
                        <a:pt x="54407" y="67864"/>
                      </a:cubicBezTo>
                      <a:cubicBezTo>
                        <a:pt x="31525" y="90747"/>
                        <a:pt x="18281" y="114913"/>
                        <a:pt x="16112" y="137757"/>
                      </a:cubicBezTo>
                      <a:cubicBezTo>
                        <a:pt x="14176" y="158173"/>
                        <a:pt x="21038" y="176850"/>
                        <a:pt x="35964" y="191769"/>
                      </a:cubicBezTo>
                      <a:cubicBezTo>
                        <a:pt x="50878" y="206689"/>
                        <a:pt x="69561" y="213526"/>
                        <a:pt x="89977" y="211622"/>
                      </a:cubicBezTo>
                      <a:cubicBezTo>
                        <a:pt x="112815" y="209453"/>
                        <a:pt x="136987" y="196216"/>
                        <a:pt x="159870" y="173333"/>
                      </a:cubicBezTo>
                      <a:cubicBezTo>
                        <a:pt x="209277" y="123919"/>
                        <a:pt x="217613" y="28854"/>
                        <a:pt x="209246" y="18355"/>
                      </a:cubicBezTo>
                      <a:cubicBezTo>
                        <a:pt x="207020" y="16584"/>
                        <a:pt x="200904" y="15585"/>
                        <a:pt x="192182" y="15585"/>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6" name="Picture Placeholder 103">
                  <a:extLst>
                    <a:ext uri="{FF2B5EF4-FFF2-40B4-BE49-F238E27FC236}">
                      <a16:creationId xmlns:a16="http://schemas.microsoft.com/office/drawing/2014/main" id="{2780C5E4-D969-41F9-DC08-06C8E25A35D9}"/>
                    </a:ext>
                  </a:extLst>
                </p:cNvPr>
                <p:cNvSpPr/>
                <p:nvPr/>
              </p:nvSpPr>
              <p:spPr>
                <a:xfrm>
                  <a:off x="4793351" y="891440"/>
                  <a:ext cx="152264" cy="287883"/>
                </a:xfrm>
                <a:custGeom>
                  <a:avLst/>
                  <a:gdLst>
                    <a:gd name="connsiteX0" fmla="*/ 15812 w 152264"/>
                    <a:gd name="connsiteY0" fmla="*/ 287883 h 287883"/>
                    <a:gd name="connsiteX1" fmla="*/ 0 w 152264"/>
                    <a:gd name="connsiteY1" fmla="*/ 287883 h 287883"/>
                    <a:gd name="connsiteX2" fmla="*/ 0 w 152264"/>
                    <a:gd name="connsiteY2" fmla="*/ 231101 h 287883"/>
                    <a:gd name="connsiteX3" fmla="*/ 99106 w 152264"/>
                    <a:gd name="connsiteY3" fmla="*/ 41976 h 287883"/>
                    <a:gd name="connsiteX4" fmla="*/ 141083 w 152264"/>
                    <a:gd name="connsiteY4" fmla="*/ 0 h 287883"/>
                    <a:gd name="connsiteX5" fmla="*/ 152265 w 152264"/>
                    <a:gd name="connsiteY5" fmla="*/ 11182 h 287883"/>
                    <a:gd name="connsiteX6" fmla="*/ 110339 w 152264"/>
                    <a:gd name="connsiteY6" fmla="*/ 53101 h 287883"/>
                    <a:gd name="connsiteX7" fmla="*/ 15818 w 152264"/>
                    <a:gd name="connsiteY7" fmla="*/ 231101 h 287883"/>
                    <a:gd name="connsiteX8" fmla="*/ 15818 w 152264"/>
                    <a:gd name="connsiteY8" fmla="*/ 287883 h 28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264" h="287883">
                      <a:moveTo>
                        <a:pt x="15812" y="287883"/>
                      </a:moveTo>
                      <a:lnTo>
                        <a:pt x="0" y="287883"/>
                      </a:lnTo>
                      <a:lnTo>
                        <a:pt x="0" y="231101"/>
                      </a:lnTo>
                      <a:cubicBezTo>
                        <a:pt x="0" y="180839"/>
                        <a:pt x="42603" y="99530"/>
                        <a:pt x="99106" y="41976"/>
                      </a:cubicBezTo>
                      <a:lnTo>
                        <a:pt x="141083" y="0"/>
                      </a:lnTo>
                      <a:lnTo>
                        <a:pt x="152265" y="11182"/>
                      </a:lnTo>
                      <a:lnTo>
                        <a:pt x="110339" y="53101"/>
                      </a:lnTo>
                      <a:cubicBezTo>
                        <a:pt x="57358" y="107075"/>
                        <a:pt x="15818" y="185285"/>
                        <a:pt x="15818" y="231101"/>
                      </a:cubicBezTo>
                      <a:lnTo>
                        <a:pt x="15818" y="287883"/>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7" name="Picture Placeholder 103">
                  <a:extLst>
                    <a:ext uri="{FF2B5EF4-FFF2-40B4-BE49-F238E27FC236}">
                      <a16:creationId xmlns:a16="http://schemas.microsoft.com/office/drawing/2014/main" id="{B4D93D27-27F5-E28F-2EFC-C70DBD84CA18}"/>
                    </a:ext>
                  </a:extLst>
                </p:cNvPr>
                <p:cNvSpPr/>
                <p:nvPr/>
              </p:nvSpPr>
              <p:spPr>
                <a:xfrm>
                  <a:off x="4528496" y="822228"/>
                  <a:ext cx="260448" cy="260455"/>
                </a:xfrm>
                <a:custGeom>
                  <a:avLst/>
                  <a:gdLst>
                    <a:gd name="connsiteX0" fmla="*/ 166128 w 260448"/>
                    <a:gd name="connsiteY0" fmla="*/ 260456 h 260455"/>
                    <a:gd name="connsiteX1" fmla="*/ 65162 w 260448"/>
                    <a:gd name="connsiteY1" fmla="*/ 210947 h 260455"/>
                    <a:gd name="connsiteX2" fmla="*/ 65162 w 260448"/>
                    <a:gd name="connsiteY2" fmla="*/ 210947 h 260455"/>
                    <a:gd name="connsiteX3" fmla="*/ 8108 w 260448"/>
                    <a:gd name="connsiteY3" fmla="*/ 8111 h 260455"/>
                    <a:gd name="connsiteX4" fmla="*/ 210944 w 260448"/>
                    <a:gd name="connsiteY4" fmla="*/ 65165 h 260455"/>
                    <a:gd name="connsiteX5" fmla="*/ 232220 w 260448"/>
                    <a:gd name="connsiteY5" fmla="*/ 232229 h 260455"/>
                    <a:gd name="connsiteX6" fmla="*/ 166128 w 260448"/>
                    <a:gd name="connsiteY6" fmla="*/ 260456 h 260455"/>
                    <a:gd name="connsiteX7" fmla="*/ 76344 w 260448"/>
                    <a:gd name="connsiteY7" fmla="*/ 199771 h 260455"/>
                    <a:gd name="connsiteX8" fmla="*/ 221044 w 260448"/>
                    <a:gd name="connsiteY8" fmla="*/ 221054 h 260455"/>
                    <a:gd name="connsiteX9" fmla="*/ 199769 w 260448"/>
                    <a:gd name="connsiteY9" fmla="*/ 76353 h 260455"/>
                    <a:gd name="connsiteX10" fmla="*/ 19277 w 260448"/>
                    <a:gd name="connsiteY10" fmla="*/ 19311 h 260455"/>
                    <a:gd name="connsiteX11" fmla="*/ 76344 w 260448"/>
                    <a:gd name="connsiteY11" fmla="*/ 199771 h 260455"/>
                    <a:gd name="connsiteX12" fmla="*/ 76344 w 260448"/>
                    <a:gd name="connsiteY12" fmla="*/ 199771 h 26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0448" h="260455">
                      <a:moveTo>
                        <a:pt x="166128" y="260456"/>
                      </a:moveTo>
                      <a:cubicBezTo>
                        <a:pt x="133442" y="260456"/>
                        <a:pt x="97930" y="243721"/>
                        <a:pt x="65162" y="210947"/>
                      </a:cubicBezTo>
                      <a:lnTo>
                        <a:pt x="65162" y="210947"/>
                      </a:lnTo>
                      <a:cubicBezTo>
                        <a:pt x="5995" y="151780"/>
                        <a:pt x="-12479" y="28703"/>
                        <a:pt x="8108" y="8111"/>
                      </a:cubicBezTo>
                      <a:cubicBezTo>
                        <a:pt x="28707" y="-12482"/>
                        <a:pt x="151777" y="5998"/>
                        <a:pt x="210944" y="65165"/>
                      </a:cubicBezTo>
                      <a:cubicBezTo>
                        <a:pt x="268150" y="122371"/>
                        <a:pt x="276499" y="187951"/>
                        <a:pt x="232220" y="232229"/>
                      </a:cubicBezTo>
                      <a:cubicBezTo>
                        <a:pt x="213303" y="251146"/>
                        <a:pt x="190503" y="260456"/>
                        <a:pt x="166128" y="260456"/>
                      </a:cubicBezTo>
                      <a:close/>
                      <a:moveTo>
                        <a:pt x="76344" y="199771"/>
                      </a:moveTo>
                      <a:cubicBezTo>
                        <a:pt x="127548" y="250969"/>
                        <a:pt x="182989" y="259109"/>
                        <a:pt x="221044" y="221054"/>
                      </a:cubicBezTo>
                      <a:cubicBezTo>
                        <a:pt x="259112" y="182986"/>
                        <a:pt x="250954" y="127544"/>
                        <a:pt x="199769" y="76353"/>
                      </a:cubicBezTo>
                      <a:cubicBezTo>
                        <a:pt x="141759" y="18337"/>
                        <a:pt x="30484" y="9104"/>
                        <a:pt x="19277" y="19311"/>
                      </a:cubicBezTo>
                      <a:cubicBezTo>
                        <a:pt x="9082" y="30506"/>
                        <a:pt x="18335" y="141762"/>
                        <a:pt x="76344" y="199771"/>
                      </a:cubicBezTo>
                      <a:lnTo>
                        <a:pt x="76344" y="199771"/>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 name="Picture Placeholder 103">
                  <a:extLst>
                    <a:ext uri="{FF2B5EF4-FFF2-40B4-BE49-F238E27FC236}">
                      <a16:creationId xmlns:a16="http://schemas.microsoft.com/office/drawing/2014/main" id="{385F8A8F-D725-E8DA-69C7-B349378E18BB}"/>
                    </a:ext>
                  </a:extLst>
                </p:cNvPr>
                <p:cNvSpPr/>
                <p:nvPr/>
              </p:nvSpPr>
              <p:spPr>
                <a:xfrm>
                  <a:off x="4660946" y="939172"/>
                  <a:ext cx="148216" cy="240151"/>
                </a:xfrm>
                <a:custGeom>
                  <a:avLst/>
                  <a:gdLst>
                    <a:gd name="connsiteX0" fmla="*/ 148217 w 148216"/>
                    <a:gd name="connsiteY0" fmla="*/ 240151 h 240151"/>
                    <a:gd name="connsiteX1" fmla="*/ 132405 w 148216"/>
                    <a:gd name="connsiteY1" fmla="*/ 240151 h 240151"/>
                    <a:gd name="connsiteX2" fmla="*/ 41919 w 148216"/>
                    <a:gd name="connsiteY2" fmla="*/ 53101 h 240151"/>
                    <a:gd name="connsiteX3" fmla="*/ 0 w 148216"/>
                    <a:gd name="connsiteY3" fmla="*/ 11182 h 240151"/>
                    <a:gd name="connsiteX4" fmla="*/ 11182 w 148216"/>
                    <a:gd name="connsiteY4" fmla="*/ 0 h 240151"/>
                    <a:gd name="connsiteX5" fmla="*/ 53101 w 148216"/>
                    <a:gd name="connsiteY5" fmla="*/ 41919 h 240151"/>
                    <a:gd name="connsiteX6" fmla="*/ 148217 w 148216"/>
                    <a:gd name="connsiteY6" fmla="*/ 240151 h 24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216" h="240151">
                      <a:moveTo>
                        <a:pt x="148217" y="240151"/>
                      </a:moveTo>
                      <a:lnTo>
                        <a:pt x="132405" y="240151"/>
                      </a:lnTo>
                      <a:cubicBezTo>
                        <a:pt x="132405" y="173364"/>
                        <a:pt x="104501" y="115677"/>
                        <a:pt x="41919" y="53101"/>
                      </a:cubicBezTo>
                      <a:lnTo>
                        <a:pt x="0" y="11182"/>
                      </a:lnTo>
                      <a:lnTo>
                        <a:pt x="11182" y="0"/>
                      </a:lnTo>
                      <a:lnTo>
                        <a:pt x="53101" y="41919"/>
                      </a:lnTo>
                      <a:cubicBezTo>
                        <a:pt x="118884" y="107702"/>
                        <a:pt x="148217" y="168835"/>
                        <a:pt x="148217" y="240151"/>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34" name="Picture Placeholder 103">
                <a:extLst>
                  <a:ext uri="{FF2B5EF4-FFF2-40B4-BE49-F238E27FC236}">
                    <a16:creationId xmlns:a16="http://schemas.microsoft.com/office/drawing/2014/main" id="{9F8CE94B-7D12-E5D2-5BB1-7A2D82C51F49}"/>
                  </a:ext>
                </a:extLst>
              </p:cNvPr>
              <p:cNvSpPr/>
              <p:nvPr/>
            </p:nvSpPr>
            <p:spPr>
              <a:xfrm>
                <a:off x="4716428" y="682691"/>
                <a:ext cx="133796" cy="201438"/>
              </a:xfrm>
              <a:custGeom>
                <a:avLst/>
                <a:gdLst>
                  <a:gd name="connsiteX0" fmla="*/ 68537 w 133796"/>
                  <a:gd name="connsiteY0" fmla="*/ 201438 h 201438"/>
                  <a:gd name="connsiteX1" fmla="*/ 313 w 133796"/>
                  <a:gd name="connsiteY1" fmla="*/ 121558 h 201438"/>
                  <a:gd name="connsiteX2" fmla="*/ 57450 w 133796"/>
                  <a:gd name="connsiteY2" fmla="*/ 31 h 201438"/>
                  <a:gd name="connsiteX3" fmla="*/ 133294 w 133796"/>
                  <a:gd name="connsiteY3" fmla="*/ 110864 h 201438"/>
                  <a:gd name="connsiteX4" fmla="*/ 133294 w 133796"/>
                  <a:gd name="connsiteY4" fmla="*/ 110864 h 201438"/>
                  <a:gd name="connsiteX5" fmla="*/ 73647 w 133796"/>
                  <a:gd name="connsiteY5" fmla="*/ 201236 h 201438"/>
                  <a:gd name="connsiteX6" fmla="*/ 68537 w 133796"/>
                  <a:gd name="connsiteY6" fmla="*/ 201438 h 201438"/>
                  <a:gd name="connsiteX7" fmla="*/ 58727 w 133796"/>
                  <a:gd name="connsiteY7" fmla="*/ 15900 h 201438"/>
                  <a:gd name="connsiteX8" fmla="*/ 16074 w 133796"/>
                  <a:gd name="connsiteY8" fmla="*/ 120294 h 201438"/>
                  <a:gd name="connsiteX9" fmla="*/ 72376 w 133796"/>
                  <a:gd name="connsiteY9" fmla="*/ 185475 h 201438"/>
                  <a:gd name="connsiteX10" fmla="*/ 117534 w 133796"/>
                  <a:gd name="connsiteY10" fmla="*/ 112128 h 201438"/>
                  <a:gd name="connsiteX11" fmla="*/ 58727 w 133796"/>
                  <a:gd name="connsiteY11" fmla="*/ 15900 h 201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796" h="201438">
                    <a:moveTo>
                      <a:pt x="68537" y="201438"/>
                    </a:moveTo>
                    <a:cubicBezTo>
                      <a:pt x="38938" y="201438"/>
                      <a:pt x="5088" y="180871"/>
                      <a:pt x="313" y="121558"/>
                    </a:cubicBezTo>
                    <a:cubicBezTo>
                      <a:pt x="-4044" y="67401"/>
                      <a:pt x="38160" y="1587"/>
                      <a:pt x="57450" y="31"/>
                    </a:cubicBezTo>
                    <a:cubicBezTo>
                      <a:pt x="77024" y="-1544"/>
                      <a:pt x="128937" y="56706"/>
                      <a:pt x="133294" y="110864"/>
                    </a:cubicBezTo>
                    <a:lnTo>
                      <a:pt x="133294" y="110864"/>
                    </a:lnTo>
                    <a:cubicBezTo>
                      <a:pt x="138348" y="173616"/>
                      <a:pt x="104321" y="198763"/>
                      <a:pt x="73647" y="201236"/>
                    </a:cubicBezTo>
                    <a:cubicBezTo>
                      <a:pt x="71965" y="201369"/>
                      <a:pt x="70257" y="201438"/>
                      <a:pt x="68537" y="201438"/>
                    </a:cubicBezTo>
                    <a:close/>
                    <a:moveTo>
                      <a:pt x="58727" y="15900"/>
                    </a:moveTo>
                    <a:cubicBezTo>
                      <a:pt x="48501" y="20605"/>
                      <a:pt x="12330" y="73757"/>
                      <a:pt x="16074" y="120294"/>
                    </a:cubicBezTo>
                    <a:cubicBezTo>
                      <a:pt x="19515" y="163010"/>
                      <a:pt x="41069" y="188049"/>
                      <a:pt x="72376" y="185475"/>
                    </a:cubicBezTo>
                    <a:cubicBezTo>
                      <a:pt x="103664" y="182958"/>
                      <a:pt x="120974" y="154851"/>
                      <a:pt x="117534" y="112128"/>
                    </a:cubicBezTo>
                    <a:cubicBezTo>
                      <a:pt x="113796" y="65586"/>
                      <a:pt x="69580" y="18910"/>
                      <a:pt x="58727" y="15900"/>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41" name="Picture Placeholder 82" descr="Cloud">
            <a:extLst>
              <a:ext uri="{FF2B5EF4-FFF2-40B4-BE49-F238E27FC236}">
                <a16:creationId xmlns:a16="http://schemas.microsoft.com/office/drawing/2014/main" id="{F596C24B-A001-83BC-87F8-D9D4F85A742B}"/>
              </a:ext>
            </a:extLst>
          </p:cNvPr>
          <p:cNvGrpSpPr>
            <a:grpSpLocks noChangeAspect="1"/>
          </p:cNvGrpSpPr>
          <p:nvPr/>
        </p:nvGrpSpPr>
        <p:grpSpPr>
          <a:xfrm>
            <a:off x="5651712" y="4857062"/>
            <a:ext cx="914162" cy="550954"/>
            <a:chOff x="11078006" y="833884"/>
            <a:chExt cx="602760" cy="363276"/>
          </a:xfrm>
          <a:solidFill>
            <a:schemeClr val="bg1"/>
          </a:solidFill>
        </p:grpSpPr>
        <p:sp>
          <p:nvSpPr>
            <p:cNvPr id="42" name="Picture Placeholder 82">
              <a:extLst>
                <a:ext uri="{FF2B5EF4-FFF2-40B4-BE49-F238E27FC236}">
                  <a16:creationId xmlns:a16="http://schemas.microsoft.com/office/drawing/2014/main" id="{4F3379F7-575A-51DD-8D28-B7748C91AC68}"/>
                </a:ext>
              </a:extLst>
            </p:cNvPr>
            <p:cNvSpPr/>
            <p:nvPr/>
          </p:nvSpPr>
          <p:spPr>
            <a:xfrm>
              <a:off x="11172269" y="982822"/>
              <a:ext cx="44300" cy="44364"/>
            </a:xfrm>
            <a:custGeom>
              <a:avLst/>
              <a:gdLst>
                <a:gd name="connsiteX0" fmla="*/ 22136 w 44300"/>
                <a:gd name="connsiteY0" fmla="*/ 15844 h 44364"/>
                <a:gd name="connsiteX1" fmla="*/ 28461 w 44300"/>
                <a:gd name="connsiteY1" fmla="*/ 22182 h 44364"/>
                <a:gd name="connsiteX2" fmla="*/ 22136 w 44300"/>
                <a:gd name="connsiteY2" fmla="*/ 28520 h 44364"/>
                <a:gd name="connsiteX3" fmla="*/ 15812 w 44300"/>
                <a:gd name="connsiteY3" fmla="*/ 22182 h 44364"/>
                <a:gd name="connsiteX4" fmla="*/ 22136 w 44300"/>
                <a:gd name="connsiteY4" fmla="*/ 15844 h 44364"/>
                <a:gd name="connsiteX5" fmla="*/ 22136 w 44300"/>
                <a:gd name="connsiteY5" fmla="*/ 0 h 44364"/>
                <a:gd name="connsiteX6" fmla="*/ 0 w 44300"/>
                <a:gd name="connsiteY6" fmla="*/ 22182 h 44364"/>
                <a:gd name="connsiteX7" fmla="*/ 22136 w 44300"/>
                <a:gd name="connsiteY7" fmla="*/ 44364 h 44364"/>
                <a:gd name="connsiteX8" fmla="*/ 44272 w 44300"/>
                <a:gd name="connsiteY8" fmla="*/ 22182 h 44364"/>
                <a:gd name="connsiteX9" fmla="*/ 22136 w 44300"/>
                <a:gd name="connsiteY9" fmla="*/ 0 h 44364"/>
                <a:gd name="connsiteX10" fmla="*/ 22136 w 44300"/>
                <a:gd name="connsiteY10" fmla="*/ 0 h 44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300" h="44364">
                  <a:moveTo>
                    <a:pt x="22136" y="15844"/>
                  </a:moveTo>
                  <a:cubicBezTo>
                    <a:pt x="25931" y="15844"/>
                    <a:pt x="28461" y="19013"/>
                    <a:pt x="28461" y="22182"/>
                  </a:cubicBezTo>
                  <a:cubicBezTo>
                    <a:pt x="28461" y="25351"/>
                    <a:pt x="25298" y="28520"/>
                    <a:pt x="22136" y="28520"/>
                  </a:cubicBezTo>
                  <a:cubicBezTo>
                    <a:pt x="18974" y="28520"/>
                    <a:pt x="15812" y="25351"/>
                    <a:pt x="15812" y="22182"/>
                  </a:cubicBezTo>
                  <a:cubicBezTo>
                    <a:pt x="15812" y="19013"/>
                    <a:pt x="18974" y="15844"/>
                    <a:pt x="22136" y="15844"/>
                  </a:cubicBezTo>
                  <a:moveTo>
                    <a:pt x="22136" y="0"/>
                  </a:moveTo>
                  <a:cubicBezTo>
                    <a:pt x="9487" y="0"/>
                    <a:pt x="0" y="10140"/>
                    <a:pt x="0" y="22182"/>
                  </a:cubicBezTo>
                  <a:cubicBezTo>
                    <a:pt x="0" y="34858"/>
                    <a:pt x="10119" y="44364"/>
                    <a:pt x="22136" y="44364"/>
                  </a:cubicBezTo>
                  <a:cubicBezTo>
                    <a:pt x="34153" y="44364"/>
                    <a:pt x="44272" y="34224"/>
                    <a:pt x="44272" y="22182"/>
                  </a:cubicBezTo>
                  <a:cubicBezTo>
                    <a:pt x="44905" y="9507"/>
                    <a:pt x="34785" y="0"/>
                    <a:pt x="22136" y="0"/>
                  </a:cubicBezTo>
                  <a:lnTo>
                    <a:pt x="22136"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3" name="Picture Placeholder 82">
              <a:extLst>
                <a:ext uri="{FF2B5EF4-FFF2-40B4-BE49-F238E27FC236}">
                  <a16:creationId xmlns:a16="http://schemas.microsoft.com/office/drawing/2014/main" id="{D90B85EC-4853-F343-2E23-1C3C9843C1A9}"/>
                </a:ext>
              </a:extLst>
            </p:cNvPr>
            <p:cNvSpPr/>
            <p:nvPr/>
          </p:nvSpPr>
          <p:spPr>
            <a:xfrm>
              <a:off x="11218439" y="1067114"/>
              <a:ext cx="44300" cy="44364"/>
            </a:xfrm>
            <a:custGeom>
              <a:avLst/>
              <a:gdLst>
                <a:gd name="connsiteX0" fmla="*/ 22136 w 44300"/>
                <a:gd name="connsiteY0" fmla="*/ 15844 h 44364"/>
                <a:gd name="connsiteX1" fmla="*/ 28461 w 44300"/>
                <a:gd name="connsiteY1" fmla="*/ 22182 h 44364"/>
                <a:gd name="connsiteX2" fmla="*/ 22136 w 44300"/>
                <a:gd name="connsiteY2" fmla="*/ 28520 h 44364"/>
                <a:gd name="connsiteX3" fmla="*/ 15812 w 44300"/>
                <a:gd name="connsiteY3" fmla="*/ 22182 h 44364"/>
                <a:gd name="connsiteX4" fmla="*/ 22136 w 44300"/>
                <a:gd name="connsiteY4" fmla="*/ 15844 h 44364"/>
                <a:gd name="connsiteX5" fmla="*/ 22136 w 44300"/>
                <a:gd name="connsiteY5" fmla="*/ 0 h 44364"/>
                <a:gd name="connsiteX6" fmla="*/ 0 w 44300"/>
                <a:gd name="connsiteY6" fmla="*/ 22182 h 44364"/>
                <a:gd name="connsiteX7" fmla="*/ 22136 w 44300"/>
                <a:gd name="connsiteY7" fmla="*/ 44364 h 44364"/>
                <a:gd name="connsiteX8" fmla="*/ 44272 w 44300"/>
                <a:gd name="connsiteY8" fmla="*/ 22182 h 44364"/>
                <a:gd name="connsiteX9" fmla="*/ 22136 w 44300"/>
                <a:gd name="connsiteY9" fmla="*/ 0 h 44364"/>
                <a:gd name="connsiteX10" fmla="*/ 22136 w 44300"/>
                <a:gd name="connsiteY10" fmla="*/ 0 h 44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300" h="44364">
                  <a:moveTo>
                    <a:pt x="22136" y="15844"/>
                  </a:moveTo>
                  <a:cubicBezTo>
                    <a:pt x="25931" y="15844"/>
                    <a:pt x="28461" y="19013"/>
                    <a:pt x="28461" y="22182"/>
                  </a:cubicBezTo>
                  <a:cubicBezTo>
                    <a:pt x="28461" y="25351"/>
                    <a:pt x="25298" y="28520"/>
                    <a:pt x="22136" y="28520"/>
                  </a:cubicBezTo>
                  <a:cubicBezTo>
                    <a:pt x="18974" y="28520"/>
                    <a:pt x="15812" y="25351"/>
                    <a:pt x="15812" y="22182"/>
                  </a:cubicBezTo>
                  <a:cubicBezTo>
                    <a:pt x="15812" y="19013"/>
                    <a:pt x="18974" y="15844"/>
                    <a:pt x="22136" y="15844"/>
                  </a:cubicBezTo>
                  <a:moveTo>
                    <a:pt x="22136" y="0"/>
                  </a:moveTo>
                  <a:cubicBezTo>
                    <a:pt x="10119" y="0"/>
                    <a:pt x="0" y="10140"/>
                    <a:pt x="0" y="22182"/>
                  </a:cubicBezTo>
                  <a:cubicBezTo>
                    <a:pt x="0" y="34224"/>
                    <a:pt x="10119" y="44364"/>
                    <a:pt x="22136" y="44364"/>
                  </a:cubicBezTo>
                  <a:cubicBezTo>
                    <a:pt x="34153" y="44364"/>
                    <a:pt x="44272" y="34224"/>
                    <a:pt x="44272" y="22182"/>
                  </a:cubicBezTo>
                  <a:cubicBezTo>
                    <a:pt x="44905" y="10140"/>
                    <a:pt x="34785" y="0"/>
                    <a:pt x="22136" y="0"/>
                  </a:cubicBezTo>
                  <a:lnTo>
                    <a:pt x="22136"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 name="Picture Placeholder 82">
              <a:extLst>
                <a:ext uri="{FF2B5EF4-FFF2-40B4-BE49-F238E27FC236}">
                  <a16:creationId xmlns:a16="http://schemas.microsoft.com/office/drawing/2014/main" id="{C0B1C1F4-ABBE-93CB-0D3A-CE1DC57BA327}"/>
                </a:ext>
              </a:extLst>
            </p:cNvPr>
            <p:cNvSpPr/>
            <p:nvPr/>
          </p:nvSpPr>
          <p:spPr>
            <a:xfrm>
              <a:off x="11477747" y="1082959"/>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5" name="Picture Placeholder 82">
              <a:extLst>
                <a:ext uri="{FF2B5EF4-FFF2-40B4-BE49-F238E27FC236}">
                  <a16:creationId xmlns:a16="http://schemas.microsoft.com/office/drawing/2014/main" id="{F17391FD-E57F-FA16-2ABD-144FCF63525F}"/>
                </a:ext>
              </a:extLst>
            </p:cNvPr>
            <p:cNvSpPr/>
            <p:nvPr/>
          </p:nvSpPr>
          <p:spPr>
            <a:xfrm>
              <a:off x="11394263" y="985991"/>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6444" y="18380"/>
                    <a:pt x="19606"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6" name="Picture Placeholder 82">
              <a:extLst>
                <a:ext uri="{FF2B5EF4-FFF2-40B4-BE49-F238E27FC236}">
                  <a16:creationId xmlns:a16="http://schemas.microsoft.com/office/drawing/2014/main" id="{F0C8DF13-227F-2B54-F6E5-4410763EF60A}"/>
                </a:ext>
              </a:extLst>
            </p:cNvPr>
            <p:cNvSpPr/>
            <p:nvPr/>
          </p:nvSpPr>
          <p:spPr>
            <a:xfrm>
              <a:off x="11477115" y="833884"/>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9606"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47" name="Picture Placeholder 82">
              <a:extLst>
                <a:ext uri="{FF2B5EF4-FFF2-40B4-BE49-F238E27FC236}">
                  <a16:creationId xmlns:a16="http://schemas.microsoft.com/office/drawing/2014/main" id="{A6AC0B10-0A63-B28B-D393-9844750DEF13}"/>
                </a:ext>
              </a:extLst>
            </p:cNvPr>
            <p:cNvGrpSpPr/>
            <p:nvPr/>
          </p:nvGrpSpPr>
          <p:grpSpPr>
            <a:xfrm>
              <a:off x="11507473" y="854799"/>
              <a:ext cx="162542" cy="217838"/>
              <a:chOff x="11507473" y="854799"/>
              <a:chExt cx="162542" cy="217838"/>
            </a:xfrm>
            <a:grpFill/>
          </p:grpSpPr>
          <p:sp>
            <p:nvSpPr>
              <p:cNvPr id="93" name="Picture Placeholder 82">
                <a:extLst>
                  <a:ext uri="{FF2B5EF4-FFF2-40B4-BE49-F238E27FC236}">
                    <a16:creationId xmlns:a16="http://schemas.microsoft.com/office/drawing/2014/main" id="{2770F140-EB9A-CA14-38DC-6E3F557B397C}"/>
                  </a:ext>
                </a:extLst>
              </p:cNvPr>
              <p:cNvSpPr/>
              <p:nvPr/>
            </p:nvSpPr>
            <p:spPr>
              <a:xfrm>
                <a:off x="11581471" y="969512"/>
                <a:ext cx="88544" cy="102672"/>
              </a:xfrm>
              <a:custGeom>
                <a:avLst/>
                <a:gdLst>
                  <a:gd name="connsiteX0" fmla="*/ 11384 w 88544"/>
                  <a:gd name="connsiteY0" fmla="*/ 0 h 102672"/>
                  <a:gd name="connsiteX1" fmla="*/ 11384 w 88544"/>
                  <a:gd name="connsiteY1" fmla="*/ 0 h 102672"/>
                  <a:gd name="connsiteX2" fmla="*/ 0 w 88544"/>
                  <a:gd name="connsiteY2" fmla="*/ 14577 h 102672"/>
                  <a:gd name="connsiteX3" fmla="*/ 5060 w 88544"/>
                  <a:gd name="connsiteY3" fmla="*/ 15211 h 102672"/>
                  <a:gd name="connsiteX4" fmla="*/ 72733 w 88544"/>
                  <a:gd name="connsiteY4" fmla="*/ 95701 h 102672"/>
                  <a:gd name="connsiteX5" fmla="*/ 75895 w 88544"/>
                  <a:gd name="connsiteY5" fmla="*/ 95067 h 102672"/>
                  <a:gd name="connsiteX6" fmla="*/ 88544 w 88544"/>
                  <a:gd name="connsiteY6" fmla="*/ 102672 h 102672"/>
                  <a:gd name="connsiteX7" fmla="*/ 11384 w 88544"/>
                  <a:gd name="connsiteY7" fmla="*/ 0 h 102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544" h="102672">
                    <a:moveTo>
                      <a:pt x="11384" y="0"/>
                    </a:moveTo>
                    <a:cubicBezTo>
                      <a:pt x="11384" y="634"/>
                      <a:pt x="11384" y="634"/>
                      <a:pt x="11384" y="0"/>
                    </a:cubicBezTo>
                    <a:cubicBezTo>
                      <a:pt x="11384" y="6972"/>
                      <a:pt x="6325" y="13309"/>
                      <a:pt x="0" y="14577"/>
                    </a:cubicBezTo>
                    <a:lnTo>
                      <a:pt x="5060" y="15211"/>
                    </a:lnTo>
                    <a:cubicBezTo>
                      <a:pt x="41110" y="18380"/>
                      <a:pt x="69571" y="53237"/>
                      <a:pt x="72733" y="95701"/>
                    </a:cubicBezTo>
                    <a:cubicBezTo>
                      <a:pt x="73998" y="95701"/>
                      <a:pt x="75263" y="95067"/>
                      <a:pt x="75895" y="95067"/>
                    </a:cubicBezTo>
                    <a:cubicBezTo>
                      <a:pt x="81587" y="95067"/>
                      <a:pt x="86015" y="98236"/>
                      <a:pt x="88544" y="102672"/>
                    </a:cubicBezTo>
                    <a:cubicBezTo>
                      <a:pt x="88544" y="50068"/>
                      <a:pt x="55024" y="6972"/>
                      <a:pt x="11384" y="0"/>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94" name="Picture Placeholder 82">
                <a:extLst>
                  <a:ext uri="{FF2B5EF4-FFF2-40B4-BE49-F238E27FC236}">
                    <a16:creationId xmlns:a16="http://schemas.microsoft.com/office/drawing/2014/main" id="{DED217B8-6A91-4AF7-2D90-0CC91AF43E38}"/>
                  </a:ext>
                </a:extLst>
              </p:cNvPr>
              <p:cNvSpPr/>
              <p:nvPr/>
            </p:nvSpPr>
            <p:spPr>
              <a:xfrm>
                <a:off x="11507473" y="854799"/>
                <a:ext cx="79689" cy="103939"/>
              </a:xfrm>
              <a:custGeom>
                <a:avLst/>
                <a:gdLst>
                  <a:gd name="connsiteX0" fmla="*/ 70836 w 79689"/>
                  <a:gd name="connsiteY0" fmla="*/ 100771 h 103939"/>
                  <a:gd name="connsiteX1" fmla="*/ 79690 w 79689"/>
                  <a:gd name="connsiteY1" fmla="*/ 103940 h 103939"/>
                  <a:gd name="connsiteX2" fmla="*/ 6957 w 79689"/>
                  <a:gd name="connsiteY2" fmla="*/ 0 h 103939"/>
                  <a:gd name="connsiteX3" fmla="*/ 6957 w 79689"/>
                  <a:gd name="connsiteY3" fmla="*/ 1901 h 103939"/>
                  <a:gd name="connsiteX4" fmla="*/ 0 w 79689"/>
                  <a:gd name="connsiteY4" fmla="*/ 14577 h 103939"/>
                  <a:gd name="connsiteX5" fmla="*/ 63246 w 79689"/>
                  <a:gd name="connsiteY5" fmla="*/ 102672 h 103939"/>
                  <a:gd name="connsiteX6" fmla="*/ 70836 w 79689"/>
                  <a:gd name="connsiteY6" fmla="*/ 100771 h 103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689" h="103939">
                    <a:moveTo>
                      <a:pt x="70836" y="100771"/>
                    </a:moveTo>
                    <a:cubicBezTo>
                      <a:pt x="73998" y="100771"/>
                      <a:pt x="77160" y="102038"/>
                      <a:pt x="79690" y="103940"/>
                    </a:cubicBezTo>
                    <a:cubicBezTo>
                      <a:pt x="72100" y="57674"/>
                      <a:pt x="44905" y="19013"/>
                      <a:pt x="6957" y="0"/>
                    </a:cubicBezTo>
                    <a:cubicBezTo>
                      <a:pt x="6957" y="634"/>
                      <a:pt x="6957" y="1268"/>
                      <a:pt x="6957" y="1901"/>
                    </a:cubicBezTo>
                    <a:cubicBezTo>
                      <a:pt x="6957" y="6972"/>
                      <a:pt x="3795" y="12042"/>
                      <a:pt x="0" y="14577"/>
                    </a:cubicBezTo>
                    <a:cubicBezTo>
                      <a:pt x="31623" y="31055"/>
                      <a:pt x="55656" y="63378"/>
                      <a:pt x="63246" y="102672"/>
                    </a:cubicBezTo>
                    <a:cubicBezTo>
                      <a:pt x="65776" y="101405"/>
                      <a:pt x="68306" y="100771"/>
                      <a:pt x="70836" y="100771"/>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48" name="Picture Placeholder 82">
              <a:extLst>
                <a:ext uri="{FF2B5EF4-FFF2-40B4-BE49-F238E27FC236}">
                  <a16:creationId xmlns:a16="http://schemas.microsoft.com/office/drawing/2014/main" id="{51B20956-EAD3-E2D0-FF38-943233D90E5F}"/>
                </a:ext>
              </a:extLst>
            </p:cNvPr>
            <p:cNvSpPr/>
            <p:nvPr/>
          </p:nvSpPr>
          <p:spPr>
            <a:xfrm>
              <a:off x="11555540" y="947330"/>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9" name="Picture Placeholder 82">
              <a:extLst>
                <a:ext uri="{FF2B5EF4-FFF2-40B4-BE49-F238E27FC236}">
                  <a16:creationId xmlns:a16="http://schemas.microsoft.com/office/drawing/2014/main" id="{F287EB2E-D0FB-B6BD-C24A-CF790B99A2FA}"/>
                </a:ext>
              </a:extLst>
            </p:cNvPr>
            <p:cNvSpPr/>
            <p:nvPr/>
          </p:nvSpPr>
          <p:spPr>
            <a:xfrm>
              <a:off x="11635230" y="1056974"/>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50" name="Picture Placeholder 82">
              <a:extLst>
                <a:ext uri="{FF2B5EF4-FFF2-40B4-BE49-F238E27FC236}">
                  <a16:creationId xmlns:a16="http://schemas.microsoft.com/office/drawing/2014/main" id="{CD5ECDD2-5B8E-5CBF-3C34-13112EC5EBC0}"/>
                </a:ext>
              </a:extLst>
            </p:cNvPr>
            <p:cNvSpPr/>
            <p:nvPr/>
          </p:nvSpPr>
          <p:spPr>
            <a:xfrm>
              <a:off x="11602975" y="1088663"/>
              <a:ext cx="67040" cy="88095"/>
            </a:xfrm>
            <a:custGeom>
              <a:avLst/>
              <a:gdLst>
                <a:gd name="connsiteX0" fmla="*/ 55024 w 67040"/>
                <a:gd name="connsiteY0" fmla="*/ 5704 h 88095"/>
                <a:gd name="connsiteX1" fmla="*/ 49964 w 67040"/>
                <a:gd name="connsiteY1" fmla="*/ 5070 h 88095"/>
                <a:gd name="connsiteX2" fmla="*/ 0 w 67040"/>
                <a:gd name="connsiteY2" fmla="*/ 71617 h 88095"/>
                <a:gd name="connsiteX3" fmla="*/ 3795 w 67040"/>
                <a:gd name="connsiteY3" fmla="*/ 81124 h 88095"/>
                <a:gd name="connsiteX4" fmla="*/ 1897 w 67040"/>
                <a:gd name="connsiteY4" fmla="*/ 88095 h 88095"/>
                <a:gd name="connsiteX5" fmla="*/ 67041 w 67040"/>
                <a:gd name="connsiteY5" fmla="*/ 0 h 88095"/>
                <a:gd name="connsiteX6" fmla="*/ 55024 w 67040"/>
                <a:gd name="connsiteY6" fmla="*/ 5704 h 88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040" h="88095">
                  <a:moveTo>
                    <a:pt x="55024" y="5704"/>
                  </a:moveTo>
                  <a:cubicBezTo>
                    <a:pt x="53127" y="5704"/>
                    <a:pt x="51862" y="5070"/>
                    <a:pt x="49964" y="5070"/>
                  </a:cubicBezTo>
                  <a:cubicBezTo>
                    <a:pt x="44272" y="36125"/>
                    <a:pt x="24666" y="61477"/>
                    <a:pt x="0" y="71617"/>
                  </a:cubicBezTo>
                  <a:cubicBezTo>
                    <a:pt x="1897" y="74152"/>
                    <a:pt x="3795" y="77321"/>
                    <a:pt x="3795" y="81124"/>
                  </a:cubicBezTo>
                  <a:cubicBezTo>
                    <a:pt x="3795" y="83659"/>
                    <a:pt x="3162" y="85560"/>
                    <a:pt x="1897" y="88095"/>
                  </a:cubicBezTo>
                  <a:cubicBezTo>
                    <a:pt x="36050" y="76687"/>
                    <a:pt x="61981" y="42463"/>
                    <a:pt x="67041" y="0"/>
                  </a:cubicBezTo>
                  <a:cubicBezTo>
                    <a:pt x="64511" y="3169"/>
                    <a:pt x="60084" y="5704"/>
                    <a:pt x="55024" y="5704"/>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51" name="Picture Placeholder 82">
              <a:extLst>
                <a:ext uri="{FF2B5EF4-FFF2-40B4-BE49-F238E27FC236}">
                  <a16:creationId xmlns:a16="http://schemas.microsoft.com/office/drawing/2014/main" id="{7AB64B94-61A8-30D3-E1B3-FF360B8141A8}"/>
                </a:ext>
              </a:extLst>
            </p:cNvPr>
            <p:cNvSpPr/>
            <p:nvPr/>
          </p:nvSpPr>
          <p:spPr>
            <a:xfrm>
              <a:off x="11569454" y="1146970"/>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4785"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52" name="Picture Placeholder 82">
              <a:extLst>
                <a:ext uri="{FF2B5EF4-FFF2-40B4-BE49-F238E27FC236}">
                  <a16:creationId xmlns:a16="http://schemas.microsoft.com/office/drawing/2014/main" id="{3FBCA48F-1D6B-0CC2-3B7D-14F58FDC5083}"/>
                </a:ext>
              </a:extLst>
            </p:cNvPr>
            <p:cNvSpPr/>
            <p:nvPr/>
          </p:nvSpPr>
          <p:spPr>
            <a:xfrm>
              <a:off x="11097007" y="1121619"/>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53" name="Picture Placeholder 82">
              <a:extLst>
                <a:ext uri="{FF2B5EF4-FFF2-40B4-BE49-F238E27FC236}">
                  <a16:creationId xmlns:a16="http://schemas.microsoft.com/office/drawing/2014/main" id="{8FEAEAD0-2374-4E1B-D24A-6C1C2E0F1837}"/>
                </a:ext>
              </a:extLst>
            </p:cNvPr>
            <p:cNvSpPr/>
            <p:nvPr/>
          </p:nvSpPr>
          <p:spPr>
            <a:xfrm rot="-3334641">
              <a:off x="11537696" y="1099239"/>
              <a:ext cx="15811" cy="77321"/>
            </a:xfrm>
            <a:custGeom>
              <a:avLst/>
              <a:gdLst>
                <a:gd name="connsiteX0" fmla="*/ 0 w 15811"/>
                <a:gd name="connsiteY0" fmla="*/ 0 h 77321"/>
                <a:gd name="connsiteX1" fmla="*/ 15812 w 15811"/>
                <a:gd name="connsiteY1" fmla="*/ 0 h 77321"/>
                <a:gd name="connsiteX2" fmla="*/ 15812 w 15811"/>
                <a:gd name="connsiteY2" fmla="*/ 77322 h 77321"/>
                <a:gd name="connsiteX3" fmla="*/ 0 w 15811"/>
                <a:gd name="connsiteY3" fmla="*/ 77322 h 77321"/>
              </a:gdLst>
              <a:ahLst/>
              <a:cxnLst>
                <a:cxn ang="0">
                  <a:pos x="connsiteX0" y="connsiteY0"/>
                </a:cxn>
                <a:cxn ang="0">
                  <a:pos x="connsiteX1" y="connsiteY1"/>
                </a:cxn>
                <a:cxn ang="0">
                  <a:pos x="connsiteX2" y="connsiteY2"/>
                </a:cxn>
                <a:cxn ang="0">
                  <a:pos x="connsiteX3" y="connsiteY3"/>
                </a:cxn>
              </a:cxnLst>
              <a:rect l="l" t="t" r="r" b="b"/>
              <a:pathLst>
                <a:path w="15811" h="77321">
                  <a:moveTo>
                    <a:pt x="0" y="0"/>
                  </a:moveTo>
                  <a:lnTo>
                    <a:pt x="15812" y="0"/>
                  </a:lnTo>
                  <a:lnTo>
                    <a:pt x="15812" y="77322"/>
                  </a:lnTo>
                  <a:lnTo>
                    <a:pt x="0" y="77322"/>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54" name="Picture Placeholder 82">
              <a:extLst>
                <a:ext uri="{FF2B5EF4-FFF2-40B4-BE49-F238E27FC236}">
                  <a16:creationId xmlns:a16="http://schemas.microsoft.com/office/drawing/2014/main" id="{7B530476-34A3-2F86-B25B-3455CCDD413D}"/>
                </a:ext>
              </a:extLst>
            </p:cNvPr>
            <p:cNvSpPr/>
            <p:nvPr/>
          </p:nvSpPr>
          <p:spPr>
            <a:xfrm rot="-1309936">
              <a:off x="11332907" y="1131236"/>
              <a:ext cx="158118" cy="15844"/>
            </a:xfrm>
            <a:custGeom>
              <a:avLst/>
              <a:gdLst>
                <a:gd name="connsiteX0" fmla="*/ 0 w 158118"/>
                <a:gd name="connsiteY0" fmla="*/ 0 h 15844"/>
                <a:gd name="connsiteX1" fmla="*/ 158119 w 158118"/>
                <a:gd name="connsiteY1" fmla="*/ 0 h 15844"/>
                <a:gd name="connsiteX2" fmla="*/ 158119 w 158118"/>
                <a:gd name="connsiteY2" fmla="*/ 15845 h 15844"/>
                <a:gd name="connsiteX3" fmla="*/ 0 w 158118"/>
                <a:gd name="connsiteY3" fmla="*/ 15845 h 15844"/>
              </a:gdLst>
              <a:ahLst/>
              <a:cxnLst>
                <a:cxn ang="0">
                  <a:pos x="connsiteX0" y="connsiteY0"/>
                </a:cxn>
                <a:cxn ang="0">
                  <a:pos x="connsiteX1" y="connsiteY1"/>
                </a:cxn>
                <a:cxn ang="0">
                  <a:pos x="connsiteX2" y="connsiteY2"/>
                </a:cxn>
                <a:cxn ang="0">
                  <a:pos x="connsiteX3" y="connsiteY3"/>
                </a:cxn>
              </a:cxnLst>
              <a:rect l="l" t="t" r="r" b="b"/>
              <a:pathLst>
                <a:path w="158118" h="15844">
                  <a:moveTo>
                    <a:pt x="0" y="0"/>
                  </a:moveTo>
                  <a:lnTo>
                    <a:pt x="158119" y="0"/>
                  </a:lnTo>
                  <a:lnTo>
                    <a:pt x="158119" y="15845"/>
                  </a:lnTo>
                  <a:lnTo>
                    <a:pt x="0" y="15845"/>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55" name="Picture Placeholder 82">
              <a:extLst>
                <a:ext uri="{FF2B5EF4-FFF2-40B4-BE49-F238E27FC236}">
                  <a16:creationId xmlns:a16="http://schemas.microsoft.com/office/drawing/2014/main" id="{4865A079-0CCC-C0C4-484A-0FD601CDC420}"/>
                </a:ext>
              </a:extLst>
            </p:cNvPr>
            <p:cNvGrpSpPr/>
            <p:nvPr/>
          </p:nvGrpSpPr>
          <p:grpSpPr>
            <a:xfrm>
              <a:off x="11245678" y="1094277"/>
              <a:ext cx="71449" cy="71956"/>
              <a:chOff x="11245678" y="1094277"/>
              <a:chExt cx="71449" cy="71956"/>
            </a:xfrm>
            <a:grpFill/>
          </p:grpSpPr>
          <p:sp>
            <p:nvSpPr>
              <p:cNvPr id="91" name="Picture Placeholder 82">
                <a:extLst>
                  <a:ext uri="{FF2B5EF4-FFF2-40B4-BE49-F238E27FC236}">
                    <a16:creationId xmlns:a16="http://schemas.microsoft.com/office/drawing/2014/main" id="{CF2B7B23-B517-F0A6-4FF6-674FAA877AAA}"/>
                  </a:ext>
                </a:extLst>
              </p:cNvPr>
              <p:cNvSpPr/>
              <p:nvPr/>
            </p:nvSpPr>
            <p:spPr>
              <a:xfrm>
                <a:off x="11251327" y="1100071"/>
                <a:ext cx="60083" cy="60208"/>
              </a:xfrm>
              <a:custGeom>
                <a:avLst/>
                <a:gdLst>
                  <a:gd name="connsiteX0" fmla="*/ 60084 w 60083"/>
                  <a:gd name="connsiteY0" fmla="*/ 60209 h 60208"/>
                  <a:gd name="connsiteX1" fmla="*/ 0 w 60083"/>
                  <a:gd name="connsiteY1" fmla="*/ 0 h 60208"/>
                </a:gdLst>
                <a:ahLst/>
                <a:cxnLst>
                  <a:cxn ang="0">
                    <a:pos x="connsiteX0" y="connsiteY0"/>
                  </a:cxn>
                  <a:cxn ang="0">
                    <a:pos x="connsiteX1" y="connsiteY1"/>
                  </a:cxn>
                </a:cxnLst>
                <a:rect l="l" t="t" r="r" b="b"/>
                <a:pathLst>
                  <a:path w="60083" h="60208">
                    <a:moveTo>
                      <a:pt x="60084" y="60209"/>
                    </a:moveTo>
                    <a:lnTo>
                      <a:pt x="0" y="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92" name="Picture Placeholder 82">
                <a:extLst>
                  <a:ext uri="{FF2B5EF4-FFF2-40B4-BE49-F238E27FC236}">
                    <a16:creationId xmlns:a16="http://schemas.microsoft.com/office/drawing/2014/main" id="{851D3266-00A1-DA8C-46DA-7E5A41D706D0}"/>
                  </a:ext>
                </a:extLst>
              </p:cNvPr>
              <p:cNvSpPr/>
              <p:nvPr/>
            </p:nvSpPr>
            <p:spPr>
              <a:xfrm rot="-2692707">
                <a:off x="11273497" y="1087401"/>
                <a:ext cx="15811" cy="85559"/>
              </a:xfrm>
              <a:custGeom>
                <a:avLst/>
                <a:gdLst>
                  <a:gd name="connsiteX0" fmla="*/ 0 w 15811"/>
                  <a:gd name="connsiteY0" fmla="*/ 0 h 85559"/>
                  <a:gd name="connsiteX1" fmla="*/ 15811 w 15811"/>
                  <a:gd name="connsiteY1" fmla="*/ 0 h 85559"/>
                  <a:gd name="connsiteX2" fmla="*/ 15811 w 15811"/>
                  <a:gd name="connsiteY2" fmla="*/ 85559 h 85559"/>
                  <a:gd name="connsiteX3" fmla="*/ 0 w 15811"/>
                  <a:gd name="connsiteY3" fmla="*/ 85559 h 85559"/>
                </a:gdLst>
                <a:ahLst/>
                <a:cxnLst>
                  <a:cxn ang="0">
                    <a:pos x="connsiteX0" y="connsiteY0"/>
                  </a:cxn>
                  <a:cxn ang="0">
                    <a:pos x="connsiteX1" y="connsiteY1"/>
                  </a:cxn>
                  <a:cxn ang="0">
                    <a:pos x="connsiteX2" y="connsiteY2"/>
                  </a:cxn>
                  <a:cxn ang="0">
                    <a:pos x="connsiteX3" y="connsiteY3"/>
                  </a:cxn>
                </a:cxnLst>
                <a:rect l="l" t="t" r="r" b="b"/>
                <a:pathLst>
                  <a:path w="15811" h="85559">
                    <a:moveTo>
                      <a:pt x="0" y="0"/>
                    </a:moveTo>
                    <a:lnTo>
                      <a:pt x="15811" y="0"/>
                    </a:lnTo>
                    <a:lnTo>
                      <a:pt x="15811" y="85559"/>
                    </a:lnTo>
                    <a:lnTo>
                      <a:pt x="0" y="85559"/>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56" name="Picture Placeholder 82">
              <a:extLst>
                <a:ext uri="{FF2B5EF4-FFF2-40B4-BE49-F238E27FC236}">
                  <a16:creationId xmlns:a16="http://schemas.microsoft.com/office/drawing/2014/main" id="{2CEC444D-85D5-A428-5733-3F7111D4C1B1}"/>
                </a:ext>
              </a:extLst>
            </p:cNvPr>
            <p:cNvGrpSpPr/>
            <p:nvPr/>
          </p:nvGrpSpPr>
          <p:grpSpPr>
            <a:xfrm>
              <a:off x="11131257" y="1089500"/>
              <a:ext cx="97457" cy="56153"/>
              <a:chOff x="11131257" y="1089500"/>
              <a:chExt cx="97457" cy="56153"/>
            </a:xfrm>
            <a:grpFill/>
          </p:grpSpPr>
          <p:sp>
            <p:nvSpPr>
              <p:cNvPr id="89" name="Picture Placeholder 82">
                <a:extLst>
                  <a:ext uri="{FF2B5EF4-FFF2-40B4-BE49-F238E27FC236}">
                    <a16:creationId xmlns:a16="http://schemas.microsoft.com/office/drawing/2014/main" id="{D9E27034-CA30-775A-876B-D4D1CFC606D5}"/>
                  </a:ext>
                </a:extLst>
              </p:cNvPr>
              <p:cNvSpPr/>
              <p:nvPr/>
            </p:nvSpPr>
            <p:spPr>
              <a:xfrm>
                <a:off x="11134322" y="1096268"/>
                <a:ext cx="91074" cy="41829"/>
              </a:xfrm>
              <a:custGeom>
                <a:avLst/>
                <a:gdLst>
                  <a:gd name="connsiteX0" fmla="*/ 0 w 91074"/>
                  <a:gd name="connsiteY0" fmla="*/ 41829 h 41829"/>
                  <a:gd name="connsiteX1" fmla="*/ 91074 w 91074"/>
                  <a:gd name="connsiteY1" fmla="*/ 0 h 41829"/>
                </a:gdLst>
                <a:ahLst/>
                <a:cxnLst>
                  <a:cxn ang="0">
                    <a:pos x="connsiteX0" y="connsiteY0"/>
                  </a:cxn>
                  <a:cxn ang="0">
                    <a:pos x="connsiteX1" y="connsiteY1"/>
                  </a:cxn>
                </a:cxnLst>
                <a:rect l="l" t="t" r="r" b="b"/>
                <a:pathLst>
                  <a:path w="91074" h="41829">
                    <a:moveTo>
                      <a:pt x="0" y="41829"/>
                    </a:moveTo>
                    <a:lnTo>
                      <a:pt x="91074" y="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90" name="Picture Placeholder 82">
                <a:extLst>
                  <a:ext uri="{FF2B5EF4-FFF2-40B4-BE49-F238E27FC236}">
                    <a16:creationId xmlns:a16="http://schemas.microsoft.com/office/drawing/2014/main" id="{81E4A884-1A23-A705-1D47-F724636D2DAA}"/>
                  </a:ext>
                </a:extLst>
              </p:cNvPr>
              <p:cNvSpPr/>
              <p:nvPr/>
            </p:nvSpPr>
            <p:spPr>
              <a:xfrm rot="-1473807">
                <a:off x="11130021" y="1109596"/>
                <a:ext cx="99928" cy="15844"/>
              </a:xfrm>
              <a:custGeom>
                <a:avLst/>
                <a:gdLst>
                  <a:gd name="connsiteX0" fmla="*/ 0 w 99928"/>
                  <a:gd name="connsiteY0" fmla="*/ 0 h 15844"/>
                  <a:gd name="connsiteX1" fmla="*/ 99929 w 99928"/>
                  <a:gd name="connsiteY1" fmla="*/ 0 h 15844"/>
                  <a:gd name="connsiteX2" fmla="*/ 99929 w 99928"/>
                  <a:gd name="connsiteY2" fmla="*/ 15844 h 15844"/>
                  <a:gd name="connsiteX3" fmla="*/ 0 w 99928"/>
                  <a:gd name="connsiteY3" fmla="*/ 15844 h 15844"/>
                </a:gdLst>
                <a:ahLst/>
                <a:cxnLst>
                  <a:cxn ang="0">
                    <a:pos x="connsiteX0" y="connsiteY0"/>
                  </a:cxn>
                  <a:cxn ang="0">
                    <a:pos x="connsiteX1" y="connsiteY1"/>
                  </a:cxn>
                  <a:cxn ang="0">
                    <a:pos x="connsiteX2" y="connsiteY2"/>
                  </a:cxn>
                  <a:cxn ang="0">
                    <a:pos x="connsiteX3" y="connsiteY3"/>
                  </a:cxn>
                </a:cxnLst>
                <a:rect l="l" t="t" r="r" b="b"/>
                <a:pathLst>
                  <a:path w="99928" h="15844">
                    <a:moveTo>
                      <a:pt x="0" y="0"/>
                    </a:moveTo>
                    <a:lnTo>
                      <a:pt x="99929" y="0"/>
                    </a:lnTo>
                    <a:lnTo>
                      <a:pt x="99929" y="15844"/>
                    </a:lnTo>
                    <a:lnTo>
                      <a:pt x="0" y="15844"/>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57" name="Picture Placeholder 82">
              <a:extLst>
                <a:ext uri="{FF2B5EF4-FFF2-40B4-BE49-F238E27FC236}">
                  <a16:creationId xmlns:a16="http://schemas.microsoft.com/office/drawing/2014/main" id="{A26636CC-A819-EA0C-41E3-14F5CCD33288}"/>
                </a:ext>
              </a:extLst>
            </p:cNvPr>
            <p:cNvGrpSpPr/>
            <p:nvPr/>
          </p:nvGrpSpPr>
          <p:grpSpPr>
            <a:xfrm>
              <a:off x="11191717" y="1014518"/>
              <a:ext cx="47896" cy="65278"/>
              <a:chOff x="11191717" y="1014518"/>
              <a:chExt cx="47896" cy="65278"/>
            </a:xfrm>
            <a:grpFill/>
          </p:grpSpPr>
          <p:sp>
            <p:nvSpPr>
              <p:cNvPr id="87" name="Picture Placeholder 82">
                <a:extLst>
                  <a:ext uri="{FF2B5EF4-FFF2-40B4-BE49-F238E27FC236}">
                    <a16:creationId xmlns:a16="http://schemas.microsoft.com/office/drawing/2014/main" id="{EC58252E-FA29-F95E-CC6E-2C20CCD54A14}"/>
                  </a:ext>
                </a:extLst>
              </p:cNvPr>
              <p:cNvSpPr/>
              <p:nvPr/>
            </p:nvSpPr>
            <p:spPr>
              <a:xfrm>
                <a:off x="11198200" y="1018313"/>
                <a:ext cx="34785" cy="57040"/>
              </a:xfrm>
              <a:custGeom>
                <a:avLst/>
                <a:gdLst>
                  <a:gd name="connsiteX0" fmla="*/ 0 w 34785"/>
                  <a:gd name="connsiteY0" fmla="*/ 0 h 57040"/>
                  <a:gd name="connsiteX1" fmla="*/ 34785 w 34785"/>
                  <a:gd name="connsiteY1" fmla="*/ 57040 h 57040"/>
                </a:gdLst>
                <a:ahLst/>
                <a:cxnLst>
                  <a:cxn ang="0">
                    <a:pos x="connsiteX0" y="connsiteY0"/>
                  </a:cxn>
                  <a:cxn ang="0">
                    <a:pos x="connsiteX1" y="connsiteY1"/>
                  </a:cxn>
                </a:cxnLst>
                <a:rect l="l" t="t" r="r" b="b"/>
                <a:pathLst>
                  <a:path w="34785" h="57040">
                    <a:moveTo>
                      <a:pt x="0" y="0"/>
                    </a:moveTo>
                    <a:lnTo>
                      <a:pt x="34785" y="5704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8" name="Picture Placeholder 82">
                <a:extLst>
                  <a:ext uri="{FF2B5EF4-FFF2-40B4-BE49-F238E27FC236}">
                    <a16:creationId xmlns:a16="http://schemas.microsoft.com/office/drawing/2014/main" id="{0AF346C9-ECB6-FF0E-4464-ECAA675D3F03}"/>
                  </a:ext>
                </a:extLst>
              </p:cNvPr>
              <p:cNvSpPr/>
              <p:nvPr/>
            </p:nvSpPr>
            <p:spPr>
              <a:xfrm rot="-1869852">
                <a:off x="11207759" y="1013816"/>
                <a:ext cx="15811" cy="66547"/>
              </a:xfrm>
              <a:custGeom>
                <a:avLst/>
                <a:gdLst>
                  <a:gd name="connsiteX0" fmla="*/ 0 w 15811"/>
                  <a:gd name="connsiteY0" fmla="*/ 0 h 66547"/>
                  <a:gd name="connsiteX1" fmla="*/ 15812 w 15811"/>
                  <a:gd name="connsiteY1" fmla="*/ 0 h 66547"/>
                  <a:gd name="connsiteX2" fmla="*/ 15812 w 15811"/>
                  <a:gd name="connsiteY2" fmla="*/ 66548 h 66547"/>
                  <a:gd name="connsiteX3" fmla="*/ 0 w 15811"/>
                  <a:gd name="connsiteY3" fmla="*/ 66548 h 66547"/>
                </a:gdLst>
                <a:ahLst/>
                <a:cxnLst>
                  <a:cxn ang="0">
                    <a:pos x="connsiteX0" y="connsiteY0"/>
                  </a:cxn>
                  <a:cxn ang="0">
                    <a:pos x="connsiteX1" y="connsiteY1"/>
                  </a:cxn>
                  <a:cxn ang="0">
                    <a:pos x="connsiteX2" y="connsiteY2"/>
                  </a:cxn>
                  <a:cxn ang="0">
                    <a:pos x="connsiteX3" y="connsiteY3"/>
                  </a:cxn>
                </a:cxnLst>
                <a:rect l="l" t="t" r="r" b="b"/>
                <a:pathLst>
                  <a:path w="15811" h="66547">
                    <a:moveTo>
                      <a:pt x="0" y="0"/>
                    </a:moveTo>
                    <a:lnTo>
                      <a:pt x="15812" y="0"/>
                    </a:lnTo>
                    <a:lnTo>
                      <a:pt x="15812" y="66548"/>
                    </a:lnTo>
                    <a:lnTo>
                      <a:pt x="0" y="66548"/>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58" name="Picture Placeholder 82">
              <a:extLst>
                <a:ext uri="{FF2B5EF4-FFF2-40B4-BE49-F238E27FC236}">
                  <a16:creationId xmlns:a16="http://schemas.microsoft.com/office/drawing/2014/main" id="{4352C63C-6D07-CD03-37A5-DAB9BA6A0EE4}"/>
                </a:ext>
              </a:extLst>
            </p:cNvPr>
            <p:cNvGrpSpPr/>
            <p:nvPr/>
          </p:nvGrpSpPr>
          <p:grpSpPr>
            <a:xfrm>
              <a:off x="11242216" y="934438"/>
              <a:ext cx="98931" cy="146451"/>
              <a:chOff x="11242216" y="934438"/>
              <a:chExt cx="98931" cy="146451"/>
            </a:xfrm>
            <a:grpFill/>
          </p:grpSpPr>
          <p:sp>
            <p:nvSpPr>
              <p:cNvPr id="85" name="Picture Placeholder 82">
                <a:extLst>
                  <a:ext uri="{FF2B5EF4-FFF2-40B4-BE49-F238E27FC236}">
                    <a16:creationId xmlns:a16="http://schemas.microsoft.com/office/drawing/2014/main" id="{2F4D089E-356D-6CBE-5769-31F94E20BC8D}"/>
                  </a:ext>
                </a:extLst>
              </p:cNvPr>
              <p:cNvSpPr/>
              <p:nvPr/>
            </p:nvSpPr>
            <p:spPr>
              <a:xfrm>
                <a:off x="11248797" y="939091"/>
                <a:ext cx="85382" cy="137529"/>
              </a:xfrm>
              <a:custGeom>
                <a:avLst/>
                <a:gdLst>
                  <a:gd name="connsiteX0" fmla="*/ 0 w 85382"/>
                  <a:gd name="connsiteY0" fmla="*/ 137530 h 137529"/>
                  <a:gd name="connsiteX1" fmla="*/ 85382 w 85382"/>
                  <a:gd name="connsiteY1" fmla="*/ 0 h 137529"/>
                </a:gdLst>
                <a:ahLst/>
                <a:cxnLst>
                  <a:cxn ang="0">
                    <a:pos x="connsiteX0" y="connsiteY0"/>
                  </a:cxn>
                  <a:cxn ang="0">
                    <a:pos x="connsiteX1" y="connsiteY1"/>
                  </a:cxn>
                </a:cxnLst>
                <a:rect l="l" t="t" r="r" b="b"/>
                <a:pathLst>
                  <a:path w="85382" h="137529">
                    <a:moveTo>
                      <a:pt x="0" y="137530"/>
                    </a:moveTo>
                    <a:lnTo>
                      <a:pt x="85382" y="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6" name="Picture Placeholder 82">
                <a:extLst>
                  <a:ext uri="{FF2B5EF4-FFF2-40B4-BE49-F238E27FC236}">
                    <a16:creationId xmlns:a16="http://schemas.microsoft.com/office/drawing/2014/main" id="{237D7F47-96BC-D306-0551-9F39741BF314}"/>
                  </a:ext>
                </a:extLst>
              </p:cNvPr>
              <p:cNvSpPr/>
              <p:nvPr/>
            </p:nvSpPr>
            <p:spPr>
              <a:xfrm rot="-3487402">
                <a:off x="11210726" y="999590"/>
                <a:ext cx="161912" cy="15844"/>
              </a:xfrm>
              <a:custGeom>
                <a:avLst/>
                <a:gdLst>
                  <a:gd name="connsiteX0" fmla="*/ 0 w 161912"/>
                  <a:gd name="connsiteY0" fmla="*/ 0 h 15844"/>
                  <a:gd name="connsiteX1" fmla="*/ 161912 w 161912"/>
                  <a:gd name="connsiteY1" fmla="*/ 0 h 15844"/>
                  <a:gd name="connsiteX2" fmla="*/ 161912 w 161912"/>
                  <a:gd name="connsiteY2" fmla="*/ 15845 h 15844"/>
                  <a:gd name="connsiteX3" fmla="*/ 0 w 161912"/>
                  <a:gd name="connsiteY3" fmla="*/ 15845 h 15844"/>
                </a:gdLst>
                <a:ahLst/>
                <a:cxnLst>
                  <a:cxn ang="0">
                    <a:pos x="connsiteX0" y="connsiteY0"/>
                  </a:cxn>
                  <a:cxn ang="0">
                    <a:pos x="connsiteX1" y="connsiteY1"/>
                  </a:cxn>
                  <a:cxn ang="0">
                    <a:pos x="connsiteX2" y="connsiteY2"/>
                  </a:cxn>
                  <a:cxn ang="0">
                    <a:pos x="connsiteX3" y="connsiteY3"/>
                  </a:cxn>
                </a:cxnLst>
                <a:rect l="l" t="t" r="r" b="b"/>
                <a:pathLst>
                  <a:path w="161912" h="15844">
                    <a:moveTo>
                      <a:pt x="0" y="0"/>
                    </a:moveTo>
                    <a:lnTo>
                      <a:pt x="161912" y="0"/>
                    </a:lnTo>
                    <a:lnTo>
                      <a:pt x="161912" y="15845"/>
                    </a:lnTo>
                    <a:lnTo>
                      <a:pt x="0" y="15845"/>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59" name="Picture Placeholder 82">
              <a:extLst>
                <a:ext uri="{FF2B5EF4-FFF2-40B4-BE49-F238E27FC236}">
                  <a16:creationId xmlns:a16="http://schemas.microsoft.com/office/drawing/2014/main" id="{14E3A1C1-4ED4-8A34-441F-9CCF57658DFD}"/>
                </a:ext>
              </a:extLst>
            </p:cNvPr>
            <p:cNvGrpSpPr/>
            <p:nvPr/>
          </p:nvGrpSpPr>
          <p:grpSpPr>
            <a:xfrm>
              <a:off x="11253857" y="1008079"/>
              <a:ext cx="151579" cy="80849"/>
              <a:chOff x="11253857" y="1008079"/>
              <a:chExt cx="151579" cy="80849"/>
            </a:xfrm>
            <a:grpFill/>
          </p:grpSpPr>
          <p:sp>
            <p:nvSpPr>
              <p:cNvPr id="83" name="Picture Placeholder 82">
                <a:extLst>
                  <a:ext uri="{FF2B5EF4-FFF2-40B4-BE49-F238E27FC236}">
                    <a16:creationId xmlns:a16="http://schemas.microsoft.com/office/drawing/2014/main" id="{FD13FD4F-C6BC-1BA5-C5F3-815D000FBB63}"/>
                  </a:ext>
                </a:extLst>
              </p:cNvPr>
              <p:cNvSpPr/>
              <p:nvPr/>
            </p:nvSpPr>
            <p:spPr>
              <a:xfrm>
                <a:off x="11257019" y="1015778"/>
                <a:ext cx="145465" cy="65912"/>
              </a:xfrm>
              <a:custGeom>
                <a:avLst/>
                <a:gdLst>
                  <a:gd name="connsiteX0" fmla="*/ 0 w 145465"/>
                  <a:gd name="connsiteY0" fmla="*/ 65913 h 65912"/>
                  <a:gd name="connsiteX1" fmla="*/ 145466 w 145465"/>
                  <a:gd name="connsiteY1" fmla="*/ 0 h 65912"/>
                </a:gdLst>
                <a:ahLst/>
                <a:cxnLst>
                  <a:cxn ang="0">
                    <a:pos x="connsiteX0" y="connsiteY0"/>
                  </a:cxn>
                  <a:cxn ang="0">
                    <a:pos x="connsiteX1" y="connsiteY1"/>
                  </a:cxn>
                </a:cxnLst>
                <a:rect l="l" t="t" r="r" b="b"/>
                <a:pathLst>
                  <a:path w="145465" h="65912">
                    <a:moveTo>
                      <a:pt x="0" y="65913"/>
                    </a:moveTo>
                    <a:lnTo>
                      <a:pt x="145466" y="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4" name="Picture Placeholder 82">
                <a:extLst>
                  <a:ext uri="{FF2B5EF4-FFF2-40B4-BE49-F238E27FC236}">
                    <a16:creationId xmlns:a16="http://schemas.microsoft.com/office/drawing/2014/main" id="{C277E228-A99D-0875-3D6E-CFAB76FB2C1B}"/>
                  </a:ext>
                </a:extLst>
              </p:cNvPr>
              <p:cNvSpPr/>
              <p:nvPr/>
            </p:nvSpPr>
            <p:spPr>
              <a:xfrm rot="-1470734">
                <a:off x="11249955" y="1040498"/>
                <a:ext cx="159384" cy="15844"/>
              </a:xfrm>
              <a:custGeom>
                <a:avLst/>
                <a:gdLst>
                  <a:gd name="connsiteX0" fmla="*/ 0 w 159384"/>
                  <a:gd name="connsiteY0" fmla="*/ 0 h 15844"/>
                  <a:gd name="connsiteX1" fmla="*/ 159385 w 159384"/>
                  <a:gd name="connsiteY1" fmla="*/ 0 h 15844"/>
                  <a:gd name="connsiteX2" fmla="*/ 159385 w 159384"/>
                  <a:gd name="connsiteY2" fmla="*/ 15845 h 15844"/>
                  <a:gd name="connsiteX3" fmla="*/ 0 w 159384"/>
                  <a:gd name="connsiteY3" fmla="*/ 15845 h 15844"/>
                </a:gdLst>
                <a:ahLst/>
                <a:cxnLst>
                  <a:cxn ang="0">
                    <a:pos x="connsiteX0" y="connsiteY0"/>
                  </a:cxn>
                  <a:cxn ang="0">
                    <a:pos x="connsiteX1" y="connsiteY1"/>
                  </a:cxn>
                  <a:cxn ang="0">
                    <a:pos x="connsiteX2" y="connsiteY2"/>
                  </a:cxn>
                  <a:cxn ang="0">
                    <a:pos x="connsiteX3" y="connsiteY3"/>
                  </a:cxn>
                </a:cxnLst>
                <a:rect l="l" t="t" r="r" b="b"/>
                <a:pathLst>
                  <a:path w="159384" h="15844">
                    <a:moveTo>
                      <a:pt x="0" y="0"/>
                    </a:moveTo>
                    <a:lnTo>
                      <a:pt x="159385" y="0"/>
                    </a:lnTo>
                    <a:lnTo>
                      <a:pt x="159385" y="15845"/>
                    </a:lnTo>
                    <a:lnTo>
                      <a:pt x="0" y="15845"/>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60" name="Picture Placeholder 82">
              <a:extLst>
                <a:ext uri="{FF2B5EF4-FFF2-40B4-BE49-F238E27FC236}">
                  <a16:creationId xmlns:a16="http://schemas.microsoft.com/office/drawing/2014/main" id="{64ED1EE3-919D-8D71-CEFD-C8AC0152E216}"/>
                </a:ext>
              </a:extLst>
            </p:cNvPr>
            <p:cNvGrpSpPr/>
            <p:nvPr/>
          </p:nvGrpSpPr>
          <p:grpSpPr>
            <a:xfrm>
              <a:off x="11255188" y="1082309"/>
              <a:ext cx="231373" cy="29980"/>
              <a:chOff x="11255188" y="1082309"/>
              <a:chExt cx="231373" cy="29980"/>
            </a:xfrm>
            <a:grpFill/>
          </p:grpSpPr>
          <p:sp>
            <p:nvSpPr>
              <p:cNvPr id="81" name="Picture Placeholder 82">
                <a:extLst>
                  <a:ext uri="{FF2B5EF4-FFF2-40B4-BE49-F238E27FC236}">
                    <a16:creationId xmlns:a16="http://schemas.microsoft.com/office/drawing/2014/main" id="{0E5B3DAC-D17D-10CC-D19D-3818FDD29DF9}"/>
                  </a:ext>
                </a:extLst>
              </p:cNvPr>
              <p:cNvSpPr/>
              <p:nvPr/>
            </p:nvSpPr>
            <p:spPr>
              <a:xfrm>
                <a:off x="11255754" y="1090564"/>
                <a:ext cx="230215" cy="13943"/>
              </a:xfrm>
              <a:custGeom>
                <a:avLst/>
                <a:gdLst>
                  <a:gd name="connsiteX0" fmla="*/ 0 w 230215"/>
                  <a:gd name="connsiteY0" fmla="*/ 0 h 13943"/>
                  <a:gd name="connsiteX1" fmla="*/ 230215 w 230215"/>
                  <a:gd name="connsiteY1" fmla="*/ 13943 h 13943"/>
                </a:gdLst>
                <a:ahLst/>
                <a:cxnLst>
                  <a:cxn ang="0">
                    <a:pos x="connsiteX0" y="connsiteY0"/>
                  </a:cxn>
                  <a:cxn ang="0">
                    <a:pos x="connsiteX1" y="connsiteY1"/>
                  </a:cxn>
                </a:cxnLst>
                <a:rect l="l" t="t" r="r" b="b"/>
                <a:pathLst>
                  <a:path w="230215" h="13943">
                    <a:moveTo>
                      <a:pt x="0" y="0"/>
                    </a:moveTo>
                    <a:lnTo>
                      <a:pt x="230215" y="13943"/>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2" name="Picture Placeholder 82">
                <a:extLst>
                  <a:ext uri="{FF2B5EF4-FFF2-40B4-BE49-F238E27FC236}">
                    <a16:creationId xmlns:a16="http://schemas.microsoft.com/office/drawing/2014/main" id="{DED65402-000C-5EEF-EB9E-1C179552F2AF}"/>
                  </a:ext>
                </a:extLst>
              </p:cNvPr>
              <p:cNvSpPr/>
              <p:nvPr/>
            </p:nvSpPr>
            <p:spPr>
              <a:xfrm rot="-5190262">
                <a:off x="11362969" y="981608"/>
                <a:ext cx="15810" cy="231319"/>
              </a:xfrm>
              <a:custGeom>
                <a:avLst/>
                <a:gdLst>
                  <a:gd name="connsiteX0" fmla="*/ 0 w 15810"/>
                  <a:gd name="connsiteY0" fmla="*/ 0 h 231319"/>
                  <a:gd name="connsiteX1" fmla="*/ 15811 w 15810"/>
                  <a:gd name="connsiteY1" fmla="*/ 0 h 231319"/>
                  <a:gd name="connsiteX2" fmla="*/ 15811 w 15810"/>
                  <a:gd name="connsiteY2" fmla="*/ 231320 h 231319"/>
                  <a:gd name="connsiteX3" fmla="*/ 0 w 15810"/>
                  <a:gd name="connsiteY3" fmla="*/ 231320 h 231319"/>
                </a:gdLst>
                <a:ahLst/>
                <a:cxnLst>
                  <a:cxn ang="0">
                    <a:pos x="connsiteX0" y="connsiteY0"/>
                  </a:cxn>
                  <a:cxn ang="0">
                    <a:pos x="connsiteX1" y="connsiteY1"/>
                  </a:cxn>
                  <a:cxn ang="0">
                    <a:pos x="connsiteX2" y="connsiteY2"/>
                  </a:cxn>
                  <a:cxn ang="0">
                    <a:pos x="connsiteX3" y="connsiteY3"/>
                  </a:cxn>
                </a:cxnLst>
                <a:rect l="l" t="t" r="r" b="b"/>
                <a:pathLst>
                  <a:path w="15810" h="231319">
                    <a:moveTo>
                      <a:pt x="0" y="0"/>
                    </a:moveTo>
                    <a:lnTo>
                      <a:pt x="15811" y="0"/>
                    </a:lnTo>
                    <a:lnTo>
                      <a:pt x="15811" y="231320"/>
                    </a:lnTo>
                    <a:lnTo>
                      <a:pt x="0" y="23132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61" name="Picture Placeholder 82">
              <a:extLst>
                <a:ext uri="{FF2B5EF4-FFF2-40B4-BE49-F238E27FC236}">
                  <a16:creationId xmlns:a16="http://schemas.microsoft.com/office/drawing/2014/main" id="{BBC51767-3CBF-2910-7D99-8BF12A68C100}"/>
                </a:ext>
              </a:extLst>
            </p:cNvPr>
            <p:cNvSpPr/>
            <p:nvPr/>
          </p:nvSpPr>
          <p:spPr>
            <a:xfrm rot="-538125">
              <a:off x="11515092" y="1084868"/>
              <a:ext cx="126495" cy="15844"/>
            </a:xfrm>
            <a:custGeom>
              <a:avLst/>
              <a:gdLst>
                <a:gd name="connsiteX0" fmla="*/ 0 w 126495"/>
                <a:gd name="connsiteY0" fmla="*/ 0 h 15844"/>
                <a:gd name="connsiteX1" fmla="*/ 126495 w 126495"/>
                <a:gd name="connsiteY1" fmla="*/ 0 h 15844"/>
                <a:gd name="connsiteX2" fmla="*/ 126495 w 126495"/>
                <a:gd name="connsiteY2" fmla="*/ 15845 h 15844"/>
                <a:gd name="connsiteX3" fmla="*/ 0 w 126495"/>
                <a:gd name="connsiteY3" fmla="*/ 15845 h 15844"/>
              </a:gdLst>
              <a:ahLst/>
              <a:cxnLst>
                <a:cxn ang="0">
                  <a:pos x="connsiteX0" y="connsiteY0"/>
                </a:cxn>
                <a:cxn ang="0">
                  <a:pos x="connsiteX1" y="connsiteY1"/>
                </a:cxn>
                <a:cxn ang="0">
                  <a:pos x="connsiteX2" y="connsiteY2"/>
                </a:cxn>
                <a:cxn ang="0">
                  <a:pos x="connsiteX3" y="connsiteY3"/>
                </a:cxn>
              </a:cxnLst>
              <a:rect l="l" t="t" r="r" b="b"/>
              <a:pathLst>
                <a:path w="126495" h="15844">
                  <a:moveTo>
                    <a:pt x="0" y="0"/>
                  </a:moveTo>
                  <a:lnTo>
                    <a:pt x="126495" y="0"/>
                  </a:lnTo>
                  <a:lnTo>
                    <a:pt x="126495" y="15845"/>
                  </a:lnTo>
                  <a:lnTo>
                    <a:pt x="0" y="15845"/>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62" name="Picture Placeholder 82">
              <a:extLst>
                <a:ext uri="{FF2B5EF4-FFF2-40B4-BE49-F238E27FC236}">
                  <a16:creationId xmlns:a16="http://schemas.microsoft.com/office/drawing/2014/main" id="{99EAC9C7-E75D-6152-45A5-25F84749191E}"/>
                </a:ext>
              </a:extLst>
            </p:cNvPr>
            <p:cNvGrpSpPr/>
            <p:nvPr/>
          </p:nvGrpSpPr>
          <p:grpSpPr>
            <a:xfrm>
              <a:off x="11501781" y="978331"/>
              <a:ext cx="75874" cy="116347"/>
              <a:chOff x="11501781" y="978331"/>
              <a:chExt cx="75874" cy="116347"/>
            </a:xfrm>
            <a:grpFill/>
          </p:grpSpPr>
          <p:sp>
            <p:nvSpPr>
              <p:cNvPr id="79" name="Picture Placeholder 82">
                <a:extLst>
                  <a:ext uri="{FF2B5EF4-FFF2-40B4-BE49-F238E27FC236}">
                    <a16:creationId xmlns:a16="http://schemas.microsoft.com/office/drawing/2014/main" id="{AF45FB7E-AD42-5AF2-FD03-D4C126099A27}"/>
                  </a:ext>
                </a:extLst>
              </p:cNvPr>
              <p:cNvSpPr/>
              <p:nvPr/>
            </p:nvSpPr>
            <p:spPr>
              <a:xfrm>
                <a:off x="11508738" y="982822"/>
                <a:ext cx="61981" cy="107742"/>
              </a:xfrm>
              <a:custGeom>
                <a:avLst/>
                <a:gdLst>
                  <a:gd name="connsiteX0" fmla="*/ 0 w 61981"/>
                  <a:gd name="connsiteY0" fmla="*/ 107742 h 107742"/>
                  <a:gd name="connsiteX1" fmla="*/ 61981 w 61981"/>
                  <a:gd name="connsiteY1" fmla="*/ 0 h 107742"/>
                </a:gdLst>
                <a:ahLst/>
                <a:cxnLst>
                  <a:cxn ang="0">
                    <a:pos x="connsiteX0" y="connsiteY0"/>
                  </a:cxn>
                  <a:cxn ang="0">
                    <a:pos x="connsiteX1" y="connsiteY1"/>
                  </a:cxn>
                </a:cxnLst>
                <a:rect l="l" t="t" r="r" b="b"/>
                <a:pathLst>
                  <a:path w="61981" h="107742">
                    <a:moveTo>
                      <a:pt x="0" y="107742"/>
                    </a:moveTo>
                    <a:lnTo>
                      <a:pt x="61981" y="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0" name="Picture Placeholder 82">
                <a:extLst>
                  <a:ext uri="{FF2B5EF4-FFF2-40B4-BE49-F238E27FC236}">
                    <a16:creationId xmlns:a16="http://schemas.microsoft.com/office/drawing/2014/main" id="{766243A2-311E-FFAE-B692-975576EFB24D}"/>
                  </a:ext>
                </a:extLst>
              </p:cNvPr>
              <p:cNvSpPr/>
              <p:nvPr/>
            </p:nvSpPr>
            <p:spPr>
              <a:xfrm rot="-3603965">
                <a:off x="11477421" y="1028462"/>
                <a:ext cx="124594" cy="15844"/>
              </a:xfrm>
              <a:custGeom>
                <a:avLst/>
                <a:gdLst>
                  <a:gd name="connsiteX0" fmla="*/ 0 w 124594"/>
                  <a:gd name="connsiteY0" fmla="*/ 0 h 15844"/>
                  <a:gd name="connsiteX1" fmla="*/ 124594 w 124594"/>
                  <a:gd name="connsiteY1" fmla="*/ 0 h 15844"/>
                  <a:gd name="connsiteX2" fmla="*/ 124594 w 124594"/>
                  <a:gd name="connsiteY2" fmla="*/ 15844 h 15844"/>
                  <a:gd name="connsiteX3" fmla="*/ 0 w 124594"/>
                  <a:gd name="connsiteY3" fmla="*/ 15844 h 15844"/>
                </a:gdLst>
                <a:ahLst/>
                <a:cxnLst>
                  <a:cxn ang="0">
                    <a:pos x="connsiteX0" y="connsiteY0"/>
                  </a:cxn>
                  <a:cxn ang="0">
                    <a:pos x="connsiteX1" y="connsiteY1"/>
                  </a:cxn>
                  <a:cxn ang="0">
                    <a:pos x="connsiteX2" y="connsiteY2"/>
                  </a:cxn>
                  <a:cxn ang="0">
                    <a:pos x="connsiteX3" y="connsiteY3"/>
                  </a:cxn>
                </a:cxnLst>
                <a:rect l="l" t="t" r="r" b="b"/>
                <a:pathLst>
                  <a:path w="124594" h="15844">
                    <a:moveTo>
                      <a:pt x="0" y="0"/>
                    </a:moveTo>
                    <a:lnTo>
                      <a:pt x="124594" y="0"/>
                    </a:lnTo>
                    <a:lnTo>
                      <a:pt x="124594" y="15844"/>
                    </a:lnTo>
                    <a:lnTo>
                      <a:pt x="0" y="15844"/>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63" name="Picture Placeholder 82">
              <a:extLst>
                <a:ext uri="{FF2B5EF4-FFF2-40B4-BE49-F238E27FC236}">
                  <a16:creationId xmlns:a16="http://schemas.microsoft.com/office/drawing/2014/main" id="{DE8A1294-C247-E647-87BB-9E6A1EE0D13B}"/>
                </a:ext>
              </a:extLst>
            </p:cNvPr>
            <p:cNvSpPr/>
            <p:nvPr/>
          </p:nvSpPr>
          <p:spPr>
            <a:xfrm rot="-2394056">
              <a:off x="11450112" y="1007295"/>
              <a:ext cx="15812" cy="100142"/>
            </a:xfrm>
            <a:custGeom>
              <a:avLst/>
              <a:gdLst>
                <a:gd name="connsiteX0" fmla="*/ 0 w 15812"/>
                <a:gd name="connsiteY0" fmla="*/ 0 h 100142"/>
                <a:gd name="connsiteX1" fmla="*/ 15812 w 15812"/>
                <a:gd name="connsiteY1" fmla="*/ 0 h 100142"/>
                <a:gd name="connsiteX2" fmla="*/ 15812 w 15812"/>
                <a:gd name="connsiteY2" fmla="*/ 100143 h 100142"/>
                <a:gd name="connsiteX3" fmla="*/ 0 w 15812"/>
                <a:gd name="connsiteY3" fmla="*/ 100143 h 100142"/>
              </a:gdLst>
              <a:ahLst/>
              <a:cxnLst>
                <a:cxn ang="0">
                  <a:pos x="connsiteX0" y="connsiteY0"/>
                </a:cxn>
                <a:cxn ang="0">
                  <a:pos x="connsiteX1" y="connsiteY1"/>
                </a:cxn>
                <a:cxn ang="0">
                  <a:pos x="connsiteX2" y="connsiteY2"/>
                </a:cxn>
                <a:cxn ang="0">
                  <a:pos x="connsiteX3" y="connsiteY3"/>
                </a:cxn>
              </a:cxnLst>
              <a:rect l="l" t="t" r="r" b="b"/>
              <a:pathLst>
                <a:path w="15812" h="100142">
                  <a:moveTo>
                    <a:pt x="0" y="0"/>
                  </a:moveTo>
                  <a:lnTo>
                    <a:pt x="15812" y="0"/>
                  </a:lnTo>
                  <a:lnTo>
                    <a:pt x="15812" y="100143"/>
                  </a:lnTo>
                  <a:lnTo>
                    <a:pt x="0" y="100143"/>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64" name="Picture Placeholder 82">
              <a:extLst>
                <a:ext uri="{FF2B5EF4-FFF2-40B4-BE49-F238E27FC236}">
                  <a16:creationId xmlns:a16="http://schemas.microsoft.com/office/drawing/2014/main" id="{D0EE1585-7EA9-533C-3587-C8D6B3AA0BA5}"/>
                </a:ext>
              </a:extLst>
            </p:cNvPr>
            <p:cNvGrpSpPr/>
            <p:nvPr/>
          </p:nvGrpSpPr>
          <p:grpSpPr>
            <a:xfrm>
              <a:off x="11433538" y="965650"/>
              <a:ext cx="130001" cy="48777"/>
              <a:chOff x="11433538" y="965650"/>
              <a:chExt cx="130001" cy="48777"/>
            </a:xfrm>
            <a:grpFill/>
          </p:grpSpPr>
          <p:sp>
            <p:nvSpPr>
              <p:cNvPr id="77" name="Picture Placeholder 82">
                <a:extLst>
                  <a:ext uri="{FF2B5EF4-FFF2-40B4-BE49-F238E27FC236}">
                    <a16:creationId xmlns:a16="http://schemas.microsoft.com/office/drawing/2014/main" id="{5D2695A3-267A-A3D6-106D-2BECB8AF83A6}"/>
                  </a:ext>
                </a:extLst>
              </p:cNvPr>
              <p:cNvSpPr/>
              <p:nvPr/>
            </p:nvSpPr>
            <p:spPr>
              <a:xfrm>
                <a:off x="11435373" y="973949"/>
                <a:ext cx="125859" cy="32956"/>
              </a:xfrm>
              <a:custGeom>
                <a:avLst/>
                <a:gdLst>
                  <a:gd name="connsiteX0" fmla="*/ 125860 w 125859"/>
                  <a:gd name="connsiteY0" fmla="*/ 0 h 32956"/>
                  <a:gd name="connsiteX1" fmla="*/ 0 w 125859"/>
                  <a:gd name="connsiteY1" fmla="*/ 32956 h 32956"/>
                </a:gdLst>
                <a:ahLst/>
                <a:cxnLst>
                  <a:cxn ang="0">
                    <a:pos x="connsiteX0" y="connsiteY0"/>
                  </a:cxn>
                  <a:cxn ang="0">
                    <a:pos x="connsiteX1" y="connsiteY1"/>
                  </a:cxn>
                </a:cxnLst>
                <a:rect l="l" t="t" r="r" b="b"/>
                <a:pathLst>
                  <a:path w="125859" h="32956">
                    <a:moveTo>
                      <a:pt x="125860" y="0"/>
                    </a:moveTo>
                    <a:lnTo>
                      <a:pt x="0" y="32956"/>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8" name="Picture Placeholder 82">
                <a:extLst>
                  <a:ext uri="{FF2B5EF4-FFF2-40B4-BE49-F238E27FC236}">
                    <a16:creationId xmlns:a16="http://schemas.microsoft.com/office/drawing/2014/main" id="{ED5BDFAF-ADB5-8E4A-A7E0-5720ECFBD2F5}"/>
                  </a:ext>
                </a:extLst>
              </p:cNvPr>
              <p:cNvSpPr/>
              <p:nvPr/>
            </p:nvSpPr>
            <p:spPr>
              <a:xfrm rot="-888201">
                <a:off x="11433396" y="982066"/>
                <a:ext cx="130285" cy="15844"/>
              </a:xfrm>
              <a:custGeom>
                <a:avLst/>
                <a:gdLst>
                  <a:gd name="connsiteX0" fmla="*/ 0 w 130285"/>
                  <a:gd name="connsiteY0" fmla="*/ 0 h 15844"/>
                  <a:gd name="connsiteX1" fmla="*/ 130286 w 130285"/>
                  <a:gd name="connsiteY1" fmla="*/ 0 h 15844"/>
                  <a:gd name="connsiteX2" fmla="*/ 130286 w 130285"/>
                  <a:gd name="connsiteY2" fmla="*/ 15844 h 15844"/>
                  <a:gd name="connsiteX3" fmla="*/ 0 w 130285"/>
                  <a:gd name="connsiteY3" fmla="*/ 15844 h 15844"/>
                </a:gdLst>
                <a:ahLst/>
                <a:cxnLst>
                  <a:cxn ang="0">
                    <a:pos x="connsiteX0" y="connsiteY0"/>
                  </a:cxn>
                  <a:cxn ang="0">
                    <a:pos x="connsiteX1" y="connsiteY1"/>
                  </a:cxn>
                  <a:cxn ang="0">
                    <a:pos x="connsiteX2" y="connsiteY2"/>
                  </a:cxn>
                  <a:cxn ang="0">
                    <a:pos x="connsiteX3" y="connsiteY3"/>
                  </a:cxn>
                </a:cxnLst>
                <a:rect l="l" t="t" r="r" b="b"/>
                <a:pathLst>
                  <a:path w="130285" h="15844">
                    <a:moveTo>
                      <a:pt x="0" y="0"/>
                    </a:moveTo>
                    <a:lnTo>
                      <a:pt x="130286" y="0"/>
                    </a:lnTo>
                    <a:lnTo>
                      <a:pt x="130286" y="15844"/>
                    </a:lnTo>
                    <a:lnTo>
                      <a:pt x="0" y="15844"/>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65" name="Picture Placeholder 82">
              <a:extLst>
                <a:ext uri="{FF2B5EF4-FFF2-40B4-BE49-F238E27FC236}">
                  <a16:creationId xmlns:a16="http://schemas.microsoft.com/office/drawing/2014/main" id="{1D5111D6-39EA-7941-8E42-C5EF35F061FF}"/>
                </a:ext>
              </a:extLst>
            </p:cNvPr>
            <p:cNvGrpSpPr/>
            <p:nvPr/>
          </p:nvGrpSpPr>
          <p:grpSpPr>
            <a:xfrm>
              <a:off x="11414102" y="867770"/>
              <a:ext cx="83517" cy="128109"/>
              <a:chOff x="11414102" y="867770"/>
              <a:chExt cx="83517" cy="128109"/>
            </a:xfrm>
            <a:grpFill/>
          </p:grpSpPr>
          <p:sp>
            <p:nvSpPr>
              <p:cNvPr id="75" name="Picture Placeholder 82">
                <a:extLst>
                  <a:ext uri="{FF2B5EF4-FFF2-40B4-BE49-F238E27FC236}">
                    <a16:creationId xmlns:a16="http://schemas.microsoft.com/office/drawing/2014/main" id="{1B08F13B-107D-E80F-7534-65A49061FF32}"/>
                  </a:ext>
                </a:extLst>
              </p:cNvPr>
              <p:cNvSpPr/>
              <p:nvPr/>
            </p:nvSpPr>
            <p:spPr>
              <a:xfrm>
                <a:off x="11420826" y="871911"/>
                <a:ext cx="69570" cy="119784"/>
              </a:xfrm>
              <a:custGeom>
                <a:avLst/>
                <a:gdLst>
                  <a:gd name="connsiteX0" fmla="*/ 0 w 69570"/>
                  <a:gd name="connsiteY0" fmla="*/ 119784 h 119784"/>
                  <a:gd name="connsiteX1" fmla="*/ 69571 w 69570"/>
                  <a:gd name="connsiteY1" fmla="*/ 0 h 119784"/>
                </a:gdLst>
                <a:ahLst/>
                <a:cxnLst>
                  <a:cxn ang="0">
                    <a:pos x="connsiteX0" y="connsiteY0"/>
                  </a:cxn>
                  <a:cxn ang="0">
                    <a:pos x="connsiteX1" y="connsiteY1"/>
                  </a:cxn>
                </a:cxnLst>
                <a:rect l="l" t="t" r="r" b="b"/>
                <a:pathLst>
                  <a:path w="69570" h="119784">
                    <a:moveTo>
                      <a:pt x="0" y="119784"/>
                    </a:moveTo>
                    <a:lnTo>
                      <a:pt x="69571" y="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6" name="Picture Placeholder 82">
                <a:extLst>
                  <a:ext uri="{FF2B5EF4-FFF2-40B4-BE49-F238E27FC236}">
                    <a16:creationId xmlns:a16="http://schemas.microsoft.com/office/drawing/2014/main" id="{67529A1D-47FC-6C82-D9E5-591DA14477B8}"/>
                  </a:ext>
                </a:extLst>
              </p:cNvPr>
              <p:cNvSpPr/>
              <p:nvPr/>
            </p:nvSpPr>
            <p:spPr>
              <a:xfrm rot="-3582560">
                <a:off x="11386604" y="923769"/>
                <a:ext cx="138512" cy="15844"/>
              </a:xfrm>
              <a:custGeom>
                <a:avLst/>
                <a:gdLst>
                  <a:gd name="connsiteX0" fmla="*/ 0 w 138512"/>
                  <a:gd name="connsiteY0" fmla="*/ 0 h 15844"/>
                  <a:gd name="connsiteX1" fmla="*/ 138512 w 138512"/>
                  <a:gd name="connsiteY1" fmla="*/ 0 h 15844"/>
                  <a:gd name="connsiteX2" fmla="*/ 138512 w 138512"/>
                  <a:gd name="connsiteY2" fmla="*/ 15845 h 15844"/>
                  <a:gd name="connsiteX3" fmla="*/ 0 w 138512"/>
                  <a:gd name="connsiteY3" fmla="*/ 15845 h 15844"/>
                </a:gdLst>
                <a:ahLst/>
                <a:cxnLst>
                  <a:cxn ang="0">
                    <a:pos x="connsiteX0" y="connsiteY0"/>
                  </a:cxn>
                  <a:cxn ang="0">
                    <a:pos x="connsiteX1" y="connsiteY1"/>
                  </a:cxn>
                  <a:cxn ang="0">
                    <a:pos x="connsiteX2" y="connsiteY2"/>
                  </a:cxn>
                  <a:cxn ang="0">
                    <a:pos x="connsiteX3" y="connsiteY3"/>
                  </a:cxn>
                </a:cxnLst>
                <a:rect l="l" t="t" r="r" b="b"/>
                <a:pathLst>
                  <a:path w="138512" h="15844">
                    <a:moveTo>
                      <a:pt x="0" y="0"/>
                    </a:moveTo>
                    <a:lnTo>
                      <a:pt x="138512" y="0"/>
                    </a:lnTo>
                    <a:lnTo>
                      <a:pt x="138512" y="15845"/>
                    </a:lnTo>
                    <a:lnTo>
                      <a:pt x="0" y="15845"/>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66" name="Picture Placeholder 82">
              <a:extLst>
                <a:ext uri="{FF2B5EF4-FFF2-40B4-BE49-F238E27FC236}">
                  <a16:creationId xmlns:a16="http://schemas.microsoft.com/office/drawing/2014/main" id="{BC9876A3-E741-43CD-A698-6133BC550B6C}"/>
                </a:ext>
              </a:extLst>
            </p:cNvPr>
            <p:cNvGrpSpPr/>
            <p:nvPr/>
          </p:nvGrpSpPr>
          <p:grpSpPr>
            <a:xfrm>
              <a:off x="11345937" y="930931"/>
              <a:ext cx="62790" cy="71916"/>
              <a:chOff x="11345937" y="930931"/>
              <a:chExt cx="62790" cy="71916"/>
            </a:xfrm>
            <a:grpFill/>
          </p:grpSpPr>
          <p:sp>
            <p:nvSpPr>
              <p:cNvPr id="73" name="Picture Placeholder 82">
                <a:extLst>
                  <a:ext uri="{FF2B5EF4-FFF2-40B4-BE49-F238E27FC236}">
                    <a16:creationId xmlns:a16="http://schemas.microsoft.com/office/drawing/2014/main" id="{B146860F-88AD-5588-022F-F2013C66940E}"/>
                  </a:ext>
                </a:extLst>
              </p:cNvPr>
              <p:cNvSpPr/>
              <p:nvPr/>
            </p:nvSpPr>
            <p:spPr>
              <a:xfrm>
                <a:off x="11351888" y="936556"/>
                <a:ext cx="50596" cy="61476"/>
              </a:xfrm>
              <a:custGeom>
                <a:avLst/>
                <a:gdLst>
                  <a:gd name="connsiteX0" fmla="*/ 0 w 50596"/>
                  <a:gd name="connsiteY0" fmla="*/ 0 h 61476"/>
                  <a:gd name="connsiteX1" fmla="*/ 50597 w 50596"/>
                  <a:gd name="connsiteY1" fmla="*/ 61477 h 61476"/>
                </a:gdLst>
                <a:ahLst/>
                <a:cxnLst>
                  <a:cxn ang="0">
                    <a:pos x="connsiteX0" y="connsiteY0"/>
                  </a:cxn>
                  <a:cxn ang="0">
                    <a:pos x="connsiteX1" y="connsiteY1"/>
                  </a:cxn>
                </a:cxnLst>
                <a:rect l="l" t="t" r="r" b="b"/>
                <a:pathLst>
                  <a:path w="50596" h="61476">
                    <a:moveTo>
                      <a:pt x="0" y="0"/>
                    </a:moveTo>
                    <a:lnTo>
                      <a:pt x="50597" y="61477"/>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4" name="Picture Placeholder 82">
                <a:extLst>
                  <a:ext uri="{FF2B5EF4-FFF2-40B4-BE49-F238E27FC236}">
                    <a16:creationId xmlns:a16="http://schemas.microsoft.com/office/drawing/2014/main" id="{D3935E1E-2A40-7AC4-2856-96E35762EC85}"/>
                  </a:ext>
                </a:extLst>
              </p:cNvPr>
              <p:cNvSpPr/>
              <p:nvPr/>
            </p:nvSpPr>
            <p:spPr>
              <a:xfrm rot="-2363508">
                <a:off x="11369427" y="926888"/>
                <a:ext cx="15811" cy="79853"/>
              </a:xfrm>
              <a:custGeom>
                <a:avLst/>
                <a:gdLst>
                  <a:gd name="connsiteX0" fmla="*/ 0 w 15811"/>
                  <a:gd name="connsiteY0" fmla="*/ 0 h 79853"/>
                  <a:gd name="connsiteX1" fmla="*/ 15811 w 15811"/>
                  <a:gd name="connsiteY1" fmla="*/ 0 h 79853"/>
                  <a:gd name="connsiteX2" fmla="*/ 15811 w 15811"/>
                  <a:gd name="connsiteY2" fmla="*/ 79854 h 79853"/>
                  <a:gd name="connsiteX3" fmla="*/ 0 w 15811"/>
                  <a:gd name="connsiteY3" fmla="*/ 79854 h 79853"/>
                </a:gdLst>
                <a:ahLst/>
                <a:cxnLst>
                  <a:cxn ang="0">
                    <a:pos x="connsiteX0" y="connsiteY0"/>
                  </a:cxn>
                  <a:cxn ang="0">
                    <a:pos x="connsiteX1" y="connsiteY1"/>
                  </a:cxn>
                  <a:cxn ang="0">
                    <a:pos x="connsiteX2" y="connsiteY2"/>
                  </a:cxn>
                  <a:cxn ang="0">
                    <a:pos x="connsiteX3" y="connsiteY3"/>
                  </a:cxn>
                </a:cxnLst>
                <a:rect l="l" t="t" r="r" b="b"/>
                <a:pathLst>
                  <a:path w="15811" h="79853">
                    <a:moveTo>
                      <a:pt x="0" y="0"/>
                    </a:moveTo>
                    <a:lnTo>
                      <a:pt x="15811" y="0"/>
                    </a:lnTo>
                    <a:lnTo>
                      <a:pt x="15811" y="79854"/>
                    </a:lnTo>
                    <a:lnTo>
                      <a:pt x="0" y="79854"/>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67" name="Picture Placeholder 82">
              <a:extLst>
                <a:ext uri="{FF2B5EF4-FFF2-40B4-BE49-F238E27FC236}">
                  <a16:creationId xmlns:a16="http://schemas.microsoft.com/office/drawing/2014/main" id="{FA8BDF1C-2A2F-FEB3-9232-72AEFA333773}"/>
                </a:ext>
              </a:extLst>
            </p:cNvPr>
            <p:cNvGrpSpPr/>
            <p:nvPr/>
          </p:nvGrpSpPr>
          <p:grpSpPr>
            <a:xfrm>
              <a:off x="11078006" y="1003103"/>
              <a:ext cx="504097" cy="179732"/>
              <a:chOff x="11078006" y="1003103"/>
              <a:chExt cx="504097" cy="179732"/>
            </a:xfrm>
            <a:grpFill/>
          </p:grpSpPr>
          <p:sp>
            <p:nvSpPr>
              <p:cNvPr id="71" name="Picture Placeholder 82">
                <a:extLst>
                  <a:ext uri="{FF2B5EF4-FFF2-40B4-BE49-F238E27FC236}">
                    <a16:creationId xmlns:a16="http://schemas.microsoft.com/office/drawing/2014/main" id="{D5DB57BD-6744-DFD8-43CA-4CD26D831B9D}"/>
                  </a:ext>
                </a:extLst>
              </p:cNvPr>
              <p:cNvSpPr/>
              <p:nvPr/>
            </p:nvSpPr>
            <p:spPr>
              <a:xfrm>
                <a:off x="11078006" y="1003103"/>
                <a:ext cx="234669" cy="179359"/>
              </a:xfrm>
              <a:custGeom>
                <a:avLst/>
                <a:gdLst>
                  <a:gd name="connsiteX0" fmla="*/ 232139 w 234669"/>
                  <a:gd name="connsiteY0" fmla="*/ 170486 h 179359"/>
                  <a:gd name="connsiteX1" fmla="*/ 234669 w 234669"/>
                  <a:gd name="connsiteY1" fmla="*/ 162247 h 179359"/>
                  <a:gd name="connsiteX2" fmla="*/ 100588 w 234669"/>
                  <a:gd name="connsiteY2" fmla="*/ 162881 h 179359"/>
                  <a:gd name="connsiteX3" fmla="*/ 91101 w 234669"/>
                  <a:gd name="connsiteY3" fmla="*/ 162881 h 179359"/>
                  <a:gd name="connsiteX4" fmla="*/ 53786 w 234669"/>
                  <a:gd name="connsiteY4" fmla="*/ 150839 h 179359"/>
                  <a:gd name="connsiteX5" fmla="*/ 42401 w 234669"/>
                  <a:gd name="connsiteY5" fmla="*/ 156543 h 179359"/>
                  <a:gd name="connsiteX6" fmla="*/ 27855 w 234669"/>
                  <a:gd name="connsiteY6" fmla="*/ 141966 h 179359"/>
                  <a:gd name="connsiteX7" fmla="*/ 32282 w 234669"/>
                  <a:gd name="connsiteY7" fmla="*/ 131192 h 179359"/>
                  <a:gd name="connsiteX8" fmla="*/ 15838 w 234669"/>
                  <a:gd name="connsiteY8" fmla="*/ 85560 h 179359"/>
                  <a:gd name="connsiteX9" fmla="*/ 86673 w 234669"/>
                  <a:gd name="connsiteY9" fmla="*/ 15844 h 179359"/>
                  <a:gd name="connsiteX10" fmla="*/ 88571 w 234669"/>
                  <a:gd name="connsiteY10" fmla="*/ 15844 h 179359"/>
                  <a:gd name="connsiteX11" fmla="*/ 106280 w 234669"/>
                  <a:gd name="connsiteY11" fmla="*/ 18380 h 179359"/>
                  <a:gd name="connsiteX12" fmla="*/ 122724 w 234669"/>
                  <a:gd name="connsiteY12" fmla="*/ 22816 h 179359"/>
                  <a:gd name="connsiteX13" fmla="*/ 123989 w 234669"/>
                  <a:gd name="connsiteY13" fmla="*/ 15211 h 179359"/>
                  <a:gd name="connsiteX14" fmla="*/ 117032 w 234669"/>
                  <a:gd name="connsiteY14" fmla="*/ 17112 h 179359"/>
                  <a:gd name="connsiteX15" fmla="*/ 102485 w 234669"/>
                  <a:gd name="connsiteY15" fmla="*/ 2535 h 179359"/>
                  <a:gd name="connsiteX16" fmla="*/ 102485 w 234669"/>
                  <a:gd name="connsiteY16" fmla="*/ 1268 h 179359"/>
                  <a:gd name="connsiteX17" fmla="*/ 88571 w 234669"/>
                  <a:gd name="connsiteY17" fmla="*/ 0 h 179359"/>
                  <a:gd name="connsiteX18" fmla="*/ 86673 w 234669"/>
                  <a:gd name="connsiteY18" fmla="*/ 0 h 179359"/>
                  <a:gd name="connsiteX19" fmla="*/ 26 w 234669"/>
                  <a:gd name="connsiteY19" fmla="*/ 85560 h 179359"/>
                  <a:gd name="connsiteX20" fmla="*/ 91101 w 234669"/>
                  <a:gd name="connsiteY20" fmla="*/ 179359 h 179359"/>
                  <a:gd name="connsiteX21" fmla="*/ 101220 w 234669"/>
                  <a:gd name="connsiteY21" fmla="*/ 179359 h 179359"/>
                  <a:gd name="connsiteX22" fmla="*/ 234669 w 234669"/>
                  <a:gd name="connsiteY22" fmla="*/ 178725 h 179359"/>
                  <a:gd name="connsiteX23" fmla="*/ 232139 w 234669"/>
                  <a:gd name="connsiteY23" fmla="*/ 170486 h 179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4669" h="179359">
                    <a:moveTo>
                      <a:pt x="232139" y="170486"/>
                    </a:moveTo>
                    <a:cubicBezTo>
                      <a:pt x="232139" y="167317"/>
                      <a:pt x="233404" y="164149"/>
                      <a:pt x="234669" y="162247"/>
                    </a:cubicBezTo>
                    <a:cubicBezTo>
                      <a:pt x="175218" y="162247"/>
                      <a:pt x="122091" y="162881"/>
                      <a:pt x="100588" y="162881"/>
                    </a:cubicBezTo>
                    <a:cubicBezTo>
                      <a:pt x="95528" y="162881"/>
                      <a:pt x="91733" y="162881"/>
                      <a:pt x="91101" y="162881"/>
                    </a:cubicBezTo>
                    <a:cubicBezTo>
                      <a:pt x="77819" y="162247"/>
                      <a:pt x="65170" y="157811"/>
                      <a:pt x="53786" y="150839"/>
                    </a:cubicBezTo>
                    <a:cubicBezTo>
                      <a:pt x="51256" y="154642"/>
                      <a:pt x="46829" y="156543"/>
                      <a:pt x="42401" y="156543"/>
                    </a:cubicBezTo>
                    <a:cubicBezTo>
                      <a:pt x="34179" y="156543"/>
                      <a:pt x="27855" y="150205"/>
                      <a:pt x="27855" y="141966"/>
                    </a:cubicBezTo>
                    <a:cubicBezTo>
                      <a:pt x="27855" y="137530"/>
                      <a:pt x="29752" y="133727"/>
                      <a:pt x="32282" y="131192"/>
                    </a:cubicBezTo>
                    <a:cubicBezTo>
                      <a:pt x="22163" y="117883"/>
                      <a:pt x="15206" y="101405"/>
                      <a:pt x="15838" y="85560"/>
                    </a:cubicBezTo>
                    <a:cubicBezTo>
                      <a:pt x="16470" y="46900"/>
                      <a:pt x="48726" y="15844"/>
                      <a:pt x="86673" y="15844"/>
                    </a:cubicBezTo>
                    <a:cubicBezTo>
                      <a:pt x="87306" y="15844"/>
                      <a:pt x="87938" y="15844"/>
                      <a:pt x="88571" y="15844"/>
                    </a:cubicBezTo>
                    <a:cubicBezTo>
                      <a:pt x="94895" y="15844"/>
                      <a:pt x="100588" y="17112"/>
                      <a:pt x="106280" y="18380"/>
                    </a:cubicBezTo>
                    <a:lnTo>
                      <a:pt x="122724" y="22816"/>
                    </a:lnTo>
                    <a:lnTo>
                      <a:pt x="123989" y="15211"/>
                    </a:lnTo>
                    <a:cubicBezTo>
                      <a:pt x="122091" y="16478"/>
                      <a:pt x="119561" y="17112"/>
                      <a:pt x="117032" y="17112"/>
                    </a:cubicBezTo>
                    <a:cubicBezTo>
                      <a:pt x="108810" y="17112"/>
                      <a:pt x="102485" y="10774"/>
                      <a:pt x="102485" y="2535"/>
                    </a:cubicBezTo>
                    <a:cubicBezTo>
                      <a:pt x="102485" y="1901"/>
                      <a:pt x="102485" y="1901"/>
                      <a:pt x="102485" y="1268"/>
                    </a:cubicBezTo>
                    <a:cubicBezTo>
                      <a:pt x="98058" y="634"/>
                      <a:pt x="93631" y="0"/>
                      <a:pt x="88571" y="0"/>
                    </a:cubicBezTo>
                    <a:cubicBezTo>
                      <a:pt x="87938" y="0"/>
                      <a:pt x="87306" y="0"/>
                      <a:pt x="86673" y="0"/>
                    </a:cubicBezTo>
                    <a:cubicBezTo>
                      <a:pt x="39871" y="0"/>
                      <a:pt x="659" y="38027"/>
                      <a:pt x="26" y="85560"/>
                    </a:cubicBezTo>
                    <a:cubicBezTo>
                      <a:pt x="-1238" y="133727"/>
                      <a:pt x="43034" y="178092"/>
                      <a:pt x="91101" y="179359"/>
                    </a:cubicBezTo>
                    <a:cubicBezTo>
                      <a:pt x="92366" y="179359"/>
                      <a:pt x="95528" y="179359"/>
                      <a:pt x="101220" y="179359"/>
                    </a:cubicBezTo>
                    <a:cubicBezTo>
                      <a:pt x="122724" y="179359"/>
                      <a:pt x="175218" y="179359"/>
                      <a:pt x="234669" y="178725"/>
                    </a:cubicBezTo>
                    <a:cubicBezTo>
                      <a:pt x="232772" y="175557"/>
                      <a:pt x="232139" y="173021"/>
                      <a:pt x="232139" y="170486"/>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2" name="Picture Placeholder 82">
                <a:extLst>
                  <a:ext uri="{FF2B5EF4-FFF2-40B4-BE49-F238E27FC236}">
                    <a16:creationId xmlns:a16="http://schemas.microsoft.com/office/drawing/2014/main" id="{9EC58F82-430F-213F-8489-E50929B48B1D}"/>
                  </a:ext>
                </a:extLst>
              </p:cNvPr>
              <p:cNvSpPr/>
              <p:nvPr/>
            </p:nvSpPr>
            <p:spPr>
              <a:xfrm>
                <a:off x="11336709" y="1164716"/>
                <a:ext cx="245394" cy="16478"/>
              </a:xfrm>
              <a:custGeom>
                <a:avLst/>
                <a:gdLst>
                  <a:gd name="connsiteX0" fmla="*/ 240335 w 245394"/>
                  <a:gd name="connsiteY0" fmla="*/ 5070 h 16478"/>
                  <a:gd name="connsiteX1" fmla="*/ 241600 w 245394"/>
                  <a:gd name="connsiteY1" fmla="*/ 0 h 16478"/>
                  <a:gd name="connsiteX2" fmla="*/ 231480 w 245394"/>
                  <a:gd name="connsiteY2" fmla="*/ 0 h 16478"/>
                  <a:gd name="connsiteX3" fmla="*/ 37315 w 245394"/>
                  <a:gd name="connsiteY3" fmla="*/ 634 h 16478"/>
                  <a:gd name="connsiteX4" fmla="*/ 0 w 245394"/>
                  <a:gd name="connsiteY4" fmla="*/ 634 h 16478"/>
                  <a:gd name="connsiteX5" fmla="*/ 2530 w 245394"/>
                  <a:gd name="connsiteY5" fmla="*/ 8873 h 16478"/>
                  <a:gd name="connsiteX6" fmla="*/ 632 w 245394"/>
                  <a:gd name="connsiteY6" fmla="*/ 16478 h 16478"/>
                  <a:gd name="connsiteX7" fmla="*/ 231480 w 245394"/>
                  <a:gd name="connsiteY7" fmla="*/ 15844 h 16478"/>
                  <a:gd name="connsiteX8" fmla="*/ 241600 w 245394"/>
                  <a:gd name="connsiteY8" fmla="*/ 15844 h 16478"/>
                  <a:gd name="connsiteX9" fmla="*/ 243497 w 245394"/>
                  <a:gd name="connsiteY9" fmla="*/ 15844 h 16478"/>
                  <a:gd name="connsiteX10" fmla="*/ 245394 w 245394"/>
                  <a:gd name="connsiteY10" fmla="*/ 15844 h 16478"/>
                  <a:gd name="connsiteX11" fmla="*/ 240335 w 245394"/>
                  <a:gd name="connsiteY11" fmla="*/ 5070 h 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5394" h="16478">
                    <a:moveTo>
                      <a:pt x="240335" y="5070"/>
                    </a:moveTo>
                    <a:cubicBezTo>
                      <a:pt x="240335" y="3169"/>
                      <a:pt x="240967" y="1268"/>
                      <a:pt x="241600" y="0"/>
                    </a:cubicBezTo>
                    <a:cubicBezTo>
                      <a:pt x="240335" y="0"/>
                      <a:pt x="236540" y="0"/>
                      <a:pt x="231480" y="0"/>
                    </a:cubicBezTo>
                    <a:cubicBezTo>
                      <a:pt x="203020" y="0"/>
                      <a:pt x="118902" y="0"/>
                      <a:pt x="37315" y="634"/>
                    </a:cubicBezTo>
                    <a:cubicBezTo>
                      <a:pt x="24666" y="634"/>
                      <a:pt x="12017" y="634"/>
                      <a:pt x="0" y="634"/>
                    </a:cubicBezTo>
                    <a:cubicBezTo>
                      <a:pt x="1897" y="3169"/>
                      <a:pt x="2530" y="5704"/>
                      <a:pt x="2530" y="8873"/>
                    </a:cubicBezTo>
                    <a:cubicBezTo>
                      <a:pt x="2530" y="11408"/>
                      <a:pt x="1897" y="13943"/>
                      <a:pt x="632" y="16478"/>
                    </a:cubicBezTo>
                    <a:cubicBezTo>
                      <a:pt x="94237" y="15844"/>
                      <a:pt x="198592" y="15844"/>
                      <a:pt x="231480" y="15844"/>
                    </a:cubicBezTo>
                    <a:cubicBezTo>
                      <a:pt x="237173" y="15844"/>
                      <a:pt x="240335" y="15844"/>
                      <a:pt x="241600" y="15844"/>
                    </a:cubicBezTo>
                    <a:cubicBezTo>
                      <a:pt x="242232" y="15844"/>
                      <a:pt x="242865" y="15844"/>
                      <a:pt x="243497" y="15844"/>
                    </a:cubicBezTo>
                    <a:cubicBezTo>
                      <a:pt x="244130" y="15844"/>
                      <a:pt x="244762" y="15844"/>
                      <a:pt x="245394" y="15844"/>
                    </a:cubicBezTo>
                    <a:cubicBezTo>
                      <a:pt x="242232" y="12676"/>
                      <a:pt x="240335" y="8873"/>
                      <a:pt x="240335" y="5070"/>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68" name="Picture Placeholder 82">
              <a:extLst>
                <a:ext uri="{FF2B5EF4-FFF2-40B4-BE49-F238E27FC236}">
                  <a16:creationId xmlns:a16="http://schemas.microsoft.com/office/drawing/2014/main" id="{76D47946-B598-AED4-4754-CF178B235FBA}"/>
                </a:ext>
              </a:extLst>
            </p:cNvPr>
            <p:cNvSpPr/>
            <p:nvPr/>
          </p:nvSpPr>
          <p:spPr>
            <a:xfrm>
              <a:off x="11301924" y="1150773"/>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69" name="Picture Placeholder 82">
              <a:extLst>
                <a:ext uri="{FF2B5EF4-FFF2-40B4-BE49-F238E27FC236}">
                  <a16:creationId xmlns:a16="http://schemas.microsoft.com/office/drawing/2014/main" id="{721A2C99-BA57-9D89-4E2B-2849BAF2193A}"/>
                </a:ext>
              </a:extLst>
            </p:cNvPr>
            <p:cNvSpPr/>
            <p:nvPr/>
          </p:nvSpPr>
          <p:spPr>
            <a:xfrm>
              <a:off x="11193140" y="841489"/>
              <a:ext cx="297256" cy="155275"/>
            </a:xfrm>
            <a:custGeom>
              <a:avLst/>
              <a:gdLst>
                <a:gd name="connsiteX0" fmla="*/ 297256 w 297256"/>
                <a:gd name="connsiteY0" fmla="*/ 3803 h 155275"/>
                <a:gd name="connsiteX1" fmla="*/ 270693 w 297256"/>
                <a:gd name="connsiteY1" fmla="*/ 0 h 155275"/>
                <a:gd name="connsiteX2" fmla="*/ 267531 w 297256"/>
                <a:gd name="connsiteY2" fmla="*/ 0 h 155275"/>
                <a:gd name="connsiteX3" fmla="*/ 156218 w 297256"/>
                <a:gd name="connsiteY3" fmla="*/ 70983 h 155275"/>
                <a:gd name="connsiteX4" fmla="*/ 163807 w 297256"/>
                <a:gd name="connsiteY4" fmla="*/ 83659 h 155275"/>
                <a:gd name="connsiteX5" fmla="*/ 149261 w 297256"/>
                <a:gd name="connsiteY5" fmla="*/ 98236 h 155275"/>
                <a:gd name="connsiteX6" fmla="*/ 134714 w 297256"/>
                <a:gd name="connsiteY6" fmla="*/ 83659 h 155275"/>
                <a:gd name="connsiteX7" fmla="*/ 134714 w 297256"/>
                <a:gd name="connsiteY7" fmla="*/ 81124 h 155275"/>
                <a:gd name="connsiteX8" fmla="*/ 104988 w 297256"/>
                <a:gd name="connsiteY8" fmla="*/ 76053 h 155275"/>
                <a:gd name="connsiteX9" fmla="*/ 102459 w 297256"/>
                <a:gd name="connsiteY9" fmla="*/ 76053 h 155275"/>
                <a:gd name="connsiteX10" fmla="*/ 0 w 297256"/>
                <a:gd name="connsiteY10" fmla="*/ 148938 h 155275"/>
                <a:gd name="connsiteX11" fmla="*/ 2530 w 297256"/>
                <a:gd name="connsiteY11" fmla="*/ 148938 h 155275"/>
                <a:gd name="connsiteX12" fmla="*/ 14547 w 297256"/>
                <a:gd name="connsiteY12" fmla="*/ 155276 h 155275"/>
                <a:gd name="connsiteX13" fmla="*/ 102459 w 297256"/>
                <a:gd name="connsiteY13" fmla="*/ 91898 h 155275"/>
                <a:gd name="connsiteX14" fmla="*/ 104988 w 297256"/>
                <a:gd name="connsiteY14" fmla="*/ 91898 h 155275"/>
                <a:gd name="connsiteX15" fmla="*/ 142936 w 297256"/>
                <a:gd name="connsiteY15" fmla="*/ 100771 h 155275"/>
                <a:gd name="connsiteX16" fmla="*/ 156218 w 297256"/>
                <a:gd name="connsiteY16" fmla="*/ 100137 h 155275"/>
                <a:gd name="connsiteX17" fmla="*/ 165072 w 297256"/>
                <a:gd name="connsiteY17" fmla="*/ 92532 h 155275"/>
                <a:gd name="connsiteX18" fmla="*/ 268795 w 297256"/>
                <a:gd name="connsiteY18" fmla="*/ 15844 h 155275"/>
                <a:gd name="connsiteX19" fmla="*/ 271325 w 297256"/>
                <a:gd name="connsiteY19" fmla="*/ 15844 h 155275"/>
                <a:gd name="connsiteX20" fmla="*/ 294094 w 297256"/>
                <a:gd name="connsiteY20" fmla="*/ 19013 h 155275"/>
                <a:gd name="connsiteX21" fmla="*/ 293461 w 297256"/>
                <a:gd name="connsiteY21" fmla="*/ 14577 h 155275"/>
                <a:gd name="connsiteX22" fmla="*/ 297256 w 297256"/>
                <a:gd name="connsiteY22" fmla="*/ 3803 h 15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97256" h="155275">
                  <a:moveTo>
                    <a:pt x="297256" y="3803"/>
                  </a:moveTo>
                  <a:cubicBezTo>
                    <a:pt x="288402" y="1268"/>
                    <a:pt x="279547" y="0"/>
                    <a:pt x="270693" y="0"/>
                  </a:cubicBezTo>
                  <a:cubicBezTo>
                    <a:pt x="269428" y="0"/>
                    <a:pt x="268795" y="0"/>
                    <a:pt x="267531" y="0"/>
                  </a:cubicBezTo>
                  <a:cubicBezTo>
                    <a:pt x="220096" y="0"/>
                    <a:pt x="178354" y="28520"/>
                    <a:pt x="156218" y="70983"/>
                  </a:cubicBezTo>
                  <a:cubicBezTo>
                    <a:pt x="160645" y="73518"/>
                    <a:pt x="163807" y="78588"/>
                    <a:pt x="163807" y="83659"/>
                  </a:cubicBezTo>
                  <a:cubicBezTo>
                    <a:pt x="163807" y="91898"/>
                    <a:pt x="157483" y="98236"/>
                    <a:pt x="149261" y="98236"/>
                  </a:cubicBezTo>
                  <a:cubicBezTo>
                    <a:pt x="141039" y="98236"/>
                    <a:pt x="134714" y="91898"/>
                    <a:pt x="134714" y="83659"/>
                  </a:cubicBezTo>
                  <a:cubicBezTo>
                    <a:pt x="134714" y="83025"/>
                    <a:pt x="134714" y="81757"/>
                    <a:pt x="134714" y="81124"/>
                  </a:cubicBezTo>
                  <a:cubicBezTo>
                    <a:pt x="125227" y="77955"/>
                    <a:pt x="115108" y="76053"/>
                    <a:pt x="104988" y="76053"/>
                  </a:cubicBezTo>
                  <a:cubicBezTo>
                    <a:pt x="104356" y="76053"/>
                    <a:pt x="103091" y="76053"/>
                    <a:pt x="102459" y="76053"/>
                  </a:cubicBezTo>
                  <a:cubicBezTo>
                    <a:pt x="55656" y="76053"/>
                    <a:pt x="15179" y="106475"/>
                    <a:pt x="0" y="148938"/>
                  </a:cubicBezTo>
                  <a:cubicBezTo>
                    <a:pt x="632" y="148938"/>
                    <a:pt x="1265" y="148938"/>
                    <a:pt x="2530" y="148938"/>
                  </a:cubicBezTo>
                  <a:cubicBezTo>
                    <a:pt x="7590" y="148938"/>
                    <a:pt x="12017" y="151473"/>
                    <a:pt x="14547" y="155276"/>
                  </a:cubicBezTo>
                  <a:cubicBezTo>
                    <a:pt x="27828" y="117883"/>
                    <a:pt x="62614" y="91898"/>
                    <a:pt x="102459" y="91898"/>
                  </a:cubicBezTo>
                  <a:cubicBezTo>
                    <a:pt x="103091" y="91898"/>
                    <a:pt x="103723" y="91898"/>
                    <a:pt x="104988" y="91898"/>
                  </a:cubicBezTo>
                  <a:cubicBezTo>
                    <a:pt x="118270" y="92532"/>
                    <a:pt x="131552" y="95067"/>
                    <a:pt x="142936" y="100771"/>
                  </a:cubicBezTo>
                  <a:lnTo>
                    <a:pt x="156218" y="100137"/>
                  </a:lnTo>
                  <a:lnTo>
                    <a:pt x="165072" y="92532"/>
                  </a:lnTo>
                  <a:cubicBezTo>
                    <a:pt x="182781" y="45632"/>
                    <a:pt x="223891" y="15844"/>
                    <a:pt x="268795" y="15844"/>
                  </a:cubicBezTo>
                  <a:cubicBezTo>
                    <a:pt x="269428" y="15844"/>
                    <a:pt x="270693" y="15844"/>
                    <a:pt x="271325" y="15844"/>
                  </a:cubicBezTo>
                  <a:cubicBezTo>
                    <a:pt x="278915" y="15844"/>
                    <a:pt x="286504" y="17112"/>
                    <a:pt x="294094" y="19013"/>
                  </a:cubicBezTo>
                  <a:cubicBezTo>
                    <a:pt x="293461" y="17746"/>
                    <a:pt x="293461" y="16478"/>
                    <a:pt x="293461" y="14577"/>
                  </a:cubicBezTo>
                  <a:cubicBezTo>
                    <a:pt x="292197" y="10774"/>
                    <a:pt x="294094" y="6972"/>
                    <a:pt x="297256" y="3803"/>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0" name="Picture Placeholder 82">
              <a:extLst>
                <a:ext uri="{FF2B5EF4-FFF2-40B4-BE49-F238E27FC236}">
                  <a16:creationId xmlns:a16="http://schemas.microsoft.com/office/drawing/2014/main" id="{E84A758B-839B-E2AC-EECF-E3DB45B94FCA}"/>
                </a:ext>
              </a:extLst>
            </p:cNvPr>
            <p:cNvSpPr/>
            <p:nvPr/>
          </p:nvSpPr>
          <p:spPr>
            <a:xfrm>
              <a:off x="11319000" y="902966"/>
              <a:ext cx="45537" cy="45632"/>
            </a:xfrm>
            <a:custGeom>
              <a:avLst/>
              <a:gdLst>
                <a:gd name="connsiteX0" fmla="*/ 22769 w 45537"/>
                <a:gd name="connsiteY0" fmla="*/ 15844 h 45632"/>
                <a:gd name="connsiteX1" fmla="*/ 29726 w 45537"/>
                <a:gd name="connsiteY1" fmla="*/ 22816 h 45632"/>
                <a:gd name="connsiteX2" fmla="*/ 22769 w 45537"/>
                <a:gd name="connsiteY2" fmla="*/ 29154 h 45632"/>
                <a:gd name="connsiteX3" fmla="*/ 15812 w 45537"/>
                <a:gd name="connsiteY3" fmla="*/ 22182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154"/>
                    <a:pt x="22769" y="29154"/>
                  </a:cubicBezTo>
                  <a:cubicBezTo>
                    <a:pt x="18974" y="29154"/>
                    <a:pt x="15812" y="25985"/>
                    <a:pt x="15812" y="22182"/>
                  </a:cubicBezTo>
                  <a:cubicBezTo>
                    <a:pt x="15812" y="18380"/>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Tree>
    <p:extLst>
      <p:ext uri="{BB962C8B-B14F-4D97-AF65-F5344CB8AC3E}">
        <p14:creationId xmlns:p14="http://schemas.microsoft.com/office/powerpoint/2010/main" val="742408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75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75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par>
                                <p:cTn id="11" presetID="10" presetClass="entr" presetSubtype="0" fill="hold" nodeType="withEffect">
                                  <p:stCondLst>
                                    <p:cond delay="75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500"/>
                                        <p:tgtEl>
                                          <p:spTgt spid="41"/>
                                        </p:tgtEl>
                                      </p:cBhvr>
                                    </p:animEffect>
                                  </p:childTnLst>
                                </p:cTn>
                              </p:par>
                            </p:childTnLst>
                          </p:cTn>
                        </p:par>
                        <p:par>
                          <p:cTn id="14" fill="hold">
                            <p:stCondLst>
                              <p:cond delay="1250"/>
                            </p:stCondLst>
                            <p:childTnLst>
                              <p:par>
                                <p:cTn id="15" presetID="2" presetClass="entr" presetSubtype="2" decel="20000" fill="hold" grpId="0" nodeType="after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additive="base">
                                        <p:cTn id="17" dur="50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5">
                                            <p:txEl>
                                              <p:pRg st="0" end="0"/>
                                            </p:txEl>
                                          </p:spTgt>
                                        </p:tgtEl>
                                        <p:attrNameLst>
                                          <p:attrName>ppt_y</p:attrName>
                                        </p:attrNameLst>
                                      </p:cBhvr>
                                      <p:tavLst>
                                        <p:tav tm="0">
                                          <p:val>
                                            <p:strVal val="#ppt_y"/>
                                          </p:val>
                                        </p:tav>
                                        <p:tav tm="100000">
                                          <p:val>
                                            <p:strVal val="#ppt_y"/>
                                          </p:val>
                                        </p:tav>
                                      </p:tavLst>
                                    </p:anim>
                                  </p:childTnLst>
                                </p:cTn>
                              </p:par>
                              <p:par>
                                <p:cTn id="19" presetID="2" presetClass="entr" presetSubtype="2" decel="20000" fill="hold" grpId="0" nodeType="with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 calcmode="lin" valueType="num">
                                      <p:cBhvr additive="base">
                                        <p:cTn id="21" dur="5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decel="20000" fill="hold" grpId="0"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anim calcmode="lin" valueType="num">
                                      <p:cBhvr additive="base">
                                        <p:cTn id="2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3">
                                            <p:txEl>
                                              <p:pRg st="0" end="0"/>
                                            </p:txEl>
                                          </p:spTgt>
                                        </p:tgtEl>
                                        <p:attrNameLst>
                                          <p:attrName>ppt_y</p:attrName>
                                        </p:attrNameLst>
                                      </p:cBhvr>
                                      <p:tavLst>
                                        <p:tav tm="0">
                                          <p:val>
                                            <p:strVal val="#ppt_y"/>
                                          </p:val>
                                        </p:tav>
                                        <p:tav tm="100000">
                                          <p:val>
                                            <p:strVal val="#ppt_y"/>
                                          </p:val>
                                        </p:tav>
                                      </p:tavLst>
                                    </p:anim>
                                  </p:childTnLst>
                                </p:cTn>
                              </p:par>
                              <p:par>
                                <p:cTn id="29" presetID="2" presetClass="entr" presetSubtype="2" decel="20000" fill="hold" grpId="0" nodeType="with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decel="20000" fill="hold" grpId="0" nodeType="clickEffect">
                                  <p:stCondLst>
                                    <p:cond delay="0"/>
                                  </p:stCondLst>
                                  <p:childTnLst>
                                    <p:set>
                                      <p:cBhvr>
                                        <p:cTn id="36" dur="1" fill="hold">
                                          <p:stCondLst>
                                            <p:cond delay="0"/>
                                          </p:stCondLst>
                                        </p:cTn>
                                        <p:tgtEl>
                                          <p:spTgt spid="7">
                                            <p:txEl>
                                              <p:pRg st="0" end="0"/>
                                            </p:txEl>
                                          </p:spTgt>
                                        </p:tgtEl>
                                        <p:attrNameLst>
                                          <p:attrName>style.visibility</p:attrName>
                                        </p:attrNameLst>
                                      </p:cBhvr>
                                      <p:to>
                                        <p:strVal val="visible"/>
                                      </p:to>
                                    </p:set>
                                    <p:anim calcmode="lin" valueType="num">
                                      <p:cBhvr additive="base">
                                        <p:cTn id="37" dur="5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7">
                                            <p:txEl>
                                              <p:pRg st="0" end="0"/>
                                            </p:txEl>
                                          </p:spTgt>
                                        </p:tgtEl>
                                        <p:attrNameLst>
                                          <p:attrName>ppt_y</p:attrName>
                                        </p:attrNameLst>
                                      </p:cBhvr>
                                      <p:tavLst>
                                        <p:tav tm="0">
                                          <p:val>
                                            <p:strVal val="#ppt_y"/>
                                          </p:val>
                                        </p:tav>
                                        <p:tav tm="100000">
                                          <p:val>
                                            <p:strVal val="#ppt_y"/>
                                          </p:val>
                                        </p:tav>
                                      </p:tavLst>
                                    </p:anim>
                                  </p:childTnLst>
                                </p:cTn>
                              </p:par>
                              <p:par>
                                <p:cTn id="39" presetID="2" presetClass="entr" presetSubtype="2" decel="20000" fill="hold" grpId="0" nodeType="withEffect">
                                  <p:stCondLst>
                                    <p:cond delay="0"/>
                                  </p:stCondLst>
                                  <p:childTnLst>
                                    <p:set>
                                      <p:cBhvr>
                                        <p:cTn id="40" dur="1" fill="hold">
                                          <p:stCondLst>
                                            <p:cond delay="0"/>
                                          </p:stCondLst>
                                        </p:cTn>
                                        <p:tgtEl>
                                          <p:spTgt spid="8">
                                            <p:txEl>
                                              <p:pRg st="0" end="0"/>
                                            </p:txEl>
                                          </p:spTgt>
                                        </p:tgtEl>
                                        <p:attrNameLst>
                                          <p:attrName>style.visibility</p:attrName>
                                        </p:attrNameLst>
                                      </p:cBhvr>
                                      <p:to>
                                        <p:strVal val="visible"/>
                                      </p:to>
                                    </p:set>
                                    <p:anim calcmode="lin" valueType="num">
                                      <p:cBhvr additive="base">
                                        <p:cTn id="41" dur="500" fill="hold"/>
                                        <p:tgtEl>
                                          <p:spTgt spid="8">
                                            <p:txEl>
                                              <p:pRg st="0" end="0"/>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build="p"/>
      <p:bldP spid="6" grpId="0" build="p"/>
      <p:bldP spid="7" grpId="0" build="p"/>
      <p:bldP spid="8"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1B2CB-5B07-4ADF-98A8-16B193896BAA}"/>
              </a:ext>
            </a:extLst>
          </p:cNvPr>
          <p:cNvSpPr>
            <a:spLocks noGrp="1"/>
          </p:cNvSpPr>
          <p:nvPr>
            <p:ph type="title"/>
          </p:nvPr>
        </p:nvSpPr>
        <p:spPr/>
        <p:txBody>
          <a:bodyPr/>
          <a:lstStyle/>
          <a:p>
            <a:pPr algn="ctr"/>
            <a:r>
              <a:rPr lang="en-US" dirty="0">
                <a:solidFill>
                  <a:schemeClr val="tx2"/>
                </a:solidFill>
              </a:rPr>
              <a:t>CIA Triad: </a:t>
            </a:r>
            <a:r>
              <a:rPr lang="en-US" b="1" dirty="0"/>
              <a:t>Core Tenets </a:t>
            </a:r>
            <a:r>
              <a:rPr lang="en-US" dirty="0">
                <a:solidFill>
                  <a:schemeClr val="tx2"/>
                </a:solidFill>
              </a:rPr>
              <a:t>of Information Security</a:t>
            </a:r>
          </a:p>
        </p:txBody>
      </p:sp>
      <p:sp>
        <p:nvSpPr>
          <p:cNvPr id="4" name="Text Placeholder 3">
            <a:extLst>
              <a:ext uri="{FF2B5EF4-FFF2-40B4-BE49-F238E27FC236}">
                <a16:creationId xmlns:a16="http://schemas.microsoft.com/office/drawing/2014/main" id="{330E06B9-1C1D-4386-86EE-EE4D20BA7A1F}"/>
              </a:ext>
            </a:extLst>
          </p:cNvPr>
          <p:cNvSpPr>
            <a:spLocks noGrp="1"/>
          </p:cNvSpPr>
          <p:nvPr>
            <p:ph type="body" sz="quarter" idx="18"/>
          </p:nvPr>
        </p:nvSpPr>
        <p:spPr/>
        <p:txBody>
          <a:bodyPr/>
          <a:lstStyle/>
          <a:p>
            <a:r>
              <a:rPr lang="en-US" dirty="0"/>
              <a:t>Confidentiality</a:t>
            </a:r>
          </a:p>
          <a:p>
            <a:r>
              <a:rPr lang="en-US" sz="1800" dirty="0">
                <a:solidFill>
                  <a:schemeClr val="tx2"/>
                </a:solidFill>
              </a:rPr>
              <a:t>Protecting systems &amp; data from unauthorized people &amp; groups</a:t>
            </a:r>
          </a:p>
        </p:txBody>
      </p:sp>
      <p:sp>
        <p:nvSpPr>
          <p:cNvPr id="5" name="Text Placeholder 4">
            <a:extLst>
              <a:ext uri="{FF2B5EF4-FFF2-40B4-BE49-F238E27FC236}">
                <a16:creationId xmlns:a16="http://schemas.microsoft.com/office/drawing/2014/main" id="{26E1BF57-11A8-47C8-A11D-920FE2D3671E}"/>
              </a:ext>
            </a:extLst>
          </p:cNvPr>
          <p:cNvSpPr>
            <a:spLocks noGrp="1"/>
          </p:cNvSpPr>
          <p:nvPr>
            <p:ph type="body" sz="quarter" idx="19"/>
          </p:nvPr>
        </p:nvSpPr>
        <p:spPr/>
        <p:txBody>
          <a:bodyPr/>
          <a:lstStyle/>
          <a:p>
            <a:r>
              <a:rPr lang="en-US" dirty="0"/>
              <a:t>Integrity</a:t>
            </a:r>
          </a:p>
          <a:p>
            <a:r>
              <a:rPr lang="en-US" sz="1800" dirty="0">
                <a:solidFill>
                  <a:schemeClr val="tx2"/>
                </a:solidFill>
              </a:rPr>
              <a:t>Preventing modification of data by unauthorized groups &amp; systems</a:t>
            </a:r>
          </a:p>
          <a:p>
            <a:endParaRPr lang="en-US" dirty="0"/>
          </a:p>
        </p:txBody>
      </p:sp>
      <p:sp>
        <p:nvSpPr>
          <p:cNvPr id="6" name="Text Placeholder 5">
            <a:extLst>
              <a:ext uri="{FF2B5EF4-FFF2-40B4-BE49-F238E27FC236}">
                <a16:creationId xmlns:a16="http://schemas.microsoft.com/office/drawing/2014/main" id="{82CB5404-271B-43DC-A3BD-7F8FF890D524}"/>
              </a:ext>
            </a:extLst>
          </p:cNvPr>
          <p:cNvSpPr>
            <a:spLocks noGrp="1"/>
          </p:cNvSpPr>
          <p:nvPr>
            <p:ph type="body" sz="quarter" idx="20"/>
          </p:nvPr>
        </p:nvSpPr>
        <p:spPr/>
        <p:txBody>
          <a:bodyPr/>
          <a:lstStyle/>
          <a:p>
            <a:r>
              <a:rPr lang="en-US" dirty="0"/>
              <a:t>Availability</a:t>
            </a:r>
          </a:p>
          <a:p>
            <a:r>
              <a:rPr lang="en-US" sz="1800" dirty="0">
                <a:solidFill>
                  <a:schemeClr val="tx2"/>
                </a:solidFill>
              </a:rPr>
              <a:t>Ensuring that data is available to authorized parties when needed</a:t>
            </a:r>
          </a:p>
          <a:p>
            <a:endParaRPr lang="en-US" dirty="0"/>
          </a:p>
        </p:txBody>
      </p:sp>
      <p:grpSp>
        <p:nvGrpSpPr>
          <p:cNvPr id="10" name="Picture Placeholder 87" descr="Security&#10;">
            <a:extLst>
              <a:ext uri="{FF2B5EF4-FFF2-40B4-BE49-F238E27FC236}">
                <a16:creationId xmlns:a16="http://schemas.microsoft.com/office/drawing/2014/main" id="{10ED476C-54D8-457C-BD40-4004EF2ECA66}"/>
              </a:ext>
            </a:extLst>
          </p:cNvPr>
          <p:cNvGrpSpPr>
            <a:grpSpLocks noChangeAspect="1"/>
          </p:cNvGrpSpPr>
          <p:nvPr/>
        </p:nvGrpSpPr>
        <p:grpSpPr>
          <a:xfrm>
            <a:off x="2490344" y="2371421"/>
            <a:ext cx="815910" cy="1188720"/>
            <a:chOff x="5912431" y="1949843"/>
            <a:chExt cx="411098" cy="598939"/>
          </a:xfrm>
          <a:solidFill>
            <a:schemeClr val="bg1"/>
          </a:solidFill>
        </p:grpSpPr>
        <p:sp>
          <p:nvSpPr>
            <p:cNvPr id="11" name="Picture Placeholder 87">
              <a:extLst>
                <a:ext uri="{FF2B5EF4-FFF2-40B4-BE49-F238E27FC236}">
                  <a16:creationId xmlns:a16="http://schemas.microsoft.com/office/drawing/2014/main" id="{1BAAA770-086A-4E17-A340-CF72C4621336}"/>
                </a:ext>
              </a:extLst>
            </p:cNvPr>
            <p:cNvSpPr/>
            <p:nvPr/>
          </p:nvSpPr>
          <p:spPr>
            <a:xfrm>
              <a:off x="5958601" y="2179426"/>
              <a:ext cx="166336" cy="166336"/>
            </a:xfrm>
            <a:custGeom>
              <a:avLst/>
              <a:gdLst>
                <a:gd name="connsiteX0" fmla="*/ 7590 w 166336"/>
                <a:gd name="connsiteY0" fmla="*/ 166337 h 166336"/>
                <a:gd name="connsiteX1" fmla="*/ 0 w 166336"/>
                <a:gd name="connsiteY1" fmla="*/ 158747 h 166336"/>
                <a:gd name="connsiteX2" fmla="*/ 158747 w 166336"/>
                <a:gd name="connsiteY2" fmla="*/ 0 h 166336"/>
                <a:gd name="connsiteX3" fmla="*/ 166337 w 166336"/>
                <a:gd name="connsiteY3" fmla="*/ 7590 h 166336"/>
                <a:gd name="connsiteX4" fmla="*/ 158747 w 166336"/>
                <a:gd name="connsiteY4" fmla="*/ 15179 h 166336"/>
                <a:gd name="connsiteX5" fmla="*/ 15812 w 166336"/>
                <a:gd name="connsiteY5" fmla="*/ 158115 h 166336"/>
                <a:gd name="connsiteX6" fmla="*/ 7590 w 166336"/>
                <a:gd name="connsiteY6" fmla="*/ 166337 h 166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336" h="166336">
                  <a:moveTo>
                    <a:pt x="7590" y="166337"/>
                  </a:moveTo>
                  <a:cubicBezTo>
                    <a:pt x="3162" y="166337"/>
                    <a:pt x="0" y="162542"/>
                    <a:pt x="0" y="158747"/>
                  </a:cubicBezTo>
                  <a:cubicBezTo>
                    <a:pt x="0" y="71468"/>
                    <a:pt x="71468" y="0"/>
                    <a:pt x="158747" y="0"/>
                  </a:cubicBezTo>
                  <a:cubicBezTo>
                    <a:pt x="163175" y="0"/>
                    <a:pt x="166337" y="3795"/>
                    <a:pt x="166337" y="7590"/>
                  </a:cubicBezTo>
                  <a:cubicBezTo>
                    <a:pt x="166337" y="11384"/>
                    <a:pt x="162542" y="15179"/>
                    <a:pt x="158747" y="15179"/>
                  </a:cubicBezTo>
                  <a:cubicBezTo>
                    <a:pt x="79690" y="15179"/>
                    <a:pt x="15812" y="79058"/>
                    <a:pt x="15812" y="158115"/>
                  </a:cubicBezTo>
                  <a:cubicBezTo>
                    <a:pt x="15179" y="162542"/>
                    <a:pt x="12017" y="166337"/>
                    <a:pt x="7590" y="16633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12" name="Picture Placeholder 87">
              <a:extLst>
                <a:ext uri="{FF2B5EF4-FFF2-40B4-BE49-F238E27FC236}">
                  <a16:creationId xmlns:a16="http://schemas.microsoft.com/office/drawing/2014/main" id="{ACC94D57-AC4B-4DF3-BB29-7F03855C20B3}"/>
                </a:ext>
              </a:extLst>
            </p:cNvPr>
            <p:cNvGrpSpPr/>
            <p:nvPr/>
          </p:nvGrpSpPr>
          <p:grpSpPr>
            <a:xfrm>
              <a:off x="5912431" y="1949843"/>
              <a:ext cx="411098" cy="598939"/>
              <a:chOff x="5912431" y="1949843"/>
              <a:chExt cx="411098" cy="598939"/>
            </a:xfrm>
            <a:grpFill/>
          </p:grpSpPr>
          <p:sp>
            <p:nvSpPr>
              <p:cNvPr id="13" name="Picture Placeholder 87">
                <a:extLst>
                  <a:ext uri="{FF2B5EF4-FFF2-40B4-BE49-F238E27FC236}">
                    <a16:creationId xmlns:a16="http://schemas.microsoft.com/office/drawing/2014/main" id="{EBCF6068-B1A5-4751-8037-1CA610D87F3A}"/>
                  </a:ext>
                </a:extLst>
              </p:cNvPr>
              <p:cNvSpPr/>
              <p:nvPr/>
            </p:nvSpPr>
            <p:spPr>
              <a:xfrm>
                <a:off x="5912431" y="1949843"/>
                <a:ext cx="411098" cy="598939"/>
              </a:xfrm>
              <a:custGeom>
                <a:avLst/>
                <a:gdLst>
                  <a:gd name="connsiteX0" fmla="*/ 316230 w 411098"/>
                  <a:gd name="connsiteY0" fmla="*/ 220096 h 598939"/>
                  <a:gd name="connsiteX1" fmla="*/ 316230 w 411098"/>
                  <a:gd name="connsiteY1" fmla="*/ 104988 h 598939"/>
                  <a:gd name="connsiteX2" fmla="*/ 215036 w 411098"/>
                  <a:gd name="connsiteY2" fmla="*/ 0 h 598939"/>
                  <a:gd name="connsiteX3" fmla="*/ 196063 w 411098"/>
                  <a:gd name="connsiteY3" fmla="*/ 0 h 598939"/>
                  <a:gd name="connsiteX4" fmla="*/ 94869 w 411098"/>
                  <a:gd name="connsiteY4" fmla="*/ 104988 h 598939"/>
                  <a:gd name="connsiteX5" fmla="*/ 94869 w 411098"/>
                  <a:gd name="connsiteY5" fmla="*/ 220096 h 598939"/>
                  <a:gd name="connsiteX6" fmla="*/ 0 w 411098"/>
                  <a:gd name="connsiteY6" fmla="*/ 393390 h 598939"/>
                  <a:gd name="connsiteX7" fmla="*/ 205549 w 411098"/>
                  <a:gd name="connsiteY7" fmla="*/ 598940 h 598939"/>
                  <a:gd name="connsiteX8" fmla="*/ 411099 w 411098"/>
                  <a:gd name="connsiteY8" fmla="*/ 393390 h 598939"/>
                  <a:gd name="connsiteX9" fmla="*/ 316230 w 411098"/>
                  <a:gd name="connsiteY9" fmla="*/ 220096 h 598939"/>
                  <a:gd name="connsiteX10" fmla="*/ 110680 w 411098"/>
                  <a:gd name="connsiteY10" fmla="*/ 104988 h 598939"/>
                  <a:gd name="connsiteX11" fmla="*/ 196063 w 411098"/>
                  <a:gd name="connsiteY11" fmla="*/ 15812 h 598939"/>
                  <a:gd name="connsiteX12" fmla="*/ 215036 w 411098"/>
                  <a:gd name="connsiteY12" fmla="*/ 15812 h 598939"/>
                  <a:gd name="connsiteX13" fmla="*/ 300419 w 411098"/>
                  <a:gd name="connsiteY13" fmla="*/ 104988 h 598939"/>
                  <a:gd name="connsiteX14" fmla="*/ 300419 w 411098"/>
                  <a:gd name="connsiteY14" fmla="*/ 211242 h 598939"/>
                  <a:gd name="connsiteX15" fmla="*/ 205549 w 411098"/>
                  <a:gd name="connsiteY15" fmla="*/ 187841 h 598939"/>
                  <a:gd name="connsiteX16" fmla="*/ 110680 w 411098"/>
                  <a:gd name="connsiteY16" fmla="*/ 211242 h 598939"/>
                  <a:gd name="connsiteX17" fmla="*/ 110680 w 411098"/>
                  <a:gd name="connsiteY17" fmla="*/ 104988 h 598939"/>
                  <a:gd name="connsiteX18" fmla="*/ 205549 w 411098"/>
                  <a:gd name="connsiteY18" fmla="*/ 583128 h 598939"/>
                  <a:gd name="connsiteX19" fmla="*/ 15812 w 411098"/>
                  <a:gd name="connsiteY19" fmla="*/ 393390 h 598939"/>
                  <a:gd name="connsiteX20" fmla="*/ 205549 w 411098"/>
                  <a:gd name="connsiteY20" fmla="*/ 203652 h 598939"/>
                  <a:gd name="connsiteX21" fmla="*/ 395288 w 411098"/>
                  <a:gd name="connsiteY21" fmla="*/ 393390 h 598939"/>
                  <a:gd name="connsiteX22" fmla="*/ 205549 w 411098"/>
                  <a:gd name="connsiteY22" fmla="*/ 583128 h 59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11098" h="598939">
                    <a:moveTo>
                      <a:pt x="316230" y="220096"/>
                    </a:moveTo>
                    <a:lnTo>
                      <a:pt x="316230" y="104988"/>
                    </a:lnTo>
                    <a:cubicBezTo>
                      <a:pt x="316230" y="47435"/>
                      <a:pt x="270693" y="0"/>
                      <a:pt x="215036" y="0"/>
                    </a:cubicBezTo>
                    <a:lnTo>
                      <a:pt x="196063" y="0"/>
                    </a:lnTo>
                    <a:cubicBezTo>
                      <a:pt x="140406" y="0"/>
                      <a:pt x="94869" y="46802"/>
                      <a:pt x="94869" y="104988"/>
                    </a:cubicBezTo>
                    <a:lnTo>
                      <a:pt x="94869" y="220096"/>
                    </a:lnTo>
                    <a:cubicBezTo>
                      <a:pt x="37948" y="256779"/>
                      <a:pt x="0" y="320657"/>
                      <a:pt x="0" y="393390"/>
                    </a:cubicBezTo>
                    <a:cubicBezTo>
                      <a:pt x="0" y="506600"/>
                      <a:pt x="92339" y="598940"/>
                      <a:pt x="205549" y="598940"/>
                    </a:cubicBezTo>
                    <a:cubicBezTo>
                      <a:pt x="318760" y="598940"/>
                      <a:pt x="411099" y="506600"/>
                      <a:pt x="411099" y="393390"/>
                    </a:cubicBezTo>
                    <a:cubicBezTo>
                      <a:pt x="411099" y="320025"/>
                      <a:pt x="373151" y="256146"/>
                      <a:pt x="316230" y="220096"/>
                    </a:cubicBezTo>
                    <a:close/>
                    <a:moveTo>
                      <a:pt x="110680" y="104988"/>
                    </a:moveTo>
                    <a:cubicBezTo>
                      <a:pt x="110680" y="55656"/>
                      <a:pt x="149261" y="15812"/>
                      <a:pt x="196063" y="15812"/>
                    </a:cubicBezTo>
                    <a:lnTo>
                      <a:pt x="215036" y="15812"/>
                    </a:lnTo>
                    <a:cubicBezTo>
                      <a:pt x="262471" y="15812"/>
                      <a:pt x="300419" y="55656"/>
                      <a:pt x="300419" y="104988"/>
                    </a:cubicBezTo>
                    <a:lnTo>
                      <a:pt x="300419" y="211242"/>
                    </a:lnTo>
                    <a:cubicBezTo>
                      <a:pt x="271958" y="196695"/>
                      <a:pt x="239702" y="187841"/>
                      <a:pt x="205549" y="187841"/>
                    </a:cubicBezTo>
                    <a:cubicBezTo>
                      <a:pt x="171397" y="187841"/>
                      <a:pt x="139141" y="196063"/>
                      <a:pt x="110680" y="211242"/>
                    </a:cubicBezTo>
                    <a:lnTo>
                      <a:pt x="110680" y="104988"/>
                    </a:lnTo>
                    <a:close/>
                    <a:moveTo>
                      <a:pt x="205549" y="583128"/>
                    </a:moveTo>
                    <a:cubicBezTo>
                      <a:pt x="101194" y="583128"/>
                      <a:pt x="15812" y="497746"/>
                      <a:pt x="15812" y="393390"/>
                    </a:cubicBezTo>
                    <a:cubicBezTo>
                      <a:pt x="15812" y="289034"/>
                      <a:pt x="101194" y="203652"/>
                      <a:pt x="205549" y="203652"/>
                    </a:cubicBezTo>
                    <a:cubicBezTo>
                      <a:pt x="309905" y="203652"/>
                      <a:pt x="395288" y="289034"/>
                      <a:pt x="395288" y="393390"/>
                    </a:cubicBezTo>
                    <a:cubicBezTo>
                      <a:pt x="395288" y="497746"/>
                      <a:pt x="309905" y="583128"/>
                      <a:pt x="205549" y="583128"/>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Picture Placeholder 87">
                <a:extLst>
                  <a:ext uri="{FF2B5EF4-FFF2-40B4-BE49-F238E27FC236}">
                    <a16:creationId xmlns:a16="http://schemas.microsoft.com/office/drawing/2014/main" id="{02703D9F-09B1-42C2-B248-52777C0C0394}"/>
                  </a:ext>
                </a:extLst>
              </p:cNvPr>
              <p:cNvSpPr/>
              <p:nvPr/>
            </p:nvSpPr>
            <p:spPr>
              <a:xfrm>
                <a:off x="6084460" y="2289474"/>
                <a:ext cx="67673" cy="106253"/>
              </a:xfrm>
              <a:custGeom>
                <a:avLst/>
                <a:gdLst>
                  <a:gd name="connsiteX0" fmla="*/ 33520 w 67673"/>
                  <a:gd name="connsiteY0" fmla="*/ 0 h 106253"/>
                  <a:gd name="connsiteX1" fmla="*/ 0 w 67673"/>
                  <a:gd name="connsiteY1" fmla="*/ 33520 h 106253"/>
                  <a:gd name="connsiteX2" fmla="*/ 17076 w 67673"/>
                  <a:gd name="connsiteY2" fmla="*/ 62614 h 106253"/>
                  <a:gd name="connsiteX3" fmla="*/ 17076 w 67673"/>
                  <a:gd name="connsiteY3" fmla="*/ 97399 h 106253"/>
                  <a:gd name="connsiteX4" fmla="*/ 25931 w 67673"/>
                  <a:gd name="connsiteY4" fmla="*/ 106253 h 106253"/>
                  <a:gd name="connsiteX5" fmla="*/ 41742 w 67673"/>
                  <a:gd name="connsiteY5" fmla="*/ 106253 h 106253"/>
                  <a:gd name="connsiteX6" fmla="*/ 50597 w 67673"/>
                  <a:gd name="connsiteY6" fmla="*/ 97399 h 106253"/>
                  <a:gd name="connsiteX7" fmla="*/ 50597 w 67673"/>
                  <a:gd name="connsiteY7" fmla="*/ 62614 h 106253"/>
                  <a:gd name="connsiteX8" fmla="*/ 67673 w 67673"/>
                  <a:gd name="connsiteY8" fmla="*/ 33520 h 106253"/>
                  <a:gd name="connsiteX9" fmla="*/ 33520 w 67673"/>
                  <a:gd name="connsiteY9" fmla="*/ 0 h 106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673" h="106253">
                    <a:moveTo>
                      <a:pt x="33520" y="0"/>
                    </a:moveTo>
                    <a:cubicBezTo>
                      <a:pt x="15179" y="0"/>
                      <a:pt x="0" y="15179"/>
                      <a:pt x="0" y="33520"/>
                    </a:cubicBezTo>
                    <a:cubicBezTo>
                      <a:pt x="0" y="46170"/>
                      <a:pt x="6957" y="56921"/>
                      <a:pt x="17076" y="62614"/>
                    </a:cubicBezTo>
                    <a:lnTo>
                      <a:pt x="17076" y="97399"/>
                    </a:lnTo>
                    <a:cubicBezTo>
                      <a:pt x="17076" y="102459"/>
                      <a:pt x="20871" y="106253"/>
                      <a:pt x="25931" y="106253"/>
                    </a:cubicBezTo>
                    <a:lnTo>
                      <a:pt x="41742" y="106253"/>
                    </a:lnTo>
                    <a:cubicBezTo>
                      <a:pt x="46802" y="106253"/>
                      <a:pt x="50597" y="102459"/>
                      <a:pt x="50597" y="97399"/>
                    </a:cubicBezTo>
                    <a:lnTo>
                      <a:pt x="50597" y="62614"/>
                    </a:lnTo>
                    <a:cubicBezTo>
                      <a:pt x="60716" y="56921"/>
                      <a:pt x="67673" y="46170"/>
                      <a:pt x="67673" y="33520"/>
                    </a:cubicBezTo>
                    <a:cubicBezTo>
                      <a:pt x="67041" y="15179"/>
                      <a:pt x="51862" y="0"/>
                      <a:pt x="33520"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grpSp>
        <p:nvGrpSpPr>
          <p:cNvPr id="15" name="Picture Placeholder 103" descr="Reliability&#10;">
            <a:extLst>
              <a:ext uri="{FF2B5EF4-FFF2-40B4-BE49-F238E27FC236}">
                <a16:creationId xmlns:a16="http://schemas.microsoft.com/office/drawing/2014/main" id="{42B7DCDC-707D-4085-8234-17DE7A5A16B3}"/>
              </a:ext>
            </a:extLst>
          </p:cNvPr>
          <p:cNvGrpSpPr>
            <a:grpSpLocks noChangeAspect="1"/>
          </p:cNvGrpSpPr>
          <p:nvPr/>
        </p:nvGrpSpPr>
        <p:grpSpPr>
          <a:xfrm>
            <a:off x="5737252" y="2397781"/>
            <a:ext cx="740442" cy="1188720"/>
            <a:chOff x="3280734" y="4422088"/>
            <a:chExt cx="373862" cy="600204"/>
          </a:xfrm>
          <a:solidFill>
            <a:schemeClr val="bg1"/>
          </a:solidFill>
        </p:grpSpPr>
        <p:grpSp>
          <p:nvGrpSpPr>
            <p:cNvPr id="16" name="Picture Placeholder 103">
              <a:extLst>
                <a:ext uri="{FF2B5EF4-FFF2-40B4-BE49-F238E27FC236}">
                  <a16:creationId xmlns:a16="http://schemas.microsoft.com/office/drawing/2014/main" id="{A3F9C42E-86C8-4D57-AF9A-B31247CD6B3E}"/>
                </a:ext>
              </a:extLst>
            </p:cNvPr>
            <p:cNvGrpSpPr/>
            <p:nvPr/>
          </p:nvGrpSpPr>
          <p:grpSpPr>
            <a:xfrm>
              <a:off x="3280734" y="4771838"/>
              <a:ext cx="373862" cy="250454"/>
              <a:chOff x="3280734" y="4771838"/>
              <a:chExt cx="373862" cy="250454"/>
            </a:xfrm>
            <a:grpFill/>
          </p:grpSpPr>
          <p:sp>
            <p:nvSpPr>
              <p:cNvPr id="19" name="Picture Placeholder 103">
                <a:extLst>
                  <a:ext uri="{FF2B5EF4-FFF2-40B4-BE49-F238E27FC236}">
                    <a16:creationId xmlns:a16="http://schemas.microsoft.com/office/drawing/2014/main" id="{9A2202D4-F952-4653-83F9-8235CCA32A5E}"/>
                  </a:ext>
                </a:extLst>
              </p:cNvPr>
              <p:cNvSpPr/>
              <p:nvPr/>
            </p:nvSpPr>
            <p:spPr>
              <a:xfrm>
                <a:off x="3280734" y="4774368"/>
                <a:ext cx="178234" cy="247924"/>
              </a:xfrm>
              <a:custGeom>
                <a:avLst/>
                <a:gdLst>
                  <a:gd name="connsiteX0" fmla="*/ 122578 w 178234"/>
                  <a:gd name="connsiteY0" fmla="*/ 220729 h 247924"/>
                  <a:gd name="connsiteX1" fmla="*/ 101707 w 178234"/>
                  <a:gd name="connsiteY1" fmla="*/ 168867 h 247924"/>
                  <a:gd name="connsiteX2" fmla="*/ 97280 w 178234"/>
                  <a:gd name="connsiteY2" fmla="*/ 164440 h 247924"/>
                  <a:gd name="connsiteX3" fmla="*/ 94750 w 178234"/>
                  <a:gd name="connsiteY3" fmla="*/ 163807 h 247924"/>
                  <a:gd name="connsiteX4" fmla="*/ 90955 w 178234"/>
                  <a:gd name="connsiteY4" fmla="*/ 164440 h 247924"/>
                  <a:gd name="connsiteX5" fmla="*/ 28341 w 178234"/>
                  <a:gd name="connsiteY5" fmla="*/ 196695 h 247924"/>
                  <a:gd name="connsiteX6" fmla="*/ 101707 w 178234"/>
                  <a:gd name="connsiteY6" fmla="*/ 0 h 247924"/>
                  <a:gd name="connsiteX7" fmla="*/ 93485 w 178234"/>
                  <a:gd name="connsiteY7" fmla="*/ 1265 h 247924"/>
                  <a:gd name="connsiteX8" fmla="*/ 85263 w 178234"/>
                  <a:gd name="connsiteY8" fmla="*/ 2530 h 247924"/>
                  <a:gd name="connsiteX9" fmla="*/ 1146 w 178234"/>
                  <a:gd name="connsiteY9" fmla="*/ 212507 h 247924"/>
                  <a:gd name="connsiteX10" fmla="*/ 1778 w 178234"/>
                  <a:gd name="connsiteY10" fmla="*/ 221993 h 247924"/>
                  <a:gd name="connsiteX11" fmla="*/ 11265 w 178234"/>
                  <a:gd name="connsiteY11" fmla="*/ 223891 h 247924"/>
                  <a:gd name="connsiteX12" fmla="*/ 90323 w 178234"/>
                  <a:gd name="connsiteY12" fmla="*/ 183413 h 247924"/>
                  <a:gd name="connsiteX13" fmla="*/ 113091 w 178234"/>
                  <a:gd name="connsiteY13" fmla="*/ 242865 h 247924"/>
                  <a:gd name="connsiteX14" fmla="*/ 120048 w 178234"/>
                  <a:gd name="connsiteY14" fmla="*/ 247924 h 247924"/>
                  <a:gd name="connsiteX15" fmla="*/ 120681 w 178234"/>
                  <a:gd name="connsiteY15" fmla="*/ 247924 h 247924"/>
                  <a:gd name="connsiteX16" fmla="*/ 127638 w 178234"/>
                  <a:gd name="connsiteY16" fmla="*/ 244130 h 247924"/>
                  <a:gd name="connsiteX17" fmla="*/ 178234 w 178234"/>
                  <a:gd name="connsiteY17" fmla="*/ 133449 h 247924"/>
                  <a:gd name="connsiteX18" fmla="*/ 170012 w 178234"/>
                  <a:gd name="connsiteY18" fmla="*/ 107518 h 247924"/>
                  <a:gd name="connsiteX19" fmla="*/ 122578 w 178234"/>
                  <a:gd name="connsiteY19" fmla="*/ 220729 h 247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8234" h="247924">
                    <a:moveTo>
                      <a:pt x="122578" y="220729"/>
                    </a:moveTo>
                    <a:cubicBezTo>
                      <a:pt x="116253" y="203652"/>
                      <a:pt x="109296" y="185943"/>
                      <a:pt x="101707" y="168867"/>
                    </a:cubicBezTo>
                    <a:cubicBezTo>
                      <a:pt x="101074" y="166969"/>
                      <a:pt x="99177" y="165072"/>
                      <a:pt x="97280" y="164440"/>
                    </a:cubicBezTo>
                    <a:cubicBezTo>
                      <a:pt x="96647" y="164440"/>
                      <a:pt x="95382" y="163807"/>
                      <a:pt x="94750" y="163807"/>
                    </a:cubicBezTo>
                    <a:cubicBezTo>
                      <a:pt x="93485" y="163807"/>
                      <a:pt x="92220" y="163807"/>
                      <a:pt x="90955" y="164440"/>
                    </a:cubicBezTo>
                    <a:cubicBezTo>
                      <a:pt x="70084" y="175191"/>
                      <a:pt x="49213" y="185943"/>
                      <a:pt x="28341" y="196695"/>
                    </a:cubicBezTo>
                    <a:cubicBezTo>
                      <a:pt x="63759" y="134082"/>
                      <a:pt x="88425" y="67041"/>
                      <a:pt x="101707" y="0"/>
                    </a:cubicBezTo>
                    <a:cubicBezTo>
                      <a:pt x="99177" y="0"/>
                      <a:pt x="96015" y="632"/>
                      <a:pt x="93485" y="1265"/>
                    </a:cubicBezTo>
                    <a:cubicBezTo>
                      <a:pt x="90955" y="1897"/>
                      <a:pt x="87793" y="2530"/>
                      <a:pt x="85263" y="2530"/>
                    </a:cubicBezTo>
                    <a:cubicBezTo>
                      <a:pt x="70084" y="73998"/>
                      <a:pt x="41623" y="145466"/>
                      <a:pt x="1146" y="212507"/>
                    </a:cubicBezTo>
                    <a:cubicBezTo>
                      <a:pt x="-752" y="215669"/>
                      <a:pt x="-119" y="219464"/>
                      <a:pt x="1778" y="221993"/>
                    </a:cubicBezTo>
                    <a:cubicBezTo>
                      <a:pt x="4308" y="224523"/>
                      <a:pt x="8103" y="225156"/>
                      <a:pt x="11265" y="223891"/>
                    </a:cubicBezTo>
                    <a:cubicBezTo>
                      <a:pt x="37828" y="210609"/>
                      <a:pt x="64392" y="197328"/>
                      <a:pt x="90323" y="183413"/>
                    </a:cubicBezTo>
                    <a:cubicBezTo>
                      <a:pt x="99177" y="203020"/>
                      <a:pt x="106766" y="223258"/>
                      <a:pt x="113091" y="242865"/>
                    </a:cubicBezTo>
                    <a:cubicBezTo>
                      <a:pt x="114356" y="246027"/>
                      <a:pt x="116886" y="247924"/>
                      <a:pt x="120048" y="247924"/>
                    </a:cubicBezTo>
                    <a:cubicBezTo>
                      <a:pt x="120048" y="247924"/>
                      <a:pt x="120681" y="247924"/>
                      <a:pt x="120681" y="247924"/>
                    </a:cubicBezTo>
                    <a:cubicBezTo>
                      <a:pt x="123210" y="247924"/>
                      <a:pt x="126373" y="246659"/>
                      <a:pt x="127638" y="244130"/>
                    </a:cubicBezTo>
                    <a:cubicBezTo>
                      <a:pt x="147876" y="208712"/>
                      <a:pt x="164953" y="171397"/>
                      <a:pt x="178234" y="133449"/>
                    </a:cubicBezTo>
                    <a:cubicBezTo>
                      <a:pt x="175705" y="125227"/>
                      <a:pt x="172542" y="116373"/>
                      <a:pt x="170012" y="107518"/>
                    </a:cubicBezTo>
                    <a:cubicBezTo>
                      <a:pt x="157996" y="146098"/>
                      <a:pt x="142184" y="184046"/>
                      <a:pt x="122578" y="220729"/>
                    </a:cubicBezTo>
                    <a:close/>
                  </a:path>
                </a:pathLst>
              </a:custGeom>
              <a:grp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0" name="Picture Placeholder 103">
                <a:extLst>
                  <a:ext uri="{FF2B5EF4-FFF2-40B4-BE49-F238E27FC236}">
                    <a16:creationId xmlns:a16="http://schemas.microsoft.com/office/drawing/2014/main" id="{B3B9F771-49FE-4EFC-8188-BCB8E1D064F9}"/>
                  </a:ext>
                </a:extLst>
              </p:cNvPr>
              <p:cNvSpPr/>
              <p:nvPr/>
            </p:nvSpPr>
            <p:spPr>
              <a:xfrm>
                <a:off x="3454542" y="4771838"/>
                <a:ext cx="200055" cy="242864"/>
              </a:xfrm>
              <a:custGeom>
                <a:avLst/>
                <a:gdLst>
                  <a:gd name="connsiteX0" fmla="*/ 115740 w 200055"/>
                  <a:gd name="connsiteY0" fmla="*/ 632 h 242864"/>
                  <a:gd name="connsiteX1" fmla="*/ 99296 w 200055"/>
                  <a:gd name="connsiteY1" fmla="*/ 0 h 242864"/>
                  <a:gd name="connsiteX2" fmla="*/ 171397 w 200055"/>
                  <a:gd name="connsiteY2" fmla="*/ 194798 h 242864"/>
                  <a:gd name="connsiteX3" fmla="*/ 111313 w 200055"/>
                  <a:gd name="connsiteY3" fmla="*/ 164440 h 242864"/>
                  <a:gd name="connsiteX4" fmla="*/ 104988 w 200055"/>
                  <a:gd name="connsiteY4" fmla="*/ 163807 h 242864"/>
                  <a:gd name="connsiteX5" fmla="*/ 100561 w 200055"/>
                  <a:gd name="connsiteY5" fmla="*/ 168234 h 242864"/>
                  <a:gd name="connsiteX6" fmla="*/ 82852 w 200055"/>
                  <a:gd name="connsiteY6" fmla="*/ 215036 h 242864"/>
                  <a:gd name="connsiteX7" fmla="*/ 15812 w 200055"/>
                  <a:gd name="connsiteY7" fmla="*/ 17709 h 242864"/>
                  <a:gd name="connsiteX8" fmla="*/ 8854 w 200055"/>
                  <a:gd name="connsiteY8" fmla="*/ 15179 h 242864"/>
                  <a:gd name="connsiteX9" fmla="*/ 0 w 200055"/>
                  <a:gd name="connsiteY9" fmla="*/ 18974 h 242864"/>
                  <a:gd name="connsiteX10" fmla="*/ 78425 w 200055"/>
                  <a:gd name="connsiteY10" fmla="*/ 239070 h 242864"/>
                  <a:gd name="connsiteX11" fmla="*/ 85382 w 200055"/>
                  <a:gd name="connsiteY11" fmla="*/ 242865 h 242864"/>
                  <a:gd name="connsiteX12" fmla="*/ 86015 w 200055"/>
                  <a:gd name="connsiteY12" fmla="*/ 242865 h 242864"/>
                  <a:gd name="connsiteX13" fmla="*/ 92972 w 200055"/>
                  <a:gd name="connsiteY13" fmla="*/ 237173 h 242864"/>
                  <a:gd name="connsiteX14" fmla="*/ 112578 w 200055"/>
                  <a:gd name="connsiteY14" fmla="*/ 182149 h 242864"/>
                  <a:gd name="connsiteX15" fmla="*/ 188473 w 200055"/>
                  <a:gd name="connsiteY15" fmla="*/ 220096 h 242864"/>
                  <a:gd name="connsiteX16" fmla="*/ 197960 w 200055"/>
                  <a:gd name="connsiteY16" fmla="*/ 218199 h 242864"/>
                  <a:gd name="connsiteX17" fmla="*/ 199225 w 200055"/>
                  <a:gd name="connsiteY17" fmla="*/ 208712 h 242864"/>
                  <a:gd name="connsiteX18" fmla="*/ 115740 w 200055"/>
                  <a:gd name="connsiteY18" fmla="*/ 632 h 24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0055" h="242864">
                    <a:moveTo>
                      <a:pt x="115740" y="632"/>
                    </a:moveTo>
                    <a:cubicBezTo>
                      <a:pt x="110681" y="1265"/>
                      <a:pt x="104988" y="632"/>
                      <a:pt x="99296" y="0"/>
                    </a:cubicBezTo>
                    <a:cubicBezTo>
                      <a:pt x="112578" y="66408"/>
                      <a:pt x="137244" y="132184"/>
                      <a:pt x="171397" y="194798"/>
                    </a:cubicBezTo>
                    <a:cubicBezTo>
                      <a:pt x="151158" y="184678"/>
                      <a:pt x="130919" y="174559"/>
                      <a:pt x="111313" y="164440"/>
                    </a:cubicBezTo>
                    <a:cubicBezTo>
                      <a:pt x="109416" y="163175"/>
                      <a:pt x="106886" y="163175"/>
                      <a:pt x="104988" y="163807"/>
                    </a:cubicBezTo>
                    <a:cubicBezTo>
                      <a:pt x="103091" y="164440"/>
                      <a:pt x="101194" y="166337"/>
                      <a:pt x="100561" y="168234"/>
                    </a:cubicBezTo>
                    <a:cubicBezTo>
                      <a:pt x="94237" y="184046"/>
                      <a:pt x="88544" y="199857"/>
                      <a:pt x="82852" y="215036"/>
                    </a:cubicBezTo>
                    <a:cubicBezTo>
                      <a:pt x="49332" y="151790"/>
                      <a:pt x="26563" y="84750"/>
                      <a:pt x="15812" y="17709"/>
                    </a:cubicBezTo>
                    <a:cubicBezTo>
                      <a:pt x="13282" y="16444"/>
                      <a:pt x="10752" y="15179"/>
                      <a:pt x="8854" y="15179"/>
                    </a:cubicBezTo>
                    <a:cubicBezTo>
                      <a:pt x="6957" y="15179"/>
                      <a:pt x="3795" y="17076"/>
                      <a:pt x="0" y="18974"/>
                    </a:cubicBezTo>
                    <a:cubicBezTo>
                      <a:pt x="12017" y="94237"/>
                      <a:pt x="38580" y="168867"/>
                      <a:pt x="78425" y="239070"/>
                    </a:cubicBezTo>
                    <a:cubicBezTo>
                      <a:pt x="79690" y="241600"/>
                      <a:pt x="82220" y="242865"/>
                      <a:pt x="85382" y="242865"/>
                    </a:cubicBezTo>
                    <a:cubicBezTo>
                      <a:pt x="85382" y="242865"/>
                      <a:pt x="86015" y="242865"/>
                      <a:pt x="86015" y="242865"/>
                    </a:cubicBezTo>
                    <a:cubicBezTo>
                      <a:pt x="89177" y="242232"/>
                      <a:pt x="91707" y="240335"/>
                      <a:pt x="92972" y="237173"/>
                    </a:cubicBezTo>
                    <a:cubicBezTo>
                      <a:pt x="98664" y="218831"/>
                      <a:pt x="104988" y="200490"/>
                      <a:pt x="112578" y="182149"/>
                    </a:cubicBezTo>
                    <a:cubicBezTo>
                      <a:pt x="137876" y="194798"/>
                      <a:pt x="163175" y="208079"/>
                      <a:pt x="188473" y="220096"/>
                    </a:cubicBezTo>
                    <a:cubicBezTo>
                      <a:pt x="191635" y="221361"/>
                      <a:pt x="195430" y="220729"/>
                      <a:pt x="197960" y="218199"/>
                    </a:cubicBezTo>
                    <a:cubicBezTo>
                      <a:pt x="200490" y="215669"/>
                      <a:pt x="200490" y="211874"/>
                      <a:pt x="199225" y="208712"/>
                    </a:cubicBezTo>
                    <a:cubicBezTo>
                      <a:pt x="158747" y="142936"/>
                      <a:pt x="130919" y="71468"/>
                      <a:pt x="115740" y="632"/>
                    </a:cubicBezTo>
                    <a:close/>
                  </a:path>
                </a:pathLst>
              </a:custGeom>
              <a:grp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sp>
          <p:nvSpPr>
            <p:cNvPr id="17" name="Picture Placeholder 103">
              <a:extLst>
                <a:ext uri="{FF2B5EF4-FFF2-40B4-BE49-F238E27FC236}">
                  <a16:creationId xmlns:a16="http://schemas.microsoft.com/office/drawing/2014/main" id="{91CA6B3F-31B4-441E-92D7-6743205416D5}"/>
                </a:ext>
              </a:extLst>
            </p:cNvPr>
            <p:cNvSpPr/>
            <p:nvPr/>
          </p:nvSpPr>
          <p:spPr>
            <a:xfrm>
              <a:off x="3286307" y="4422088"/>
              <a:ext cx="346588" cy="349117"/>
            </a:xfrm>
            <a:custGeom>
              <a:avLst/>
              <a:gdLst>
                <a:gd name="connsiteX0" fmla="*/ 137876 w 346588"/>
                <a:gd name="connsiteY0" fmla="*/ 15812 h 349117"/>
                <a:gd name="connsiteX1" fmla="*/ 148628 w 346588"/>
                <a:gd name="connsiteY1" fmla="*/ 20239 h 349117"/>
                <a:gd name="connsiteX2" fmla="*/ 173927 w 346588"/>
                <a:gd name="connsiteY2" fmla="*/ 27828 h 349117"/>
                <a:gd name="connsiteX3" fmla="*/ 199225 w 346588"/>
                <a:gd name="connsiteY3" fmla="*/ 20239 h 349117"/>
                <a:gd name="connsiteX4" fmla="*/ 209977 w 346588"/>
                <a:gd name="connsiteY4" fmla="*/ 15812 h 349117"/>
                <a:gd name="connsiteX5" fmla="*/ 218199 w 346588"/>
                <a:gd name="connsiteY5" fmla="*/ 24666 h 349117"/>
                <a:gd name="connsiteX6" fmla="*/ 236540 w 346588"/>
                <a:gd name="connsiteY6" fmla="*/ 42375 h 349117"/>
                <a:gd name="connsiteX7" fmla="*/ 261838 w 346588"/>
                <a:gd name="connsiteY7" fmla="*/ 46802 h 349117"/>
                <a:gd name="connsiteX8" fmla="*/ 273223 w 346588"/>
                <a:gd name="connsiteY8" fmla="*/ 48067 h 349117"/>
                <a:gd name="connsiteX9" fmla="*/ 276385 w 346588"/>
                <a:gd name="connsiteY9" fmla="*/ 59451 h 349117"/>
                <a:gd name="connsiteX10" fmla="*/ 285872 w 346588"/>
                <a:gd name="connsiteY10" fmla="*/ 83485 h 349117"/>
                <a:gd name="connsiteX11" fmla="*/ 306743 w 346588"/>
                <a:gd name="connsiteY11" fmla="*/ 98664 h 349117"/>
                <a:gd name="connsiteX12" fmla="*/ 316862 w 346588"/>
                <a:gd name="connsiteY12" fmla="*/ 104988 h 349117"/>
                <a:gd name="connsiteX13" fmla="*/ 314965 w 346588"/>
                <a:gd name="connsiteY13" fmla="*/ 116373 h 349117"/>
                <a:gd name="connsiteX14" fmla="*/ 313068 w 346588"/>
                <a:gd name="connsiteY14" fmla="*/ 142304 h 349117"/>
                <a:gd name="connsiteX15" fmla="*/ 325717 w 346588"/>
                <a:gd name="connsiteY15" fmla="*/ 164440 h 349117"/>
                <a:gd name="connsiteX16" fmla="*/ 332674 w 346588"/>
                <a:gd name="connsiteY16" fmla="*/ 174559 h 349117"/>
                <a:gd name="connsiteX17" fmla="*/ 325717 w 346588"/>
                <a:gd name="connsiteY17" fmla="*/ 184678 h 349117"/>
                <a:gd name="connsiteX18" fmla="*/ 313068 w 346588"/>
                <a:gd name="connsiteY18" fmla="*/ 206814 h 349117"/>
                <a:gd name="connsiteX19" fmla="*/ 314965 w 346588"/>
                <a:gd name="connsiteY19" fmla="*/ 232745 h 349117"/>
                <a:gd name="connsiteX20" fmla="*/ 316862 w 346588"/>
                <a:gd name="connsiteY20" fmla="*/ 244130 h 349117"/>
                <a:gd name="connsiteX21" fmla="*/ 306743 w 346588"/>
                <a:gd name="connsiteY21" fmla="*/ 250454 h 349117"/>
                <a:gd name="connsiteX22" fmla="*/ 285872 w 346588"/>
                <a:gd name="connsiteY22" fmla="*/ 265633 h 349117"/>
                <a:gd name="connsiteX23" fmla="*/ 276385 w 346588"/>
                <a:gd name="connsiteY23" fmla="*/ 289667 h 349117"/>
                <a:gd name="connsiteX24" fmla="*/ 273223 w 346588"/>
                <a:gd name="connsiteY24" fmla="*/ 301051 h 349117"/>
                <a:gd name="connsiteX25" fmla="*/ 261838 w 346588"/>
                <a:gd name="connsiteY25" fmla="*/ 302316 h 349117"/>
                <a:gd name="connsiteX26" fmla="*/ 236540 w 346588"/>
                <a:gd name="connsiteY26" fmla="*/ 306743 h 349117"/>
                <a:gd name="connsiteX27" fmla="*/ 218199 w 346588"/>
                <a:gd name="connsiteY27" fmla="*/ 324452 h 349117"/>
                <a:gd name="connsiteX28" fmla="*/ 209977 w 346588"/>
                <a:gd name="connsiteY28" fmla="*/ 333306 h 349117"/>
                <a:gd name="connsiteX29" fmla="*/ 199225 w 346588"/>
                <a:gd name="connsiteY29" fmla="*/ 328879 h 349117"/>
                <a:gd name="connsiteX30" fmla="*/ 173927 w 346588"/>
                <a:gd name="connsiteY30" fmla="*/ 321290 h 349117"/>
                <a:gd name="connsiteX31" fmla="*/ 148628 w 346588"/>
                <a:gd name="connsiteY31" fmla="*/ 328879 h 349117"/>
                <a:gd name="connsiteX32" fmla="*/ 137876 w 346588"/>
                <a:gd name="connsiteY32" fmla="*/ 333306 h 349117"/>
                <a:gd name="connsiteX33" fmla="*/ 129654 w 346588"/>
                <a:gd name="connsiteY33" fmla="*/ 324452 h 349117"/>
                <a:gd name="connsiteX34" fmla="*/ 111313 w 346588"/>
                <a:gd name="connsiteY34" fmla="*/ 306743 h 349117"/>
                <a:gd name="connsiteX35" fmla="*/ 86015 w 346588"/>
                <a:gd name="connsiteY35" fmla="*/ 302316 h 349117"/>
                <a:gd name="connsiteX36" fmla="*/ 74630 w 346588"/>
                <a:gd name="connsiteY36" fmla="*/ 301051 h 349117"/>
                <a:gd name="connsiteX37" fmla="*/ 71468 w 346588"/>
                <a:gd name="connsiteY37" fmla="*/ 289667 h 349117"/>
                <a:gd name="connsiteX38" fmla="*/ 61981 w 346588"/>
                <a:gd name="connsiteY38" fmla="*/ 265633 h 349117"/>
                <a:gd name="connsiteX39" fmla="*/ 41110 w 346588"/>
                <a:gd name="connsiteY39" fmla="*/ 250454 h 349117"/>
                <a:gd name="connsiteX40" fmla="*/ 30991 w 346588"/>
                <a:gd name="connsiteY40" fmla="*/ 244130 h 349117"/>
                <a:gd name="connsiteX41" fmla="*/ 32888 w 346588"/>
                <a:gd name="connsiteY41" fmla="*/ 232745 h 349117"/>
                <a:gd name="connsiteX42" fmla="*/ 34785 w 346588"/>
                <a:gd name="connsiteY42" fmla="*/ 206814 h 349117"/>
                <a:gd name="connsiteX43" fmla="*/ 22136 w 346588"/>
                <a:gd name="connsiteY43" fmla="*/ 184678 h 349117"/>
                <a:gd name="connsiteX44" fmla="*/ 15179 w 346588"/>
                <a:gd name="connsiteY44" fmla="*/ 174559 h 349117"/>
                <a:gd name="connsiteX45" fmla="*/ 22136 w 346588"/>
                <a:gd name="connsiteY45" fmla="*/ 164440 h 349117"/>
                <a:gd name="connsiteX46" fmla="*/ 34785 w 346588"/>
                <a:gd name="connsiteY46" fmla="*/ 142304 h 349117"/>
                <a:gd name="connsiteX47" fmla="*/ 32888 w 346588"/>
                <a:gd name="connsiteY47" fmla="*/ 116373 h 349117"/>
                <a:gd name="connsiteX48" fmla="*/ 30991 w 346588"/>
                <a:gd name="connsiteY48" fmla="*/ 104988 h 349117"/>
                <a:gd name="connsiteX49" fmla="*/ 41110 w 346588"/>
                <a:gd name="connsiteY49" fmla="*/ 98664 h 349117"/>
                <a:gd name="connsiteX50" fmla="*/ 61981 w 346588"/>
                <a:gd name="connsiteY50" fmla="*/ 83485 h 349117"/>
                <a:gd name="connsiteX51" fmla="*/ 71468 w 346588"/>
                <a:gd name="connsiteY51" fmla="*/ 59451 h 349117"/>
                <a:gd name="connsiteX52" fmla="*/ 74630 w 346588"/>
                <a:gd name="connsiteY52" fmla="*/ 48067 h 349117"/>
                <a:gd name="connsiteX53" fmla="*/ 86015 w 346588"/>
                <a:gd name="connsiteY53" fmla="*/ 46802 h 349117"/>
                <a:gd name="connsiteX54" fmla="*/ 111313 w 346588"/>
                <a:gd name="connsiteY54" fmla="*/ 42375 h 349117"/>
                <a:gd name="connsiteX55" fmla="*/ 129654 w 346588"/>
                <a:gd name="connsiteY55" fmla="*/ 24666 h 349117"/>
                <a:gd name="connsiteX56" fmla="*/ 137876 w 346588"/>
                <a:gd name="connsiteY56" fmla="*/ 15812 h 349117"/>
                <a:gd name="connsiteX57" fmla="*/ 209344 w 346588"/>
                <a:gd name="connsiteY57" fmla="*/ 0 h 349117"/>
                <a:gd name="connsiteX58" fmla="*/ 173294 w 346588"/>
                <a:gd name="connsiteY58" fmla="*/ 11384 h 349117"/>
                <a:gd name="connsiteX59" fmla="*/ 137244 w 346588"/>
                <a:gd name="connsiteY59" fmla="*/ 0 h 349117"/>
                <a:gd name="connsiteX60" fmla="*/ 134082 w 346588"/>
                <a:gd name="connsiteY60" fmla="*/ 632 h 349117"/>
                <a:gd name="connsiteX61" fmla="*/ 103723 w 346588"/>
                <a:gd name="connsiteY61" fmla="*/ 28461 h 349117"/>
                <a:gd name="connsiteX62" fmla="*/ 63878 w 346588"/>
                <a:gd name="connsiteY62" fmla="*/ 36050 h 349117"/>
                <a:gd name="connsiteX63" fmla="*/ 49332 w 346588"/>
                <a:gd name="connsiteY63" fmla="*/ 73998 h 349117"/>
                <a:gd name="connsiteX64" fmla="*/ 16444 w 346588"/>
                <a:gd name="connsiteY64" fmla="*/ 98031 h 349117"/>
                <a:gd name="connsiteX65" fmla="*/ 19606 w 346588"/>
                <a:gd name="connsiteY65" fmla="*/ 138509 h 349117"/>
                <a:gd name="connsiteX66" fmla="*/ 0 w 346588"/>
                <a:gd name="connsiteY66" fmla="*/ 174559 h 349117"/>
                <a:gd name="connsiteX67" fmla="*/ 19606 w 346588"/>
                <a:gd name="connsiteY67" fmla="*/ 210609 h 349117"/>
                <a:gd name="connsiteX68" fmla="*/ 16444 w 346588"/>
                <a:gd name="connsiteY68" fmla="*/ 251087 h 349117"/>
                <a:gd name="connsiteX69" fmla="*/ 49332 w 346588"/>
                <a:gd name="connsiteY69" fmla="*/ 275120 h 349117"/>
                <a:gd name="connsiteX70" fmla="*/ 63878 w 346588"/>
                <a:gd name="connsiteY70" fmla="*/ 313068 h 349117"/>
                <a:gd name="connsiteX71" fmla="*/ 103723 w 346588"/>
                <a:gd name="connsiteY71" fmla="*/ 320657 h 349117"/>
                <a:gd name="connsiteX72" fmla="*/ 134082 w 346588"/>
                <a:gd name="connsiteY72" fmla="*/ 348485 h 349117"/>
                <a:gd name="connsiteX73" fmla="*/ 137244 w 346588"/>
                <a:gd name="connsiteY73" fmla="*/ 349118 h 349117"/>
                <a:gd name="connsiteX74" fmla="*/ 173294 w 346588"/>
                <a:gd name="connsiteY74" fmla="*/ 337734 h 349117"/>
                <a:gd name="connsiteX75" fmla="*/ 209344 w 346588"/>
                <a:gd name="connsiteY75" fmla="*/ 349118 h 349117"/>
                <a:gd name="connsiteX76" fmla="*/ 212507 w 346588"/>
                <a:gd name="connsiteY76" fmla="*/ 348485 h 349117"/>
                <a:gd name="connsiteX77" fmla="*/ 242865 w 346588"/>
                <a:gd name="connsiteY77" fmla="*/ 320657 h 349117"/>
                <a:gd name="connsiteX78" fmla="*/ 282710 w 346588"/>
                <a:gd name="connsiteY78" fmla="*/ 313068 h 349117"/>
                <a:gd name="connsiteX79" fmla="*/ 297256 w 346588"/>
                <a:gd name="connsiteY79" fmla="*/ 275120 h 349117"/>
                <a:gd name="connsiteX80" fmla="*/ 330144 w 346588"/>
                <a:gd name="connsiteY80" fmla="*/ 251087 h 349117"/>
                <a:gd name="connsiteX81" fmla="*/ 326982 w 346588"/>
                <a:gd name="connsiteY81" fmla="*/ 210609 h 349117"/>
                <a:gd name="connsiteX82" fmla="*/ 346588 w 346588"/>
                <a:gd name="connsiteY82" fmla="*/ 174559 h 349117"/>
                <a:gd name="connsiteX83" fmla="*/ 326982 w 346588"/>
                <a:gd name="connsiteY83" fmla="*/ 138509 h 349117"/>
                <a:gd name="connsiteX84" fmla="*/ 330144 w 346588"/>
                <a:gd name="connsiteY84" fmla="*/ 98031 h 349117"/>
                <a:gd name="connsiteX85" fmla="*/ 297256 w 346588"/>
                <a:gd name="connsiteY85" fmla="*/ 73998 h 349117"/>
                <a:gd name="connsiteX86" fmla="*/ 282710 w 346588"/>
                <a:gd name="connsiteY86" fmla="*/ 36050 h 349117"/>
                <a:gd name="connsiteX87" fmla="*/ 242865 w 346588"/>
                <a:gd name="connsiteY87" fmla="*/ 28461 h 349117"/>
                <a:gd name="connsiteX88" fmla="*/ 212507 w 346588"/>
                <a:gd name="connsiteY88" fmla="*/ 632 h 349117"/>
                <a:gd name="connsiteX89" fmla="*/ 209344 w 346588"/>
                <a:gd name="connsiteY89" fmla="*/ 0 h 349117"/>
                <a:gd name="connsiteX90" fmla="*/ 209344 w 346588"/>
                <a:gd name="connsiteY90" fmla="*/ 0 h 349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6588" h="349117">
                  <a:moveTo>
                    <a:pt x="137876" y="15812"/>
                  </a:moveTo>
                  <a:cubicBezTo>
                    <a:pt x="139774" y="15812"/>
                    <a:pt x="144833" y="18341"/>
                    <a:pt x="148628" y="20239"/>
                  </a:cubicBezTo>
                  <a:cubicBezTo>
                    <a:pt x="156218" y="23401"/>
                    <a:pt x="164440" y="27828"/>
                    <a:pt x="173927" y="27828"/>
                  </a:cubicBezTo>
                  <a:cubicBezTo>
                    <a:pt x="183413" y="27828"/>
                    <a:pt x="191635" y="24033"/>
                    <a:pt x="199225" y="20239"/>
                  </a:cubicBezTo>
                  <a:cubicBezTo>
                    <a:pt x="202387" y="18341"/>
                    <a:pt x="207447" y="16444"/>
                    <a:pt x="209977" y="15812"/>
                  </a:cubicBezTo>
                  <a:cubicBezTo>
                    <a:pt x="211874" y="17076"/>
                    <a:pt x="215669" y="21504"/>
                    <a:pt x="218199" y="24666"/>
                  </a:cubicBezTo>
                  <a:cubicBezTo>
                    <a:pt x="223258" y="30991"/>
                    <a:pt x="228318" y="37948"/>
                    <a:pt x="236540" y="42375"/>
                  </a:cubicBezTo>
                  <a:cubicBezTo>
                    <a:pt x="244762" y="46802"/>
                    <a:pt x="254249" y="46802"/>
                    <a:pt x="261838" y="46802"/>
                  </a:cubicBezTo>
                  <a:cubicBezTo>
                    <a:pt x="265633" y="46802"/>
                    <a:pt x="271325" y="46802"/>
                    <a:pt x="273223" y="48067"/>
                  </a:cubicBezTo>
                  <a:cubicBezTo>
                    <a:pt x="274488" y="49964"/>
                    <a:pt x="275753" y="55656"/>
                    <a:pt x="276385" y="59451"/>
                  </a:cubicBezTo>
                  <a:cubicBezTo>
                    <a:pt x="278282" y="67041"/>
                    <a:pt x="279547" y="76528"/>
                    <a:pt x="285872" y="83485"/>
                  </a:cubicBezTo>
                  <a:cubicBezTo>
                    <a:pt x="291564" y="91074"/>
                    <a:pt x="299786" y="94869"/>
                    <a:pt x="306743" y="98664"/>
                  </a:cubicBezTo>
                  <a:cubicBezTo>
                    <a:pt x="309905" y="100561"/>
                    <a:pt x="315598" y="103091"/>
                    <a:pt x="316862" y="104988"/>
                  </a:cubicBezTo>
                  <a:cubicBezTo>
                    <a:pt x="317495" y="106886"/>
                    <a:pt x="315598" y="112578"/>
                    <a:pt x="314965" y="116373"/>
                  </a:cubicBezTo>
                  <a:cubicBezTo>
                    <a:pt x="313068" y="123962"/>
                    <a:pt x="311170" y="133449"/>
                    <a:pt x="313068" y="142304"/>
                  </a:cubicBezTo>
                  <a:cubicBezTo>
                    <a:pt x="314965" y="151158"/>
                    <a:pt x="320657" y="158115"/>
                    <a:pt x="325717" y="164440"/>
                  </a:cubicBezTo>
                  <a:cubicBezTo>
                    <a:pt x="328247" y="167602"/>
                    <a:pt x="332042" y="172662"/>
                    <a:pt x="332674" y="174559"/>
                  </a:cubicBezTo>
                  <a:cubicBezTo>
                    <a:pt x="332674" y="176456"/>
                    <a:pt x="328247" y="181516"/>
                    <a:pt x="325717" y="184678"/>
                  </a:cubicBezTo>
                  <a:cubicBezTo>
                    <a:pt x="320657" y="191003"/>
                    <a:pt x="314965" y="197960"/>
                    <a:pt x="313068" y="206814"/>
                  </a:cubicBezTo>
                  <a:cubicBezTo>
                    <a:pt x="311170" y="216301"/>
                    <a:pt x="313068" y="225156"/>
                    <a:pt x="314965" y="232745"/>
                  </a:cubicBezTo>
                  <a:cubicBezTo>
                    <a:pt x="315598" y="236540"/>
                    <a:pt x="317495" y="242232"/>
                    <a:pt x="316862" y="244130"/>
                  </a:cubicBezTo>
                  <a:cubicBezTo>
                    <a:pt x="315598" y="246027"/>
                    <a:pt x="309905" y="248557"/>
                    <a:pt x="306743" y="250454"/>
                  </a:cubicBezTo>
                  <a:cubicBezTo>
                    <a:pt x="299786" y="254249"/>
                    <a:pt x="291564" y="258044"/>
                    <a:pt x="285872" y="265633"/>
                  </a:cubicBezTo>
                  <a:cubicBezTo>
                    <a:pt x="280180" y="273223"/>
                    <a:pt x="278282" y="282077"/>
                    <a:pt x="276385" y="289667"/>
                  </a:cubicBezTo>
                  <a:cubicBezTo>
                    <a:pt x="275753" y="293461"/>
                    <a:pt x="274488" y="299154"/>
                    <a:pt x="273223" y="301051"/>
                  </a:cubicBezTo>
                  <a:cubicBezTo>
                    <a:pt x="271325" y="301683"/>
                    <a:pt x="265001" y="302316"/>
                    <a:pt x="261838" y="302316"/>
                  </a:cubicBezTo>
                  <a:cubicBezTo>
                    <a:pt x="253616" y="302316"/>
                    <a:pt x="244762" y="302948"/>
                    <a:pt x="236540" y="306743"/>
                  </a:cubicBezTo>
                  <a:cubicBezTo>
                    <a:pt x="228318" y="311170"/>
                    <a:pt x="222626" y="318127"/>
                    <a:pt x="218199" y="324452"/>
                  </a:cubicBezTo>
                  <a:cubicBezTo>
                    <a:pt x="215669" y="327614"/>
                    <a:pt x="211874" y="332042"/>
                    <a:pt x="209977" y="333306"/>
                  </a:cubicBezTo>
                  <a:cubicBezTo>
                    <a:pt x="208079" y="333306"/>
                    <a:pt x="203020" y="330777"/>
                    <a:pt x="199225" y="328879"/>
                  </a:cubicBezTo>
                  <a:cubicBezTo>
                    <a:pt x="191635" y="325717"/>
                    <a:pt x="183413" y="321290"/>
                    <a:pt x="173927" y="321290"/>
                  </a:cubicBezTo>
                  <a:cubicBezTo>
                    <a:pt x="164440" y="321290"/>
                    <a:pt x="156218" y="325084"/>
                    <a:pt x="148628" y="328879"/>
                  </a:cubicBezTo>
                  <a:cubicBezTo>
                    <a:pt x="145466" y="330777"/>
                    <a:pt x="140406" y="332674"/>
                    <a:pt x="137876" y="333306"/>
                  </a:cubicBezTo>
                  <a:cubicBezTo>
                    <a:pt x="135979" y="332042"/>
                    <a:pt x="132184" y="327614"/>
                    <a:pt x="129654" y="324452"/>
                  </a:cubicBezTo>
                  <a:cubicBezTo>
                    <a:pt x="124595" y="318127"/>
                    <a:pt x="119535" y="311170"/>
                    <a:pt x="111313" y="306743"/>
                  </a:cubicBezTo>
                  <a:cubicBezTo>
                    <a:pt x="103091" y="302316"/>
                    <a:pt x="93604" y="302316"/>
                    <a:pt x="86015" y="302316"/>
                  </a:cubicBezTo>
                  <a:cubicBezTo>
                    <a:pt x="82220" y="302316"/>
                    <a:pt x="76528" y="302316"/>
                    <a:pt x="74630" y="301051"/>
                  </a:cubicBezTo>
                  <a:cubicBezTo>
                    <a:pt x="73365" y="299154"/>
                    <a:pt x="72100" y="293461"/>
                    <a:pt x="71468" y="289667"/>
                  </a:cubicBezTo>
                  <a:cubicBezTo>
                    <a:pt x="69571" y="282077"/>
                    <a:pt x="68306" y="272590"/>
                    <a:pt x="61981" y="265633"/>
                  </a:cubicBezTo>
                  <a:cubicBezTo>
                    <a:pt x="56289" y="258044"/>
                    <a:pt x="48067" y="254249"/>
                    <a:pt x="41110" y="250454"/>
                  </a:cubicBezTo>
                  <a:cubicBezTo>
                    <a:pt x="37948" y="248557"/>
                    <a:pt x="32255" y="246027"/>
                    <a:pt x="30991" y="244130"/>
                  </a:cubicBezTo>
                  <a:cubicBezTo>
                    <a:pt x="30358" y="242232"/>
                    <a:pt x="32255" y="236540"/>
                    <a:pt x="32888" y="232745"/>
                  </a:cubicBezTo>
                  <a:cubicBezTo>
                    <a:pt x="34785" y="225156"/>
                    <a:pt x="36683" y="215669"/>
                    <a:pt x="34785" y="206814"/>
                  </a:cubicBezTo>
                  <a:cubicBezTo>
                    <a:pt x="32888" y="197960"/>
                    <a:pt x="27196" y="191003"/>
                    <a:pt x="22136" y="184678"/>
                  </a:cubicBezTo>
                  <a:cubicBezTo>
                    <a:pt x="19606" y="181516"/>
                    <a:pt x="15812" y="176456"/>
                    <a:pt x="15179" y="174559"/>
                  </a:cubicBezTo>
                  <a:cubicBezTo>
                    <a:pt x="15179" y="172662"/>
                    <a:pt x="19606" y="167602"/>
                    <a:pt x="22136" y="164440"/>
                  </a:cubicBezTo>
                  <a:cubicBezTo>
                    <a:pt x="27196" y="158115"/>
                    <a:pt x="32888" y="151158"/>
                    <a:pt x="34785" y="142304"/>
                  </a:cubicBezTo>
                  <a:cubicBezTo>
                    <a:pt x="36683" y="132817"/>
                    <a:pt x="34785" y="123962"/>
                    <a:pt x="32888" y="116373"/>
                  </a:cubicBezTo>
                  <a:cubicBezTo>
                    <a:pt x="32255" y="112578"/>
                    <a:pt x="30358" y="106886"/>
                    <a:pt x="30991" y="104988"/>
                  </a:cubicBezTo>
                  <a:cubicBezTo>
                    <a:pt x="32255" y="103091"/>
                    <a:pt x="37948" y="100561"/>
                    <a:pt x="41110" y="98664"/>
                  </a:cubicBezTo>
                  <a:cubicBezTo>
                    <a:pt x="48067" y="94869"/>
                    <a:pt x="56289" y="91074"/>
                    <a:pt x="61981" y="83485"/>
                  </a:cubicBezTo>
                  <a:cubicBezTo>
                    <a:pt x="67673" y="75895"/>
                    <a:pt x="69571" y="67041"/>
                    <a:pt x="71468" y="59451"/>
                  </a:cubicBezTo>
                  <a:cubicBezTo>
                    <a:pt x="72100" y="55656"/>
                    <a:pt x="73365" y="49964"/>
                    <a:pt x="74630" y="48067"/>
                  </a:cubicBezTo>
                  <a:cubicBezTo>
                    <a:pt x="76528" y="47434"/>
                    <a:pt x="82852" y="46802"/>
                    <a:pt x="86015" y="46802"/>
                  </a:cubicBezTo>
                  <a:cubicBezTo>
                    <a:pt x="94237" y="46802"/>
                    <a:pt x="103091" y="46170"/>
                    <a:pt x="111313" y="42375"/>
                  </a:cubicBezTo>
                  <a:cubicBezTo>
                    <a:pt x="119535" y="37948"/>
                    <a:pt x="125227" y="30991"/>
                    <a:pt x="129654" y="24666"/>
                  </a:cubicBezTo>
                  <a:cubicBezTo>
                    <a:pt x="132184" y="22136"/>
                    <a:pt x="135979" y="17076"/>
                    <a:pt x="137876" y="15812"/>
                  </a:cubicBezTo>
                  <a:moveTo>
                    <a:pt x="209344" y="0"/>
                  </a:moveTo>
                  <a:cubicBezTo>
                    <a:pt x="197960" y="0"/>
                    <a:pt x="185311" y="11384"/>
                    <a:pt x="173294" y="11384"/>
                  </a:cubicBezTo>
                  <a:cubicBezTo>
                    <a:pt x="161910" y="11384"/>
                    <a:pt x="148628" y="0"/>
                    <a:pt x="137244" y="0"/>
                  </a:cubicBezTo>
                  <a:cubicBezTo>
                    <a:pt x="135979" y="0"/>
                    <a:pt x="134714" y="0"/>
                    <a:pt x="134082" y="632"/>
                  </a:cubicBezTo>
                  <a:cubicBezTo>
                    <a:pt x="121432" y="3795"/>
                    <a:pt x="115108" y="22769"/>
                    <a:pt x="103723" y="28461"/>
                  </a:cubicBezTo>
                  <a:cubicBezTo>
                    <a:pt x="92339" y="34153"/>
                    <a:pt x="73365" y="27828"/>
                    <a:pt x="63878" y="36050"/>
                  </a:cubicBezTo>
                  <a:cubicBezTo>
                    <a:pt x="54392" y="44272"/>
                    <a:pt x="56921" y="63878"/>
                    <a:pt x="49332" y="73998"/>
                  </a:cubicBezTo>
                  <a:cubicBezTo>
                    <a:pt x="41742" y="84117"/>
                    <a:pt x="21504" y="86647"/>
                    <a:pt x="16444" y="98031"/>
                  </a:cubicBezTo>
                  <a:cubicBezTo>
                    <a:pt x="11384" y="109416"/>
                    <a:pt x="22136" y="126492"/>
                    <a:pt x="19606" y="138509"/>
                  </a:cubicBezTo>
                  <a:cubicBezTo>
                    <a:pt x="17076" y="150525"/>
                    <a:pt x="0" y="161277"/>
                    <a:pt x="0" y="174559"/>
                  </a:cubicBezTo>
                  <a:cubicBezTo>
                    <a:pt x="0" y="187208"/>
                    <a:pt x="17076" y="198592"/>
                    <a:pt x="19606" y="210609"/>
                  </a:cubicBezTo>
                  <a:cubicBezTo>
                    <a:pt x="22136" y="223258"/>
                    <a:pt x="11384" y="240335"/>
                    <a:pt x="16444" y="251087"/>
                  </a:cubicBezTo>
                  <a:cubicBezTo>
                    <a:pt x="21504" y="262471"/>
                    <a:pt x="41742" y="265001"/>
                    <a:pt x="49332" y="275120"/>
                  </a:cubicBezTo>
                  <a:cubicBezTo>
                    <a:pt x="56921" y="285239"/>
                    <a:pt x="54392" y="305478"/>
                    <a:pt x="63878" y="313068"/>
                  </a:cubicBezTo>
                  <a:cubicBezTo>
                    <a:pt x="73365" y="321290"/>
                    <a:pt x="92972" y="314965"/>
                    <a:pt x="103723" y="320657"/>
                  </a:cubicBezTo>
                  <a:cubicBezTo>
                    <a:pt x="115108" y="326349"/>
                    <a:pt x="121432" y="345323"/>
                    <a:pt x="134082" y="348485"/>
                  </a:cubicBezTo>
                  <a:cubicBezTo>
                    <a:pt x="135346" y="348485"/>
                    <a:pt x="136611" y="349118"/>
                    <a:pt x="137244" y="349118"/>
                  </a:cubicBezTo>
                  <a:cubicBezTo>
                    <a:pt x="148628" y="349118"/>
                    <a:pt x="161277" y="337734"/>
                    <a:pt x="173294" y="337734"/>
                  </a:cubicBezTo>
                  <a:cubicBezTo>
                    <a:pt x="184678" y="337734"/>
                    <a:pt x="197960" y="349118"/>
                    <a:pt x="209344" y="349118"/>
                  </a:cubicBezTo>
                  <a:cubicBezTo>
                    <a:pt x="210609" y="349118"/>
                    <a:pt x="211874" y="349118"/>
                    <a:pt x="212507" y="348485"/>
                  </a:cubicBezTo>
                  <a:cubicBezTo>
                    <a:pt x="225156" y="345323"/>
                    <a:pt x="231480" y="326349"/>
                    <a:pt x="242865" y="320657"/>
                  </a:cubicBezTo>
                  <a:cubicBezTo>
                    <a:pt x="254249" y="314965"/>
                    <a:pt x="273223" y="321290"/>
                    <a:pt x="282710" y="313068"/>
                  </a:cubicBezTo>
                  <a:cubicBezTo>
                    <a:pt x="292197" y="304846"/>
                    <a:pt x="289667" y="285239"/>
                    <a:pt x="297256" y="275120"/>
                  </a:cubicBezTo>
                  <a:cubicBezTo>
                    <a:pt x="304846" y="265001"/>
                    <a:pt x="325084" y="262471"/>
                    <a:pt x="330144" y="251087"/>
                  </a:cubicBezTo>
                  <a:cubicBezTo>
                    <a:pt x="335204" y="239702"/>
                    <a:pt x="324452" y="222626"/>
                    <a:pt x="326982" y="210609"/>
                  </a:cubicBezTo>
                  <a:cubicBezTo>
                    <a:pt x="329512" y="198592"/>
                    <a:pt x="346588" y="187841"/>
                    <a:pt x="346588" y="174559"/>
                  </a:cubicBezTo>
                  <a:cubicBezTo>
                    <a:pt x="346588" y="161910"/>
                    <a:pt x="329512" y="150525"/>
                    <a:pt x="326982" y="138509"/>
                  </a:cubicBezTo>
                  <a:cubicBezTo>
                    <a:pt x="324452" y="125860"/>
                    <a:pt x="335204" y="108783"/>
                    <a:pt x="330144" y="98031"/>
                  </a:cubicBezTo>
                  <a:cubicBezTo>
                    <a:pt x="325084" y="86647"/>
                    <a:pt x="304846" y="84117"/>
                    <a:pt x="297256" y="73998"/>
                  </a:cubicBezTo>
                  <a:cubicBezTo>
                    <a:pt x="289667" y="63878"/>
                    <a:pt x="292197" y="43640"/>
                    <a:pt x="282710" y="36050"/>
                  </a:cubicBezTo>
                  <a:cubicBezTo>
                    <a:pt x="273223" y="27828"/>
                    <a:pt x="253616" y="34153"/>
                    <a:pt x="242865" y="28461"/>
                  </a:cubicBezTo>
                  <a:cubicBezTo>
                    <a:pt x="231480" y="22769"/>
                    <a:pt x="225156" y="3795"/>
                    <a:pt x="212507" y="632"/>
                  </a:cubicBezTo>
                  <a:cubicBezTo>
                    <a:pt x="211874" y="632"/>
                    <a:pt x="210609" y="0"/>
                    <a:pt x="209344" y="0"/>
                  </a:cubicBezTo>
                  <a:lnTo>
                    <a:pt x="209344" y="0"/>
                  </a:lnTo>
                  <a:close/>
                </a:path>
              </a:pathLst>
            </a:custGeom>
            <a:grp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8" name="Picture Placeholder 103">
              <a:extLst>
                <a:ext uri="{FF2B5EF4-FFF2-40B4-BE49-F238E27FC236}">
                  <a16:creationId xmlns:a16="http://schemas.microsoft.com/office/drawing/2014/main" id="{A711BB0D-358D-4697-BD14-02603659EFA7}"/>
                </a:ext>
              </a:extLst>
            </p:cNvPr>
            <p:cNvSpPr/>
            <p:nvPr/>
          </p:nvSpPr>
          <p:spPr>
            <a:xfrm>
              <a:off x="3347656" y="4488496"/>
              <a:ext cx="221361" cy="220728"/>
            </a:xfrm>
            <a:custGeom>
              <a:avLst/>
              <a:gdLst>
                <a:gd name="connsiteX0" fmla="*/ 110048 w 221361"/>
                <a:gd name="connsiteY0" fmla="*/ 220729 h 220728"/>
                <a:gd name="connsiteX1" fmla="*/ 102459 w 221361"/>
                <a:gd name="connsiteY1" fmla="*/ 213139 h 220728"/>
                <a:gd name="connsiteX2" fmla="*/ 110048 w 221361"/>
                <a:gd name="connsiteY2" fmla="*/ 205550 h 220728"/>
                <a:gd name="connsiteX3" fmla="*/ 204917 w 221361"/>
                <a:gd name="connsiteY3" fmla="*/ 110681 h 220728"/>
                <a:gd name="connsiteX4" fmla="*/ 110048 w 221361"/>
                <a:gd name="connsiteY4" fmla="*/ 15812 h 220728"/>
                <a:gd name="connsiteX5" fmla="*/ 15179 w 221361"/>
                <a:gd name="connsiteY5" fmla="*/ 110681 h 220728"/>
                <a:gd name="connsiteX6" fmla="*/ 7590 w 221361"/>
                <a:gd name="connsiteY6" fmla="*/ 118270 h 220728"/>
                <a:gd name="connsiteX7" fmla="*/ 0 w 221361"/>
                <a:gd name="connsiteY7" fmla="*/ 110681 h 220728"/>
                <a:gd name="connsiteX8" fmla="*/ 110681 w 221361"/>
                <a:gd name="connsiteY8" fmla="*/ 0 h 220728"/>
                <a:gd name="connsiteX9" fmla="*/ 221361 w 221361"/>
                <a:gd name="connsiteY9" fmla="*/ 110681 h 220728"/>
                <a:gd name="connsiteX10" fmla="*/ 110048 w 221361"/>
                <a:gd name="connsiteY10" fmla="*/ 220729 h 22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361" h="220728">
                  <a:moveTo>
                    <a:pt x="110048" y="220729"/>
                  </a:moveTo>
                  <a:cubicBezTo>
                    <a:pt x="105621" y="220729"/>
                    <a:pt x="102459" y="216934"/>
                    <a:pt x="102459" y="213139"/>
                  </a:cubicBezTo>
                  <a:cubicBezTo>
                    <a:pt x="102459" y="209344"/>
                    <a:pt x="106253" y="205550"/>
                    <a:pt x="110048" y="205550"/>
                  </a:cubicBezTo>
                  <a:cubicBezTo>
                    <a:pt x="162542" y="205550"/>
                    <a:pt x="204917" y="163175"/>
                    <a:pt x="204917" y="110681"/>
                  </a:cubicBezTo>
                  <a:cubicBezTo>
                    <a:pt x="204917" y="58186"/>
                    <a:pt x="162542" y="15812"/>
                    <a:pt x="110048" y="15812"/>
                  </a:cubicBezTo>
                  <a:cubicBezTo>
                    <a:pt x="57554" y="15812"/>
                    <a:pt x="15179" y="58186"/>
                    <a:pt x="15179" y="110681"/>
                  </a:cubicBezTo>
                  <a:cubicBezTo>
                    <a:pt x="15179" y="115108"/>
                    <a:pt x="11384" y="118270"/>
                    <a:pt x="7590" y="118270"/>
                  </a:cubicBezTo>
                  <a:cubicBezTo>
                    <a:pt x="3795" y="118270"/>
                    <a:pt x="0" y="114475"/>
                    <a:pt x="0" y="110681"/>
                  </a:cubicBezTo>
                  <a:cubicBezTo>
                    <a:pt x="0" y="49964"/>
                    <a:pt x="49964" y="0"/>
                    <a:pt x="110681" y="0"/>
                  </a:cubicBezTo>
                  <a:cubicBezTo>
                    <a:pt x="171397" y="0"/>
                    <a:pt x="221361" y="49964"/>
                    <a:pt x="221361" y="110681"/>
                  </a:cubicBezTo>
                  <a:cubicBezTo>
                    <a:pt x="221361" y="171397"/>
                    <a:pt x="171397" y="220729"/>
                    <a:pt x="110048" y="220729"/>
                  </a:cubicBezTo>
                  <a:close/>
                </a:path>
              </a:pathLst>
            </a:custGeom>
            <a:grp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grpSp>
        <p:nvGrpSpPr>
          <p:cNvPr id="21" name="Group 20" descr="Migration Transfer&#10;">
            <a:extLst>
              <a:ext uri="{FF2B5EF4-FFF2-40B4-BE49-F238E27FC236}">
                <a16:creationId xmlns:a16="http://schemas.microsoft.com/office/drawing/2014/main" id="{E5CBC5E4-8DC5-40CD-814C-398E51445A1A}"/>
              </a:ext>
            </a:extLst>
          </p:cNvPr>
          <p:cNvGrpSpPr>
            <a:grpSpLocks noChangeAspect="1"/>
          </p:cNvGrpSpPr>
          <p:nvPr/>
        </p:nvGrpSpPr>
        <p:grpSpPr>
          <a:xfrm>
            <a:off x="8717289" y="2694809"/>
            <a:ext cx="1188720" cy="541943"/>
            <a:chOff x="4485843" y="4609979"/>
            <a:chExt cx="600962" cy="273981"/>
          </a:xfrm>
          <a:solidFill>
            <a:schemeClr val="bg1"/>
          </a:solidFill>
        </p:grpSpPr>
        <p:sp>
          <p:nvSpPr>
            <p:cNvPr id="22" name="Picture Placeholder 78">
              <a:extLst>
                <a:ext uri="{FF2B5EF4-FFF2-40B4-BE49-F238E27FC236}">
                  <a16:creationId xmlns:a16="http://schemas.microsoft.com/office/drawing/2014/main" id="{5A48CC7F-01A0-4EF7-AA0F-85884624D47A}"/>
                </a:ext>
              </a:extLst>
            </p:cNvPr>
            <p:cNvSpPr/>
            <p:nvPr/>
          </p:nvSpPr>
          <p:spPr>
            <a:xfrm>
              <a:off x="4713971" y="4838107"/>
              <a:ext cx="45853" cy="45853"/>
            </a:xfrm>
            <a:custGeom>
              <a:avLst/>
              <a:gdLst>
                <a:gd name="connsiteX0" fmla="*/ 45853 w 45853"/>
                <a:gd name="connsiteY0" fmla="*/ 45853 h 45853"/>
                <a:gd name="connsiteX1" fmla="*/ 0 w 45853"/>
                <a:gd name="connsiteY1" fmla="*/ 45853 h 45853"/>
                <a:gd name="connsiteX2" fmla="*/ 0 w 45853"/>
                <a:gd name="connsiteY2" fmla="*/ 30042 h 45853"/>
                <a:gd name="connsiteX3" fmla="*/ 30042 w 45853"/>
                <a:gd name="connsiteY3" fmla="*/ 30042 h 45853"/>
                <a:gd name="connsiteX4" fmla="*/ 30042 w 45853"/>
                <a:gd name="connsiteY4" fmla="*/ 0 h 45853"/>
                <a:gd name="connsiteX5" fmla="*/ 45853 w 45853"/>
                <a:gd name="connsiteY5" fmla="*/ 0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0" y="45853"/>
                  </a:lnTo>
                  <a:lnTo>
                    <a:pt x="0" y="30042"/>
                  </a:lnTo>
                  <a:lnTo>
                    <a:pt x="30042" y="30042"/>
                  </a:lnTo>
                  <a:lnTo>
                    <a:pt x="30042" y="0"/>
                  </a:lnTo>
                  <a:lnTo>
                    <a:pt x="45853" y="0"/>
                  </a:lnTo>
                  <a:lnTo>
                    <a:pt x="45853" y="4585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Picture Placeholder 78">
              <a:extLst>
                <a:ext uri="{FF2B5EF4-FFF2-40B4-BE49-F238E27FC236}">
                  <a16:creationId xmlns:a16="http://schemas.microsoft.com/office/drawing/2014/main" id="{CA686855-B7BE-4210-A63E-30CDD3BA4CCF}"/>
                </a:ext>
              </a:extLst>
            </p:cNvPr>
            <p:cNvSpPr/>
            <p:nvPr/>
          </p:nvSpPr>
          <p:spPr>
            <a:xfrm>
              <a:off x="4551935" y="4868149"/>
              <a:ext cx="141797" cy="15811"/>
            </a:xfrm>
            <a:custGeom>
              <a:avLst/>
              <a:gdLst>
                <a:gd name="connsiteX0" fmla="*/ 141798 w 141797"/>
                <a:gd name="connsiteY0" fmla="*/ 15812 h 15811"/>
                <a:gd name="connsiteX1" fmla="*/ 81018 w 141797"/>
                <a:gd name="connsiteY1" fmla="*/ 15812 h 15811"/>
                <a:gd name="connsiteX2" fmla="*/ 81018 w 141797"/>
                <a:gd name="connsiteY2" fmla="*/ 0 h 15811"/>
                <a:gd name="connsiteX3" fmla="*/ 141798 w 141797"/>
                <a:gd name="connsiteY3" fmla="*/ 0 h 15811"/>
                <a:gd name="connsiteX4" fmla="*/ 60779 w 141797"/>
                <a:gd name="connsiteY4" fmla="*/ 15812 h 15811"/>
                <a:gd name="connsiteX5" fmla="*/ 0 w 141797"/>
                <a:gd name="connsiteY5" fmla="*/ 15812 h 15811"/>
                <a:gd name="connsiteX6" fmla="*/ 0 w 141797"/>
                <a:gd name="connsiteY6" fmla="*/ 0 h 15811"/>
                <a:gd name="connsiteX7" fmla="*/ 60779 w 141797"/>
                <a:gd name="connsiteY7" fmla="*/ 0 h 1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797" h="15811">
                  <a:moveTo>
                    <a:pt x="141798" y="15812"/>
                  </a:moveTo>
                  <a:lnTo>
                    <a:pt x="81018" y="15812"/>
                  </a:lnTo>
                  <a:lnTo>
                    <a:pt x="81018" y="0"/>
                  </a:lnTo>
                  <a:lnTo>
                    <a:pt x="141798" y="0"/>
                  </a:lnTo>
                  <a:close/>
                  <a:moveTo>
                    <a:pt x="60779" y="15812"/>
                  </a:moveTo>
                  <a:lnTo>
                    <a:pt x="0" y="15812"/>
                  </a:lnTo>
                  <a:lnTo>
                    <a:pt x="0" y="0"/>
                  </a:lnTo>
                  <a:lnTo>
                    <a:pt x="60779"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Picture Placeholder 78">
              <a:extLst>
                <a:ext uri="{FF2B5EF4-FFF2-40B4-BE49-F238E27FC236}">
                  <a16:creationId xmlns:a16="http://schemas.microsoft.com/office/drawing/2014/main" id="{71B40070-CB43-488E-89AB-4B69E25F66A3}"/>
                </a:ext>
              </a:extLst>
            </p:cNvPr>
            <p:cNvSpPr/>
            <p:nvPr/>
          </p:nvSpPr>
          <p:spPr>
            <a:xfrm>
              <a:off x="4485843" y="4838107"/>
              <a:ext cx="45853" cy="45853"/>
            </a:xfrm>
            <a:custGeom>
              <a:avLst/>
              <a:gdLst>
                <a:gd name="connsiteX0" fmla="*/ 45853 w 45853"/>
                <a:gd name="connsiteY0" fmla="*/ 45853 h 45853"/>
                <a:gd name="connsiteX1" fmla="*/ 0 w 45853"/>
                <a:gd name="connsiteY1" fmla="*/ 45853 h 45853"/>
                <a:gd name="connsiteX2" fmla="*/ 0 w 45853"/>
                <a:gd name="connsiteY2" fmla="*/ 0 h 45853"/>
                <a:gd name="connsiteX3" fmla="*/ 15812 w 45853"/>
                <a:gd name="connsiteY3" fmla="*/ 0 h 45853"/>
                <a:gd name="connsiteX4" fmla="*/ 15812 w 45853"/>
                <a:gd name="connsiteY4" fmla="*/ 30042 h 45853"/>
                <a:gd name="connsiteX5" fmla="*/ 45853 w 45853"/>
                <a:gd name="connsiteY5" fmla="*/ 30042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0" y="45853"/>
                  </a:lnTo>
                  <a:lnTo>
                    <a:pt x="0" y="0"/>
                  </a:lnTo>
                  <a:lnTo>
                    <a:pt x="15812" y="0"/>
                  </a:lnTo>
                  <a:lnTo>
                    <a:pt x="15812" y="30042"/>
                  </a:lnTo>
                  <a:lnTo>
                    <a:pt x="45853" y="30042"/>
                  </a:lnTo>
                  <a:lnTo>
                    <a:pt x="45853" y="4585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Picture Placeholder 78">
              <a:extLst>
                <a:ext uri="{FF2B5EF4-FFF2-40B4-BE49-F238E27FC236}">
                  <a16:creationId xmlns:a16="http://schemas.microsoft.com/office/drawing/2014/main" id="{7971990F-F9E7-42F3-AFDD-AD3D6274D250}"/>
                </a:ext>
              </a:extLst>
            </p:cNvPr>
            <p:cNvSpPr/>
            <p:nvPr/>
          </p:nvSpPr>
          <p:spPr>
            <a:xfrm>
              <a:off x="4485843" y="4676071"/>
              <a:ext cx="15811" cy="141797"/>
            </a:xfrm>
            <a:custGeom>
              <a:avLst/>
              <a:gdLst>
                <a:gd name="connsiteX0" fmla="*/ 15812 w 15811"/>
                <a:gd name="connsiteY0" fmla="*/ 141798 h 141797"/>
                <a:gd name="connsiteX1" fmla="*/ 0 w 15811"/>
                <a:gd name="connsiteY1" fmla="*/ 141798 h 141797"/>
                <a:gd name="connsiteX2" fmla="*/ 0 w 15811"/>
                <a:gd name="connsiteY2" fmla="*/ 81018 h 141797"/>
                <a:gd name="connsiteX3" fmla="*/ 15812 w 15811"/>
                <a:gd name="connsiteY3" fmla="*/ 81018 h 141797"/>
                <a:gd name="connsiteX4" fmla="*/ 15812 w 15811"/>
                <a:gd name="connsiteY4" fmla="*/ 60779 h 141797"/>
                <a:gd name="connsiteX5" fmla="*/ 0 w 15811"/>
                <a:gd name="connsiteY5" fmla="*/ 60779 h 141797"/>
                <a:gd name="connsiteX6" fmla="*/ 0 w 15811"/>
                <a:gd name="connsiteY6" fmla="*/ 0 h 141797"/>
                <a:gd name="connsiteX7" fmla="*/ 15812 w 15811"/>
                <a:gd name="connsiteY7" fmla="*/ 0 h 14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 h="141797">
                  <a:moveTo>
                    <a:pt x="15812" y="141798"/>
                  </a:moveTo>
                  <a:lnTo>
                    <a:pt x="0" y="141798"/>
                  </a:lnTo>
                  <a:lnTo>
                    <a:pt x="0" y="81018"/>
                  </a:lnTo>
                  <a:lnTo>
                    <a:pt x="15812" y="81018"/>
                  </a:lnTo>
                  <a:close/>
                  <a:moveTo>
                    <a:pt x="15812" y="60779"/>
                  </a:moveTo>
                  <a:lnTo>
                    <a:pt x="0" y="60779"/>
                  </a:lnTo>
                  <a:lnTo>
                    <a:pt x="0" y="0"/>
                  </a:lnTo>
                  <a:lnTo>
                    <a:pt x="15812"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6" name="Picture Placeholder 78">
              <a:extLst>
                <a:ext uri="{FF2B5EF4-FFF2-40B4-BE49-F238E27FC236}">
                  <a16:creationId xmlns:a16="http://schemas.microsoft.com/office/drawing/2014/main" id="{1A02C8F4-21E3-4886-93D4-E36711D921BD}"/>
                </a:ext>
              </a:extLst>
            </p:cNvPr>
            <p:cNvSpPr/>
            <p:nvPr/>
          </p:nvSpPr>
          <p:spPr>
            <a:xfrm>
              <a:off x="4485843" y="4609979"/>
              <a:ext cx="45853" cy="45853"/>
            </a:xfrm>
            <a:custGeom>
              <a:avLst/>
              <a:gdLst>
                <a:gd name="connsiteX0" fmla="*/ 15812 w 45853"/>
                <a:gd name="connsiteY0" fmla="*/ 45853 h 45853"/>
                <a:gd name="connsiteX1" fmla="*/ 0 w 45853"/>
                <a:gd name="connsiteY1" fmla="*/ 45853 h 45853"/>
                <a:gd name="connsiteX2" fmla="*/ 0 w 45853"/>
                <a:gd name="connsiteY2" fmla="*/ 0 h 45853"/>
                <a:gd name="connsiteX3" fmla="*/ 45853 w 45853"/>
                <a:gd name="connsiteY3" fmla="*/ 0 h 45853"/>
                <a:gd name="connsiteX4" fmla="*/ 45853 w 45853"/>
                <a:gd name="connsiteY4" fmla="*/ 15812 h 45853"/>
                <a:gd name="connsiteX5" fmla="*/ 15812 w 45853"/>
                <a:gd name="connsiteY5" fmla="*/ 15812 h 45853"/>
                <a:gd name="connsiteX6" fmla="*/ 15812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15812" y="45853"/>
                  </a:moveTo>
                  <a:lnTo>
                    <a:pt x="0" y="45853"/>
                  </a:lnTo>
                  <a:lnTo>
                    <a:pt x="0" y="0"/>
                  </a:lnTo>
                  <a:lnTo>
                    <a:pt x="45853" y="0"/>
                  </a:lnTo>
                  <a:lnTo>
                    <a:pt x="45853" y="15812"/>
                  </a:lnTo>
                  <a:lnTo>
                    <a:pt x="15812" y="15812"/>
                  </a:lnTo>
                  <a:lnTo>
                    <a:pt x="15812" y="4585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7" name="Picture Placeholder 78">
              <a:extLst>
                <a:ext uri="{FF2B5EF4-FFF2-40B4-BE49-F238E27FC236}">
                  <a16:creationId xmlns:a16="http://schemas.microsoft.com/office/drawing/2014/main" id="{9348349E-B6F9-4ED9-8181-89AA00F1F10A}"/>
                </a:ext>
              </a:extLst>
            </p:cNvPr>
            <p:cNvSpPr/>
            <p:nvPr/>
          </p:nvSpPr>
          <p:spPr>
            <a:xfrm>
              <a:off x="4551935" y="4609979"/>
              <a:ext cx="141797" cy="15811"/>
            </a:xfrm>
            <a:custGeom>
              <a:avLst/>
              <a:gdLst>
                <a:gd name="connsiteX0" fmla="*/ 141798 w 141797"/>
                <a:gd name="connsiteY0" fmla="*/ 15812 h 15811"/>
                <a:gd name="connsiteX1" fmla="*/ 81018 w 141797"/>
                <a:gd name="connsiteY1" fmla="*/ 15812 h 15811"/>
                <a:gd name="connsiteX2" fmla="*/ 81018 w 141797"/>
                <a:gd name="connsiteY2" fmla="*/ 0 h 15811"/>
                <a:gd name="connsiteX3" fmla="*/ 141798 w 141797"/>
                <a:gd name="connsiteY3" fmla="*/ 0 h 15811"/>
                <a:gd name="connsiteX4" fmla="*/ 60779 w 141797"/>
                <a:gd name="connsiteY4" fmla="*/ 15812 h 15811"/>
                <a:gd name="connsiteX5" fmla="*/ 0 w 141797"/>
                <a:gd name="connsiteY5" fmla="*/ 15812 h 15811"/>
                <a:gd name="connsiteX6" fmla="*/ 0 w 141797"/>
                <a:gd name="connsiteY6" fmla="*/ 0 h 15811"/>
                <a:gd name="connsiteX7" fmla="*/ 60779 w 141797"/>
                <a:gd name="connsiteY7" fmla="*/ 0 h 1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797" h="15811">
                  <a:moveTo>
                    <a:pt x="141798" y="15812"/>
                  </a:moveTo>
                  <a:lnTo>
                    <a:pt x="81018" y="15812"/>
                  </a:lnTo>
                  <a:lnTo>
                    <a:pt x="81018" y="0"/>
                  </a:lnTo>
                  <a:lnTo>
                    <a:pt x="141798" y="0"/>
                  </a:lnTo>
                  <a:close/>
                  <a:moveTo>
                    <a:pt x="60779" y="15812"/>
                  </a:moveTo>
                  <a:lnTo>
                    <a:pt x="0" y="15812"/>
                  </a:lnTo>
                  <a:lnTo>
                    <a:pt x="0" y="0"/>
                  </a:lnTo>
                  <a:lnTo>
                    <a:pt x="60779"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8" name="Picture Placeholder 78">
              <a:extLst>
                <a:ext uri="{FF2B5EF4-FFF2-40B4-BE49-F238E27FC236}">
                  <a16:creationId xmlns:a16="http://schemas.microsoft.com/office/drawing/2014/main" id="{26FC0813-E8AC-4882-858C-80D041AB1DC2}"/>
                </a:ext>
              </a:extLst>
            </p:cNvPr>
            <p:cNvSpPr/>
            <p:nvPr/>
          </p:nvSpPr>
          <p:spPr>
            <a:xfrm>
              <a:off x="4713971" y="4609979"/>
              <a:ext cx="45853" cy="45853"/>
            </a:xfrm>
            <a:custGeom>
              <a:avLst/>
              <a:gdLst>
                <a:gd name="connsiteX0" fmla="*/ 45853 w 45853"/>
                <a:gd name="connsiteY0" fmla="*/ 45853 h 45853"/>
                <a:gd name="connsiteX1" fmla="*/ 30042 w 45853"/>
                <a:gd name="connsiteY1" fmla="*/ 45853 h 45853"/>
                <a:gd name="connsiteX2" fmla="*/ 30042 w 45853"/>
                <a:gd name="connsiteY2" fmla="*/ 15812 h 45853"/>
                <a:gd name="connsiteX3" fmla="*/ 0 w 45853"/>
                <a:gd name="connsiteY3" fmla="*/ 15812 h 45853"/>
                <a:gd name="connsiteX4" fmla="*/ 0 w 45853"/>
                <a:gd name="connsiteY4" fmla="*/ 0 h 45853"/>
                <a:gd name="connsiteX5" fmla="*/ 45853 w 45853"/>
                <a:gd name="connsiteY5" fmla="*/ 0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30042" y="45853"/>
                  </a:lnTo>
                  <a:lnTo>
                    <a:pt x="30042" y="15812"/>
                  </a:lnTo>
                  <a:lnTo>
                    <a:pt x="0" y="15812"/>
                  </a:lnTo>
                  <a:lnTo>
                    <a:pt x="0" y="0"/>
                  </a:lnTo>
                  <a:lnTo>
                    <a:pt x="45853" y="0"/>
                  </a:lnTo>
                  <a:lnTo>
                    <a:pt x="45853" y="4585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9" name="Picture Placeholder 78">
              <a:extLst>
                <a:ext uri="{FF2B5EF4-FFF2-40B4-BE49-F238E27FC236}">
                  <a16:creationId xmlns:a16="http://schemas.microsoft.com/office/drawing/2014/main" id="{42E35800-DEF0-4DB0-A099-B5B4FEDE02EF}"/>
                </a:ext>
              </a:extLst>
            </p:cNvPr>
            <p:cNvSpPr/>
            <p:nvPr/>
          </p:nvSpPr>
          <p:spPr>
            <a:xfrm>
              <a:off x="4744013" y="4676071"/>
              <a:ext cx="15811" cy="141797"/>
            </a:xfrm>
            <a:custGeom>
              <a:avLst/>
              <a:gdLst>
                <a:gd name="connsiteX0" fmla="*/ 15812 w 15811"/>
                <a:gd name="connsiteY0" fmla="*/ 141798 h 141797"/>
                <a:gd name="connsiteX1" fmla="*/ 0 w 15811"/>
                <a:gd name="connsiteY1" fmla="*/ 141798 h 141797"/>
                <a:gd name="connsiteX2" fmla="*/ 0 w 15811"/>
                <a:gd name="connsiteY2" fmla="*/ 94300 h 141797"/>
                <a:gd name="connsiteX3" fmla="*/ 15812 w 15811"/>
                <a:gd name="connsiteY3" fmla="*/ 94300 h 141797"/>
                <a:gd name="connsiteX4" fmla="*/ 15812 w 15811"/>
                <a:gd name="connsiteY4" fmla="*/ 46929 h 141797"/>
                <a:gd name="connsiteX5" fmla="*/ 0 w 15811"/>
                <a:gd name="connsiteY5" fmla="*/ 46929 h 141797"/>
                <a:gd name="connsiteX6" fmla="*/ 0 w 15811"/>
                <a:gd name="connsiteY6" fmla="*/ 0 h 141797"/>
                <a:gd name="connsiteX7" fmla="*/ 15812 w 15811"/>
                <a:gd name="connsiteY7" fmla="*/ 0 h 14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 h="141797">
                  <a:moveTo>
                    <a:pt x="15812" y="141798"/>
                  </a:moveTo>
                  <a:lnTo>
                    <a:pt x="0" y="141798"/>
                  </a:lnTo>
                  <a:lnTo>
                    <a:pt x="0" y="94300"/>
                  </a:lnTo>
                  <a:lnTo>
                    <a:pt x="15812" y="94300"/>
                  </a:lnTo>
                  <a:close/>
                  <a:moveTo>
                    <a:pt x="15812" y="46929"/>
                  </a:moveTo>
                  <a:lnTo>
                    <a:pt x="0" y="46929"/>
                  </a:lnTo>
                  <a:lnTo>
                    <a:pt x="0" y="0"/>
                  </a:lnTo>
                  <a:lnTo>
                    <a:pt x="15812"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0" name="Picture Placeholder 78">
              <a:extLst>
                <a:ext uri="{FF2B5EF4-FFF2-40B4-BE49-F238E27FC236}">
                  <a16:creationId xmlns:a16="http://schemas.microsoft.com/office/drawing/2014/main" id="{E4102F17-0513-45A2-B5AC-433599159CEF}"/>
                </a:ext>
              </a:extLst>
            </p:cNvPr>
            <p:cNvSpPr/>
            <p:nvPr/>
          </p:nvSpPr>
          <p:spPr>
            <a:xfrm>
              <a:off x="4813014" y="4610042"/>
              <a:ext cx="273791" cy="273791"/>
            </a:xfrm>
            <a:custGeom>
              <a:avLst/>
              <a:gdLst>
                <a:gd name="connsiteX0" fmla="*/ 0 w 273791"/>
                <a:gd name="connsiteY0" fmla="*/ 0 h 273791"/>
                <a:gd name="connsiteX1" fmla="*/ 0 w 273791"/>
                <a:gd name="connsiteY1" fmla="*/ 113653 h 273791"/>
                <a:gd name="connsiteX2" fmla="*/ 15812 w 273791"/>
                <a:gd name="connsiteY2" fmla="*/ 113653 h 273791"/>
                <a:gd name="connsiteX3" fmla="*/ 15812 w 273791"/>
                <a:gd name="connsiteY3" fmla="*/ 15812 h 273791"/>
                <a:gd name="connsiteX4" fmla="*/ 257980 w 273791"/>
                <a:gd name="connsiteY4" fmla="*/ 15812 h 273791"/>
                <a:gd name="connsiteX5" fmla="*/ 257980 w 273791"/>
                <a:gd name="connsiteY5" fmla="*/ 257980 h 273791"/>
                <a:gd name="connsiteX6" fmla="*/ 15812 w 273791"/>
                <a:gd name="connsiteY6" fmla="*/ 257980 h 273791"/>
                <a:gd name="connsiteX7" fmla="*/ 15812 w 273791"/>
                <a:gd name="connsiteY7" fmla="*/ 160645 h 273791"/>
                <a:gd name="connsiteX8" fmla="*/ 0 w 273791"/>
                <a:gd name="connsiteY8" fmla="*/ 160645 h 273791"/>
                <a:gd name="connsiteX9" fmla="*/ 0 w 273791"/>
                <a:gd name="connsiteY9" fmla="*/ 273792 h 273791"/>
                <a:gd name="connsiteX10" fmla="*/ 273792 w 273791"/>
                <a:gd name="connsiteY10" fmla="*/ 273792 h 273791"/>
                <a:gd name="connsiteX11" fmla="*/ 273792 w 273791"/>
                <a:gd name="connsiteY11" fmla="*/ 0 h 273791"/>
                <a:gd name="connsiteX12" fmla="*/ 0 w 273791"/>
                <a:gd name="connsiteY12" fmla="*/ 0 h 273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3791" h="273791">
                  <a:moveTo>
                    <a:pt x="0" y="0"/>
                  </a:moveTo>
                  <a:lnTo>
                    <a:pt x="0" y="113653"/>
                  </a:lnTo>
                  <a:lnTo>
                    <a:pt x="15812" y="113653"/>
                  </a:lnTo>
                  <a:lnTo>
                    <a:pt x="15812" y="15812"/>
                  </a:lnTo>
                  <a:lnTo>
                    <a:pt x="257980" y="15812"/>
                  </a:lnTo>
                  <a:lnTo>
                    <a:pt x="257980" y="257980"/>
                  </a:lnTo>
                  <a:lnTo>
                    <a:pt x="15812" y="257980"/>
                  </a:lnTo>
                  <a:lnTo>
                    <a:pt x="15812" y="160645"/>
                  </a:lnTo>
                  <a:lnTo>
                    <a:pt x="0" y="160645"/>
                  </a:lnTo>
                  <a:lnTo>
                    <a:pt x="0" y="273792"/>
                  </a:lnTo>
                  <a:lnTo>
                    <a:pt x="273792" y="273792"/>
                  </a:lnTo>
                  <a:lnTo>
                    <a:pt x="273792" y="0"/>
                  </a:lnTo>
                  <a:lnTo>
                    <a:pt x="0"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 name="Picture Placeholder 78">
              <a:extLst>
                <a:ext uri="{FF2B5EF4-FFF2-40B4-BE49-F238E27FC236}">
                  <a16:creationId xmlns:a16="http://schemas.microsoft.com/office/drawing/2014/main" id="{D958D149-C745-4DFA-88E4-05CC2700C6A6}"/>
                </a:ext>
              </a:extLst>
            </p:cNvPr>
            <p:cNvSpPr/>
            <p:nvPr/>
          </p:nvSpPr>
          <p:spPr>
            <a:xfrm>
              <a:off x="4573122" y="4695741"/>
              <a:ext cx="426594" cy="102458"/>
            </a:xfrm>
            <a:custGeom>
              <a:avLst/>
              <a:gdLst>
                <a:gd name="connsiteX0" fmla="*/ 426594 w 426594"/>
                <a:gd name="connsiteY0" fmla="*/ 51229 h 102458"/>
                <a:gd name="connsiteX1" fmla="*/ 375428 w 426594"/>
                <a:gd name="connsiteY1" fmla="*/ 21630 h 102458"/>
                <a:gd name="connsiteX2" fmla="*/ 375428 w 426594"/>
                <a:gd name="connsiteY2" fmla="*/ 43324 h 102458"/>
                <a:gd name="connsiteX3" fmla="*/ 102459 w 426594"/>
                <a:gd name="connsiteY3" fmla="*/ 43324 h 102458"/>
                <a:gd name="connsiteX4" fmla="*/ 102459 w 426594"/>
                <a:gd name="connsiteY4" fmla="*/ 0 h 102458"/>
                <a:gd name="connsiteX5" fmla="*/ 0 w 426594"/>
                <a:gd name="connsiteY5" fmla="*/ 0 h 102458"/>
                <a:gd name="connsiteX6" fmla="*/ 0 w 426594"/>
                <a:gd name="connsiteY6" fmla="*/ 102459 h 102458"/>
                <a:gd name="connsiteX7" fmla="*/ 102459 w 426594"/>
                <a:gd name="connsiteY7" fmla="*/ 102459 h 102458"/>
                <a:gd name="connsiteX8" fmla="*/ 102459 w 426594"/>
                <a:gd name="connsiteY8" fmla="*/ 59135 h 102458"/>
                <a:gd name="connsiteX9" fmla="*/ 375428 w 426594"/>
                <a:gd name="connsiteY9" fmla="*/ 59135 h 102458"/>
                <a:gd name="connsiteX10" fmla="*/ 375428 w 426594"/>
                <a:gd name="connsiteY10" fmla="*/ 80765 h 102458"/>
                <a:gd name="connsiteX11" fmla="*/ 86710 w 426594"/>
                <a:gd name="connsiteY11" fmla="*/ 86647 h 102458"/>
                <a:gd name="connsiteX12" fmla="*/ 15812 w 426594"/>
                <a:gd name="connsiteY12" fmla="*/ 86647 h 102458"/>
                <a:gd name="connsiteX13" fmla="*/ 15812 w 426594"/>
                <a:gd name="connsiteY13" fmla="*/ 15812 h 102458"/>
                <a:gd name="connsiteX14" fmla="*/ 86710 w 426594"/>
                <a:gd name="connsiteY14" fmla="*/ 15812 h 102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6594" h="102458">
                  <a:moveTo>
                    <a:pt x="426594" y="51229"/>
                  </a:moveTo>
                  <a:lnTo>
                    <a:pt x="375428" y="21630"/>
                  </a:lnTo>
                  <a:lnTo>
                    <a:pt x="375428" y="43324"/>
                  </a:lnTo>
                  <a:lnTo>
                    <a:pt x="102459" y="43324"/>
                  </a:lnTo>
                  <a:lnTo>
                    <a:pt x="102459" y="0"/>
                  </a:lnTo>
                  <a:lnTo>
                    <a:pt x="0" y="0"/>
                  </a:lnTo>
                  <a:lnTo>
                    <a:pt x="0" y="102459"/>
                  </a:lnTo>
                  <a:lnTo>
                    <a:pt x="102459" y="102459"/>
                  </a:lnTo>
                  <a:lnTo>
                    <a:pt x="102459" y="59135"/>
                  </a:lnTo>
                  <a:lnTo>
                    <a:pt x="375428" y="59135"/>
                  </a:lnTo>
                  <a:lnTo>
                    <a:pt x="375428" y="80765"/>
                  </a:lnTo>
                  <a:close/>
                  <a:moveTo>
                    <a:pt x="86710" y="86647"/>
                  </a:moveTo>
                  <a:lnTo>
                    <a:pt x="15812" y="86647"/>
                  </a:lnTo>
                  <a:lnTo>
                    <a:pt x="15812" y="15812"/>
                  </a:lnTo>
                  <a:lnTo>
                    <a:pt x="86710" y="1581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Tree>
    <p:extLst>
      <p:ext uri="{BB962C8B-B14F-4D97-AF65-F5344CB8AC3E}">
        <p14:creationId xmlns:p14="http://schemas.microsoft.com/office/powerpoint/2010/main" val="2833133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71029-819C-1553-E821-147436AAF6FB}"/>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DF2CD28E-4ED6-1565-55A1-F83CB23649BA}"/>
              </a:ext>
            </a:extLst>
          </p:cNvPr>
          <p:cNvGraphicFramePr/>
          <p:nvPr/>
        </p:nvGraphicFramePr>
        <p:xfrm>
          <a:off x="2972983" y="678671"/>
          <a:ext cx="9080569" cy="58960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9DCBB222-F3C4-4E1C-9B2F-60CA6944214F}"/>
              </a:ext>
            </a:extLst>
          </p:cNvPr>
          <p:cNvSpPr txBox="1"/>
          <p:nvPr/>
        </p:nvSpPr>
        <p:spPr>
          <a:xfrm>
            <a:off x="6707758" y="327864"/>
            <a:ext cx="1611018" cy="307648"/>
          </a:xfrm>
          <a:prstGeom prst="rect">
            <a:avLst/>
          </a:prstGeom>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rPr>
              <a:t>Confidentiality</a:t>
            </a:r>
            <a:endParaRPr kumimoji="0" lang="en-US" sz="23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endParaRPr>
          </a:p>
        </p:txBody>
      </p:sp>
      <p:sp>
        <p:nvSpPr>
          <p:cNvPr id="4" name="TextBox 3">
            <a:extLst>
              <a:ext uri="{FF2B5EF4-FFF2-40B4-BE49-F238E27FC236}">
                <a16:creationId xmlns:a16="http://schemas.microsoft.com/office/drawing/2014/main" id="{3F65FE35-D9DB-B6BE-14EB-B077407DC31E}"/>
              </a:ext>
            </a:extLst>
          </p:cNvPr>
          <p:cNvSpPr txBox="1"/>
          <p:nvPr/>
        </p:nvSpPr>
        <p:spPr>
          <a:xfrm>
            <a:off x="3415398" y="5494909"/>
            <a:ext cx="910506" cy="307648"/>
          </a:xfrm>
          <a:prstGeom prst="rect">
            <a:avLst/>
          </a:prstGeom>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rPr>
              <a:t>Integrity</a:t>
            </a:r>
            <a:endParaRPr kumimoji="0" lang="en-US" sz="23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endParaRPr>
          </a:p>
        </p:txBody>
      </p:sp>
      <p:sp>
        <p:nvSpPr>
          <p:cNvPr id="5" name="TextBox 4">
            <a:extLst>
              <a:ext uri="{FF2B5EF4-FFF2-40B4-BE49-F238E27FC236}">
                <a16:creationId xmlns:a16="http://schemas.microsoft.com/office/drawing/2014/main" id="{6B46DCC8-72B4-D9C5-7FA3-8F8E3A318420}"/>
              </a:ext>
            </a:extLst>
          </p:cNvPr>
          <p:cNvSpPr txBox="1"/>
          <p:nvPr/>
        </p:nvSpPr>
        <p:spPr>
          <a:xfrm>
            <a:off x="10564672" y="5494909"/>
            <a:ext cx="1210460" cy="307648"/>
          </a:xfrm>
          <a:prstGeom prst="rect">
            <a:avLst/>
          </a:prstGeom>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rPr>
              <a:t>Availability</a:t>
            </a:r>
          </a:p>
        </p:txBody>
      </p:sp>
      <p:sp>
        <p:nvSpPr>
          <p:cNvPr id="6" name="TextBox 5">
            <a:extLst>
              <a:ext uri="{FF2B5EF4-FFF2-40B4-BE49-F238E27FC236}">
                <a16:creationId xmlns:a16="http://schemas.microsoft.com/office/drawing/2014/main" id="{73804E93-939D-CFA7-6508-435C30DC7910}"/>
              </a:ext>
            </a:extLst>
          </p:cNvPr>
          <p:cNvSpPr txBox="1"/>
          <p:nvPr/>
        </p:nvSpPr>
        <p:spPr>
          <a:xfrm>
            <a:off x="9655736" y="5417984"/>
            <a:ext cx="497768" cy="153848"/>
          </a:xfrm>
          <a:prstGeom prst="rect">
            <a:avLst/>
          </a:prstGeom>
        </p:spPr>
        <p:txBody>
          <a:bodyPr wrap="squar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HCX</a:t>
            </a:r>
          </a:p>
        </p:txBody>
      </p:sp>
      <p:sp>
        <p:nvSpPr>
          <p:cNvPr id="7" name="TextBox 6">
            <a:extLst>
              <a:ext uri="{FF2B5EF4-FFF2-40B4-BE49-F238E27FC236}">
                <a16:creationId xmlns:a16="http://schemas.microsoft.com/office/drawing/2014/main" id="{A9F7B741-3C1C-6B8D-7BCA-74F8AEB49345}"/>
              </a:ext>
            </a:extLst>
          </p:cNvPr>
          <p:cNvSpPr txBox="1"/>
          <p:nvPr/>
        </p:nvSpPr>
        <p:spPr>
          <a:xfrm>
            <a:off x="5265591" y="5376976"/>
            <a:ext cx="452047"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Audit</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Logging</a:t>
            </a:r>
          </a:p>
        </p:txBody>
      </p:sp>
      <p:sp>
        <p:nvSpPr>
          <p:cNvPr id="9" name="TextBox 8">
            <a:extLst>
              <a:ext uri="{FF2B5EF4-FFF2-40B4-BE49-F238E27FC236}">
                <a16:creationId xmlns:a16="http://schemas.microsoft.com/office/drawing/2014/main" id="{F7940B52-8FA4-99B2-DF51-1F002EF9C3FB}"/>
              </a:ext>
            </a:extLst>
          </p:cNvPr>
          <p:cNvSpPr txBox="1"/>
          <p:nvPr/>
        </p:nvSpPr>
        <p:spPr>
          <a:xfrm>
            <a:off x="7307281" y="4849703"/>
            <a:ext cx="411972"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Skyline</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Health</a:t>
            </a:r>
          </a:p>
        </p:txBody>
      </p:sp>
      <p:sp>
        <p:nvSpPr>
          <p:cNvPr id="10" name="TextBox 9">
            <a:extLst>
              <a:ext uri="{FF2B5EF4-FFF2-40B4-BE49-F238E27FC236}">
                <a16:creationId xmlns:a16="http://schemas.microsoft.com/office/drawing/2014/main" id="{2A306C4E-F36B-061B-B8A0-02EB96902DBD}"/>
              </a:ext>
            </a:extLst>
          </p:cNvPr>
          <p:cNvSpPr txBox="1"/>
          <p:nvPr/>
        </p:nvSpPr>
        <p:spPr>
          <a:xfrm>
            <a:off x="6395363" y="3619791"/>
            <a:ext cx="78226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TPM &amp; vTPM</a:t>
            </a:r>
          </a:p>
        </p:txBody>
      </p:sp>
      <p:sp>
        <p:nvSpPr>
          <p:cNvPr id="11" name="TextBox 10">
            <a:extLst>
              <a:ext uri="{FF2B5EF4-FFF2-40B4-BE49-F238E27FC236}">
                <a16:creationId xmlns:a16="http://schemas.microsoft.com/office/drawing/2014/main" id="{8A5106E6-A542-80A9-6CA6-E937830C891B}"/>
              </a:ext>
            </a:extLst>
          </p:cNvPr>
          <p:cNvSpPr txBox="1"/>
          <p:nvPr/>
        </p:nvSpPr>
        <p:spPr>
          <a:xfrm>
            <a:off x="6762950" y="1240882"/>
            <a:ext cx="113492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Virtualization-Based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Security</a:t>
            </a:r>
          </a:p>
        </p:txBody>
      </p:sp>
      <p:sp>
        <p:nvSpPr>
          <p:cNvPr id="13" name="TextBox 12">
            <a:extLst>
              <a:ext uri="{FF2B5EF4-FFF2-40B4-BE49-F238E27FC236}">
                <a16:creationId xmlns:a16="http://schemas.microsoft.com/office/drawing/2014/main" id="{BCC3CA17-F6F3-EB50-3D06-60CAAD8AA405}"/>
              </a:ext>
            </a:extLst>
          </p:cNvPr>
          <p:cNvSpPr txBox="1"/>
          <p:nvPr/>
        </p:nvSpPr>
        <p:spPr>
          <a:xfrm>
            <a:off x="5198959" y="3619385"/>
            <a:ext cx="700513"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Secure Boot</a:t>
            </a:r>
          </a:p>
        </p:txBody>
      </p:sp>
      <p:sp>
        <p:nvSpPr>
          <p:cNvPr id="14" name="TextBox 13">
            <a:extLst>
              <a:ext uri="{FF2B5EF4-FFF2-40B4-BE49-F238E27FC236}">
                <a16:creationId xmlns:a16="http://schemas.microsoft.com/office/drawing/2014/main" id="{67BF9A93-D61E-D936-4300-F7405ED5101E}"/>
              </a:ext>
            </a:extLst>
          </p:cNvPr>
          <p:cNvSpPr txBox="1"/>
          <p:nvPr/>
        </p:nvSpPr>
        <p:spPr>
          <a:xfrm>
            <a:off x="7111659" y="944753"/>
            <a:ext cx="83035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 Encryption</a:t>
            </a:r>
          </a:p>
        </p:txBody>
      </p:sp>
      <p:sp>
        <p:nvSpPr>
          <p:cNvPr id="15" name="TextBox 14">
            <a:extLst>
              <a:ext uri="{FF2B5EF4-FFF2-40B4-BE49-F238E27FC236}">
                <a16:creationId xmlns:a16="http://schemas.microsoft.com/office/drawing/2014/main" id="{27CC69AB-FA3E-3E7C-6A4B-03E0273F607B}"/>
              </a:ext>
            </a:extLst>
          </p:cNvPr>
          <p:cNvSpPr txBox="1"/>
          <p:nvPr/>
        </p:nvSpPr>
        <p:spPr>
          <a:xfrm>
            <a:off x="6264242" y="2462861"/>
            <a:ext cx="61715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Native Key</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Provider</a:t>
            </a:r>
          </a:p>
        </p:txBody>
      </p:sp>
      <p:sp>
        <p:nvSpPr>
          <p:cNvPr id="16" name="TextBox 15">
            <a:extLst>
              <a:ext uri="{FF2B5EF4-FFF2-40B4-BE49-F238E27FC236}">
                <a16:creationId xmlns:a16="http://schemas.microsoft.com/office/drawing/2014/main" id="{E566ED5F-C975-2C21-A411-FB76ED46493D}"/>
              </a:ext>
            </a:extLst>
          </p:cNvPr>
          <p:cNvSpPr txBox="1"/>
          <p:nvPr/>
        </p:nvSpPr>
        <p:spPr>
          <a:xfrm>
            <a:off x="8490726" y="4228752"/>
            <a:ext cx="907300"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vSAN Stretched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Clusters</a:t>
            </a:r>
          </a:p>
        </p:txBody>
      </p:sp>
      <p:sp>
        <p:nvSpPr>
          <p:cNvPr id="17" name="TextBox 16">
            <a:extLst>
              <a:ext uri="{FF2B5EF4-FFF2-40B4-BE49-F238E27FC236}">
                <a16:creationId xmlns:a16="http://schemas.microsoft.com/office/drawing/2014/main" id="{46898184-B31C-ADC1-766C-A221B5CF5D25}"/>
              </a:ext>
            </a:extLst>
          </p:cNvPr>
          <p:cNvSpPr txBox="1"/>
          <p:nvPr/>
        </p:nvSpPr>
        <p:spPr>
          <a:xfrm>
            <a:off x="7963757" y="5392898"/>
            <a:ext cx="60433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High</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Availability</a:t>
            </a:r>
          </a:p>
        </p:txBody>
      </p:sp>
      <p:sp>
        <p:nvSpPr>
          <p:cNvPr id="18" name="TextBox 17">
            <a:extLst>
              <a:ext uri="{FF2B5EF4-FFF2-40B4-BE49-F238E27FC236}">
                <a16:creationId xmlns:a16="http://schemas.microsoft.com/office/drawing/2014/main" id="{DF5E5112-797D-AB13-E856-6D9A5CF4D601}"/>
              </a:ext>
            </a:extLst>
          </p:cNvPr>
          <p:cNvSpPr txBox="1"/>
          <p:nvPr/>
        </p:nvSpPr>
        <p:spPr>
          <a:xfrm>
            <a:off x="9426049" y="3479147"/>
            <a:ext cx="270908"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DRS</a:t>
            </a:r>
          </a:p>
        </p:txBody>
      </p:sp>
      <p:sp>
        <p:nvSpPr>
          <p:cNvPr id="19" name="TextBox 18">
            <a:extLst>
              <a:ext uri="{FF2B5EF4-FFF2-40B4-BE49-F238E27FC236}">
                <a16:creationId xmlns:a16="http://schemas.microsoft.com/office/drawing/2014/main" id="{8599AE0A-2048-3F31-4187-9AF2DBD3BFE5}"/>
              </a:ext>
            </a:extLst>
          </p:cNvPr>
          <p:cNvSpPr txBox="1"/>
          <p:nvPr/>
        </p:nvSpPr>
        <p:spPr>
          <a:xfrm>
            <a:off x="9689224" y="4513957"/>
            <a:ext cx="56746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Fault</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Tolerance</a:t>
            </a:r>
          </a:p>
        </p:txBody>
      </p:sp>
      <p:sp>
        <p:nvSpPr>
          <p:cNvPr id="20" name="TextBox 19">
            <a:extLst>
              <a:ext uri="{FF2B5EF4-FFF2-40B4-BE49-F238E27FC236}">
                <a16:creationId xmlns:a16="http://schemas.microsoft.com/office/drawing/2014/main" id="{0EF164DF-9D79-741D-97D0-C092B6EE9E9B}"/>
              </a:ext>
            </a:extLst>
          </p:cNvPr>
          <p:cNvSpPr txBox="1"/>
          <p:nvPr/>
        </p:nvSpPr>
        <p:spPr>
          <a:xfrm>
            <a:off x="7228175" y="4464063"/>
            <a:ext cx="60112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Snapshots</a:t>
            </a:r>
          </a:p>
        </p:txBody>
      </p:sp>
      <p:sp>
        <p:nvSpPr>
          <p:cNvPr id="21" name="TextBox 20">
            <a:extLst>
              <a:ext uri="{FF2B5EF4-FFF2-40B4-BE49-F238E27FC236}">
                <a16:creationId xmlns:a16="http://schemas.microsoft.com/office/drawing/2014/main" id="{E8C034AA-E304-E5F7-E8A3-FB05487A573C}"/>
              </a:ext>
            </a:extLst>
          </p:cNvPr>
          <p:cNvSpPr txBox="1"/>
          <p:nvPr/>
        </p:nvSpPr>
        <p:spPr>
          <a:xfrm>
            <a:off x="8276024" y="3135172"/>
            <a:ext cx="573875"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Encrypted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vMotion</a:t>
            </a:r>
          </a:p>
        </p:txBody>
      </p:sp>
      <p:sp>
        <p:nvSpPr>
          <p:cNvPr id="22" name="TextBox 21">
            <a:extLst>
              <a:ext uri="{FF2B5EF4-FFF2-40B4-BE49-F238E27FC236}">
                <a16:creationId xmlns:a16="http://schemas.microsoft.com/office/drawing/2014/main" id="{A60D4E92-E45C-CB2B-D63B-22A3736665A8}"/>
              </a:ext>
            </a:extLst>
          </p:cNvPr>
          <p:cNvSpPr txBox="1"/>
          <p:nvPr/>
        </p:nvSpPr>
        <p:spPr>
          <a:xfrm>
            <a:off x="5991761" y="4036644"/>
            <a:ext cx="50334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Lifecycle</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Manager</a:t>
            </a:r>
          </a:p>
        </p:txBody>
      </p:sp>
      <p:sp>
        <p:nvSpPr>
          <p:cNvPr id="23" name="TextBox 22">
            <a:extLst>
              <a:ext uri="{FF2B5EF4-FFF2-40B4-BE49-F238E27FC236}">
                <a16:creationId xmlns:a16="http://schemas.microsoft.com/office/drawing/2014/main" id="{105206C9-4A84-9D81-CA9B-2852B18BA559}"/>
              </a:ext>
            </a:extLst>
          </p:cNvPr>
          <p:cNvSpPr txBox="1"/>
          <p:nvPr/>
        </p:nvSpPr>
        <p:spPr>
          <a:xfrm>
            <a:off x="9123760" y="4788835"/>
            <a:ext cx="267702"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EVC</a:t>
            </a:r>
          </a:p>
        </p:txBody>
      </p:sp>
      <p:sp>
        <p:nvSpPr>
          <p:cNvPr id="24" name="TextBox 23">
            <a:extLst>
              <a:ext uri="{FF2B5EF4-FFF2-40B4-BE49-F238E27FC236}">
                <a16:creationId xmlns:a16="http://schemas.microsoft.com/office/drawing/2014/main" id="{4947F80D-DA2F-B836-D959-FC1F2A50441A}"/>
              </a:ext>
            </a:extLst>
          </p:cNvPr>
          <p:cNvSpPr txBox="1"/>
          <p:nvPr/>
        </p:nvSpPr>
        <p:spPr>
          <a:xfrm>
            <a:off x="6368080" y="5520507"/>
            <a:ext cx="674864"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NIAP/CC</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Certification</a:t>
            </a:r>
          </a:p>
        </p:txBody>
      </p:sp>
      <p:sp>
        <p:nvSpPr>
          <p:cNvPr id="25" name="TextBox 24">
            <a:extLst>
              <a:ext uri="{FF2B5EF4-FFF2-40B4-BE49-F238E27FC236}">
                <a16:creationId xmlns:a16="http://schemas.microsoft.com/office/drawing/2014/main" id="{3EA74AA3-BE52-DA45-C753-A4881346BD99}"/>
              </a:ext>
            </a:extLst>
          </p:cNvPr>
          <p:cNvSpPr txBox="1"/>
          <p:nvPr/>
        </p:nvSpPr>
        <p:spPr>
          <a:xfrm>
            <a:off x="7796164" y="1571935"/>
            <a:ext cx="100187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CPU Vulnerability</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Mitigations</a:t>
            </a:r>
          </a:p>
        </p:txBody>
      </p:sp>
      <p:sp>
        <p:nvSpPr>
          <p:cNvPr id="29" name="TextBox 28">
            <a:extLst>
              <a:ext uri="{FF2B5EF4-FFF2-40B4-BE49-F238E27FC236}">
                <a16:creationId xmlns:a16="http://schemas.microsoft.com/office/drawing/2014/main" id="{FAD967B9-6BD7-399F-940D-941F6F4439BF}"/>
              </a:ext>
            </a:extLst>
          </p:cNvPr>
          <p:cNvSpPr txBox="1"/>
          <p:nvPr/>
        </p:nvSpPr>
        <p:spPr>
          <a:xfrm>
            <a:off x="7413170" y="2511666"/>
            <a:ext cx="657231"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FIPS 140-</a:t>
            </a:r>
            <a:r>
              <a:rPr lang="en-US" sz="1000" noProof="0" dirty="0">
                <a:solidFill>
                  <a:srgbClr val="F2F2F2">
                    <a:lumMod val="10000"/>
                  </a:srgbClr>
                </a:solidFill>
                <a:latin typeface="Arial" panose="020B0604020202020204" pitchFamily="34" charset="0"/>
              </a:rPr>
              <a:t>3</a:t>
            </a:r>
            <a:endPar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endParaRPr>
          </a:p>
        </p:txBody>
      </p:sp>
      <p:sp>
        <p:nvSpPr>
          <p:cNvPr id="30" name="TextBox 29">
            <a:extLst>
              <a:ext uri="{FF2B5EF4-FFF2-40B4-BE49-F238E27FC236}">
                <a16:creationId xmlns:a16="http://schemas.microsoft.com/office/drawing/2014/main" id="{CB31B32E-0718-8277-8F87-B5E2CCD7BED1}"/>
              </a:ext>
            </a:extLst>
          </p:cNvPr>
          <p:cNvSpPr txBox="1"/>
          <p:nvPr/>
        </p:nvSpPr>
        <p:spPr>
          <a:xfrm>
            <a:off x="7938741" y="3608172"/>
            <a:ext cx="474489"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NSX/</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err="1">
                <a:ln>
                  <a:noFill/>
                </a:ln>
                <a:solidFill>
                  <a:srgbClr val="F2F2F2">
                    <a:lumMod val="10000"/>
                  </a:srgbClr>
                </a:solidFill>
                <a:effectLst/>
                <a:uLnTx/>
                <a:uFillTx/>
                <a:latin typeface="Arial" panose="020B0604020202020204" pitchFamily="34" charset="0"/>
                <a:ea typeface="+mn-ea"/>
                <a:cs typeface="+mn-cs"/>
              </a:rPr>
              <a:t>vDefend</a:t>
            </a:r>
            <a:endPar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endParaRPr>
          </a:p>
        </p:txBody>
      </p:sp>
      <p:sp>
        <p:nvSpPr>
          <p:cNvPr id="31" name="TextBox 30">
            <a:extLst>
              <a:ext uri="{FF2B5EF4-FFF2-40B4-BE49-F238E27FC236}">
                <a16:creationId xmlns:a16="http://schemas.microsoft.com/office/drawing/2014/main" id="{17092322-49D8-97C3-43C3-AC592847B72A}"/>
              </a:ext>
            </a:extLst>
          </p:cNvPr>
          <p:cNvSpPr txBox="1"/>
          <p:nvPr/>
        </p:nvSpPr>
        <p:spPr>
          <a:xfrm>
            <a:off x="4872847" y="4822910"/>
            <a:ext cx="60112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Host</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Attestation</a:t>
            </a:r>
          </a:p>
        </p:txBody>
      </p:sp>
      <p:sp>
        <p:nvSpPr>
          <p:cNvPr id="32" name="TextBox 31">
            <a:extLst>
              <a:ext uri="{FF2B5EF4-FFF2-40B4-BE49-F238E27FC236}">
                <a16:creationId xmlns:a16="http://schemas.microsoft.com/office/drawing/2014/main" id="{1B36ED5A-EAE2-9DE7-58AA-07EAB3A31026}"/>
              </a:ext>
            </a:extLst>
          </p:cNvPr>
          <p:cNvSpPr txBox="1"/>
          <p:nvPr/>
        </p:nvSpPr>
        <p:spPr>
          <a:xfrm>
            <a:off x="7111092" y="2774022"/>
            <a:ext cx="75822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Encrypted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Configuration</a:t>
            </a:r>
          </a:p>
        </p:txBody>
      </p:sp>
      <p:sp>
        <p:nvSpPr>
          <p:cNvPr id="33" name="TextBox 32">
            <a:extLst>
              <a:ext uri="{FF2B5EF4-FFF2-40B4-BE49-F238E27FC236}">
                <a16:creationId xmlns:a16="http://schemas.microsoft.com/office/drawing/2014/main" id="{018C9629-0C29-EDB5-37C0-4020586F2C12}"/>
              </a:ext>
            </a:extLst>
          </p:cNvPr>
          <p:cNvSpPr txBox="1"/>
          <p:nvPr/>
        </p:nvSpPr>
        <p:spPr>
          <a:xfrm>
            <a:off x="8407005" y="2464658"/>
            <a:ext cx="602729"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vSAN</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Encryption</a:t>
            </a:r>
          </a:p>
        </p:txBody>
      </p:sp>
      <p:sp>
        <p:nvSpPr>
          <p:cNvPr id="34" name="TextBox 33">
            <a:extLst>
              <a:ext uri="{FF2B5EF4-FFF2-40B4-BE49-F238E27FC236}">
                <a16:creationId xmlns:a16="http://schemas.microsoft.com/office/drawing/2014/main" id="{3FD49CB2-6E1C-ECD2-0335-AFE5C1E7EAE2}"/>
              </a:ext>
            </a:extLst>
          </p:cNvPr>
          <p:cNvSpPr txBox="1"/>
          <p:nvPr/>
        </p:nvSpPr>
        <p:spPr>
          <a:xfrm>
            <a:off x="8208706" y="4652354"/>
            <a:ext cx="660437"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vCenter HA</a:t>
            </a:r>
          </a:p>
        </p:txBody>
      </p:sp>
      <p:sp>
        <p:nvSpPr>
          <p:cNvPr id="35" name="TextBox 34">
            <a:extLst>
              <a:ext uri="{FF2B5EF4-FFF2-40B4-BE49-F238E27FC236}">
                <a16:creationId xmlns:a16="http://schemas.microsoft.com/office/drawing/2014/main" id="{5E74EE82-4371-8DCD-B4D5-B7E670365A82}"/>
              </a:ext>
            </a:extLst>
          </p:cNvPr>
          <p:cNvSpPr txBox="1"/>
          <p:nvPr/>
        </p:nvSpPr>
        <p:spPr>
          <a:xfrm>
            <a:off x="5518891" y="6005044"/>
            <a:ext cx="121988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Configuration Profiles</a:t>
            </a:r>
          </a:p>
        </p:txBody>
      </p:sp>
      <p:sp>
        <p:nvSpPr>
          <p:cNvPr id="36" name="TextBox 35">
            <a:extLst>
              <a:ext uri="{FF2B5EF4-FFF2-40B4-BE49-F238E27FC236}">
                <a16:creationId xmlns:a16="http://schemas.microsoft.com/office/drawing/2014/main" id="{AF388CB0-AAE5-F123-AD0A-A1A2A41F716F}"/>
              </a:ext>
            </a:extLst>
          </p:cNvPr>
          <p:cNvSpPr txBox="1"/>
          <p:nvPr/>
        </p:nvSpPr>
        <p:spPr>
          <a:xfrm>
            <a:off x="9902979" y="3968257"/>
            <a:ext cx="31258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SIOC</a:t>
            </a:r>
          </a:p>
        </p:txBody>
      </p:sp>
      <p:sp>
        <p:nvSpPr>
          <p:cNvPr id="37" name="TextBox 36">
            <a:extLst>
              <a:ext uri="{FF2B5EF4-FFF2-40B4-BE49-F238E27FC236}">
                <a16:creationId xmlns:a16="http://schemas.microsoft.com/office/drawing/2014/main" id="{7C168685-21FF-2360-8D24-E5438643C762}"/>
              </a:ext>
            </a:extLst>
          </p:cNvPr>
          <p:cNvSpPr txBox="1"/>
          <p:nvPr/>
        </p:nvSpPr>
        <p:spPr>
          <a:xfrm>
            <a:off x="9737953" y="5080475"/>
            <a:ext cx="333338" cy="15384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NIOC</a:t>
            </a:r>
          </a:p>
        </p:txBody>
      </p:sp>
      <p:sp>
        <p:nvSpPr>
          <p:cNvPr id="38" name="TextBox 37">
            <a:extLst>
              <a:ext uri="{FF2B5EF4-FFF2-40B4-BE49-F238E27FC236}">
                <a16:creationId xmlns:a16="http://schemas.microsoft.com/office/drawing/2014/main" id="{A9A3C8A7-684F-E70A-B3FD-C8840E893C8E}"/>
              </a:ext>
            </a:extLst>
          </p:cNvPr>
          <p:cNvSpPr txBox="1"/>
          <p:nvPr/>
        </p:nvSpPr>
        <p:spPr>
          <a:xfrm>
            <a:off x="4667685" y="4439843"/>
            <a:ext cx="764633"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Code Signing</a:t>
            </a:r>
          </a:p>
        </p:txBody>
      </p:sp>
      <p:sp>
        <p:nvSpPr>
          <p:cNvPr id="39" name="TextBox 38">
            <a:extLst>
              <a:ext uri="{FF2B5EF4-FFF2-40B4-BE49-F238E27FC236}">
                <a16:creationId xmlns:a16="http://schemas.microsoft.com/office/drawing/2014/main" id="{DB1BC4BB-90C2-A0A0-2F4A-4BE548A37690}"/>
              </a:ext>
            </a:extLst>
          </p:cNvPr>
          <p:cNvSpPr txBox="1"/>
          <p:nvPr/>
        </p:nvSpPr>
        <p:spPr>
          <a:xfrm>
            <a:off x="8288304" y="4968258"/>
            <a:ext cx="447237"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vMotion</a:t>
            </a:r>
          </a:p>
        </p:txBody>
      </p:sp>
      <p:sp>
        <p:nvSpPr>
          <p:cNvPr id="40" name="TextBox 39">
            <a:extLst>
              <a:ext uri="{FF2B5EF4-FFF2-40B4-BE49-F238E27FC236}">
                <a16:creationId xmlns:a16="http://schemas.microsoft.com/office/drawing/2014/main" id="{03DF07FA-E230-D6FD-9F6F-AA67628F33D6}"/>
              </a:ext>
            </a:extLst>
          </p:cNvPr>
          <p:cNvSpPr txBox="1"/>
          <p:nvPr/>
        </p:nvSpPr>
        <p:spPr>
          <a:xfrm>
            <a:off x="6037551" y="5104550"/>
            <a:ext cx="72936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 Sandbox</a:t>
            </a:r>
          </a:p>
        </p:txBody>
      </p:sp>
      <p:sp>
        <p:nvSpPr>
          <p:cNvPr id="41" name="TextBox 40">
            <a:extLst>
              <a:ext uri="{FF2B5EF4-FFF2-40B4-BE49-F238E27FC236}">
                <a16:creationId xmlns:a16="http://schemas.microsoft.com/office/drawing/2014/main" id="{D0FEC751-BAF8-CDEE-B1E6-96868AB21721}"/>
              </a:ext>
            </a:extLst>
          </p:cNvPr>
          <p:cNvSpPr txBox="1"/>
          <p:nvPr/>
        </p:nvSpPr>
        <p:spPr>
          <a:xfrm>
            <a:off x="6227504" y="1508824"/>
            <a:ext cx="33342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Intel</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err="1">
                <a:ln>
                  <a:noFill/>
                </a:ln>
                <a:solidFill>
                  <a:srgbClr val="F2F2F2">
                    <a:lumMod val="10000"/>
                  </a:srgbClr>
                </a:solidFill>
                <a:effectLst/>
                <a:uLnTx/>
                <a:uFillTx/>
                <a:latin typeface="Arial" panose="020B0604020202020204" pitchFamily="34" charset="0"/>
                <a:ea typeface="+mn-ea"/>
                <a:cs typeface="+mn-cs"/>
              </a:rPr>
              <a:t>vSGX</a:t>
            </a:r>
            <a:endPar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endParaRPr>
          </a:p>
        </p:txBody>
      </p:sp>
      <p:sp>
        <p:nvSpPr>
          <p:cNvPr id="43" name="TextBox 42">
            <a:extLst>
              <a:ext uri="{FF2B5EF4-FFF2-40B4-BE49-F238E27FC236}">
                <a16:creationId xmlns:a16="http://schemas.microsoft.com/office/drawing/2014/main" id="{091C6393-B3AD-E1D7-699E-4AEB0B5A4897}"/>
              </a:ext>
            </a:extLst>
          </p:cNvPr>
          <p:cNvSpPr txBox="1"/>
          <p:nvPr/>
        </p:nvSpPr>
        <p:spPr>
          <a:xfrm>
            <a:off x="5970914" y="2027758"/>
            <a:ext cx="60914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Identity</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Federation</a:t>
            </a:r>
          </a:p>
        </p:txBody>
      </p:sp>
      <p:sp>
        <p:nvSpPr>
          <p:cNvPr id="42" name="TextBox 41">
            <a:extLst>
              <a:ext uri="{FF2B5EF4-FFF2-40B4-BE49-F238E27FC236}">
                <a16:creationId xmlns:a16="http://schemas.microsoft.com/office/drawing/2014/main" id="{C426A9FE-F624-64F2-F2D4-B9E55AFC1388}"/>
              </a:ext>
            </a:extLst>
          </p:cNvPr>
          <p:cNvSpPr txBox="1"/>
          <p:nvPr/>
        </p:nvSpPr>
        <p:spPr>
          <a:xfrm>
            <a:off x="8172036" y="2028036"/>
            <a:ext cx="87363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Distributed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Switch Security</a:t>
            </a:r>
          </a:p>
        </p:txBody>
      </p:sp>
      <p:sp>
        <p:nvSpPr>
          <p:cNvPr id="44" name="TextBox 43">
            <a:extLst>
              <a:ext uri="{FF2B5EF4-FFF2-40B4-BE49-F238E27FC236}">
                <a16:creationId xmlns:a16="http://schemas.microsoft.com/office/drawing/2014/main" id="{22DA97CF-64E1-E82C-480D-A4E8A675A088}"/>
              </a:ext>
            </a:extLst>
          </p:cNvPr>
          <p:cNvSpPr txBox="1"/>
          <p:nvPr/>
        </p:nvSpPr>
        <p:spPr>
          <a:xfrm>
            <a:off x="6756738" y="1818322"/>
            <a:ext cx="819135"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AMD SEV-ES</a:t>
            </a:r>
          </a:p>
        </p:txBody>
      </p:sp>
      <p:sp>
        <p:nvSpPr>
          <p:cNvPr id="45" name="TextBox 44">
            <a:extLst>
              <a:ext uri="{FF2B5EF4-FFF2-40B4-BE49-F238E27FC236}">
                <a16:creationId xmlns:a16="http://schemas.microsoft.com/office/drawing/2014/main" id="{7CEBD2C2-CF62-A783-94A4-A4113DF96EFC}"/>
              </a:ext>
            </a:extLst>
          </p:cNvPr>
          <p:cNvSpPr txBox="1"/>
          <p:nvPr/>
        </p:nvSpPr>
        <p:spPr>
          <a:xfrm>
            <a:off x="8903412" y="3772180"/>
            <a:ext cx="766235"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Network</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Health Check</a:t>
            </a:r>
          </a:p>
        </p:txBody>
      </p:sp>
      <p:sp>
        <p:nvSpPr>
          <p:cNvPr id="46" name="TextBox 45">
            <a:extLst>
              <a:ext uri="{FF2B5EF4-FFF2-40B4-BE49-F238E27FC236}">
                <a16:creationId xmlns:a16="http://schemas.microsoft.com/office/drawing/2014/main" id="{3ED49200-711C-9767-6789-6C1C29E7E89A}"/>
              </a:ext>
            </a:extLst>
          </p:cNvPr>
          <p:cNvSpPr txBox="1"/>
          <p:nvPr/>
        </p:nvSpPr>
        <p:spPr>
          <a:xfrm>
            <a:off x="5904937" y="4534704"/>
            <a:ext cx="54021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Live</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Recovery</a:t>
            </a:r>
          </a:p>
        </p:txBody>
      </p:sp>
      <p:sp>
        <p:nvSpPr>
          <p:cNvPr id="47" name="TextBox 46">
            <a:extLst>
              <a:ext uri="{FF2B5EF4-FFF2-40B4-BE49-F238E27FC236}">
                <a16:creationId xmlns:a16="http://schemas.microsoft.com/office/drawing/2014/main" id="{C1DC7E21-5203-CEAD-9B01-AC5E9CFEB6A5}"/>
              </a:ext>
            </a:extLst>
          </p:cNvPr>
          <p:cNvSpPr txBox="1"/>
          <p:nvPr/>
        </p:nvSpPr>
        <p:spPr>
          <a:xfrm>
            <a:off x="4931240" y="4013599"/>
            <a:ext cx="678071"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NTP &amp; PTP</a:t>
            </a:r>
          </a:p>
        </p:txBody>
      </p:sp>
      <p:sp>
        <p:nvSpPr>
          <p:cNvPr id="49" name="TextBox 48">
            <a:extLst>
              <a:ext uri="{FF2B5EF4-FFF2-40B4-BE49-F238E27FC236}">
                <a16:creationId xmlns:a16="http://schemas.microsoft.com/office/drawing/2014/main" id="{D3B8DA20-7F70-9790-DD9E-F5C15D1892D7}"/>
              </a:ext>
            </a:extLst>
          </p:cNvPr>
          <p:cNvSpPr txBox="1"/>
          <p:nvPr/>
        </p:nvSpPr>
        <p:spPr>
          <a:xfrm>
            <a:off x="6925802" y="2087856"/>
            <a:ext cx="90890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vSAN Transport</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Encryption</a:t>
            </a:r>
          </a:p>
        </p:txBody>
      </p:sp>
      <p:sp>
        <p:nvSpPr>
          <p:cNvPr id="52" name="TextBox 51">
            <a:extLst>
              <a:ext uri="{FF2B5EF4-FFF2-40B4-BE49-F238E27FC236}">
                <a16:creationId xmlns:a16="http://schemas.microsoft.com/office/drawing/2014/main" id="{01A45BFD-DBEC-25A6-A4CF-54B4CFCCBC4E}"/>
              </a:ext>
            </a:extLst>
          </p:cNvPr>
          <p:cNvSpPr txBox="1"/>
          <p:nvPr/>
        </p:nvSpPr>
        <p:spPr>
          <a:xfrm>
            <a:off x="8373239" y="5860252"/>
            <a:ext cx="447237"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Storage</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vMotion</a:t>
            </a:r>
          </a:p>
        </p:txBody>
      </p:sp>
      <p:sp>
        <p:nvSpPr>
          <p:cNvPr id="54" name="TextBox 53">
            <a:extLst>
              <a:ext uri="{FF2B5EF4-FFF2-40B4-BE49-F238E27FC236}">
                <a16:creationId xmlns:a16="http://schemas.microsoft.com/office/drawing/2014/main" id="{DB8BB531-25F3-52C4-2984-C5BBEB00ACAF}"/>
              </a:ext>
            </a:extLst>
          </p:cNvPr>
          <p:cNvSpPr txBox="1"/>
          <p:nvPr/>
        </p:nvSpPr>
        <p:spPr>
          <a:xfrm>
            <a:off x="9019724" y="5736286"/>
            <a:ext cx="81753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Cross vCenter</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vMotion</a:t>
            </a:r>
          </a:p>
        </p:txBody>
      </p:sp>
      <p:sp>
        <p:nvSpPr>
          <p:cNvPr id="55" name="TextBox 54">
            <a:extLst>
              <a:ext uri="{FF2B5EF4-FFF2-40B4-BE49-F238E27FC236}">
                <a16:creationId xmlns:a16="http://schemas.microsoft.com/office/drawing/2014/main" id="{4EA58465-65CA-58B2-916E-144402B6A994}"/>
              </a:ext>
            </a:extLst>
          </p:cNvPr>
          <p:cNvSpPr txBox="1"/>
          <p:nvPr/>
        </p:nvSpPr>
        <p:spPr>
          <a:xfrm>
            <a:off x="8728321" y="5199736"/>
            <a:ext cx="623568"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Aria</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Operations</a:t>
            </a:r>
          </a:p>
        </p:txBody>
      </p:sp>
      <p:pic>
        <p:nvPicPr>
          <p:cNvPr id="27" name="Graphic 26">
            <a:extLst>
              <a:ext uri="{FF2B5EF4-FFF2-40B4-BE49-F238E27FC236}">
                <a16:creationId xmlns:a16="http://schemas.microsoft.com/office/drawing/2014/main" id="{CC42407A-2AAA-862C-F78B-CA775B27F847}"/>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7309335" y="3771029"/>
            <a:ext cx="425796" cy="425796"/>
          </a:xfrm>
          <a:prstGeom prst="rect">
            <a:avLst/>
          </a:prstGeom>
        </p:spPr>
      </p:pic>
      <p:sp>
        <p:nvSpPr>
          <p:cNvPr id="8" name="TextBox 7">
            <a:extLst>
              <a:ext uri="{FF2B5EF4-FFF2-40B4-BE49-F238E27FC236}">
                <a16:creationId xmlns:a16="http://schemas.microsoft.com/office/drawing/2014/main" id="{226FCB3A-6097-EE98-D121-F4F522C851B4}"/>
              </a:ext>
            </a:extLst>
          </p:cNvPr>
          <p:cNvSpPr txBox="1"/>
          <p:nvPr/>
        </p:nvSpPr>
        <p:spPr>
          <a:xfrm>
            <a:off x="6187055" y="3173833"/>
            <a:ext cx="639599"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TLS 1.3 &amp;</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Certificates</a:t>
            </a:r>
          </a:p>
        </p:txBody>
      </p:sp>
      <p:sp>
        <p:nvSpPr>
          <p:cNvPr id="26" name="Title 1">
            <a:extLst>
              <a:ext uri="{FF2B5EF4-FFF2-40B4-BE49-F238E27FC236}">
                <a16:creationId xmlns:a16="http://schemas.microsoft.com/office/drawing/2014/main" id="{6BC1A74E-FC64-8BAF-3FD8-02F8672E9197}"/>
              </a:ext>
            </a:extLst>
          </p:cNvPr>
          <p:cNvSpPr txBox="1">
            <a:spLocks/>
          </p:cNvSpPr>
          <p:nvPr/>
        </p:nvSpPr>
        <p:spPr>
          <a:xfrm>
            <a:off x="668859" y="2376580"/>
            <a:ext cx="3629957" cy="2104840"/>
          </a:xfrm>
          <a:prstGeom prst="rect">
            <a:avLst/>
          </a:prstGeom>
        </p:spPr>
        <p:txBody>
          <a:bodyPr anchor="ct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Tx/>
              <a:buNone/>
              <a:tabLst/>
              <a:defRPr/>
            </a:pPr>
            <a:r>
              <a:rPr kumimoji="0" lang="en-US" sz="3599" b="0" i="0" u="none" strike="noStrike" kern="1200" cap="none" spc="0" normalizeH="0" baseline="0" noProof="0" dirty="0">
                <a:ln>
                  <a:noFill/>
                </a:ln>
                <a:solidFill>
                  <a:srgbClr val="005B84"/>
                </a:solidFill>
                <a:effectLst/>
                <a:uLnTx/>
                <a:uFillTx/>
                <a:latin typeface="Arial" panose="020B0604020202020204" pitchFamily="34" charset="0"/>
                <a:ea typeface="+mj-ea"/>
                <a:cs typeface="+mj-cs"/>
              </a:rPr>
              <a:t>Every Feature</a:t>
            </a:r>
            <a:br>
              <a:rPr kumimoji="0" lang="en-US" sz="3599" b="0" i="0" u="none" strike="noStrike" kern="1200" cap="none" spc="0" normalizeH="0" baseline="0" noProof="0" dirty="0">
                <a:ln>
                  <a:noFill/>
                </a:ln>
                <a:solidFill>
                  <a:srgbClr val="005B84"/>
                </a:solidFill>
                <a:effectLst/>
                <a:uLnTx/>
                <a:uFillTx/>
                <a:latin typeface="Arial" panose="020B0604020202020204" pitchFamily="34" charset="0"/>
                <a:ea typeface="+mj-ea"/>
                <a:cs typeface="+mj-cs"/>
              </a:rPr>
            </a:br>
            <a:r>
              <a:rPr kumimoji="0" lang="en-US" sz="3599" b="0" i="0" u="none" strike="noStrike" kern="1200" cap="none" spc="0" normalizeH="0" baseline="0" noProof="0" dirty="0">
                <a:ln>
                  <a:noFill/>
                </a:ln>
                <a:solidFill>
                  <a:srgbClr val="005B84"/>
                </a:solidFill>
                <a:effectLst/>
                <a:uLnTx/>
                <a:uFillTx/>
                <a:latin typeface="Arial" panose="020B0604020202020204" pitchFamily="34" charset="0"/>
                <a:ea typeface="+mj-ea"/>
                <a:cs typeface="+mj-cs"/>
              </a:rPr>
              <a:t>is a Security Feature</a:t>
            </a:r>
          </a:p>
        </p:txBody>
      </p:sp>
    </p:spTree>
    <p:extLst>
      <p:ext uri="{BB962C8B-B14F-4D97-AF65-F5344CB8AC3E}">
        <p14:creationId xmlns:p14="http://schemas.microsoft.com/office/powerpoint/2010/main" val="2361357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decel="10000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11">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 calcmode="lin" valueType="num">
                                      <p:cBhvr additive="base">
                                        <p:cTn id="11"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14">
                                            <p:txEl>
                                              <p:pRg st="0" end="0"/>
                                            </p:txEl>
                                          </p:spTgt>
                                        </p:tgtEl>
                                        <p:attrNameLst>
                                          <p:attrName>ppt_y</p:attrName>
                                        </p:attrNameLst>
                                      </p:cBhvr>
                                      <p:tavLst>
                                        <p:tav tm="0">
                                          <p:val>
                                            <p:strVal val="0-#ppt_h/2"/>
                                          </p:val>
                                        </p:tav>
                                        <p:tav tm="100000">
                                          <p:val>
                                            <p:strVal val="#ppt_y"/>
                                          </p:val>
                                        </p:tav>
                                      </p:tavLst>
                                    </p:anim>
                                  </p:childTnLst>
                                </p:cTn>
                              </p:par>
                              <p:par>
                                <p:cTn id="13" presetID="2" presetClass="entr" presetSubtype="1" decel="100000" fill="hold" grpId="0" nodeType="with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anim calcmode="lin" valueType="num">
                                      <p:cBhvr additive="base">
                                        <p:cTn id="15"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16" dur="1000" fill="hold"/>
                                        <p:tgtEl>
                                          <p:spTgt spid="15">
                                            <p:txEl>
                                              <p:pRg st="0" end="0"/>
                                            </p:txEl>
                                          </p:spTgt>
                                        </p:tgtEl>
                                        <p:attrNameLst>
                                          <p:attrName>ppt_y</p:attrName>
                                        </p:attrNameLst>
                                      </p:cBhvr>
                                      <p:tavLst>
                                        <p:tav tm="0">
                                          <p:val>
                                            <p:strVal val="0-#ppt_h/2"/>
                                          </p:val>
                                        </p:tav>
                                        <p:tav tm="100000">
                                          <p:val>
                                            <p:strVal val="#ppt_y"/>
                                          </p:val>
                                        </p:tav>
                                      </p:tavLst>
                                    </p:anim>
                                  </p:childTnLst>
                                </p:cTn>
                              </p:par>
                              <p:par>
                                <p:cTn id="17" presetID="2" presetClass="entr" presetSubtype="1" decel="100000" fill="hold" grpId="0" nodeType="withEffect">
                                  <p:stCondLst>
                                    <p:cond delay="0"/>
                                  </p:stCondLst>
                                  <p:childTnLst>
                                    <p:set>
                                      <p:cBhvr>
                                        <p:cTn id="18" dur="1" fill="hold">
                                          <p:stCondLst>
                                            <p:cond delay="0"/>
                                          </p:stCondLst>
                                        </p:cTn>
                                        <p:tgtEl>
                                          <p:spTgt spid="25">
                                            <p:txEl>
                                              <p:pRg st="0" end="0"/>
                                            </p:txEl>
                                          </p:spTgt>
                                        </p:tgtEl>
                                        <p:attrNameLst>
                                          <p:attrName>style.visibility</p:attrName>
                                        </p:attrNameLst>
                                      </p:cBhvr>
                                      <p:to>
                                        <p:strVal val="visible"/>
                                      </p:to>
                                    </p:set>
                                    <p:anim calcmode="lin" valueType="num">
                                      <p:cBhvr additive="base">
                                        <p:cTn id="19" dur="10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25">
                                            <p:txEl>
                                              <p:pRg st="0" end="0"/>
                                            </p:txEl>
                                          </p:spTgt>
                                        </p:tgtEl>
                                        <p:attrNameLst>
                                          <p:attrName>ppt_y</p:attrName>
                                        </p:attrNameLst>
                                      </p:cBhvr>
                                      <p:tavLst>
                                        <p:tav tm="0">
                                          <p:val>
                                            <p:strVal val="0-#ppt_h/2"/>
                                          </p:val>
                                        </p:tav>
                                        <p:tav tm="100000">
                                          <p:val>
                                            <p:strVal val="#ppt_y"/>
                                          </p:val>
                                        </p:tav>
                                      </p:tavLst>
                                    </p:anim>
                                  </p:childTnLst>
                                </p:cTn>
                              </p:par>
                              <p:par>
                                <p:cTn id="21" presetID="2" presetClass="entr" presetSubtype="1" decel="100000" fill="hold" grpId="0" nodeType="withEffect">
                                  <p:stCondLst>
                                    <p:cond delay="0"/>
                                  </p:stCondLst>
                                  <p:childTnLst>
                                    <p:set>
                                      <p:cBhvr>
                                        <p:cTn id="22" dur="1" fill="hold">
                                          <p:stCondLst>
                                            <p:cond delay="0"/>
                                          </p:stCondLst>
                                        </p:cTn>
                                        <p:tgtEl>
                                          <p:spTgt spid="29">
                                            <p:txEl>
                                              <p:pRg st="0" end="0"/>
                                            </p:txEl>
                                          </p:spTgt>
                                        </p:tgtEl>
                                        <p:attrNameLst>
                                          <p:attrName>style.visibility</p:attrName>
                                        </p:attrNameLst>
                                      </p:cBhvr>
                                      <p:to>
                                        <p:strVal val="visible"/>
                                      </p:to>
                                    </p:set>
                                    <p:anim calcmode="lin" valueType="num">
                                      <p:cBhvr additive="base">
                                        <p:cTn id="23" dur="10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24" dur="1000" fill="hold"/>
                                        <p:tgtEl>
                                          <p:spTgt spid="29">
                                            <p:txEl>
                                              <p:pRg st="0" end="0"/>
                                            </p:txEl>
                                          </p:spTgt>
                                        </p:tgtEl>
                                        <p:attrNameLst>
                                          <p:attrName>ppt_y</p:attrName>
                                        </p:attrNameLst>
                                      </p:cBhvr>
                                      <p:tavLst>
                                        <p:tav tm="0">
                                          <p:val>
                                            <p:strVal val="0-#ppt_h/2"/>
                                          </p:val>
                                        </p:tav>
                                        <p:tav tm="100000">
                                          <p:val>
                                            <p:strVal val="#ppt_y"/>
                                          </p:val>
                                        </p:tav>
                                      </p:tavLst>
                                    </p:anim>
                                  </p:childTnLst>
                                </p:cTn>
                              </p:par>
                              <p:par>
                                <p:cTn id="25" presetID="2" presetClass="entr" presetSubtype="1" decel="100000" fill="hold" grpId="0" nodeType="withEffect">
                                  <p:stCondLst>
                                    <p:cond delay="0"/>
                                  </p:stCondLst>
                                  <p:childTnLst>
                                    <p:set>
                                      <p:cBhvr>
                                        <p:cTn id="26" dur="1" fill="hold">
                                          <p:stCondLst>
                                            <p:cond delay="0"/>
                                          </p:stCondLst>
                                        </p:cTn>
                                        <p:tgtEl>
                                          <p:spTgt spid="32">
                                            <p:txEl>
                                              <p:pRg st="0" end="0"/>
                                            </p:txEl>
                                          </p:spTgt>
                                        </p:tgtEl>
                                        <p:attrNameLst>
                                          <p:attrName>style.visibility</p:attrName>
                                        </p:attrNameLst>
                                      </p:cBhvr>
                                      <p:to>
                                        <p:strVal val="visible"/>
                                      </p:to>
                                    </p:set>
                                    <p:anim calcmode="lin" valueType="num">
                                      <p:cBhvr additive="base">
                                        <p:cTn id="27" dur="10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28" dur="1000" fill="hold"/>
                                        <p:tgtEl>
                                          <p:spTgt spid="32">
                                            <p:txEl>
                                              <p:pRg st="0" end="0"/>
                                            </p:txEl>
                                          </p:spTgt>
                                        </p:tgtEl>
                                        <p:attrNameLst>
                                          <p:attrName>ppt_y</p:attrName>
                                        </p:attrNameLst>
                                      </p:cBhvr>
                                      <p:tavLst>
                                        <p:tav tm="0">
                                          <p:val>
                                            <p:strVal val="0-#ppt_h/2"/>
                                          </p:val>
                                        </p:tav>
                                        <p:tav tm="100000">
                                          <p:val>
                                            <p:strVal val="#ppt_y"/>
                                          </p:val>
                                        </p:tav>
                                      </p:tavLst>
                                    </p:anim>
                                  </p:childTnLst>
                                </p:cTn>
                              </p:par>
                              <p:par>
                                <p:cTn id="29" presetID="2" presetClass="entr" presetSubtype="1" decel="100000" fill="hold" grpId="0" nodeType="withEffect">
                                  <p:stCondLst>
                                    <p:cond delay="0"/>
                                  </p:stCondLst>
                                  <p:childTnLst>
                                    <p:set>
                                      <p:cBhvr>
                                        <p:cTn id="30" dur="1" fill="hold">
                                          <p:stCondLst>
                                            <p:cond delay="0"/>
                                          </p:stCondLst>
                                        </p:cTn>
                                        <p:tgtEl>
                                          <p:spTgt spid="33">
                                            <p:txEl>
                                              <p:pRg st="0" end="0"/>
                                            </p:txEl>
                                          </p:spTgt>
                                        </p:tgtEl>
                                        <p:attrNameLst>
                                          <p:attrName>style.visibility</p:attrName>
                                        </p:attrNameLst>
                                      </p:cBhvr>
                                      <p:to>
                                        <p:strVal val="visible"/>
                                      </p:to>
                                    </p:set>
                                    <p:anim calcmode="lin" valueType="num">
                                      <p:cBhvr additive="base">
                                        <p:cTn id="31" dur="1000" fill="hold"/>
                                        <p:tgtEl>
                                          <p:spTgt spid="33">
                                            <p:txEl>
                                              <p:pRg st="0" end="0"/>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33">
                                            <p:txEl>
                                              <p:pRg st="0" end="0"/>
                                            </p:txEl>
                                          </p:spTgt>
                                        </p:tgtEl>
                                        <p:attrNameLst>
                                          <p:attrName>ppt_y</p:attrName>
                                        </p:attrNameLst>
                                      </p:cBhvr>
                                      <p:tavLst>
                                        <p:tav tm="0">
                                          <p:val>
                                            <p:strVal val="0-#ppt_h/2"/>
                                          </p:val>
                                        </p:tav>
                                        <p:tav tm="100000">
                                          <p:val>
                                            <p:strVal val="#ppt_y"/>
                                          </p:val>
                                        </p:tav>
                                      </p:tavLst>
                                    </p:anim>
                                  </p:childTnLst>
                                </p:cTn>
                              </p:par>
                              <p:par>
                                <p:cTn id="33" presetID="2" presetClass="entr" presetSubtype="1" decel="100000" fill="hold" grpId="0" nodeType="withEffect">
                                  <p:stCondLst>
                                    <p:cond delay="0"/>
                                  </p:stCondLst>
                                  <p:childTnLst>
                                    <p:set>
                                      <p:cBhvr>
                                        <p:cTn id="34" dur="1" fill="hold">
                                          <p:stCondLst>
                                            <p:cond delay="0"/>
                                          </p:stCondLst>
                                        </p:cTn>
                                        <p:tgtEl>
                                          <p:spTgt spid="41">
                                            <p:txEl>
                                              <p:pRg st="0" end="0"/>
                                            </p:txEl>
                                          </p:spTgt>
                                        </p:tgtEl>
                                        <p:attrNameLst>
                                          <p:attrName>style.visibility</p:attrName>
                                        </p:attrNameLst>
                                      </p:cBhvr>
                                      <p:to>
                                        <p:strVal val="visible"/>
                                      </p:to>
                                    </p:set>
                                    <p:anim calcmode="lin" valueType="num">
                                      <p:cBhvr additive="base">
                                        <p:cTn id="35" dur="1000" fill="hold"/>
                                        <p:tgtEl>
                                          <p:spTgt spid="41">
                                            <p:txEl>
                                              <p:pRg st="0" end="0"/>
                                            </p:txEl>
                                          </p:spTgt>
                                        </p:tgtEl>
                                        <p:attrNameLst>
                                          <p:attrName>ppt_x</p:attrName>
                                        </p:attrNameLst>
                                      </p:cBhvr>
                                      <p:tavLst>
                                        <p:tav tm="0">
                                          <p:val>
                                            <p:strVal val="#ppt_x"/>
                                          </p:val>
                                        </p:tav>
                                        <p:tav tm="100000">
                                          <p:val>
                                            <p:strVal val="#ppt_x"/>
                                          </p:val>
                                        </p:tav>
                                      </p:tavLst>
                                    </p:anim>
                                    <p:anim calcmode="lin" valueType="num">
                                      <p:cBhvr additive="base">
                                        <p:cTn id="36" dur="1000" fill="hold"/>
                                        <p:tgtEl>
                                          <p:spTgt spid="41">
                                            <p:txEl>
                                              <p:pRg st="0" end="0"/>
                                            </p:txEl>
                                          </p:spTgt>
                                        </p:tgtEl>
                                        <p:attrNameLst>
                                          <p:attrName>ppt_y</p:attrName>
                                        </p:attrNameLst>
                                      </p:cBhvr>
                                      <p:tavLst>
                                        <p:tav tm="0">
                                          <p:val>
                                            <p:strVal val="0-#ppt_h/2"/>
                                          </p:val>
                                        </p:tav>
                                        <p:tav tm="100000">
                                          <p:val>
                                            <p:strVal val="#ppt_y"/>
                                          </p:val>
                                        </p:tav>
                                      </p:tavLst>
                                    </p:anim>
                                  </p:childTnLst>
                                </p:cTn>
                              </p:par>
                              <p:par>
                                <p:cTn id="37" presetID="2" presetClass="entr" presetSubtype="1" decel="100000" fill="hold" grpId="0" nodeType="withEffect">
                                  <p:stCondLst>
                                    <p:cond delay="0"/>
                                  </p:stCondLst>
                                  <p:childTnLst>
                                    <p:set>
                                      <p:cBhvr>
                                        <p:cTn id="38" dur="1" fill="hold">
                                          <p:stCondLst>
                                            <p:cond delay="0"/>
                                          </p:stCondLst>
                                        </p:cTn>
                                        <p:tgtEl>
                                          <p:spTgt spid="43">
                                            <p:txEl>
                                              <p:pRg st="0" end="0"/>
                                            </p:txEl>
                                          </p:spTgt>
                                        </p:tgtEl>
                                        <p:attrNameLst>
                                          <p:attrName>style.visibility</p:attrName>
                                        </p:attrNameLst>
                                      </p:cBhvr>
                                      <p:to>
                                        <p:strVal val="visible"/>
                                      </p:to>
                                    </p:set>
                                    <p:anim calcmode="lin" valueType="num">
                                      <p:cBhvr additive="base">
                                        <p:cTn id="39" dur="1000" fill="hold"/>
                                        <p:tgtEl>
                                          <p:spTgt spid="43">
                                            <p:txEl>
                                              <p:pRg st="0" end="0"/>
                                            </p:txEl>
                                          </p:spTgt>
                                        </p:tgtEl>
                                        <p:attrNameLst>
                                          <p:attrName>ppt_x</p:attrName>
                                        </p:attrNameLst>
                                      </p:cBhvr>
                                      <p:tavLst>
                                        <p:tav tm="0">
                                          <p:val>
                                            <p:strVal val="#ppt_x"/>
                                          </p:val>
                                        </p:tav>
                                        <p:tav tm="100000">
                                          <p:val>
                                            <p:strVal val="#ppt_x"/>
                                          </p:val>
                                        </p:tav>
                                      </p:tavLst>
                                    </p:anim>
                                    <p:anim calcmode="lin" valueType="num">
                                      <p:cBhvr additive="base">
                                        <p:cTn id="40" dur="1000" fill="hold"/>
                                        <p:tgtEl>
                                          <p:spTgt spid="43">
                                            <p:txEl>
                                              <p:pRg st="0" end="0"/>
                                            </p:txEl>
                                          </p:spTgt>
                                        </p:tgtEl>
                                        <p:attrNameLst>
                                          <p:attrName>ppt_y</p:attrName>
                                        </p:attrNameLst>
                                      </p:cBhvr>
                                      <p:tavLst>
                                        <p:tav tm="0">
                                          <p:val>
                                            <p:strVal val="0-#ppt_h/2"/>
                                          </p:val>
                                        </p:tav>
                                        <p:tav tm="100000">
                                          <p:val>
                                            <p:strVal val="#ppt_y"/>
                                          </p:val>
                                        </p:tav>
                                      </p:tavLst>
                                    </p:anim>
                                  </p:childTnLst>
                                </p:cTn>
                              </p:par>
                              <p:par>
                                <p:cTn id="41" presetID="2" presetClass="entr" presetSubtype="1" decel="100000" fill="hold" grpId="0" nodeType="withEffect">
                                  <p:stCondLst>
                                    <p:cond delay="0"/>
                                  </p:stCondLst>
                                  <p:childTnLst>
                                    <p:set>
                                      <p:cBhvr>
                                        <p:cTn id="42" dur="1" fill="hold">
                                          <p:stCondLst>
                                            <p:cond delay="0"/>
                                          </p:stCondLst>
                                        </p:cTn>
                                        <p:tgtEl>
                                          <p:spTgt spid="42">
                                            <p:txEl>
                                              <p:pRg st="0" end="0"/>
                                            </p:txEl>
                                          </p:spTgt>
                                        </p:tgtEl>
                                        <p:attrNameLst>
                                          <p:attrName>style.visibility</p:attrName>
                                        </p:attrNameLst>
                                      </p:cBhvr>
                                      <p:to>
                                        <p:strVal val="visible"/>
                                      </p:to>
                                    </p:set>
                                    <p:anim calcmode="lin" valueType="num">
                                      <p:cBhvr additive="base">
                                        <p:cTn id="43" dur="1000" fill="hold"/>
                                        <p:tgtEl>
                                          <p:spTgt spid="42">
                                            <p:txEl>
                                              <p:pRg st="0" end="0"/>
                                            </p:txEl>
                                          </p:spTgt>
                                        </p:tgtEl>
                                        <p:attrNameLst>
                                          <p:attrName>ppt_x</p:attrName>
                                        </p:attrNameLst>
                                      </p:cBhvr>
                                      <p:tavLst>
                                        <p:tav tm="0">
                                          <p:val>
                                            <p:strVal val="#ppt_x"/>
                                          </p:val>
                                        </p:tav>
                                        <p:tav tm="100000">
                                          <p:val>
                                            <p:strVal val="#ppt_x"/>
                                          </p:val>
                                        </p:tav>
                                      </p:tavLst>
                                    </p:anim>
                                    <p:anim calcmode="lin" valueType="num">
                                      <p:cBhvr additive="base">
                                        <p:cTn id="44" dur="1000" fill="hold"/>
                                        <p:tgtEl>
                                          <p:spTgt spid="42">
                                            <p:txEl>
                                              <p:pRg st="0" end="0"/>
                                            </p:txEl>
                                          </p:spTgt>
                                        </p:tgtEl>
                                        <p:attrNameLst>
                                          <p:attrName>ppt_y</p:attrName>
                                        </p:attrNameLst>
                                      </p:cBhvr>
                                      <p:tavLst>
                                        <p:tav tm="0">
                                          <p:val>
                                            <p:strVal val="0-#ppt_h/2"/>
                                          </p:val>
                                        </p:tav>
                                        <p:tav tm="100000">
                                          <p:val>
                                            <p:strVal val="#ppt_y"/>
                                          </p:val>
                                        </p:tav>
                                      </p:tavLst>
                                    </p:anim>
                                  </p:childTnLst>
                                </p:cTn>
                              </p:par>
                              <p:par>
                                <p:cTn id="45" presetID="2" presetClass="entr" presetSubtype="1" decel="100000" fill="hold" grpId="0" nodeType="withEffect">
                                  <p:stCondLst>
                                    <p:cond delay="0"/>
                                  </p:stCondLst>
                                  <p:childTnLst>
                                    <p:set>
                                      <p:cBhvr>
                                        <p:cTn id="46" dur="1" fill="hold">
                                          <p:stCondLst>
                                            <p:cond delay="0"/>
                                          </p:stCondLst>
                                        </p:cTn>
                                        <p:tgtEl>
                                          <p:spTgt spid="44">
                                            <p:txEl>
                                              <p:pRg st="0" end="0"/>
                                            </p:txEl>
                                          </p:spTgt>
                                        </p:tgtEl>
                                        <p:attrNameLst>
                                          <p:attrName>style.visibility</p:attrName>
                                        </p:attrNameLst>
                                      </p:cBhvr>
                                      <p:to>
                                        <p:strVal val="visible"/>
                                      </p:to>
                                    </p:set>
                                    <p:anim calcmode="lin" valueType="num">
                                      <p:cBhvr additive="base">
                                        <p:cTn id="47" dur="1000" fill="hold"/>
                                        <p:tgtEl>
                                          <p:spTgt spid="44">
                                            <p:txEl>
                                              <p:pRg st="0" end="0"/>
                                            </p:txEl>
                                          </p:spTgt>
                                        </p:tgtEl>
                                        <p:attrNameLst>
                                          <p:attrName>ppt_x</p:attrName>
                                        </p:attrNameLst>
                                      </p:cBhvr>
                                      <p:tavLst>
                                        <p:tav tm="0">
                                          <p:val>
                                            <p:strVal val="#ppt_x"/>
                                          </p:val>
                                        </p:tav>
                                        <p:tav tm="100000">
                                          <p:val>
                                            <p:strVal val="#ppt_x"/>
                                          </p:val>
                                        </p:tav>
                                      </p:tavLst>
                                    </p:anim>
                                    <p:anim calcmode="lin" valueType="num">
                                      <p:cBhvr additive="base">
                                        <p:cTn id="48" dur="1000" fill="hold"/>
                                        <p:tgtEl>
                                          <p:spTgt spid="44">
                                            <p:txEl>
                                              <p:pRg st="0" end="0"/>
                                            </p:txEl>
                                          </p:spTgt>
                                        </p:tgtEl>
                                        <p:attrNameLst>
                                          <p:attrName>ppt_y</p:attrName>
                                        </p:attrNameLst>
                                      </p:cBhvr>
                                      <p:tavLst>
                                        <p:tav tm="0">
                                          <p:val>
                                            <p:strVal val="0-#ppt_h/2"/>
                                          </p:val>
                                        </p:tav>
                                        <p:tav tm="100000">
                                          <p:val>
                                            <p:strVal val="#ppt_y"/>
                                          </p:val>
                                        </p:tav>
                                      </p:tavLst>
                                    </p:anim>
                                  </p:childTnLst>
                                </p:cTn>
                              </p:par>
                              <p:par>
                                <p:cTn id="49" presetID="2" presetClass="entr" presetSubtype="1" decel="100000" fill="hold" grpId="0" nodeType="withEffect">
                                  <p:stCondLst>
                                    <p:cond delay="0"/>
                                  </p:stCondLst>
                                  <p:childTnLst>
                                    <p:set>
                                      <p:cBhvr>
                                        <p:cTn id="50" dur="1" fill="hold">
                                          <p:stCondLst>
                                            <p:cond delay="0"/>
                                          </p:stCondLst>
                                        </p:cTn>
                                        <p:tgtEl>
                                          <p:spTgt spid="49">
                                            <p:txEl>
                                              <p:pRg st="0" end="0"/>
                                            </p:txEl>
                                          </p:spTgt>
                                        </p:tgtEl>
                                        <p:attrNameLst>
                                          <p:attrName>style.visibility</p:attrName>
                                        </p:attrNameLst>
                                      </p:cBhvr>
                                      <p:to>
                                        <p:strVal val="visible"/>
                                      </p:to>
                                    </p:set>
                                    <p:anim calcmode="lin" valueType="num">
                                      <p:cBhvr additive="base">
                                        <p:cTn id="51" dur="1000" fill="hold"/>
                                        <p:tgtEl>
                                          <p:spTgt spid="49">
                                            <p:txEl>
                                              <p:pRg st="0" end="0"/>
                                            </p:txEl>
                                          </p:spTgt>
                                        </p:tgtEl>
                                        <p:attrNameLst>
                                          <p:attrName>ppt_x</p:attrName>
                                        </p:attrNameLst>
                                      </p:cBhvr>
                                      <p:tavLst>
                                        <p:tav tm="0">
                                          <p:val>
                                            <p:strVal val="#ppt_x"/>
                                          </p:val>
                                        </p:tav>
                                        <p:tav tm="100000">
                                          <p:val>
                                            <p:strVal val="#ppt_x"/>
                                          </p:val>
                                        </p:tav>
                                      </p:tavLst>
                                    </p:anim>
                                    <p:anim calcmode="lin" valueType="num">
                                      <p:cBhvr additive="base">
                                        <p:cTn id="52" dur="1000" fill="hold"/>
                                        <p:tgtEl>
                                          <p:spTgt spid="49">
                                            <p:txEl>
                                              <p:pRg st="0" end="0"/>
                                            </p:txEl>
                                          </p:spTgt>
                                        </p:tgtEl>
                                        <p:attrNameLst>
                                          <p:attrName>ppt_y</p:attrName>
                                        </p:attrNameLst>
                                      </p:cBhvr>
                                      <p:tavLst>
                                        <p:tav tm="0">
                                          <p:val>
                                            <p:strVal val="0-#ppt_h/2"/>
                                          </p:val>
                                        </p:tav>
                                        <p:tav tm="100000">
                                          <p:val>
                                            <p:strVal val="#ppt_y"/>
                                          </p:val>
                                        </p:tav>
                                      </p:tavLst>
                                    </p:anim>
                                  </p:childTnLst>
                                </p:cTn>
                              </p:par>
                              <p:par>
                                <p:cTn id="53" presetID="2" presetClass="entr" presetSubtype="3" decel="100000" fill="hold" grpId="0" nodeType="withEffect">
                                  <p:stCondLst>
                                    <p:cond delay="0"/>
                                  </p:stCondLst>
                                  <p:childTnLst>
                                    <p:set>
                                      <p:cBhvr>
                                        <p:cTn id="54" dur="1" fill="hold">
                                          <p:stCondLst>
                                            <p:cond delay="0"/>
                                          </p:stCondLst>
                                        </p:cTn>
                                        <p:tgtEl>
                                          <p:spTgt spid="21">
                                            <p:txEl>
                                              <p:pRg st="0" end="0"/>
                                            </p:txEl>
                                          </p:spTgt>
                                        </p:tgtEl>
                                        <p:attrNameLst>
                                          <p:attrName>style.visibility</p:attrName>
                                        </p:attrNameLst>
                                      </p:cBhvr>
                                      <p:to>
                                        <p:strVal val="visible"/>
                                      </p:to>
                                    </p:set>
                                    <p:anim calcmode="lin" valueType="num">
                                      <p:cBhvr additive="base">
                                        <p:cTn id="55" dur="10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56" dur="1000" fill="hold"/>
                                        <p:tgtEl>
                                          <p:spTgt spid="21">
                                            <p:txEl>
                                              <p:pRg st="0" end="0"/>
                                            </p:txEl>
                                          </p:spTgt>
                                        </p:tgtEl>
                                        <p:attrNameLst>
                                          <p:attrName>ppt_y</p:attrName>
                                        </p:attrNameLst>
                                      </p:cBhvr>
                                      <p:tavLst>
                                        <p:tav tm="0">
                                          <p:val>
                                            <p:strVal val="0-#ppt_h/2"/>
                                          </p:val>
                                        </p:tav>
                                        <p:tav tm="100000">
                                          <p:val>
                                            <p:strVal val="#ppt_y"/>
                                          </p:val>
                                        </p:tav>
                                      </p:tavLst>
                                    </p:anim>
                                  </p:childTnLst>
                                </p:cTn>
                              </p:par>
                              <p:par>
                                <p:cTn id="57" presetID="2" presetClass="entr" presetSubtype="3" decel="100000" fill="hold" grpId="0" nodeType="withEffect">
                                  <p:stCondLst>
                                    <p:cond delay="0"/>
                                  </p:stCondLst>
                                  <p:childTnLst>
                                    <p:set>
                                      <p:cBhvr>
                                        <p:cTn id="58" dur="1" fill="hold">
                                          <p:stCondLst>
                                            <p:cond delay="0"/>
                                          </p:stCondLst>
                                        </p:cTn>
                                        <p:tgtEl>
                                          <p:spTgt spid="30">
                                            <p:txEl>
                                              <p:pRg st="0" end="0"/>
                                            </p:txEl>
                                          </p:spTgt>
                                        </p:tgtEl>
                                        <p:attrNameLst>
                                          <p:attrName>style.visibility</p:attrName>
                                        </p:attrNameLst>
                                      </p:cBhvr>
                                      <p:to>
                                        <p:strVal val="visible"/>
                                      </p:to>
                                    </p:set>
                                    <p:anim calcmode="lin" valueType="num">
                                      <p:cBhvr additive="base">
                                        <p:cTn id="59" dur="1000" fill="hold"/>
                                        <p:tgtEl>
                                          <p:spTgt spid="30">
                                            <p:txEl>
                                              <p:pRg st="0" end="0"/>
                                            </p:txEl>
                                          </p:spTgt>
                                        </p:tgtEl>
                                        <p:attrNameLst>
                                          <p:attrName>ppt_x</p:attrName>
                                        </p:attrNameLst>
                                      </p:cBhvr>
                                      <p:tavLst>
                                        <p:tav tm="0">
                                          <p:val>
                                            <p:strVal val="1+#ppt_w/2"/>
                                          </p:val>
                                        </p:tav>
                                        <p:tav tm="100000">
                                          <p:val>
                                            <p:strVal val="#ppt_x"/>
                                          </p:val>
                                        </p:tav>
                                      </p:tavLst>
                                    </p:anim>
                                    <p:anim calcmode="lin" valueType="num">
                                      <p:cBhvr additive="base">
                                        <p:cTn id="60" dur="1000" fill="hold"/>
                                        <p:tgtEl>
                                          <p:spTgt spid="30">
                                            <p:txEl>
                                              <p:pRg st="0" end="0"/>
                                            </p:txEl>
                                          </p:spTgt>
                                        </p:tgtEl>
                                        <p:attrNameLst>
                                          <p:attrName>ppt_y</p:attrName>
                                        </p:attrNameLst>
                                      </p:cBhvr>
                                      <p:tavLst>
                                        <p:tav tm="0">
                                          <p:val>
                                            <p:strVal val="0-#ppt_h/2"/>
                                          </p:val>
                                        </p:tav>
                                        <p:tav tm="100000">
                                          <p:val>
                                            <p:strVal val="#ppt_y"/>
                                          </p:val>
                                        </p:tav>
                                      </p:tavLst>
                                    </p:anim>
                                  </p:childTnLst>
                                </p:cTn>
                              </p:par>
                              <p:par>
                                <p:cTn id="61" presetID="2" presetClass="entr" presetSubtype="6" decel="100000" fill="hold" grpId="0" nodeType="withEffect">
                                  <p:stCondLst>
                                    <p:cond delay="0"/>
                                  </p:stCondLst>
                                  <p:childTnLst>
                                    <p:set>
                                      <p:cBhvr>
                                        <p:cTn id="62" dur="1" fill="hold">
                                          <p:stCondLst>
                                            <p:cond delay="0"/>
                                          </p:stCondLst>
                                        </p:cTn>
                                        <p:tgtEl>
                                          <p:spTgt spid="6">
                                            <p:txEl>
                                              <p:pRg st="0" end="0"/>
                                            </p:txEl>
                                          </p:spTgt>
                                        </p:tgtEl>
                                        <p:attrNameLst>
                                          <p:attrName>style.visibility</p:attrName>
                                        </p:attrNameLst>
                                      </p:cBhvr>
                                      <p:to>
                                        <p:strVal val="visible"/>
                                      </p:to>
                                    </p:set>
                                    <p:anim calcmode="lin" valueType="num">
                                      <p:cBhvr additive="base">
                                        <p:cTn id="63" dur="1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64" dur="1000" fill="hold"/>
                                        <p:tgtEl>
                                          <p:spTgt spid="6">
                                            <p:txEl>
                                              <p:pRg st="0" end="0"/>
                                            </p:txEl>
                                          </p:spTgt>
                                        </p:tgtEl>
                                        <p:attrNameLst>
                                          <p:attrName>ppt_y</p:attrName>
                                        </p:attrNameLst>
                                      </p:cBhvr>
                                      <p:tavLst>
                                        <p:tav tm="0">
                                          <p:val>
                                            <p:strVal val="1+#ppt_h/2"/>
                                          </p:val>
                                        </p:tav>
                                        <p:tav tm="100000">
                                          <p:val>
                                            <p:strVal val="#ppt_y"/>
                                          </p:val>
                                        </p:tav>
                                      </p:tavLst>
                                    </p:anim>
                                  </p:childTnLst>
                                </p:cTn>
                              </p:par>
                              <p:par>
                                <p:cTn id="65" presetID="2" presetClass="entr" presetSubtype="6" decel="100000" fill="hold" grpId="0" nodeType="withEffect">
                                  <p:stCondLst>
                                    <p:cond delay="0"/>
                                  </p:stCondLst>
                                  <p:childTnLst>
                                    <p:set>
                                      <p:cBhvr>
                                        <p:cTn id="66" dur="1" fill="hold">
                                          <p:stCondLst>
                                            <p:cond delay="0"/>
                                          </p:stCondLst>
                                        </p:cTn>
                                        <p:tgtEl>
                                          <p:spTgt spid="16">
                                            <p:txEl>
                                              <p:pRg st="0" end="0"/>
                                            </p:txEl>
                                          </p:spTgt>
                                        </p:tgtEl>
                                        <p:attrNameLst>
                                          <p:attrName>style.visibility</p:attrName>
                                        </p:attrNameLst>
                                      </p:cBhvr>
                                      <p:to>
                                        <p:strVal val="visible"/>
                                      </p:to>
                                    </p:set>
                                    <p:anim calcmode="lin" valueType="num">
                                      <p:cBhvr additive="base">
                                        <p:cTn id="67" dur="1000" fill="hold"/>
                                        <p:tgtEl>
                                          <p:spTgt spid="16">
                                            <p:txEl>
                                              <p:pRg st="0" end="0"/>
                                            </p:txEl>
                                          </p:spTgt>
                                        </p:tgtEl>
                                        <p:attrNameLst>
                                          <p:attrName>ppt_x</p:attrName>
                                        </p:attrNameLst>
                                      </p:cBhvr>
                                      <p:tavLst>
                                        <p:tav tm="0">
                                          <p:val>
                                            <p:strVal val="1+#ppt_w/2"/>
                                          </p:val>
                                        </p:tav>
                                        <p:tav tm="100000">
                                          <p:val>
                                            <p:strVal val="#ppt_x"/>
                                          </p:val>
                                        </p:tav>
                                      </p:tavLst>
                                    </p:anim>
                                    <p:anim calcmode="lin" valueType="num">
                                      <p:cBhvr additive="base">
                                        <p:cTn id="68" dur="1000" fill="hold"/>
                                        <p:tgtEl>
                                          <p:spTgt spid="16">
                                            <p:txEl>
                                              <p:pRg st="0" end="0"/>
                                            </p:txEl>
                                          </p:spTgt>
                                        </p:tgtEl>
                                        <p:attrNameLst>
                                          <p:attrName>ppt_y</p:attrName>
                                        </p:attrNameLst>
                                      </p:cBhvr>
                                      <p:tavLst>
                                        <p:tav tm="0">
                                          <p:val>
                                            <p:strVal val="1+#ppt_h/2"/>
                                          </p:val>
                                        </p:tav>
                                        <p:tav tm="100000">
                                          <p:val>
                                            <p:strVal val="#ppt_y"/>
                                          </p:val>
                                        </p:tav>
                                      </p:tavLst>
                                    </p:anim>
                                  </p:childTnLst>
                                </p:cTn>
                              </p:par>
                              <p:par>
                                <p:cTn id="69" presetID="2" presetClass="entr" presetSubtype="6" decel="100000" fill="hold" grpId="0" nodeType="withEffect">
                                  <p:stCondLst>
                                    <p:cond delay="0"/>
                                  </p:stCondLst>
                                  <p:childTnLst>
                                    <p:set>
                                      <p:cBhvr>
                                        <p:cTn id="70" dur="1" fill="hold">
                                          <p:stCondLst>
                                            <p:cond delay="0"/>
                                          </p:stCondLst>
                                        </p:cTn>
                                        <p:tgtEl>
                                          <p:spTgt spid="17">
                                            <p:txEl>
                                              <p:pRg st="0" end="0"/>
                                            </p:txEl>
                                          </p:spTgt>
                                        </p:tgtEl>
                                        <p:attrNameLst>
                                          <p:attrName>style.visibility</p:attrName>
                                        </p:attrNameLst>
                                      </p:cBhvr>
                                      <p:to>
                                        <p:strVal val="visible"/>
                                      </p:to>
                                    </p:set>
                                    <p:anim calcmode="lin" valueType="num">
                                      <p:cBhvr additive="base">
                                        <p:cTn id="71" dur="1000" fill="hold"/>
                                        <p:tgtEl>
                                          <p:spTgt spid="17">
                                            <p:txEl>
                                              <p:pRg st="0" end="0"/>
                                            </p:txEl>
                                          </p:spTgt>
                                        </p:tgtEl>
                                        <p:attrNameLst>
                                          <p:attrName>ppt_x</p:attrName>
                                        </p:attrNameLst>
                                      </p:cBhvr>
                                      <p:tavLst>
                                        <p:tav tm="0">
                                          <p:val>
                                            <p:strVal val="1+#ppt_w/2"/>
                                          </p:val>
                                        </p:tav>
                                        <p:tav tm="100000">
                                          <p:val>
                                            <p:strVal val="#ppt_x"/>
                                          </p:val>
                                        </p:tav>
                                      </p:tavLst>
                                    </p:anim>
                                    <p:anim calcmode="lin" valueType="num">
                                      <p:cBhvr additive="base">
                                        <p:cTn id="72" dur="1000" fill="hold"/>
                                        <p:tgtEl>
                                          <p:spTgt spid="17">
                                            <p:txEl>
                                              <p:pRg st="0" end="0"/>
                                            </p:txEl>
                                          </p:spTgt>
                                        </p:tgtEl>
                                        <p:attrNameLst>
                                          <p:attrName>ppt_y</p:attrName>
                                        </p:attrNameLst>
                                      </p:cBhvr>
                                      <p:tavLst>
                                        <p:tav tm="0">
                                          <p:val>
                                            <p:strVal val="1+#ppt_h/2"/>
                                          </p:val>
                                        </p:tav>
                                        <p:tav tm="100000">
                                          <p:val>
                                            <p:strVal val="#ppt_y"/>
                                          </p:val>
                                        </p:tav>
                                      </p:tavLst>
                                    </p:anim>
                                  </p:childTnLst>
                                </p:cTn>
                              </p:par>
                              <p:par>
                                <p:cTn id="73" presetID="2" presetClass="entr" presetSubtype="6" decel="100000" fill="hold" grpId="0" nodeType="withEffect">
                                  <p:stCondLst>
                                    <p:cond delay="0"/>
                                  </p:stCondLst>
                                  <p:childTnLst>
                                    <p:set>
                                      <p:cBhvr>
                                        <p:cTn id="74" dur="1" fill="hold">
                                          <p:stCondLst>
                                            <p:cond delay="0"/>
                                          </p:stCondLst>
                                        </p:cTn>
                                        <p:tgtEl>
                                          <p:spTgt spid="18">
                                            <p:txEl>
                                              <p:pRg st="0" end="0"/>
                                            </p:txEl>
                                          </p:spTgt>
                                        </p:tgtEl>
                                        <p:attrNameLst>
                                          <p:attrName>style.visibility</p:attrName>
                                        </p:attrNameLst>
                                      </p:cBhvr>
                                      <p:to>
                                        <p:strVal val="visible"/>
                                      </p:to>
                                    </p:set>
                                    <p:anim calcmode="lin" valueType="num">
                                      <p:cBhvr additive="base">
                                        <p:cTn id="75" dur="10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76" dur="1000" fill="hold"/>
                                        <p:tgtEl>
                                          <p:spTgt spid="18">
                                            <p:txEl>
                                              <p:pRg st="0" end="0"/>
                                            </p:txEl>
                                          </p:spTgt>
                                        </p:tgtEl>
                                        <p:attrNameLst>
                                          <p:attrName>ppt_y</p:attrName>
                                        </p:attrNameLst>
                                      </p:cBhvr>
                                      <p:tavLst>
                                        <p:tav tm="0">
                                          <p:val>
                                            <p:strVal val="1+#ppt_h/2"/>
                                          </p:val>
                                        </p:tav>
                                        <p:tav tm="100000">
                                          <p:val>
                                            <p:strVal val="#ppt_y"/>
                                          </p:val>
                                        </p:tav>
                                      </p:tavLst>
                                    </p:anim>
                                  </p:childTnLst>
                                </p:cTn>
                              </p:par>
                              <p:par>
                                <p:cTn id="77" presetID="2" presetClass="entr" presetSubtype="6" decel="100000" fill="hold" grpId="0" nodeType="withEffect">
                                  <p:stCondLst>
                                    <p:cond delay="0"/>
                                  </p:stCondLst>
                                  <p:childTnLst>
                                    <p:set>
                                      <p:cBhvr>
                                        <p:cTn id="78" dur="1" fill="hold">
                                          <p:stCondLst>
                                            <p:cond delay="0"/>
                                          </p:stCondLst>
                                        </p:cTn>
                                        <p:tgtEl>
                                          <p:spTgt spid="19">
                                            <p:txEl>
                                              <p:pRg st="0" end="0"/>
                                            </p:txEl>
                                          </p:spTgt>
                                        </p:tgtEl>
                                        <p:attrNameLst>
                                          <p:attrName>style.visibility</p:attrName>
                                        </p:attrNameLst>
                                      </p:cBhvr>
                                      <p:to>
                                        <p:strVal val="visible"/>
                                      </p:to>
                                    </p:set>
                                    <p:anim calcmode="lin" valueType="num">
                                      <p:cBhvr additive="base">
                                        <p:cTn id="79" dur="1000" fill="hold"/>
                                        <p:tgtEl>
                                          <p:spTgt spid="19">
                                            <p:txEl>
                                              <p:pRg st="0" end="0"/>
                                            </p:txEl>
                                          </p:spTgt>
                                        </p:tgtEl>
                                        <p:attrNameLst>
                                          <p:attrName>ppt_x</p:attrName>
                                        </p:attrNameLst>
                                      </p:cBhvr>
                                      <p:tavLst>
                                        <p:tav tm="0">
                                          <p:val>
                                            <p:strVal val="1+#ppt_w/2"/>
                                          </p:val>
                                        </p:tav>
                                        <p:tav tm="100000">
                                          <p:val>
                                            <p:strVal val="#ppt_x"/>
                                          </p:val>
                                        </p:tav>
                                      </p:tavLst>
                                    </p:anim>
                                    <p:anim calcmode="lin" valueType="num">
                                      <p:cBhvr additive="base">
                                        <p:cTn id="80" dur="1000" fill="hold"/>
                                        <p:tgtEl>
                                          <p:spTgt spid="19">
                                            <p:txEl>
                                              <p:pRg st="0" end="0"/>
                                            </p:txEl>
                                          </p:spTgt>
                                        </p:tgtEl>
                                        <p:attrNameLst>
                                          <p:attrName>ppt_y</p:attrName>
                                        </p:attrNameLst>
                                      </p:cBhvr>
                                      <p:tavLst>
                                        <p:tav tm="0">
                                          <p:val>
                                            <p:strVal val="1+#ppt_h/2"/>
                                          </p:val>
                                        </p:tav>
                                        <p:tav tm="100000">
                                          <p:val>
                                            <p:strVal val="#ppt_y"/>
                                          </p:val>
                                        </p:tav>
                                      </p:tavLst>
                                    </p:anim>
                                  </p:childTnLst>
                                </p:cTn>
                              </p:par>
                              <p:par>
                                <p:cTn id="81" presetID="2" presetClass="entr" presetSubtype="6" decel="100000" fill="hold" grpId="0" nodeType="withEffect">
                                  <p:stCondLst>
                                    <p:cond delay="0"/>
                                  </p:stCondLst>
                                  <p:childTnLst>
                                    <p:set>
                                      <p:cBhvr>
                                        <p:cTn id="82" dur="1" fill="hold">
                                          <p:stCondLst>
                                            <p:cond delay="0"/>
                                          </p:stCondLst>
                                        </p:cTn>
                                        <p:tgtEl>
                                          <p:spTgt spid="23">
                                            <p:txEl>
                                              <p:pRg st="0" end="0"/>
                                            </p:txEl>
                                          </p:spTgt>
                                        </p:tgtEl>
                                        <p:attrNameLst>
                                          <p:attrName>style.visibility</p:attrName>
                                        </p:attrNameLst>
                                      </p:cBhvr>
                                      <p:to>
                                        <p:strVal val="visible"/>
                                      </p:to>
                                    </p:set>
                                    <p:anim calcmode="lin" valueType="num">
                                      <p:cBhvr additive="base">
                                        <p:cTn id="83" dur="10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84" dur="1000" fill="hold"/>
                                        <p:tgtEl>
                                          <p:spTgt spid="23">
                                            <p:txEl>
                                              <p:pRg st="0" end="0"/>
                                            </p:txEl>
                                          </p:spTgt>
                                        </p:tgtEl>
                                        <p:attrNameLst>
                                          <p:attrName>ppt_y</p:attrName>
                                        </p:attrNameLst>
                                      </p:cBhvr>
                                      <p:tavLst>
                                        <p:tav tm="0">
                                          <p:val>
                                            <p:strVal val="1+#ppt_h/2"/>
                                          </p:val>
                                        </p:tav>
                                        <p:tav tm="100000">
                                          <p:val>
                                            <p:strVal val="#ppt_y"/>
                                          </p:val>
                                        </p:tav>
                                      </p:tavLst>
                                    </p:anim>
                                  </p:childTnLst>
                                </p:cTn>
                              </p:par>
                              <p:par>
                                <p:cTn id="85" presetID="2" presetClass="entr" presetSubtype="6" decel="100000" fill="hold" grpId="0" nodeType="withEffect">
                                  <p:stCondLst>
                                    <p:cond delay="0"/>
                                  </p:stCondLst>
                                  <p:childTnLst>
                                    <p:set>
                                      <p:cBhvr>
                                        <p:cTn id="86" dur="1" fill="hold">
                                          <p:stCondLst>
                                            <p:cond delay="0"/>
                                          </p:stCondLst>
                                        </p:cTn>
                                        <p:tgtEl>
                                          <p:spTgt spid="34">
                                            <p:txEl>
                                              <p:pRg st="0" end="0"/>
                                            </p:txEl>
                                          </p:spTgt>
                                        </p:tgtEl>
                                        <p:attrNameLst>
                                          <p:attrName>style.visibility</p:attrName>
                                        </p:attrNameLst>
                                      </p:cBhvr>
                                      <p:to>
                                        <p:strVal val="visible"/>
                                      </p:to>
                                    </p:set>
                                    <p:anim calcmode="lin" valueType="num">
                                      <p:cBhvr additive="base">
                                        <p:cTn id="87" dur="1000" fill="hold"/>
                                        <p:tgtEl>
                                          <p:spTgt spid="34">
                                            <p:txEl>
                                              <p:pRg st="0" end="0"/>
                                            </p:txEl>
                                          </p:spTgt>
                                        </p:tgtEl>
                                        <p:attrNameLst>
                                          <p:attrName>ppt_x</p:attrName>
                                        </p:attrNameLst>
                                      </p:cBhvr>
                                      <p:tavLst>
                                        <p:tav tm="0">
                                          <p:val>
                                            <p:strVal val="1+#ppt_w/2"/>
                                          </p:val>
                                        </p:tav>
                                        <p:tav tm="100000">
                                          <p:val>
                                            <p:strVal val="#ppt_x"/>
                                          </p:val>
                                        </p:tav>
                                      </p:tavLst>
                                    </p:anim>
                                    <p:anim calcmode="lin" valueType="num">
                                      <p:cBhvr additive="base">
                                        <p:cTn id="88" dur="1000" fill="hold"/>
                                        <p:tgtEl>
                                          <p:spTgt spid="34">
                                            <p:txEl>
                                              <p:pRg st="0" end="0"/>
                                            </p:txEl>
                                          </p:spTgt>
                                        </p:tgtEl>
                                        <p:attrNameLst>
                                          <p:attrName>ppt_y</p:attrName>
                                        </p:attrNameLst>
                                      </p:cBhvr>
                                      <p:tavLst>
                                        <p:tav tm="0">
                                          <p:val>
                                            <p:strVal val="1+#ppt_h/2"/>
                                          </p:val>
                                        </p:tav>
                                        <p:tav tm="100000">
                                          <p:val>
                                            <p:strVal val="#ppt_y"/>
                                          </p:val>
                                        </p:tav>
                                      </p:tavLst>
                                    </p:anim>
                                  </p:childTnLst>
                                </p:cTn>
                              </p:par>
                              <p:par>
                                <p:cTn id="89" presetID="2" presetClass="entr" presetSubtype="6" decel="100000" fill="hold" grpId="0" nodeType="withEffect">
                                  <p:stCondLst>
                                    <p:cond delay="0"/>
                                  </p:stCondLst>
                                  <p:childTnLst>
                                    <p:set>
                                      <p:cBhvr>
                                        <p:cTn id="90" dur="1" fill="hold">
                                          <p:stCondLst>
                                            <p:cond delay="0"/>
                                          </p:stCondLst>
                                        </p:cTn>
                                        <p:tgtEl>
                                          <p:spTgt spid="36">
                                            <p:txEl>
                                              <p:pRg st="0" end="0"/>
                                            </p:txEl>
                                          </p:spTgt>
                                        </p:tgtEl>
                                        <p:attrNameLst>
                                          <p:attrName>style.visibility</p:attrName>
                                        </p:attrNameLst>
                                      </p:cBhvr>
                                      <p:to>
                                        <p:strVal val="visible"/>
                                      </p:to>
                                    </p:set>
                                    <p:anim calcmode="lin" valueType="num">
                                      <p:cBhvr additive="base">
                                        <p:cTn id="91" dur="1000" fill="hold"/>
                                        <p:tgtEl>
                                          <p:spTgt spid="36">
                                            <p:txEl>
                                              <p:pRg st="0" end="0"/>
                                            </p:txEl>
                                          </p:spTgt>
                                        </p:tgtEl>
                                        <p:attrNameLst>
                                          <p:attrName>ppt_x</p:attrName>
                                        </p:attrNameLst>
                                      </p:cBhvr>
                                      <p:tavLst>
                                        <p:tav tm="0">
                                          <p:val>
                                            <p:strVal val="1+#ppt_w/2"/>
                                          </p:val>
                                        </p:tav>
                                        <p:tav tm="100000">
                                          <p:val>
                                            <p:strVal val="#ppt_x"/>
                                          </p:val>
                                        </p:tav>
                                      </p:tavLst>
                                    </p:anim>
                                    <p:anim calcmode="lin" valueType="num">
                                      <p:cBhvr additive="base">
                                        <p:cTn id="92" dur="1000" fill="hold"/>
                                        <p:tgtEl>
                                          <p:spTgt spid="36">
                                            <p:txEl>
                                              <p:pRg st="0" end="0"/>
                                            </p:txEl>
                                          </p:spTgt>
                                        </p:tgtEl>
                                        <p:attrNameLst>
                                          <p:attrName>ppt_y</p:attrName>
                                        </p:attrNameLst>
                                      </p:cBhvr>
                                      <p:tavLst>
                                        <p:tav tm="0">
                                          <p:val>
                                            <p:strVal val="1+#ppt_h/2"/>
                                          </p:val>
                                        </p:tav>
                                        <p:tav tm="100000">
                                          <p:val>
                                            <p:strVal val="#ppt_y"/>
                                          </p:val>
                                        </p:tav>
                                      </p:tavLst>
                                    </p:anim>
                                  </p:childTnLst>
                                </p:cTn>
                              </p:par>
                              <p:par>
                                <p:cTn id="93" presetID="2" presetClass="entr" presetSubtype="6" decel="100000" fill="hold" grpId="0" nodeType="withEffect">
                                  <p:stCondLst>
                                    <p:cond delay="0"/>
                                  </p:stCondLst>
                                  <p:childTnLst>
                                    <p:set>
                                      <p:cBhvr>
                                        <p:cTn id="94" dur="1" fill="hold">
                                          <p:stCondLst>
                                            <p:cond delay="0"/>
                                          </p:stCondLst>
                                        </p:cTn>
                                        <p:tgtEl>
                                          <p:spTgt spid="37">
                                            <p:txEl>
                                              <p:pRg st="0" end="0"/>
                                            </p:txEl>
                                          </p:spTgt>
                                        </p:tgtEl>
                                        <p:attrNameLst>
                                          <p:attrName>style.visibility</p:attrName>
                                        </p:attrNameLst>
                                      </p:cBhvr>
                                      <p:to>
                                        <p:strVal val="visible"/>
                                      </p:to>
                                    </p:set>
                                    <p:anim calcmode="lin" valueType="num">
                                      <p:cBhvr additive="base">
                                        <p:cTn id="95" dur="1000" fill="hold"/>
                                        <p:tgtEl>
                                          <p:spTgt spid="37">
                                            <p:txEl>
                                              <p:pRg st="0" end="0"/>
                                            </p:txEl>
                                          </p:spTgt>
                                        </p:tgtEl>
                                        <p:attrNameLst>
                                          <p:attrName>ppt_x</p:attrName>
                                        </p:attrNameLst>
                                      </p:cBhvr>
                                      <p:tavLst>
                                        <p:tav tm="0">
                                          <p:val>
                                            <p:strVal val="1+#ppt_w/2"/>
                                          </p:val>
                                        </p:tav>
                                        <p:tav tm="100000">
                                          <p:val>
                                            <p:strVal val="#ppt_x"/>
                                          </p:val>
                                        </p:tav>
                                      </p:tavLst>
                                    </p:anim>
                                    <p:anim calcmode="lin" valueType="num">
                                      <p:cBhvr additive="base">
                                        <p:cTn id="96" dur="1000" fill="hold"/>
                                        <p:tgtEl>
                                          <p:spTgt spid="37">
                                            <p:txEl>
                                              <p:pRg st="0" end="0"/>
                                            </p:txEl>
                                          </p:spTgt>
                                        </p:tgtEl>
                                        <p:attrNameLst>
                                          <p:attrName>ppt_y</p:attrName>
                                        </p:attrNameLst>
                                      </p:cBhvr>
                                      <p:tavLst>
                                        <p:tav tm="0">
                                          <p:val>
                                            <p:strVal val="1+#ppt_h/2"/>
                                          </p:val>
                                        </p:tav>
                                        <p:tav tm="100000">
                                          <p:val>
                                            <p:strVal val="#ppt_y"/>
                                          </p:val>
                                        </p:tav>
                                      </p:tavLst>
                                    </p:anim>
                                  </p:childTnLst>
                                </p:cTn>
                              </p:par>
                              <p:par>
                                <p:cTn id="97" presetID="2" presetClass="entr" presetSubtype="6" decel="100000" fill="hold" grpId="0" nodeType="withEffect">
                                  <p:stCondLst>
                                    <p:cond delay="0"/>
                                  </p:stCondLst>
                                  <p:childTnLst>
                                    <p:set>
                                      <p:cBhvr>
                                        <p:cTn id="98" dur="1" fill="hold">
                                          <p:stCondLst>
                                            <p:cond delay="0"/>
                                          </p:stCondLst>
                                        </p:cTn>
                                        <p:tgtEl>
                                          <p:spTgt spid="39">
                                            <p:txEl>
                                              <p:pRg st="0" end="0"/>
                                            </p:txEl>
                                          </p:spTgt>
                                        </p:tgtEl>
                                        <p:attrNameLst>
                                          <p:attrName>style.visibility</p:attrName>
                                        </p:attrNameLst>
                                      </p:cBhvr>
                                      <p:to>
                                        <p:strVal val="visible"/>
                                      </p:to>
                                    </p:set>
                                    <p:anim calcmode="lin" valueType="num">
                                      <p:cBhvr additive="base">
                                        <p:cTn id="99" dur="1000" fill="hold"/>
                                        <p:tgtEl>
                                          <p:spTgt spid="39">
                                            <p:txEl>
                                              <p:pRg st="0" end="0"/>
                                            </p:txEl>
                                          </p:spTgt>
                                        </p:tgtEl>
                                        <p:attrNameLst>
                                          <p:attrName>ppt_x</p:attrName>
                                        </p:attrNameLst>
                                      </p:cBhvr>
                                      <p:tavLst>
                                        <p:tav tm="0">
                                          <p:val>
                                            <p:strVal val="1+#ppt_w/2"/>
                                          </p:val>
                                        </p:tav>
                                        <p:tav tm="100000">
                                          <p:val>
                                            <p:strVal val="#ppt_x"/>
                                          </p:val>
                                        </p:tav>
                                      </p:tavLst>
                                    </p:anim>
                                    <p:anim calcmode="lin" valueType="num">
                                      <p:cBhvr additive="base">
                                        <p:cTn id="100" dur="1000" fill="hold"/>
                                        <p:tgtEl>
                                          <p:spTgt spid="39">
                                            <p:txEl>
                                              <p:pRg st="0" end="0"/>
                                            </p:txEl>
                                          </p:spTgt>
                                        </p:tgtEl>
                                        <p:attrNameLst>
                                          <p:attrName>ppt_y</p:attrName>
                                        </p:attrNameLst>
                                      </p:cBhvr>
                                      <p:tavLst>
                                        <p:tav tm="0">
                                          <p:val>
                                            <p:strVal val="1+#ppt_h/2"/>
                                          </p:val>
                                        </p:tav>
                                        <p:tav tm="100000">
                                          <p:val>
                                            <p:strVal val="#ppt_y"/>
                                          </p:val>
                                        </p:tav>
                                      </p:tavLst>
                                    </p:anim>
                                  </p:childTnLst>
                                </p:cTn>
                              </p:par>
                              <p:par>
                                <p:cTn id="101" presetID="2" presetClass="entr" presetSubtype="6" decel="100000" fill="hold" grpId="0" nodeType="withEffect">
                                  <p:stCondLst>
                                    <p:cond delay="0"/>
                                  </p:stCondLst>
                                  <p:childTnLst>
                                    <p:set>
                                      <p:cBhvr>
                                        <p:cTn id="102" dur="1" fill="hold">
                                          <p:stCondLst>
                                            <p:cond delay="0"/>
                                          </p:stCondLst>
                                        </p:cTn>
                                        <p:tgtEl>
                                          <p:spTgt spid="45">
                                            <p:txEl>
                                              <p:pRg st="0" end="0"/>
                                            </p:txEl>
                                          </p:spTgt>
                                        </p:tgtEl>
                                        <p:attrNameLst>
                                          <p:attrName>style.visibility</p:attrName>
                                        </p:attrNameLst>
                                      </p:cBhvr>
                                      <p:to>
                                        <p:strVal val="visible"/>
                                      </p:to>
                                    </p:set>
                                    <p:anim calcmode="lin" valueType="num">
                                      <p:cBhvr additive="base">
                                        <p:cTn id="103" dur="1000" fill="hold"/>
                                        <p:tgtEl>
                                          <p:spTgt spid="45">
                                            <p:txEl>
                                              <p:pRg st="0" end="0"/>
                                            </p:txEl>
                                          </p:spTgt>
                                        </p:tgtEl>
                                        <p:attrNameLst>
                                          <p:attrName>ppt_x</p:attrName>
                                        </p:attrNameLst>
                                      </p:cBhvr>
                                      <p:tavLst>
                                        <p:tav tm="0">
                                          <p:val>
                                            <p:strVal val="1+#ppt_w/2"/>
                                          </p:val>
                                        </p:tav>
                                        <p:tav tm="100000">
                                          <p:val>
                                            <p:strVal val="#ppt_x"/>
                                          </p:val>
                                        </p:tav>
                                      </p:tavLst>
                                    </p:anim>
                                    <p:anim calcmode="lin" valueType="num">
                                      <p:cBhvr additive="base">
                                        <p:cTn id="104" dur="1000" fill="hold"/>
                                        <p:tgtEl>
                                          <p:spTgt spid="45">
                                            <p:txEl>
                                              <p:pRg st="0" end="0"/>
                                            </p:txEl>
                                          </p:spTgt>
                                        </p:tgtEl>
                                        <p:attrNameLst>
                                          <p:attrName>ppt_y</p:attrName>
                                        </p:attrNameLst>
                                      </p:cBhvr>
                                      <p:tavLst>
                                        <p:tav tm="0">
                                          <p:val>
                                            <p:strVal val="1+#ppt_h/2"/>
                                          </p:val>
                                        </p:tav>
                                        <p:tav tm="100000">
                                          <p:val>
                                            <p:strVal val="#ppt_y"/>
                                          </p:val>
                                        </p:tav>
                                      </p:tavLst>
                                    </p:anim>
                                  </p:childTnLst>
                                </p:cTn>
                              </p:par>
                              <p:par>
                                <p:cTn id="105" presetID="2" presetClass="entr" presetSubtype="6" decel="100000" fill="hold" grpId="0" nodeType="withEffect">
                                  <p:stCondLst>
                                    <p:cond delay="0"/>
                                  </p:stCondLst>
                                  <p:childTnLst>
                                    <p:set>
                                      <p:cBhvr>
                                        <p:cTn id="106" dur="1" fill="hold">
                                          <p:stCondLst>
                                            <p:cond delay="0"/>
                                          </p:stCondLst>
                                        </p:cTn>
                                        <p:tgtEl>
                                          <p:spTgt spid="52">
                                            <p:txEl>
                                              <p:pRg st="0" end="0"/>
                                            </p:txEl>
                                          </p:spTgt>
                                        </p:tgtEl>
                                        <p:attrNameLst>
                                          <p:attrName>style.visibility</p:attrName>
                                        </p:attrNameLst>
                                      </p:cBhvr>
                                      <p:to>
                                        <p:strVal val="visible"/>
                                      </p:to>
                                    </p:set>
                                    <p:anim calcmode="lin" valueType="num">
                                      <p:cBhvr additive="base">
                                        <p:cTn id="107" dur="1000" fill="hold"/>
                                        <p:tgtEl>
                                          <p:spTgt spid="52">
                                            <p:txEl>
                                              <p:pRg st="0" end="0"/>
                                            </p:txEl>
                                          </p:spTgt>
                                        </p:tgtEl>
                                        <p:attrNameLst>
                                          <p:attrName>ppt_x</p:attrName>
                                        </p:attrNameLst>
                                      </p:cBhvr>
                                      <p:tavLst>
                                        <p:tav tm="0">
                                          <p:val>
                                            <p:strVal val="1+#ppt_w/2"/>
                                          </p:val>
                                        </p:tav>
                                        <p:tav tm="100000">
                                          <p:val>
                                            <p:strVal val="#ppt_x"/>
                                          </p:val>
                                        </p:tav>
                                      </p:tavLst>
                                    </p:anim>
                                    <p:anim calcmode="lin" valueType="num">
                                      <p:cBhvr additive="base">
                                        <p:cTn id="108" dur="1000" fill="hold"/>
                                        <p:tgtEl>
                                          <p:spTgt spid="52">
                                            <p:txEl>
                                              <p:pRg st="0" end="0"/>
                                            </p:txEl>
                                          </p:spTgt>
                                        </p:tgtEl>
                                        <p:attrNameLst>
                                          <p:attrName>ppt_y</p:attrName>
                                        </p:attrNameLst>
                                      </p:cBhvr>
                                      <p:tavLst>
                                        <p:tav tm="0">
                                          <p:val>
                                            <p:strVal val="1+#ppt_h/2"/>
                                          </p:val>
                                        </p:tav>
                                        <p:tav tm="100000">
                                          <p:val>
                                            <p:strVal val="#ppt_y"/>
                                          </p:val>
                                        </p:tav>
                                      </p:tavLst>
                                    </p:anim>
                                  </p:childTnLst>
                                </p:cTn>
                              </p:par>
                              <p:par>
                                <p:cTn id="109" presetID="2" presetClass="entr" presetSubtype="6" decel="100000" fill="hold" grpId="0" nodeType="withEffect">
                                  <p:stCondLst>
                                    <p:cond delay="0"/>
                                  </p:stCondLst>
                                  <p:childTnLst>
                                    <p:set>
                                      <p:cBhvr>
                                        <p:cTn id="110" dur="1" fill="hold">
                                          <p:stCondLst>
                                            <p:cond delay="0"/>
                                          </p:stCondLst>
                                        </p:cTn>
                                        <p:tgtEl>
                                          <p:spTgt spid="54">
                                            <p:txEl>
                                              <p:pRg st="0" end="0"/>
                                            </p:txEl>
                                          </p:spTgt>
                                        </p:tgtEl>
                                        <p:attrNameLst>
                                          <p:attrName>style.visibility</p:attrName>
                                        </p:attrNameLst>
                                      </p:cBhvr>
                                      <p:to>
                                        <p:strVal val="visible"/>
                                      </p:to>
                                    </p:set>
                                    <p:anim calcmode="lin" valueType="num">
                                      <p:cBhvr additive="base">
                                        <p:cTn id="111" dur="1000" fill="hold"/>
                                        <p:tgtEl>
                                          <p:spTgt spid="54">
                                            <p:txEl>
                                              <p:pRg st="0" end="0"/>
                                            </p:txEl>
                                          </p:spTgt>
                                        </p:tgtEl>
                                        <p:attrNameLst>
                                          <p:attrName>ppt_x</p:attrName>
                                        </p:attrNameLst>
                                      </p:cBhvr>
                                      <p:tavLst>
                                        <p:tav tm="0">
                                          <p:val>
                                            <p:strVal val="1+#ppt_w/2"/>
                                          </p:val>
                                        </p:tav>
                                        <p:tav tm="100000">
                                          <p:val>
                                            <p:strVal val="#ppt_x"/>
                                          </p:val>
                                        </p:tav>
                                      </p:tavLst>
                                    </p:anim>
                                    <p:anim calcmode="lin" valueType="num">
                                      <p:cBhvr additive="base">
                                        <p:cTn id="112" dur="1000" fill="hold"/>
                                        <p:tgtEl>
                                          <p:spTgt spid="54">
                                            <p:txEl>
                                              <p:pRg st="0" end="0"/>
                                            </p:txEl>
                                          </p:spTgt>
                                        </p:tgtEl>
                                        <p:attrNameLst>
                                          <p:attrName>ppt_y</p:attrName>
                                        </p:attrNameLst>
                                      </p:cBhvr>
                                      <p:tavLst>
                                        <p:tav tm="0">
                                          <p:val>
                                            <p:strVal val="1+#ppt_h/2"/>
                                          </p:val>
                                        </p:tav>
                                        <p:tav tm="100000">
                                          <p:val>
                                            <p:strVal val="#ppt_y"/>
                                          </p:val>
                                        </p:tav>
                                      </p:tavLst>
                                    </p:anim>
                                  </p:childTnLst>
                                </p:cTn>
                              </p:par>
                              <p:par>
                                <p:cTn id="113" presetID="2" presetClass="entr" presetSubtype="6" decel="100000" fill="hold" grpId="0" nodeType="withEffect">
                                  <p:stCondLst>
                                    <p:cond delay="0"/>
                                  </p:stCondLst>
                                  <p:childTnLst>
                                    <p:set>
                                      <p:cBhvr>
                                        <p:cTn id="114" dur="1" fill="hold">
                                          <p:stCondLst>
                                            <p:cond delay="0"/>
                                          </p:stCondLst>
                                        </p:cTn>
                                        <p:tgtEl>
                                          <p:spTgt spid="55">
                                            <p:txEl>
                                              <p:pRg st="0" end="0"/>
                                            </p:txEl>
                                          </p:spTgt>
                                        </p:tgtEl>
                                        <p:attrNameLst>
                                          <p:attrName>style.visibility</p:attrName>
                                        </p:attrNameLst>
                                      </p:cBhvr>
                                      <p:to>
                                        <p:strVal val="visible"/>
                                      </p:to>
                                    </p:set>
                                    <p:anim calcmode="lin" valueType="num">
                                      <p:cBhvr additive="base">
                                        <p:cTn id="115" dur="1000" fill="hold"/>
                                        <p:tgtEl>
                                          <p:spTgt spid="55">
                                            <p:txEl>
                                              <p:pRg st="0" end="0"/>
                                            </p:txEl>
                                          </p:spTgt>
                                        </p:tgtEl>
                                        <p:attrNameLst>
                                          <p:attrName>ppt_x</p:attrName>
                                        </p:attrNameLst>
                                      </p:cBhvr>
                                      <p:tavLst>
                                        <p:tav tm="0">
                                          <p:val>
                                            <p:strVal val="1+#ppt_w/2"/>
                                          </p:val>
                                        </p:tav>
                                        <p:tav tm="100000">
                                          <p:val>
                                            <p:strVal val="#ppt_x"/>
                                          </p:val>
                                        </p:tav>
                                      </p:tavLst>
                                    </p:anim>
                                    <p:anim calcmode="lin" valueType="num">
                                      <p:cBhvr additive="base">
                                        <p:cTn id="116" dur="1000" fill="hold"/>
                                        <p:tgtEl>
                                          <p:spTgt spid="55">
                                            <p:txEl>
                                              <p:pRg st="0" end="0"/>
                                            </p:txEl>
                                          </p:spTgt>
                                        </p:tgtEl>
                                        <p:attrNameLst>
                                          <p:attrName>ppt_y</p:attrName>
                                        </p:attrNameLst>
                                      </p:cBhvr>
                                      <p:tavLst>
                                        <p:tav tm="0">
                                          <p:val>
                                            <p:strVal val="1+#ppt_h/2"/>
                                          </p:val>
                                        </p:tav>
                                        <p:tav tm="100000">
                                          <p:val>
                                            <p:strVal val="#ppt_y"/>
                                          </p:val>
                                        </p:tav>
                                      </p:tavLst>
                                    </p:anim>
                                  </p:childTnLst>
                                </p:cTn>
                              </p:par>
                              <p:par>
                                <p:cTn id="117" presetID="2" presetClass="entr" presetSubtype="4" decel="100000" fill="hold" grpId="0" nodeType="withEffect">
                                  <p:stCondLst>
                                    <p:cond delay="0"/>
                                  </p:stCondLst>
                                  <p:childTnLst>
                                    <p:set>
                                      <p:cBhvr>
                                        <p:cTn id="118" dur="1" fill="hold">
                                          <p:stCondLst>
                                            <p:cond delay="0"/>
                                          </p:stCondLst>
                                        </p:cTn>
                                        <p:tgtEl>
                                          <p:spTgt spid="9">
                                            <p:txEl>
                                              <p:pRg st="0" end="0"/>
                                            </p:txEl>
                                          </p:spTgt>
                                        </p:tgtEl>
                                        <p:attrNameLst>
                                          <p:attrName>style.visibility</p:attrName>
                                        </p:attrNameLst>
                                      </p:cBhvr>
                                      <p:to>
                                        <p:strVal val="visible"/>
                                      </p:to>
                                    </p:set>
                                    <p:anim calcmode="lin" valueType="num">
                                      <p:cBhvr additive="base">
                                        <p:cTn id="119"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20" dur="1000" fill="hold"/>
                                        <p:tgtEl>
                                          <p:spTgt spid="9">
                                            <p:txEl>
                                              <p:pRg st="0" end="0"/>
                                            </p:txEl>
                                          </p:spTgt>
                                        </p:tgtEl>
                                        <p:attrNameLst>
                                          <p:attrName>ppt_y</p:attrName>
                                        </p:attrNameLst>
                                      </p:cBhvr>
                                      <p:tavLst>
                                        <p:tav tm="0">
                                          <p:val>
                                            <p:strVal val="1+#ppt_h/2"/>
                                          </p:val>
                                        </p:tav>
                                        <p:tav tm="100000">
                                          <p:val>
                                            <p:strVal val="#ppt_y"/>
                                          </p:val>
                                        </p:tav>
                                      </p:tavLst>
                                    </p:anim>
                                  </p:childTnLst>
                                </p:cTn>
                              </p:par>
                              <p:par>
                                <p:cTn id="121" presetID="2" presetClass="entr" presetSubtype="4" decel="100000" fill="hold" grpId="0" nodeType="withEffect">
                                  <p:stCondLst>
                                    <p:cond delay="0"/>
                                  </p:stCondLst>
                                  <p:childTnLst>
                                    <p:set>
                                      <p:cBhvr>
                                        <p:cTn id="122" dur="1" fill="hold">
                                          <p:stCondLst>
                                            <p:cond delay="0"/>
                                          </p:stCondLst>
                                        </p:cTn>
                                        <p:tgtEl>
                                          <p:spTgt spid="20">
                                            <p:txEl>
                                              <p:pRg st="0" end="0"/>
                                            </p:txEl>
                                          </p:spTgt>
                                        </p:tgtEl>
                                        <p:attrNameLst>
                                          <p:attrName>style.visibility</p:attrName>
                                        </p:attrNameLst>
                                      </p:cBhvr>
                                      <p:to>
                                        <p:strVal val="visible"/>
                                      </p:to>
                                    </p:set>
                                    <p:anim calcmode="lin" valueType="num">
                                      <p:cBhvr additive="base">
                                        <p:cTn id="123"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124" dur="1000" fill="hold"/>
                                        <p:tgtEl>
                                          <p:spTgt spid="20">
                                            <p:txEl>
                                              <p:pRg st="0" end="0"/>
                                            </p:txEl>
                                          </p:spTgt>
                                        </p:tgtEl>
                                        <p:attrNameLst>
                                          <p:attrName>ppt_y</p:attrName>
                                        </p:attrNameLst>
                                      </p:cBhvr>
                                      <p:tavLst>
                                        <p:tav tm="0">
                                          <p:val>
                                            <p:strVal val="1+#ppt_h/2"/>
                                          </p:val>
                                        </p:tav>
                                        <p:tav tm="100000">
                                          <p:val>
                                            <p:strVal val="#ppt_y"/>
                                          </p:val>
                                        </p:tav>
                                      </p:tavLst>
                                    </p:anim>
                                  </p:childTnLst>
                                </p:cTn>
                              </p:par>
                              <p:par>
                                <p:cTn id="125" presetID="2" presetClass="entr" presetSubtype="12" decel="100000" fill="hold" grpId="0" nodeType="withEffect">
                                  <p:stCondLst>
                                    <p:cond delay="0"/>
                                  </p:stCondLst>
                                  <p:childTnLst>
                                    <p:set>
                                      <p:cBhvr>
                                        <p:cTn id="126" dur="1" fill="hold">
                                          <p:stCondLst>
                                            <p:cond delay="0"/>
                                          </p:stCondLst>
                                        </p:cTn>
                                        <p:tgtEl>
                                          <p:spTgt spid="7">
                                            <p:txEl>
                                              <p:pRg st="0" end="0"/>
                                            </p:txEl>
                                          </p:spTgt>
                                        </p:tgtEl>
                                        <p:attrNameLst>
                                          <p:attrName>style.visibility</p:attrName>
                                        </p:attrNameLst>
                                      </p:cBhvr>
                                      <p:to>
                                        <p:strVal val="visible"/>
                                      </p:to>
                                    </p:set>
                                    <p:anim calcmode="lin" valueType="num">
                                      <p:cBhvr additive="base">
                                        <p:cTn id="127" dur="10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128" dur="1000" fill="hold"/>
                                        <p:tgtEl>
                                          <p:spTgt spid="7">
                                            <p:txEl>
                                              <p:pRg st="0" end="0"/>
                                            </p:txEl>
                                          </p:spTgt>
                                        </p:tgtEl>
                                        <p:attrNameLst>
                                          <p:attrName>ppt_y</p:attrName>
                                        </p:attrNameLst>
                                      </p:cBhvr>
                                      <p:tavLst>
                                        <p:tav tm="0">
                                          <p:val>
                                            <p:strVal val="1+#ppt_h/2"/>
                                          </p:val>
                                        </p:tav>
                                        <p:tav tm="100000">
                                          <p:val>
                                            <p:strVal val="#ppt_y"/>
                                          </p:val>
                                        </p:tav>
                                      </p:tavLst>
                                    </p:anim>
                                  </p:childTnLst>
                                </p:cTn>
                              </p:par>
                              <p:par>
                                <p:cTn id="129" presetID="2" presetClass="entr" presetSubtype="12" decel="100000" fill="hold" grpId="0" nodeType="withEffect">
                                  <p:stCondLst>
                                    <p:cond delay="0"/>
                                  </p:stCondLst>
                                  <p:childTnLst>
                                    <p:set>
                                      <p:cBhvr>
                                        <p:cTn id="130" dur="1" fill="hold">
                                          <p:stCondLst>
                                            <p:cond delay="0"/>
                                          </p:stCondLst>
                                        </p:cTn>
                                        <p:tgtEl>
                                          <p:spTgt spid="13">
                                            <p:txEl>
                                              <p:pRg st="0" end="0"/>
                                            </p:txEl>
                                          </p:spTgt>
                                        </p:tgtEl>
                                        <p:attrNameLst>
                                          <p:attrName>style.visibility</p:attrName>
                                        </p:attrNameLst>
                                      </p:cBhvr>
                                      <p:to>
                                        <p:strVal val="visible"/>
                                      </p:to>
                                    </p:set>
                                    <p:anim calcmode="lin" valueType="num">
                                      <p:cBhvr additive="base">
                                        <p:cTn id="131" dur="100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132" dur="1000" fill="hold"/>
                                        <p:tgtEl>
                                          <p:spTgt spid="13">
                                            <p:txEl>
                                              <p:pRg st="0" end="0"/>
                                            </p:txEl>
                                          </p:spTgt>
                                        </p:tgtEl>
                                        <p:attrNameLst>
                                          <p:attrName>ppt_y</p:attrName>
                                        </p:attrNameLst>
                                      </p:cBhvr>
                                      <p:tavLst>
                                        <p:tav tm="0">
                                          <p:val>
                                            <p:strVal val="1+#ppt_h/2"/>
                                          </p:val>
                                        </p:tav>
                                        <p:tav tm="100000">
                                          <p:val>
                                            <p:strVal val="#ppt_y"/>
                                          </p:val>
                                        </p:tav>
                                      </p:tavLst>
                                    </p:anim>
                                  </p:childTnLst>
                                </p:cTn>
                              </p:par>
                              <p:par>
                                <p:cTn id="133" presetID="2" presetClass="entr" presetSubtype="12" decel="100000" fill="hold" grpId="0" nodeType="withEffect">
                                  <p:stCondLst>
                                    <p:cond delay="0"/>
                                  </p:stCondLst>
                                  <p:childTnLst>
                                    <p:set>
                                      <p:cBhvr>
                                        <p:cTn id="134" dur="1" fill="hold">
                                          <p:stCondLst>
                                            <p:cond delay="0"/>
                                          </p:stCondLst>
                                        </p:cTn>
                                        <p:tgtEl>
                                          <p:spTgt spid="22">
                                            <p:txEl>
                                              <p:pRg st="0" end="0"/>
                                            </p:txEl>
                                          </p:spTgt>
                                        </p:tgtEl>
                                        <p:attrNameLst>
                                          <p:attrName>style.visibility</p:attrName>
                                        </p:attrNameLst>
                                      </p:cBhvr>
                                      <p:to>
                                        <p:strVal val="visible"/>
                                      </p:to>
                                    </p:set>
                                    <p:anim calcmode="lin" valueType="num">
                                      <p:cBhvr additive="base">
                                        <p:cTn id="135" dur="1000" fill="hold"/>
                                        <p:tgtEl>
                                          <p:spTgt spid="22">
                                            <p:txEl>
                                              <p:pRg st="0" end="0"/>
                                            </p:txEl>
                                          </p:spTgt>
                                        </p:tgtEl>
                                        <p:attrNameLst>
                                          <p:attrName>ppt_x</p:attrName>
                                        </p:attrNameLst>
                                      </p:cBhvr>
                                      <p:tavLst>
                                        <p:tav tm="0">
                                          <p:val>
                                            <p:strVal val="0-#ppt_w/2"/>
                                          </p:val>
                                        </p:tav>
                                        <p:tav tm="100000">
                                          <p:val>
                                            <p:strVal val="#ppt_x"/>
                                          </p:val>
                                        </p:tav>
                                      </p:tavLst>
                                    </p:anim>
                                    <p:anim calcmode="lin" valueType="num">
                                      <p:cBhvr additive="base">
                                        <p:cTn id="136" dur="1000" fill="hold"/>
                                        <p:tgtEl>
                                          <p:spTgt spid="22">
                                            <p:txEl>
                                              <p:pRg st="0" end="0"/>
                                            </p:txEl>
                                          </p:spTgt>
                                        </p:tgtEl>
                                        <p:attrNameLst>
                                          <p:attrName>ppt_y</p:attrName>
                                        </p:attrNameLst>
                                      </p:cBhvr>
                                      <p:tavLst>
                                        <p:tav tm="0">
                                          <p:val>
                                            <p:strVal val="1+#ppt_h/2"/>
                                          </p:val>
                                        </p:tav>
                                        <p:tav tm="100000">
                                          <p:val>
                                            <p:strVal val="#ppt_y"/>
                                          </p:val>
                                        </p:tav>
                                      </p:tavLst>
                                    </p:anim>
                                  </p:childTnLst>
                                </p:cTn>
                              </p:par>
                              <p:par>
                                <p:cTn id="137" presetID="2" presetClass="entr" presetSubtype="12" decel="100000" fill="hold" grpId="0" nodeType="withEffect">
                                  <p:stCondLst>
                                    <p:cond delay="0"/>
                                  </p:stCondLst>
                                  <p:childTnLst>
                                    <p:set>
                                      <p:cBhvr>
                                        <p:cTn id="138" dur="1" fill="hold">
                                          <p:stCondLst>
                                            <p:cond delay="0"/>
                                          </p:stCondLst>
                                        </p:cTn>
                                        <p:tgtEl>
                                          <p:spTgt spid="24">
                                            <p:txEl>
                                              <p:pRg st="0" end="0"/>
                                            </p:txEl>
                                          </p:spTgt>
                                        </p:tgtEl>
                                        <p:attrNameLst>
                                          <p:attrName>style.visibility</p:attrName>
                                        </p:attrNameLst>
                                      </p:cBhvr>
                                      <p:to>
                                        <p:strVal val="visible"/>
                                      </p:to>
                                    </p:set>
                                    <p:anim calcmode="lin" valueType="num">
                                      <p:cBhvr additive="base">
                                        <p:cTn id="139" dur="1000" fill="hold"/>
                                        <p:tgtEl>
                                          <p:spTgt spid="24">
                                            <p:txEl>
                                              <p:pRg st="0" end="0"/>
                                            </p:txEl>
                                          </p:spTgt>
                                        </p:tgtEl>
                                        <p:attrNameLst>
                                          <p:attrName>ppt_x</p:attrName>
                                        </p:attrNameLst>
                                      </p:cBhvr>
                                      <p:tavLst>
                                        <p:tav tm="0">
                                          <p:val>
                                            <p:strVal val="0-#ppt_w/2"/>
                                          </p:val>
                                        </p:tav>
                                        <p:tav tm="100000">
                                          <p:val>
                                            <p:strVal val="#ppt_x"/>
                                          </p:val>
                                        </p:tav>
                                      </p:tavLst>
                                    </p:anim>
                                    <p:anim calcmode="lin" valueType="num">
                                      <p:cBhvr additive="base">
                                        <p:cTn id="140" dur="1000" fill="hold"/>
                                        <p:tgtEl>
                                          <p:spTgt spid="24">
                                            <p:txEl>
                                              <p:pRg st="0" end="0"/>
                                            </p:txEl>
                                          </p:spTgt>
                                        </p:tgtEl>
                                        <p:attrNameLst>
                                          <p:attrName>ppt_y</p:attrName>
                                        </p:attrNameLst>
                                      </p:cBhvr>
                                      <p:tavLst>
                                        <p:tav tm="0">
                                          <p:val>
                                            <p:strVal val="1+#ppt_h/2"/>
                                          </p:val>
                                        </p:tav>
                                        <p:tav tm="100000">
                                          <p:val>
                                            <p:strVal val="#ppt_y"/>
                                          </p:val>
                                        </p:tav>
                                      </p:tavLst>
                                    </p:anim>
                                  </p:childTnLst>
                                </p:cTn>
                              </p:par>
                              <p:par>
                                <p:cTn id="141" presetID="2" presetClass="entr" presetSubtype="12" decel="100000" fill="hold" grpId="0" nodeType="withEffect">
                                  <p:stCondLst>
                                    <p:cond delay="0"/>
                                  </p:stCondLst>
                                  <p:childTnLst>
                                    <p:set>
                                      <p:cBhvr>
                                        <p:cTn id="142" dur="1" fill="hold">
                                          <p:stCondLst>
                                            <p:cond delay="0"/>
                                          </p:stCondLst>
                                        </p:cTn>
                                        <p:tgtEl>
                                          <p:spTgt spid="31">
                                            <p:txEl>
                                              <p:pRg st="0" end="0"/>
                                            </p:txEl>
                                          </p:spTgt>
                                        </p:tgtEl>
                                        <p:attrNameLst>
                                          <p:attrName>style.visibility</p:attrName>
                                        </p:attrNameLst>
                                      </p:cBhvr>
                                      <p:to>
                                        <p:strVal val="visible"/>
                                      </p:to>
                                    </p:set>
                                    <p:anim calcmode="lin" valueType="num">
                                      <p:cBhvr additive="base">
                                        <p:cTn id="143" dur="1000" fill="hold"/>
                                        <p:tgtEl>
                                          <p:spTgt spid="31">
                                            <p:txEl>
                                              <p:pRg st="0" end="0"/>
                                            </p:txEl>
                                          </p:spTgt>
                                        </p:tgtEl>
                                        <p:attrNameLst>
                                          <p:attrName>ppt_x</p:attrName>
                                        </p:attrNameLst>
                                      </p:cBhvr>
                                      <p:tavLst>
                                        <p:tav tm="0">
                                          <p:val>
                                            <p:strVal val="0-#ppt_w/2"/>
                                          </p:val>
                                        </p:tav>
                                        <p:tav tm="100000">
                                          <p:val>
                                            <p:strVal val="#ppt_x"/>
                                          </p:val>
                                        </p:tav>
                                      </p:tavLst>
                                    </p:anim>
                                    <p:anim calcmode="lin" valueType="num">
                                      <p:cBhvr additive="base">
                                        <p:cTn id="144" dur="1000" fill="hold"/>
                                        <p:tgtEl>
                                          <p:spTgt spid="31">
                                            <p:txEl>
                                              <p:pRg st="0" end="0"/>
                                            </p:txEl>
                                          </p:spTgt>
                                        </p:tgtEl>
                                        <p:attrNameLst>
                                          <p:attrName>ppt_y</p:attrName>
                                        </p:attrNameLst>
                                      </p:cBhvr>
                                      <p:tavLst>
                                        <p:tav tm="0">
                                          <p:val>
                                            <p:strVal val="1+#ppt_h/2"/>
                                          </p:val>
                                        </p:tav>
                                        <p:tav tm="100000">
                                          <p:val>
                                            <p:strVal val="#ppt_y"/>
                                          </p:val>
                                        </p:tav>
                                      </p:tavLst>
                                    </p:anim>
                                  </p:childTnLst>
                                </p:cTn>
                              </p:par>
                              <p:par>
                                <p:cTn id="145" presetID="2" presetClass="entr" presetSubtype="12" decel="100000" fill="hold" grpId="0" nodeType="withEffect">
                                  <p:stCondLst>
                                    <p:cond delay="0"/>
                                  </p:stCondLst>
                                  <p:childTnLst>
                                    <p:set>
                                      <p:cBhvr>
                                        <p:cTn id="146" dur="1" fill="hold">
                                          <p:stCondLst>
                                            <p:cond delay="0"/>
                                          </p:stCondLst>
                                        </p:cTn>
                                        <p:tgtEl>
                                          <p:spTgt spid="35">
                                            <p:txEl>
                                              <p:pRg st="0" end="0"/>
                                            </p:txEl>
                                          </p:spTgt>
                                        </p:tgtEl>
                                        <p:attrNameLst>
                                          <p:attrName>style.visibility</p:attrName>
                                        </p:attrNameLst>
                                      </p:cBhvr>
                                      <p:to>
                                        <p:strVal val="visible"/>
                                      </p:to>
                                    </p:set>
                                    <p:anim calcmode="lin" valueType="num">
                                      <p:cBhvr additive="base">
                                        <p:cTn id="147" dur="1000" fill="hold"/>
                                        <p:tgtEl>
                                          <p:spTgt spid="35">
                                            <p:txEl>
                                              <p:pRg st="0" end="0"/>
                                            </p:txEl>
                                          </p:spTgt>
                                        </p:tgtEl>
                                        <p:attrNameLst>
                                          <p:attrName>ppt_x</p:attrName>
                                        </p:attrNameLst>
                                      </p:cBhvr>
                                      <p:tavLst>
                                        <p:tav tm="0">
                                          <p:val>
                                            <p:strVal val="0-#ppt_w/2"/>
                                          </p:val>
                                        </p:tav>
                                        <p:tav tm="100000">
                                          <p:val>
                                            <p:strVal val="#ppt_x"/>
                                          </p:val>
                                        </p:tav>
                                      </p:tavLst>
                                    </p:anim>
                                    <p:anim calcmode="lin" valueType="num">
                                      <p:cBhvr additive="base">
                                        <p:cTn id="148" dur="1000" fill="hold"/>
                                        <p:tgtEl>
                                          <p:spTgt spid="35">
                                            <p:txEl>
                                              <p:pRg st="0" end="0"/>
                                            </p:txEl>
                                          </p:spTgt>
                                        </p:tgtEl>
                                        <p:attrNameLst>
                                          <p:attrName>ppt_y</p:attrName>
                                        </p:attrNameLst>
                                      </p:cBhvr>
                                      <p:tavLst>
                                        <p:tav tm="0">
                                          <p:val>
                                            <p:strVal val="1+#ppt_h/2"/>
                                          </p:val>
                                        </p:tav>
                                        <p:tav tm="100000">
                                          <p:val>
                                            <p:strVal val="#ppt_y"/>
                                          </p:val>
                                        </p:tav>
                                      </p:tavLst>
                                    </p:anim>
                                  </p:childTnLst>
                                </p:cTn>
                              </p:par>
                              <p:par>
                                <p:cTn id="149" presetID="2" presetClass="entr" presetSubtype="12" decel="100000" fill="hold" grpId="0" nodeType="withEffect">
                                  <p:stCondLst>
                                    <p:cond delay="0"/>
                                  </p:stCondLst>
                                  <p:childTnLst>
                                    <p:set>
                                      <p:cBhvr>
                                        <p:cTn id="150" dur="1" fill="hold">
                                          <p:stCondLst>
                                            <p:cond delay="0"/>
                                          </p:stCondLst>
                                        </p:cTn>
                                        <p:tgtEl>
                                          <p:spTgt spid="38">
                                            <p:txEl>
                                              <p:pRg st="0" end="0"/>
                                            </p:txEl>
                                          </p:spTgt>
                                        </p:tgtEl>
                                        <p:attrNameLst>
                                          <p:attrName>style.visibility</p:attrName>
                                        </p:attrNameLst>
                                      </p:cBhvr>
                                      <p:to>
                                        <p:strVal val="visible"/>
                                      </p:to>
                                    </p:set>
                                    <p:anim calcmode="lin" valueType="num">
                                      <p:cBhvr additive="base">
                                        <p:cTn id="151" dur="1000" fill="hold"/>
                                        <p:tgtEl>
                                          <p:spTgt spid="38">
                                            <p:txEl>
                                              <p:pRg st="0" end="0"/>
                                            </p:txEl>
                                          </p:spTgt>
                                        </p:tgtEl>
                                        <p:attrNameLst>
                                          <p:attrName>ppt_x</p:attrName>
                                        </p:attrNameLst>
                                      </p:cBhvr>
                                      <p:tavLst>
                                        <p:tav tm="0">
                                          <p:val>
                                            <p:strVal val="0-#ppt_w/2"/>
                                          </p:val>
                                        </p:tav>
                                        <p:tav tm="100000">
                                          <p:val>
                                            <p:strVal val="#ppt_x"/>
                                          </p:val>
                                        </p:tav>
                                      </p:tavLst>
                                    </p:anim>
                                    <p:anim calcmode="lin" valueType="num">
                                      <p:cBhvr additive="base">
                                        <p:cTn id="152" dur="1000" fill="hold"/>
                                        <p:tgtEl>
                                          <p:spTgt spid="38">
                                            <p:txEl>
                                              <p:pRg st="0" end="0"/>
                                            </p:txEl>
                                          </p:spTgt>
                                        </p:tgtEl>
                                        <p:attrNameLst>
                                          <p:attrName>ppt_y</p:attrName>
                                        </p:attrNameLst>
                                      </p:cBhvr>
                                      <p:tavLst>
                                        <p:tav tm="0">
                                          <p:val>
                                            <p:strVal val="1+#ppt_h/2"/>
                                          </p:val>
                                        </p:tav>
                                        <p:tav tm="100000">
                                          <p:val>
                                            <p:strVal val="#ppt_y"/>
                                          </p:val>
                                        </p:tav>
                                      </p:tavLst>
                                    </p:anim>
                                  </p:childTnLst>
                                </p:cTn>
                              </p:par>
                              <p:par>
                                <p:cTn id="153" presetID="2" presetClass="entr" presetSubtype="12" decel="100000" fill="hold" grpId="0" nodeType="withEffect">
                                  <p:stCondLst>
                                    <p:cond delay="0"/>
                                  </p:stCondLst>
                                  <p:childTnLst>
                                    <p:set>
                                      <p:cBhvr>
                                        <p:cTn id="154" dur="1" fill="hold">
                                          <p:stCondLst>
                                            <p:cond delay="0"/>
                                          </p:stCondLst>
                                        </p:cTn>
                                        <p:tgtEl>
                                          <p:spTgt spid="40">
                                            <p:txEl>
                                              <p:pRg st="0" end="0"/>
                                            </p:txEl>
                                          </p:spTgt>
                                        </p:tgtEl>
                                        <p:attrNameLst>
                                          <p:attrName>style.visibility</p:attrName>
                                        </p:attrNameLst>
                                      </p:cBhvr>
                                      <p:to>
                                        <p:strVal val="visible"/>
                                      </p:to>
                                    </p:set>
                                    <p:anim calcmode="lin" valueType="num">
                                      <p:cBhvr additive="base">
                                        <p:cTn id="155" dur="1000" fill="hold"/>
                                        <p:tgtEl>
                                          <p:spTgt spid="40">
                                            <p:txEl>
                                              <p:pRg st="0" end="0"/>
                                            </p:txEl>
                                          </p:spTgt>
                                        </p:tgtEl>
                                        <p:attrNameLst>
                                          <p:attrName>ppt_x</p:attrName>
                                        </p:attrNameLst>
                                      </p:cBhvr>
                                      <p:tavLst>
                                        <p:tav tm="0">
                                          <p:val>
                                            <p:strVal val="0-#ppt_w/2"/>
                                          </p:val>
                                        </p:tav>
                                        <p:tav tm="100000">
                                          <p:val>
                                            <p:strVal val="#ppt_x"/>
                                          </p:val>
                                        </p:tav>
                                      </p:tavLst>
                                    </p:anim>
                                    <p:anim calcmode="lin" valueType="num">
                                      <p:cBhvr additive="base">
                                        <p:cTn id="156" dur="1000" fill="hold"/>
                                        <p:tgtEl>
                                          <p:spTgt spid="40">
                                            <p:txEl>
                                              <p:pRg st="0" end="0"/>
                                            </p:txEl>
                                          </p:spTgt>
                                        </p:tgtEl>
                                        <p:attrNameLst>
                                          <p:attrName>ppt_y</p:attrName>
                                        </p:attrNameLst>
                                      </p:cBhvr>
                                      <p:tavLst>
                                        <p:tav tm="0">
                                          <p:val>
                                            <p:strVal val="1+#ppt_h/2"/>
                                          </p:val>
                                        </p:tav>
                                        <p:tav tm="100000">
                                          <p:val>
                                            <p:strVal val="#ppt_y"/>
                                          </p:val>
                                        </p:tav>
                                      </p:tavLst>
                                    </p:anim>
                                  </p:childTnLst>
                                </p:cTn>
                              </p:par>
                              <p:par>
                                <p:cTn id="157" presetID="2" presetClass="entr" presetSubtype="12" decel="100000" fill="hold" grpId="0" nodeType="withEffect">
                                  <p:stCondLst>
                                    <p:cond delay="0"/>
                                  </p:stCondLst>
                                  <p:childTnLst>
                                    <p:set>
                                      <p:cBhvr>
                                        <p:cTn id="158" dur="1" fill="hold">
                                          <p:stCondLst>
                                            <p:cond delay="0"/>
                                          </p:stCondLst>
                                        </p:cTn>
                                        <p:tgtEl>
                                          <p:spTgt spid="46">
                                            <p:txEl>
                                              <p:pRg st="0" end="0"/>
                                            </p:txEl>
                                          </p:spTgt>
                                        </p:tgtEl>
                                        <p:attrNameLst>
                                          <p:attrName>style.visibility</p:attrName>
                                        </p:attrNameLst>
                                      </p:cBhvr>
                                      <p:to>
                                        <p:strVal val="visible"/>
                                      </p:to>
                                    </p:set>
                                    <p:anim calcmode="lin" valueType="num">
                                      <p:cBhvr additive="base">
                                        <p:cTn id="159" dur="1000" fill="hold"/>
                                        <p:tgtEl>
                                          <p:spTgt spid="46">
                                            <p:txEl>
                                              <p:pRg st="0" end="0"/>
                                            </p:txEl>
                                          </p:spTgt>
                                        </p:tgtEl>
                                        <p:attrNameLst>
                                          <p:attrName>ppt_x</p:attrName>
                                        </p:attrNameLst>
                                      </p:cBhvr>
                                      <p:tavLst>
                                        <p:tav tm="0">
                                          <p:val>
                                            <p:strVal val="0-#ppt_w/2"/>
                                          </p:val>
                                        </p:tav>
                                        <p:tav tm="100000">
                                          <p:val>
                                            <p:strVal val="#ppt_x"/>
                                          </p:val>
                                        </p:tav>
                                      </p:tavLst>
                                    </p:anim>
                                    <p:anim calcmode="lin" valueType="num">
                                      <p:cBhvr additive="base">
                                        <p:cTn id="160" dur="1000" fill="hold"/>
                                        <p:tgtEl>
                                          <p:spTgt spid="46">
                                            <p:txEl>
                                              <p:pRg st="0" end="0"/>
                                            </p:txEl>
                                          </p:spTgt>
                                        </p:tgtEl>
                                        <p:attrNameLst>
                                          <p:attrName>ppt_y</p:attrName>
                                        </p:attrNameLst>
                                      </p:cBhvr>
                                      <p:tavLst>
                                        <p:tav tm="0">
                                          <p:val>
                                            <p:strVal val="1+#ppt_h/2"/>
                                          </p:val>
                                        </p:tav>
                                        <p:tav tm="100000">
                                          <p:val>
                                            <p:strVal val="#ppt_y"/>
                                          </p:val>
                                        </p:tav>
                                      </p:tavLst>
                                    </p:anim>
                                  </p:childTnLst>
                                </p:cTn>
                              </p:par>
                              <p:par>
                                <p:cTn id="161" presetID="2" presetClass="entr" presetSubtype="12" decel="100000" fill="hold" grpId="0" nodeType="withEffect">
                                  <p:stCondLst>
                                    <p:cond delay="0"/>
                                  </p:stCondLst>
                                  <p:childTnLst>
                                    <p:set>
                                      <p:cBhvr>
                                        <p:cTn id="162" dur="1" fill="hold">
                                          <p:stCondLst>
                                            <p:cond delay="0"/>
                                          </p:stCondLst>
                                        </p:cTn>
                                        <p:tgtEl>
                                          <p:spTgt spid="47">
                                            <p:txEl>
                                              <p:pRg st="0" end="0"/>
                                            </p:txEl>
                                          </p:spTgt>
                                        </p:tgtEl>
                                        <p:attrNameLst>
                                          <p:attrName>style.visibility</p:attrName>
                                        </p:attrNameLst>
                                      </p:cBhvr>
                                      <p:to>
                                        <p:strVal val="visible"/>
                                      </p:to>
                                    </p:set>
                                    <p:anim calcmode="lin" valueType="num">
                                      <p:cBhvr additive="base">
                                        <p:cTn id="163" dur="1000" fill="hold"/>
                                        <p:tgtEl>
                                          <p:spTgt spid="47">
                                            <p:txEl>
                                              <p:pRg st="0" end="0"/>
                                            </p:txEl>
                                          </p:spTgt>
                                        </p:tgtEl>
                                        <p:attrNameLst>
                                          <p:attrName>ppt_x</p:attrName>
                                        </p:attrNameLst>
                                      </p:cBhvr>
                                      <p:tavLst>
                                        <p:tav tm="0">
                                          <p:val>
                                            <p:strVal val="0-#ppt_w/2"/>
                                          </p:val>
                                        </p:tav>
                                        <p:tav tm="100000">
                                          <p:val>
                                            <p:strVal val="#ppt_x"/>
                                          </p:val>
                                        </p:tav>
                                      </p:tavLst>
                                    </p:anim>
                                    <p:anim calcmode="lin" valueType="num">
                                      <p:cBhvr additive="base">
                                        <p:cTn id="164" dur="1000" fill="hold"/>
                                        <p:tgtEl>
                                          <p:spTgt spid="47">
                                            <p:txEl>
                                              <p:pRg st="0" end="0"/>
                                            </p:txEl>
                                          </p:spTgt>
                                        </p:tgtEl>
                                        <p:attrNameLst>
                                          <p:attrName>ppt_y</p:attrName>
                                        </p:attrNameLst>
                                      </p:cBhvr>
                                      <p:tavLst>
                                        <p:tav tm="0">
                                          <p:val>
                                            <p:strVal val="1+#ppt_h/2"/>
                                          </p:val>
                                        </p:tav>
                                        <p:tav tm="100000">
                                          <p:val>
                                            <p:strVal val="#ppt_y"/>
                                          </p:val>
                                        </p:tav>
                                      </p:tavLst>
                                    </p:anim>
                                  </p:childTnLst>
                                </p:cTn>
                              </p:par>
                              <p:par>
                                <p:cTn id="165" presetID="2" presetClass="entr" presetSubtype="9" decel="100000" fill="hold" grpId="0" nodeType="withEffect">
                                  <p:stCondLst>
                                    <p:cond delay="0"/>
                                  </p:stCondLst>
                                  <p:childTnLst>
                                    <p:set>
                                      <p:cBhvr>
                                        <p:cTn id="166" dur="1" fill="hold">
                                          <p:stCondLst>
                                            <p:cond delay="0"/>
                                          </p:stCondLst>
                                        </p:cTn>
                                        <p:tgtEl>
                                          <p:spTgt spid="10">
                                            <p:txEl>
                                              <p:pRg st="0" end="0"/>
                                            </p:txEl>
                                          </p:spTgt>
                                        </p:tgtEl>
                                        <p:attrNameLst>
                                          <p:attrName>style.visibility</p:attrName>
                                        </p:attrNameLst>
                                      </p:cBhvr>
                                      <p:to>
                                        <p:strVal val="visible"/>
                                      </p:to>
                                    </p:set>
                                    <p:anim calcmode="lin" valueType="num">
                                      <p:cBhvr additive="base">
                                        <p:cTn id="167" dur="10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168" dur="1000" fill="hold"/>
                                        <p:tgtEl>
                                          <p:spTgt spid="10">
                                            <p:txEl>
                                              <p:pRg st="0" end="0"/>
                                            </p:txEl>
                                          </p:spTgt>
                                        </p:tgtEl>
                                        <p:attrNameLst>
                                          <p:attrName>ppt_y</p:attrName>
                                        </p:attrNameLst>
                                      </p:cBhvr>
                                      <p:tavLst>
                                        <p:tav tm="0">
                                          <p:val>
                                            <p:strVal val="0-#ppt_h/2"/>
                                          </p:val>
                                        </p:tav>
                                        <p:tav tm="100000">
                                          <p:val>
                                            <p:strVal val="#ppt_y"/>
                                          </p:val>
                                        </p:tav>
                                      </p:tavLst>
                                    </p:anim>
                                  </p:childTnLst>
                                </p:cTn>
                              </p:par>
                              <p:par>
                                <p:cTn id="169" presetID="2" presetClass="entr" presetSubtype="9" decel="100000" fill="hold" grpId="0" nodeType="withEffect">
                                  <p:stCondLst>
                                    <p:cond delay="0"/>
                                  </p:stCondLst>
                                  <p:childTnLst>
                                    <p:set>
                                      <p:cBhvr>
                                        <p:cTn id="170" dur="1" fill="hold">
                                          <p:stCondLst>
                                            <p:cond delay="0"/>
                                          </p:stCondLst>
                                        </p:cTn>
                                        <p:tgtEl>
                                          <p:spTgt spid="8">
                                            <p:txEl>
                                              <p:pRg st="0" end="0"/>
                                            </p:txEl>
                                          </p:spTgt>
                                        </p:tgtEl>
                                        <p:attrNameLst>
                                          <p:attrName>style.visibility</p:attrName>
                                        </p:attrNameLst>
                                      </p:cBhvr>
                                      <p:to>
                                        <p:strVal val="visible"/>
                                      </p:to>
                                    </p:set>
                                    <p:anim calcmode="lin" valueType="num">
                                      <p:cBhvr additive="base">
                                        <p:cTn id="171" dur="10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172" dur="1000" fill="hold"/>
                                        <p:tgtEl>
                                          <p:spTgt spid="8">
                                            <p:txEl>
                                              <p:pRg st="0" end="0"/>
                                            </p:txEl>
                                          </p:spTgt>
                                        </p:tgtEl>
                                        <p:attrNameLst>
                                          <p:attrName>ppt_y</p:attrName>
                                        </p:attrNameLst>
                                      </p:cBhvr>
                                      <p:tavLst>
                                        <p:tav tm="0">
                                          <p:val>
                                            <p:strVal val="0-#ppt_h/2"/>
                                          </p:val>
                                        </p:tav>
                                        <p:tav tm="100000">
                                          <p:val>
                                            <p:strVal val="#ppt_y"/>
                                          </p:val>
                                        </p:tav>
                                      </p:tavLst>
                                    </p:anim>
                                  </p:childTnLst>
                                </p:cTn>
                              </p:par>
                            </p:childTnLst>
                          </p:cTn>
                        </p:par>
                        <p:par>
                          <p:cTn id="173" fill="hold">
                            <p:stCondLst>
                              <p:cond delay="1000"/>
                            </p:stCondLst>
                            <p:childTnLst>
                              <p:par>
                                <p:cTn id="174" presetID="53" presetClass="entr" presetSubtype="16" fill="hold" nodeType="afterEffect">
                                  <p:stCondLst>
                                    <p:cond delay="0"/>
                                  </p:stCondLst>
                                  <p:childTnLst>
                                    <p:set>
                                      <p:cBhvr>
                                        <p:cTn id="175" dur="1" fill="hold">
                                          <p:stCondLst>
                                            <p:cond delay="0"/>
                                          </p:stCondLst>
                                        </p:cTn>
                                        <p:tgtEl>
                                          <p:spTgt spid="27"/>
                                        </p:tgtEl>
                                        <p:attrNameLst>
                                          <p:attrName>style.visibility</p:attrName>
                                        </p:attrNameLst>
                                      </p:cBhvr>
                                      <p:to>
                                        <p:strVal val="visible"/>
                                      </p:to>
                                    </p:set>
                                    <p:anim calcmode="lin" valueType="num">
                                      <p:cBhvr>
                                        <p:cTn id="176" dur="500" fill="hold"/>
                                        <p:tgtEl>
                                          <p:spTgt spid="27"/>
                                        </p:tgtEl>
                                        <p:attrNameLst>
                                          <p:attrName>ppt_w</p:attrName>
                                        </p:attrNameLst>
                                      </p:cBhvr>
                                      <p:tavLst>
                                        <p:tav tm="0">
                                          <p:val>
                                            <p:fltVal val="0"/>
                                          </p:val>
                                        </p:tav>
                                        <p:tav tm="100000">
                                          <p:val>
                                            <p:strVal val="#ppt_w"/>
                                          </p:val>
                                        </p:tav>
                                      </p:tavLst>
                                    </p:anim>
                                    <p:anim calcmode="lin" valueType="num">
                                      <p:cBhvr>
                                        <p:cTn id="177" dur="500" fill="hold"/>
                                        <p:tgtEl>
                                          <p:spTgt spid="27"/>
                                        </p:tgtEl>
                                        <p:attrNameLst>
                                          <p:attrName>ppt_h</p:attrName>
                                        </p:attrNameLst>
                                      </p:cBhvr>
                                      <p:tavLst>
                                        <p:tav tm="0">
                                          <p:val>
                                            <p:fltVal val="0"/>
                                          </p:val>
                                        </p:tav>
                                        <p:tav tm="100000">
                                          <p:val>
                                            <p:strVal val="#ppt_h"/>
                                          </p:val>
                                        </p:tav>
                                      </p:tavLst>
                                    </p:anim>
                                    <p:animEffect transition="in" filter="fade">
                                      <p:cBhvr>
                                        <p:cTn id="17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9" grpId="0" build="allAtOnce"/>
      <p:bldP spid="10" grpId="0" build="allAtOnce"/>
      <p:bldP spid="11" grpId="0" build="allAtOnce"/>
      <p:bldP spid="13" grpId="0" build="allAtOnce"/>
      <p:bldP spid="14" grpId="0" build="allAtOnce"/>
      <p:bldP spid="15" grpId="0" build="allAtOnce"/>
      <p:bldP spid="16" grpId="0" build="allAtOnce"/>
      <p:bldP spid="17" grpId="0" build="allAtOnce"/>
      <p:bldP spid="18" grpId="0" build="allAtOnce"/>
      <p:bldP spid="19" grpId="0" build="allAtOnce"/>
      <p:bldP spid="20" grpId="0" build="allAtOnce"/>
      <p:bldP spid="21" grpId="0" build="allAtOnce"/>
      <p:bldP spid="22" grpId="0" build="allAtOnce"/>
      <p:bldP spid="23" grpId="0" build="allAtOnce"/>
      <p:bldP spid="24" grpId="0" build="allAtOnce"/>
      <p:bldP spid="25" grpId="0" build="allAtOnce"/>
      <p:bldP spid="29" grpId="0" build="allAtOnce"/>
      <p:bldP spid="30" grpId="0" build="allAtOnce"/>
      <p:bldP spid="31" grpId="0" build="allAtOnce"/>
      <p:bldP spid="32" grpId="0" build="allAtOnce"/>
      <p:bldP spid="33" grpId="0" build="allAtOnce"/>
      <p:bldP spid="34" grpId="0" build="allAtOnce"/>
      <p:bldP spid="35" grpId="0" build="allAtOnce"/>
      <p:bldP spid="36" grpId="0" build="allAtOnce"/>
      <p:bldP spid="37" grpId="0" build="allAtOnce"/>
      <p:bldP spid="38" grpId="0" build="allAtOnce"/>
      <p:bldP spid="39" grpId="0" build="allAtOnce"/>
      <p:bldP spid="40" grpId="0" build="allAtOnce"/>
      <p:bldP spid="41" grpId="0" build="allAtOnce"/>
      <p:bldP spid="43" grpId="0" build="allAtOnce"/>
      <p:bldP spid="42" grpId="0" build="allAtOnce"/>
      <p:bldP spid="44" grpId="0" build="allAtOnce"/>
      <p:bldP spid="45" grpId="0" build="allAtOnce"/>
      <p:bldP spid="46" grpId="0" build="allAtOnce"/>
      <p:bldP spid="47" grpId="0" build="allAtOnce"/>
      <p:bldP spid="49" grpId="0" build="allAtOnce"/>
      <p:bldP spid="52" grpId="0" build="allAtOnce"/>
      <p:bldP spid="54" grpId="0" build="allAtOnce"/>
      <p:bldP spid="55" grpId="0" build="allAtOnce"/>
      <p:bldP spid="8" grpId="0" build="allAtOnce"/>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E2DF8-7E1F-6D39-C021-8ADAC4521753}"/>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15B49C4C-F0CE-45B7-18FC-8689EC81908C}"/>
              </a:ext>
            </a:extLst>
          </p:cNvPr>
          <p:cNvGraphicFramePr/>
          <p:nvPr/>
        </p:nvGraphicFramePr>
        <p:xfrm>
          <a:off x="2972983" y="678671"/>
          <a:ext cx="9080569" cy="58960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993C288-AD74-EA54-A5D8-02EFAB5B0E36}"/>
              </a:ext>
            </a:extLst>
          </p:cNvPr>
          <p:cNvSpPr txBox="1"/>
          <p:nvPr/>
        </p:nvSpPr>
        <p:spPr>
          <a:xfrm>
            <a:off x="6707758" y="327864"/>
            <a:ext cx="1611018" cy="307648"/>
          </a:xfrm>
          <a:prstGeom prst="rect">
            <a:avLst/>
          </a:prstGeom>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rPr>
              <a:t>Confidentiality</a:t>
            </a:r>
            <a:endParaRPr kumimoji="0" lang="en-US" sz="23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endParaRPr>
          </a:p>
        </p:txBody>
      </p:sp>
      <p:sp>
        <p:nvSpPr>
          <p:cNvPr id="4" name="TextBox 3">
            <a:extLst>
              <a:ext uri="{FF2B5EF4-FFF2-40B4-BE49-F238E27FC236}">
                <a16:creationId xmlns:a16="http://schemas.microsoft.com/office/drawing/2014/main" id="{1602418D-8F9E-6F4E-C7B7-BF6E79E3CA5B}"/>
              </a:ext>
            </a:extLst>
          </p:cNvPr>
          <p:cNvSpPr txBox="1"/>
          <p:nvPr/>
        </p:nvSpPr>
        <p:spPr>
          <a:xfrm>
            <a:off x="3415398" y="5494909"/>
            <a:ext cx="910506" cy="307648"/>
          </a:xfrm>
          <a:prstGeom prst="rect">
            <a:avLst/>
          </a:prstGeom>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rPr>
              <a:t>Integrity</a:t>
            </a:r>
            <a:endParaRPr kumimoji="0" lang="en-US" sz="23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endParaRPr>
          </a:p>
        </p:txBody>
      </p:sp>
      <p:sp>
        <p:nvSpPr>
          <p:cNvPr id="5" name="TextBox 4">
            <a:extLst>
              <a:ext uri="{FF2B5EF4-FFF2-40B4-BE49-F238E27FC236}">
                <a16:creationId xmlns:a16="http://schemas.microsoft.com/office/drawing/2014/main" id="{6BC9608E-CD9A-7418-3158-AD1D6CAFC343}"/>
              </a:ext>
            </a:extLst>
          </p:cNvPr>
          <p:cNvSpPr txBox="1"/>
          <p:nvPr/>
        </p:nvSpPr>
        <p:spPr>
          <a:xfrm>
            <a:off x="10564672" y="5494909"/>
            <a:ext cx="1210460" cy="307648"/>
          </a:xfrm>
          <a:prstGeom prst="rect">
            <a:avLst/>
          </a:prstGeom>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rgbClr val="1D428A"/>
                </a:solidFill>
                <a:effectLst/>
                <a:uLnTx/>
                <a:uFillTx/>
                <a:latin typeface="Arial" panose="020B0604020202020204" pitchFamily="34" charset="0"/>
                <a:ea typeface="+mn-ea"/>
                <a:cs typeface="+mn-cs"/>
              </a:rPr>
              <a:t>Availability</a:t>
            </a:r>
          </a:p>
        </p:txBody>
      </p:sp>
      <p:sp>
        <p:nvSpPr>
          <p:cNvPr id="6" name="TextBox 5">
            <a:extLst>
              <a:ext uri="{FF2B5EF4-FFF2-40B4-BE49-F238E27FC236}">
                <a16:creationId xmlns:a16="http://schemas.microsoft.com/office/drawing/2014/main" id="{3AC14A5F-E2D8-EAD1-8E6F-CA34999F6437}"/>
              </a:ext>
            </a:extLst>
          </p:cNvPr>
          <p:cNvSpPr txBox="1"/>
          <p:nvPr/>
        </p:nvSpPr>
        <p:spPr>
          <a:xfrm>
            <a:off x="9655736" y="5417984"/>
            <a:ext cx="497768" cy="153848"/>
          </a:xfrm>
          <a:prstGeom prst="rect">
            <a:avLst/>
          </a:prstGeom>
        </p:spPr>
        <p:txBody>
          <a:bodyPr wrap="squar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HCX</a:t>
            </a:r>
          </a:p>
        </p:txBody>
      </p:sp>
      <p:sp>
        <p:nvSpPr>
          <p:cNvPr id="7" name="TextBox 6">
            <a:extLst>
              <a:ext uri="{FF2B5EF4-FFF2-40B4-BE49-F238E27FC236}">
                <a16:creationId xmlns:a16="http://schemas.microsoft.com/office/drawing/2014/main" id="{6F05C99F-2E96-CBA1-C816-DDA23F920920}"/>
              </a:ext>
            </a:extLst>
          </p:cNvPr>
          <p:cNvSpPr txBox="1"/>
          <p:nvPr/>
        </p:nvSpPr>
        <p:spPr>
          <a:xfrm>
            <a:off x="5265591" y="5376976"/>
            <a:ext cx="452047"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Audit</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Logging</a:t>
            </a:r>
          </a:p>
        </p:txBody>
      </p:sp>
      <p:sp>
        <p:nvSpPr>
          <p:cNvPr id="9" name="TextBox 8">
            <a:extLst>
              <a:ext uri="{FF2B5EF4-FFF2-40B4-BE49-F238E27FC236}">
                <a16:creationId xmlns:a16="http://schemas.microsoft.com/office/drawing/2014/main" id="{5813D974-2141-DEEA-73FD-7E44C5201E59}"/>
              </a:ext>
            </a:extLst>
          </p:cNvPr>
          <p:cNvSpPr txBox="1"/>
          <p:nvPr/>
        </p:nvSpPr>
        <p:spPr>
          <a:xfrm>
            <a:off x="7307281" y="4849703"/>
            <a:ext cx="411972"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Skyline</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Health</a:t>
            </a:r>
          </a:p>
        </p:txBody>
      </p:sp>
      <p:sp>
        <p:nvSpPr>
          <p:cNvPr id="10" name="TextBox 9">
            <a:extLst>
              <a:ext uri="{FF2B5EF4-FFF2-40B4-BE49-F238E27FC236}">
                <a16:creationId xmlns:a16="http://schemas.microsoft.com/office/drawing/2014/main" id="{6E29FC66-1474-4B27-3751-31DC38A4C323}"/>
              </a:ext>
            </a:extLst>
          </p:cNvPr>
          <p:cNvSpPr txBox="1"/>
          <p:nvPr/>
        </p:nvSpPr>
        <p:spPr>
          <a:xfrm>
            <a:off x="6395363" y="3619791"/>
            <a:ext cx="78226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TPM &amp; vTPM</a:t>
            </a:r>
          </a:p>
        </p:txBody>
      </p:sp>
      <p:sp>
        <p:nvSpPr>
          <p:cNvPr id="11" name="TextBox 10">
            <a:extLst>
              <a:ext uri="{FF2B5EF4-FFF2-40B4-BE49-F238E27FC236}">
                <a16:creationId xmlns:a16="http://schemas.microsoft.com/office/drawing/2014/main" id="{43A9AEE9-FE16-05FF-1763-FAB6823249C2}"/>
              </a:ext>
            </a:extLst>
          </p:cNvPr>
          <p:cNvSpPr txBox="1"/>
          <p:nvPr/>
        </p:nvSpPr>
        <p:spPr>
          <a:xfrm>
            <a:off x="6762950" y="1240882"/>
            <a:ext cx="113492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Virtualization-Based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Security</a:t>
            </a:r>
          </a:p>
        </p:txBody>
      </p:sp>
      <p:sp>
        <p:nvSpPr>
          <p:cNvPr id="13" name="TextBox 12">
            <a:extLst>
              <a:ext uri="{FF2B5EF4-FFF2-40B4-BE49-F238E27FC236}">
                <a16:creationId xmlns:a16="http://schemas.microsoft.com/office/drawing/2014/main" id="{FA5999F4-EBB8-AED7-34D5-8F43A3D6558B}"/>
              </a:ext>
            </a:extLst>
          </p:cNvPr>
          <p:cNvSpPr txBox="1"/>
          <p:nvPr/>
        </p:nvSpPr>
        <p:spPr>
          <a:xfrm>
            <a:off x="5198959" y="3619385"/>
            <a:ext cx="700513"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Secure Boot</a:t>
            </a:r>
          </a:p>
        </p:txBody>
      </p:sp>
      <p:sp>
        <p:nvSpPr>
          <p:cNvPr id="14" name="TextBox 13">
            <a:extLst>
              <a:ext uri="{FF2B5EF4-FFF2-40B4-BE49-F238E27FC236}">
                <a16:creationId xmlns:a16="http://schemas.microsoft.com/office/drawing/2014/main" id="{10A7A224-056C-D5E9-AD4A-E3B90D83674E}"/>
              </a:ext>
            </a:extLst>
          </p:cNvPr>
          <p:cNvSpPr txBox="1"/>
          <p:nvPr/>
        </p:nvSpPr>
        <p:spPr>
          <a:xfrm>
            <a:off x="7111659" y="944753"/>
            <a:ext cx="83035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 Encryption</a:t>
            </a:r>
          </a:p>
        </p:txBody>
      </p:sp>
      <p:sp>
        <p:nvSpPr>
          <p:cNvPr id="15" name="TextBox 14">
            <a:extLst>
              <a:ext uri="{FF2B5EF4-FFF2-40B4-BE49-F238E27FC236}">
                <a16:creationId xmlns:a16="http://schemas.microsoft.com/office/drawing/2014/main" id="{86FFB519-E9DF-53A6-79E6-B894F37FFEA5}"/>
              </a:ext>
            </a:extLst>
          </p:cNvPr>
          <p:cNvSpPr txBox="1"/>
          <p:nvPr/>
        </p:nvSpPr>
        <p:spPr>
          <a:xfrm>
            <a:off x="6264242" y="2462861"/>
            <a:ext cx="61715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Native Key</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Provider</a:t>
            </a:r>
          </a:p>
        </p:txBody>
      </p:sp>
      <p:sp>
        <p:nvSpPr>
          <p:cNvPr id="16" name="TextBox 15">
            <a:extLst>
              <a:ext uri="{FF2B5EF4-FFF2-40B4-BE49-F238E27FC236}">
                <a16:creationId xmlns:a16="http://schemas.microsoft.com/office/drawing/2014/main" id="{936C43CB-D98E-BC5E-EE69-0114DAB4C8ED}"/>
              </a:ext>
            </a:extLst>
          </p:cNvPr>
          <p:cNvSpPr txBox="1"/>
          <p:nvPr/>
        </p:nvSpPr>
        <p:spPr>
          <a:xfrm>
            <a:off x="8490726" y="4228752"/>
            <a:ext cx="907300"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vSAN Stretched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Clusters</a:t>
            </a:r>
          </a:p>
        </p:txBody>
      </p:sp>
      <p:sp>
        <p:nvSpPr>
          <p:cNvPr id="17" name="TextBox 16">
            <a:extLst>
              <a:ext uri="{FF2B5EF4-FFF2-40B4-BE49-F238E27FC236}">
                <a16:creationId xmlns:a16="http://schemas.microsoft.com/office/drawing/2014/main" id="{0BAC99A3-3ED8-E7A4-4D77-80C9E96B977C}"/>
              </a:ext>
            </a:extLst>
          </p:cNvPr>
          <p:cNvSpPr txBox="1"/>
          <p:nvPr/>
        </p:nvSpPr>
        <p:spPr>
          <a:xfrm>
            <a:off x="7963757" y="5392898"/>
            <a:ext cx="60433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High</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Availability</a:t>
            </a:r>
          </a:p>
        </p:txBody>
      </p:sp>
      <p:sp>
        <p:nvSpPr>
          <p:cNvPr id="18" name="TextBox 17">
            <a:extLst>
              <a:ext uri="{FF2B5EF4-FFF2-40B4-BE49-F238E27FC236}">
                <a16:creationId xmlns:a16="http://schemas.microsoft.com/office/drawing/2014/main" id="{E3FE1562-8CBF-5E38-9840-210092296311}"/>
              </a:ext>
            </a:extLst>
          </p:cNvPr>
          <p:cNvSpPr txBox="1"/>
          <p:nvPr/>
        </p:nvSpPr>
        <p:spPr>
          <a:xfrm>
            <a:off x="9426049" y="3479147"/>
            <a:ext cx="270908"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DRS</a:t>
            </a:r>
          </a:p>
        </p:txBody>
      </p:sp>
      <p:sp>
        <p:nvSpPr>
          <p:cNvPr id="19" name="TextBox 18">
            <a:extLst>
              <a:ext uri="{FF2B5EF4-FFF2-40B4-BE49-F238E27FC236}">
                <a16:creationId xmlns:a16="http://schemas.microsoft.com/office/drawing/2014/main" id="{25F208D4-B69C-CA48-E9FC-6812C51013F7}"/>
              </a:ext>
            </a:extLst>
          </p:cNvPr>
          <p:cNvSpPr txBox="1"/>
          <p:nvPr/>
        </p:nvSpPr>
        <p:spPr>
          <a:xfrm>
            <a:off x="9689224" y="4513957"/>
            <a:ext cx="56746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Fault</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Tolerance</a:t>
            </a:r>
          </a:p>
        </p:txBody>
      </p:sp>
      <p:sp>
        <p:nvSpPr>
          <p:cNvPr id="20" name="TextBox 19">
            <a:extLst>
              <a:ext uri="{FF2B5EF4-FFF2-40B4-BE49-F238E27FC236}">
                <a16:creationId xmlns:a16="http://schemas.microsoft.com/office/drawing/2014/main" id="{F653E932-C8F6-762D-887D-9FA40DED62DB}"/>
              </a:ext>
            </a:extLst>
          </p:cNvPr>
          <p:cNvSpPr txBox="1"/>
          <p:nvPr/>
        </p:nvSpPr>
        <p:spPr>
          <a:xfrm>
            <a:off x="7228175" y="4464063"/>
            <a:ext cx="60112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Snapshots</a:t>
            </a:r>
          </a:p>
        </p:txBody>
      </p:sp>
      <p:sp>
        <p:nvSpPr>
          <p:cNvPr id="21" name="TextBox 20">
            <a:extLst>
              <a:ext uri="{FF2B5EF4-FFF2-40B4-BE49-F238E27FC236}">
                <a16:creationId xmlns:a16="http://schemas.microsoft.com/office/drawing/2014/main" id="{71B013E2-D1D6-67C8-96B8-6BEB880D164F}"/>
              </a:ext>
            </a:extLst>
          </p:cNvPr>
          <p:cNvSpPr txBox="1"/>
          <p:nvPr/>
        </p:nvSpPr>
        <p:spPr>
          <a:xfrm>
            <a:off x="8276024" y="3135172"/>
            <a:ext cx="573875"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Encrypted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vMotion</a:t>
            </a:r>
          </a:p>
        </p:txBody>
      </p:sp>
      <p:sp>
        <p:nvSpPr>
          <p:cNvPr id="22" name="TextBox 21">
            <a:extLst>
              <a:ext uri="{FF2B5EF4-FFF2-40B4-BE49-F238E27FC236}">
                <a16:creationId xmlns:a16="http://schemas.microsoft.com/office/drawing/2014/main" id="{DCB8EA09-D3ED-7BC9-5F4A-D6B95B8D30BD}"/>
              </a:ext>
            </a:extLst>
          </p:cNvPr>
          <p:cNvSpPr txBox="1"/>
          <p:nvPr/>
        </p:nvSpPr>
        <p:spPr>
          <a:xfrm>
            <a:off x="5991761" y="4036644"/>
            <a:ext cx="50334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Lifecycle</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Manager</a:t>
            </a:r>
          </a:p>
        </p:txBody>
      </p:sp>
      <p:sp>
        <p:nvSpPr>
          <p:cNvPr id="23" name="TextBox 22">
            <a:extLst>
              <a:ext uri="{FF2B5EF4-FFF2-40B4-BE49-F238E27FC236}">
                <a16:creationId xmlns:a16="http://schemas.microsoft.com/office/drawing/2014/main" id="{C9CA14AB-770B-A27A-7D58-B6C995133D1C}"/>
              </a:ext>
            </a:extLst>
          </p:cNvPr>
          <p:cNvSpPr txBox="1"/>
          <p:nvPr/>
        </p:nvSpPr>
        <p:spPr>
          <a:xfrm>
            <a:off x="9123760" y="4788835"/>
            <a:ext cx="267702"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EVC</a:t>
            </a:r>
          </a:p>
        </p:txBody>
      </p:sp>
      <p:sp>
        <p:nvSpPr>
          <p:cNvPr id="24" name="TextBox 23">
            <a:extLst>
              <a:ext uri="{FF2B5EF4-FFF2-40B4-BE49-F238E27FC236}">
                <a16:creationId xmlns:a16="http://schemas.microsoft.com/office/drawing/2014/main" id="{ED9CEF3E-1875-30F6-5103-475E082AA79B}"/>
              </a:ext>
            </a:extLst>
          </p:cNvPr>
          <p:cNvSpPr txBox="1"/>
          <p:nvPr/>
        </p:nvSpPr>
        <p:spPr>
          <a:xfrm>
            <a:off x="6368080" y="5520507"/>
            <a:ext cx="674864"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NIAP/CC</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Certification</a:t>
            </a:r>
          </a:p>
        </p:txBody>
      </p:sp>
      <p:sp>
        <p:nvSpPr>
          <p:cNvPr id="25" name="TextBox 24">
            <a:extLst>
              <a:ext uri="{FF2B5EF4-FFF2-40B4-BE49-F238E27FC236}">
                <a16:creationId xmlns:a16="http://schemas.microsoft.com/office/drawing/2014/main" id="{13F45072-948F-5F53-B47E-2499B71FB022}"/>
              </a:ext>
            </a:extLst>
          </p:cNvPr>
          <p:cNvSpPr txBox="1"/>
          <p:nvPr/>
        </p:nvSpPr>
        <p:spPr>
          <a:xfrm>
            <a:off x="7796164" y="1571935"/>
            <a:ext cx="100187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CPU Vulnerability</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Mitigations</a:t>
            </a:r>
          </a:p>
        </p:txBody>
      </p:sp>
      <p:sp>
        <p:nvSpPr>
          <p:cNvPr id="29" name="TextBox 28">
            <a:extLst>
              <a:ext uri="{FF2B5EF4-FFF2-40B4-BE49-F238E27FC236}">
                <a16:creationId xmlns:a16="http://schemas.microsoft.com/office/drawing/2014/main" id="{CB7055FF-C009-FAAE-17EE-E44CE96ADCB5}"/>
              </a:ext>
            </a:extLst>
          </p:cNvPr>
          <p:cNvSpPr txBox="1"/>
          <p:nvPr/>
        </p:nvSpPr>
        <p:spPr>
          <a:xfrm>
            <a:off x="7413170" y="2511666"/>
            <a:ext cx="657231"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FIPS 140-</a:t>
            </a:r>
            <a:r>
              <a:rPr lang="en-US" sz="1000" noProof="0" dirty="0">
                <a:solidFill>
                  <a:srgbClr val="F2F2F2">
                    <a:lumMod val="10000"/>
                  </a:srgbClr>
                </a:solidFill>
                <a:latin typeface="Arial" panose="020B0604020202020204" pitchFamily="34" charset="0"/>
              </a:rPr>
              <a:t>3</a:t>
            </a:r>
            <a:endPar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endParaRPr>
          </a:p>
        </p:txBody>
      </p:sp>
      <p:sp>
        <p:nvSpPr>
          <p:cNvPr id="30" name="TextBox 29">
            <a:extLst>
              <a:ext uri="{FF2B5EF4-FFF2-40B4-BE49-F238E27FC236}">
                <a16:creationId xmlns:a16="http://schemas.microsoft.com/office/drawing/2014/main" id="{4745423B-6A38-A5E3-DEEA-B0011E422DA2}"/>
              </a:ext>
            </a:extLst>
          </p:cNvPr>
          <p:cNvSpPr txBox="1"/>
          <p:nvPr/>
        </p:nvSpPr>
        <p:spPr>
          <a:xfrm>
            <a:off x="7938741" y="3608172"/>
            <a:ext cx="474489"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NSX/</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err="1">
                <a:ln>
                  <a:noFill/>
                </a:ln>
                <a:solidFill>
                  <a:srgbClr val="F2F2F2">
                    <a:lumMod val="10000"/>
                  </a:srgbClr>
                </a:solidFill>
                <a:effectLst/>
                <a:uLnTx/>
                <a:uFillTx/>
                <a:latin typeface="Arial" panose="020B0604020202020204" pitchFamily="34" charset="0"/>
                <a:ea typeface="+mn-ea"/>
                <a:cs typeface="+mn-cs"/>
              </a:rPr>
              <a:t>vDefend</a:t>
            </a:r>
            <a:endPar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endParaRPr>
          </a:p>
        </p:txBody>
      </p:sp>
      <p:sp>
        <p:nvSpPr>
          <p:cNvPr id="31" name="TextBox 30">
            <a:extLst>
              <a:ext uri="{FF2B5EF4-FFF2-40B4-BE49-F238E27FC236}">
                <a16:creationId xmlns:a16="http://schemas.microsoft.com/office/drawing/2014/main" id="{9E95E4AB-4724-80AF-DF30-478B2BE24079}"/>
              </a:ext>
            </a:extLst>
          </p:cNvPr>
          <p:cNvSpPr txBox="1"/>
          <p:nvPr/>
        </p:nvSpPr>
        <p:spPr>
          <a:xfrm>
            <a:off x="4872847" y="4822910"/>
            <a:ext cx="60112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Host</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Attestation</a:t>
            </a:r>
          </a:p>
        </p:txBody>
      </p:sp>
      <p:sp>
        <p:nvSpPr>
          <p:cNvPr id="32" name="TextBox 31">
            <a:extLst>
              <a:ext uri="{FF2B5EF4-FFF2-40B4-BE49-F238E27FC236}">
                <a16:creationId xmlns:a16="http://schemas.microsoft.com/office/drawing/2014/main" id="{232A96C7-E650-0BCB-BA68-F8195B93330A}"/>
              </a:ext>
            </a:extLst>
          </p:cNvPr>
          <p:cNvSpPr txBox="1"/>
          <p:nvPr/>
        </p:nvSpPr>
        <p:spPr>
          <a:xfrm>
            <a:off x="7111092" y="2774022"/>
            <a:ext cx="75822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Encrypted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Configuration</a:t>
            </a:r>
          </a:p>
        </p:txBody>
      </p:sp>
      <p:sp>
        <p:nvSpPr>
          <p:cNvPr id="33" name="TextBox 32">
            <a:extLst>
              <a:ext uri="{FF2B5EF4-FFF2-40B4-BE49-F238E27FC236}">
                <a16:creationId xmlns:a16="http://schemas.microsoft.com/office/drawing/2014/main" id="{76926565-59AD-4C7B-0F1B-979C2084DD11}"/>
              </a:ext>
            </a:extLst>
          </p:cNvPr>
          <p:cNvSpPr txBox="1"/>
          <p:nvPr/>
        </p:nvSpPr>
        <p:spPr>
          <a:xfrm>
            <a:off x="8407005" y="2464658"/>
            <a:ext cx="602729"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vSAN</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Encryption</a:t>
            </a:r>
          </a:p>
        </p:txBody>
      </p:sp>
      <p:sp>
        <p:nvSpPr>
          <p:cNvPr id="34" name="TextBox 33">
            <a:extLst>
              <a:ext uri="{FF2B5EF4-FFF2-40B4-BE49-F238E27FC236}">
                <a16:creationId xmlns:a16="http://schemas.microsoft.com/office/drawing/2014/main" id="{59444EBC-C1CC-9A2E-2F49-4BD94D1919FA}"/>
              </a:ext>
            </a:extLst>
          </p:cNvPr>
          <p:cNvSpPr txBox="1"/>
          <p:nvPr/>
        </p:nvSpPr>
        <p:spPr>
          <a:xfrm>
            <a:off x="8208706" y="4652354"/>
            <a:ext cx="660437"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vCenter HA</a:t>
            </a:r>
          </a:p>
        </p:txBody>
      </p:sp>
      <p:sp>
        <p:nvSpPr>
          <p:cNvPr id="35" name="TextBox 34">
            <a:extLst>
              <a:ext uri="{FF2B5EF4-FFF2-40B4-BE49-F238E27FC236}">
                <a16:creationId xmlns:a16="http://schemas.microsoft.com/office/drawing/2014/main" id="{32025BEE-F96F-73FC-60A9-9BCB0EAF7F4C}"/>
              </a:ext>
            </a:extLst>
          </p:cNvPr>
          <p:cNvSpPr txBox="1"/>
          <p:nvPr/>
        </p:nvSpPr>
        <p:spPr>
          <a:xfrm>
            <a:off x="5518891" y="6005044"/>
            <a:ext cx="121988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Configuration Profiles</a:t>
            </a:r>
          </a:p>
        </p:txBody>
      </p:sp>
      <p:sp>
        <p:nvSpPr>
          <p:cNvPr id="36" name="TextBox 35">
            <a:extLst>
              <a:ext uri="{FF2B5EF4-FFF2-40B4-BE49-F238E27FC236}">
                <a16:creationId xmlns:a16="http://schemas.microsoft.com/office/drawing/2014/main" id="{84B4CBA2-6092-4F0C-5FCB-4C416E8F6E36}"/>
              </a:ext>
            </a:extLst>
          </p:cNvPr>
          <p:cNvSpPr txBox="1"/>
          <p:nvPr/>
        </p:nvSpPr>
        <p:spPr>
          <a:xfrm>
            <a:off x="9902979" y="3968257"/>
            <a:ext cx="31258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SIOC</a:t>
            </a:r>
          </a:p>
        </p:txBody>
      </p:sp>
      <p:sp>
        <p:nvSpPr>
          <p:cNvPr id="37" name="TextBox 36">
            <a:extLst>
              <a:ext uri="{FF2B5EF4-FFF2-40B4-BE49-F238E27FC236}">
                <a16:creationId xmlns:a16="http://schemas.microsoft.com/office/drawing/2014/main" id="{F960C7BF-864E-C9A0-6B73-0DBD3373E0B8}"/>
              </a:ext>
            </a:extLst>
          </p:cNvPr>
          <p:cNvSpPr txBox="1"/>
          <p:nvPr/>
        </p:nvSpPr>
        <p:spPr>
          <a:xfrm>
            <a:off x="9737953" y="5080475"/>
            <a:ext cx="333338" cy="15384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NIOC</a:t>
            </a:r>
          </a:p>
        </p:txBody>
      </p:sp>
      <p:sp>
        <p:nvSpPr>
          <p:cNvPr id="38" name="TextBox 37">
            <a:extLst>
              <a:ext uri="{FF2B5EF4-FFF2-40B4-BE49-F238E27FC236}">
                <a16:creationId xmlns:a16="http://schemas.microsoft.com/office/drawing/2014/main" id="{40DA2D4F-9C6C-9FE6-25AF-D732F7014438}"/>
              </a:ext>
            </a:extLst>
          </p:cNvPr>
          <p:cNvSpPr txBox="1"/>
          <p:nvPr/>
        </p:nvSpPr>
        <p:spPr>
          <a:xfrm>
            <a:off x="4667685" y="4439843"/>
            <a:ext cx="764633"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Code Signing</a:t>
            </a:r>
          </a:p>
        </p:txBody>
      </p:sp>
      <p:sp>
        <p:nvSpPr>
          <p:cNvPr id="39" name="TextBox 38">
            <a:extLst>
              <a:ext uri="{FF2B5EF4-FFF2-40B4-BE49-F238E27FC236}">
                <a16:creationId xmlns:a16="http://schemas.microsoft.com/office/drawing/2014/main" id="{8AEB74BE-DEEA-3B11-A8B1-C24B93D8F7C1}"/>
              </a:ext>
            </a:extLst>
          </p:cNvPr>
          <p:cNvSpPr txBox="1"/>
          <p:nvPr/>
        </p:nvSpPr>
        <p:spPr>
          <a:xfrm>
            <a:off x="8288304" y="4968258"/>
            <a:ext cx="447237"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vMotion</a:t>
            </a:r>
          </a:p>
        </p:txBody>
      </p:sp>
      <p:sp>
        <p:nvSpPr>
          <p:cNvPr id="40" name="TextBox 39">
            <a:extLst>
              <a:ext uri="{FF2B5EF4-FFF2-40B4-BE49-F238E27FC236}">
                <a16:creationId xmlns:a16="http://schemas.microsoft.com/office/drawing/2014/main" id="{51101D9F-BAF5-EAE2-4B60-F3E9A30C599F}"/>
              </a:ext>
            </a:extLst>
          </p:cNvPr>
          <p:cNvSpPr txBox="1"/>
          <p:nvPr/>
        </p:nvSpPr>
        <p:spPr>
          <a:xfrm>
            <a:off x="6037551" y="5104550"/>
            <a:ext cx="72936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 Sandbox</a:t>
            </a:r>
          </a:p>
        </p:txBody>
      </p:sp>
      <p:sp>
        <p:nvSpPr>
          <p:cNvPr id="41" name="TextBox 40">
            <a:extLst>
              <a:ext uri="{FF2B5EF4-FFF2-40B4-BE49-F238E27FC236}">
                <a16:creationId xmlns:a16="http://schemas.microsoft.com/office/drawing/2014/main" id="{958CE39F-2C3D-794C-31C0-4565B811FF67}"/>
              </a:ext>
            </a:extLst>
          </p:cNvPr>
          <p:cNvSpPr txBox="1"/>
          <p:nvPr/>
        </p:nvSpPr>
        <p:spPr>
          <a:xfrm>
            <a:off x="6227504" y="1508824"/>
            <a:ext cx="33342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Intel</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err="1">
                <a:ln>
                  <a:noFill/>
                </a:ln>
                <a:solidFill>
                  <a:srgbClr val="F2F2F2">
                    <a:lumMod val="10000"/>
                  </a:srgbClr>
                </a:solidFill>
                <a:effectLst/>
                <a:uLnTx/>
                <a:uFillTx/>
                <a:latin typeface="Arial" panose="020B0604020202020204" pitchFamily="34" charset="0"/>
                <a:ea typeface="+mn-ea"/>
                <a:cs typeface="+mn-cs"/>
              </a:rPr>
              <a:t>vSGX</a:t>
            </a:r>
            <a:endPar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endParaRPr>
          </a:p>
        </p:txBody>
      </p:sp>
      <p:sp>
        <p:nvSpPr>
          <p:cNvPr id="43" name="TextBox 42">
            <a:extLst>
              <a:ext uri="{FF2B5EF4-FFF2-40B4-BE49-F238E27FC236}">
                <a16:creationId xmlns:a16="http://schemas.microsoft.com/office/drawing/2014/main" id="{15ADCDD0-DB89-7798-D41B-A9F3DBCB956D}"/>
              </a:ext>
            </a:extLst>
          </p:cNvPr>
          <p:cNvSpPr txBox="1"/>
          <p:nvPr/>
        </p:nvSpPr>
        <p:spPr>
          <a:xfrm>
            <a:off x="5970914" y="2027758"/>
            <a:ext cx="60914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Identity</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Federation</a:t>
            </a:r>
          </a:p>
        </p:txBody>
      </p:sp>
      <p:sp>
        <p:nvSpPr>
          <p:cNvPr id="42" name="TextBox 41">
            <a:extLst>
              <a:ext uri="{FF2B5EF4-FFF2-40B4-BE49-F238E27FC236}">
                <a16:creationId xmlns:a16="http://schemas.microsoft.com/office/drawing/2014/main" id="{05B6F237-7F52-924F-C288-D06CC26CD375}"/>
              </a:ext>
            </a:extLst>
          </p:cNvPr>
          <p:cNvSpPr txBox="1"/>
          <p:nvPr/>
        </p:nvSpPr>
        <p:spPr>
          <a:xfrm>
            <a:off x="8172036" y="2028036"/>
            <a:ext cx="87363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Distributed</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Switch Security</a:t>
            </a:r>
          </a:p>
        </p:txBody>
      </p:sp>
      <p:sp>
        <p:nvSpPr>
          <p:cNvPr id="44" name="TextBox 43">
            <a:extLst>
              <a:ext uri="{FF2B5EF4-FFF2-40B4-BE49-F238E27FC236}">
                <a16:creationId xmlns:a16="http://schemas.microsoft.com/office/drawing/2014/main" id="{7EE29384-9B6D-C575-B8EA-96D287B5A481}"/>
              </a:ext>
            </a:extLst>
          </p:cNvPr>
          <p:cNvSpPr txBox="1"/>
          <p:nvPr/>
        </p:nvSpPr>
        <p:spPr>
          <a:xfrm>
            <a:off x="6756738" y="1818322"/>
            <a:ext cx="819135"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AMD SEV-ES</a:t>
            </a:r>
          </a:p>
        </p:txBody>
      </p:sp>
      <p:sp>
        <p:nvSpPr>
          <p:cNvPr id="45" name="TextBox 44">
            <a:extLst>
              <a:ext uri="{FF2B5EF4-FFF2-40B4-BE49-F238E27FC236}">
                <a16:creationId xmlns:a16="http://schemas.microsoft.com/office/drawing/2014/main" id="{D927BB09-FB98-A644-D495-B7A97A56A53F}"/>
              </a:ext>
            </a:extLst>
          </p:cNvPr>
          <p:cNvSpPr txBox="1"/>
          <p:nvPr/>
        </p:nvSpPr>
        <p:spPr>
          <a:xfrm>
            <a:off x="8903412" y="3772180"/>
            <a:ext cx="766235"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Network</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Health Check</a:t>
            </a:r>
          </a:p>
        </p:txBody>
      </p:sp>
      <p:sp>
        <p:nvSpPr>
          <p:cNvPr id="46" name="TextBox 45">
            <a:extLst>
              <a:ext uri="{FF2B5EF4-FFF2-40B4-BE49-F238E27FC236}">
                <a16:creationId xmlns:a16="http://schemas.microsoft.com/office/drawing/2014/main" id="{B4180A9B-BC4B-99CD-9398-1BBD07E3518A}"/>
              </a:ext>
            </a:extLst>
          </p:cNvPr>
          <p:cNvSpPr txBox="1"/>
          <p:nvPr/>
        </p:nvSpPr>
        <p:spPr>
          <a:xfrm>
            <a:off x="5904937" y="4534704"/>
            <a:ext cx="54021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Live</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Recovery</a:t>
            </a:r>
          </a:p>
        </p:txBody>
      </p:sp>
      <p:sp>
        <p:nvSpPr>
          <p:cNvPr id="47" name="TextBox 46">
            <a:extLst>
              <a:ext uri="{FF2B5EF4-FFF2-40B4-BE49-F238E27FC236}">
                <a16:creationId xmlns:a16="http://schemas.microsoft.com/office/drawing/2014/main" id="{69B4C751-C8FA-BD20-B6CD-904241EE8217}"/>
              </a:ext>
            </a:extLst>
          </p:cNvPr>
          <p:cNvSpPr txBox="1"/>
          <p:nvPr/>
        </p:nvSpPr>
        <p:spPr>
          <a:xfrm>
            <a:off x="4931240" y="4013599"/>
            <a:ext cx="678071"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NTP &amp; PTP</a:t>
            </a:r>
          </a:p>
        </p:txBody>
      </p:sp>
      <p:sp>
        <p:nvSpPr>
          <p:cNvPr id="49" name="TextBox 48">
            <a:extLst>
              <a:ext uri="{FF2B5EF4-FFF2-40B4-BE49-F238E27FC236}">
                <a16:creationId xmlns:a16="http://schemas.microsoft.com/office/drawing/2014/main" id="{E687A054-11F5-C2A1-1BBC-326778F58E22}"/>
              </a:ext>
            </a:extLst>
          </p:cNvPr>
          <p:cNvSpPr txBox="1"/>
          <p:nvPr/>
        </p:nvSpPr>
        <p:spPr>
          <a:xfrm>
            <a:off x="6925802" y="2087856"/>
            <a:ext cx="90890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vSAN Transport</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Encryption</a:t>
            </a:r>
          </a:p>
        </p:txBody>
      </p:sp>
      <p:sp>
        <p:nvSpPr>
          <p:cNvPr id="52" name="TextBox 51">
            <a:extLst>
              <a:ext uri="{FF2B5EF4-FFF2-40B4-BE49-F238E27FC236}">
                <a16:creationId xmlns:a16="http://schemas.microsoft.com/office/drawing/2014/main" id="{53A8D5E7-7EF8-9C75-AC20-C662D249FF8C}"/>
              </a:ext>
            </a:extLst>
          </p:cNvPr>
          <p:cNvSpPr txBox="1"/>
          <p:nvPr/>
        </p:nvSpPr>
        <p:spPr>
          <a:xfrm>
            <a:off x="8373239" y="5860252"/>
            <a:ext cx="447237"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Storage</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vMotion</a:t>
            </a:r>
          </a:p>
        </p:txBody>
      </p:sp>
      <p:sp>
        <p:nvSpPr>
          <p:cNvPr id="54" name="TextBox 53">
            <a:extLst>
              <a:ext uri="{FF2B5EF4-FFF2-40B4-BE49-F238E27FC236}">
                <a16:creationId xmlns:a16="http://schemas.microsoft.com/office/drawing/2014/main" id="{12717786-3E70-69FA-5C22-DB57F34968AB}"/>
              </a:ext>
            </a:extLst>
          </p:cNvPr>
          <p:cNvSpPr txBox="1"/>
          <p:nvPr/>
        </p:nvSpPr>
        <p:spPr>
          <a:xfrm>
            <a:off x="9019724" y="5736286"/>
            <a:ext cx="81753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Cross vCenter</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vMotion</a:t>
            </a:r>
          </a:p>
        </p:txBody>
      </p:sp>
      <p:sp>
        <p:nvSpPr>
          <p:cNvPr id="55" name="TextBox 54">
            <a:extLst>
              <a:ext uri="{FF2B5EF4-FFF2-40B4-BE49-F238E27FC236}">
                <a16:creationId xmlns:a16="http://schemas.microsoft.com/office/drawing/2014/main" id="{7085FD3E-D4E0-4079-A8FC-89D664183D69}"/>
              </a:ext>
            </a:extLst>
          </p:cNvPr>
          <p:cNvSpPr txBox="1"/>
          <p:nvPr/>
        </p:nvSpPr>
        <p:spPr>
          <a:xfrm>
            <a:off x="8728321" y="5199736"/>
            <a:ext cx="623568"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Aria</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Operations</a:t>
            </a:r>
          </a:p>
        </p:txBody>
      </p:sp>
      <p:pic>
        <p:nvPicPr>
          <p:cNvPr id="27" name="Graphic 26">
            <a:extLst>
              <a:ext uri="{FF2B5EF4-FFF2-40B4-BE49-F238E27FC236}">
                <a16:creationId xmlns:a16="http://schemas.microsoft.com/office/drawing/2014/main" id="{B9B155D6-DFD7-8188-857E-1963DA4C81A5}"/>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7309335" y="3771029"/>
            <a:ext cx="425796" cy="425796"/>
          </a:xfrm>
          <a:prstGeom prst="rect">
            <a:avLst/>
          </a:prstGeom>
        </p:spPr>
      </p:pic>
      <p:sp>
        <p:nvSpPr>
          <p:cNvPr id="8" name="TextBox 7">
            <a:extLst>
              <a:ext uri="{FF2B5EF4-FFF2-40B4-BE49-F238E27FC236}">
                <a16:creationId xmlns:a16="http://schemas.microsoft.com/office/drawing/2014/main" id="{CAC6D283-C212-F286-33C8-2E7783028EFF}"/>
              </a:ext>
            </a:extLst>
          </p:cNvPr>
          <p:cNvSpPr txBox="1"/>
          <p:nvPr/>
        </p:nvSpPr>
        <p:spPr>
          <a:xfrm>
            <a:off x="6187055" y="3173833"/>
            <a:ext cx="639599"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TLS 1.3 &amp;</a:t>
            </a:r>
            <a:b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br>
            <a:r>
              <a:rPr kumimoji="0" lang="en-US" sz="1000" b="0" i="0" u="none" strike="noStrike" kern="1200" cap="none" spc="0" normalizeH="0" baseline="0" noProof="0" dirty="0">
                <a:ln>
                  <a:noFill/>
                </a:ln>
                <a:solidFill>
                  <a:srgbClr val="F2F2F2">
                    <a:lumMod val="10000"/>
                  </a:srgbClr>
                </a:solidFill>
                <a:effectLst/>
                <a:uLnTx/>
                <a:uFillTx/>
                <a:latin typeface="Arial" panose="020B0604020202020204" pitchFamily="34" charset="0"/>
                <a:ea typeface="+mn-ea"/>
                <a:cs typeface="+mn-cs"/>
              </a:rPr>
              <a:t>Certificates</a:t>
            </a:r>
          </a:p>
        </p:txBody>
      </p:sp>
      <p:sp>
        <p:nvSpPr>
          <p:cNvPr id="26" name="Title 1">
            <a:extLst>
              <a:ext uri="{FF2B5EF4-FFF2-40B4-BE49-F238E27FC236}">
                <a16:creationId xmlns:a16="http://schemas.microsoft.com/office/drawing/2014/main" id="{7789682D-4110-1333-8FBF-B59FFA5BEE29}"/>
              </a:ext>
            </a:extLst>
          </p:cNvPr>
          <p:cNvSpPr txBox="1">
            <a:spLocks/>
          </p:cNvSpPr>
          <p:nvPr/>
        </p:nvSpPr>
        <p:spPr>
          <a:xfrm>
            <a:off x="668858" y="2376580"/>
            <a:ext cx="4029049" cy="2104840"/>
          </a:xfrm>
          <a:prstGeom prst="rect">
            <a:avLst/>
          </a:prstGeom>
        </p:spPr>
        <p:txBody>
          <a:bodyPr anchor="ct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Tx/>
              <a:buNone/>
              <a:tabLst/>
              <a:defRPr/>
            </a:pPr>
            <a:r>
              <a:rPr kumimoji="0" lang="en-US" sz="3599" b="0" i="0" u="none" strike="noStrike" kern="1200" cap="none" spc="0" normalizeH="0" baseline="0" noProof="0" dirty="0">
                <a:ln>
                  <a:noFill/>
                </a:ln>
                <a:solidFill>
                  <a:srgbClr val="005B84"/>
                </a:solidFill>
                <a:effectLst/>
                <a:uLnTx/>
                <a:uFillTx/>
                <a:latin typeface="Arial" panose="020B0604020202020204" pitchFamily="34" charset="0"/>
                <a:ea typeface="+mj-ea"/>
                <a:cs typeface="+mj-cs"/>
              </a:rPr>
              <a:t>Security is an</a:t>
            </a:r>
            <a:br>
              <a:rPr kumimoji="0" lang="en-US" sz="3599" b="0" i="0" u="none" strike="noStrike" kern="1200" cap="none" spc="0" normalizeH="0" baseline="0" noProof="0" dirty="0">
                <a:ln>
                  <a:noFill/>
                </a:ln>
                <a:solidFill>
                  <a:srgbClr val="005B84"/>
                </a:solidFill>
                <a:effectLst/>
                <a:uLnTx/>
                <a:uFillTx/>
                <a:latin typeface="Arial" panose="020B0604020202020204" pitchFamily="34" charset="0"/>
                <a:ea typeface="+mj-ea"/>
                <a:cs typeface="+mj-cs"/>
              </a:rPr>
            </a:br>
            <a:r>
              <a:rPr kumimoji="0" lang="en-US" sz="3599" i="0" u="none" strike="noStrike" kern="1200" cap="none" spc="0" normalizeH="0" baseline="0" noProof="0" dirty="0">
                <a:ln>
                  <a:noFill/>
                </a:ln>
                <a:solidFill>
                  <a:srgbClr val="005B84"/>
                </a:solidFill>
                <a:effectLst/>
                <a:uLnTx/>
                <a:uFillTx/>
                <a:latin typeface="Arial" panose="020B0604020202020204" pitchFamily="34" charset="0"/>
                <a:ea typeface="+mj-ea"/>
                <a:cs typeface="+mj-cs"/>
              </a:rPr>
              <a:t>Inherent</a:t>
            </a:r>
            <a:r>
              <a:rPr lang="en-US" sz="3599" dirty="0">
                <a:solidFill>
                  <a:srgbClr val="005B84"/>
                </a:solidFill>
                <a:latin typeface="Arial" panose="020B0604020202020204" pitchFamily="34" charset="0"/>
              </a:rPr>
              <a:t> Property of VCF</a:t>
            </a:r>
          </a:p>
        </p:txBody>
      </p:sp>
    </p:spTree>
    <p:extLst>
      <p:ext uri="{BB962C8B-B14F-4D97-AF65-F5344CB8AC3E}">
        <p14:creationId xmlns:p14="http://schemas.microsoft.com/office/powerpoint/2010/main" val="3247028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311ED-CDBB-EE54-D7CB-4752A1002971}"/>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B6BB830D-B018-3990-72B1-D1184E5843A4}"/>
              </a:ext>
            </a:extLst>
          </p:cNvPr>
          <p:cNvGrpSpPr/>
          <p:nvPr/>
        </p:nvGrpSpPr>
        <p:grpSpPr>
          <a:xfrm>
            <a:off x="1659572" y="3603322"/>
            <a:ext cx="8869680" cy="792906"/>
            <a:chOff x="1654476" y="2744254"/>
            <a:chExt cx="8869680" cy="792906"/>
          </a:xfrm>
          <a:solidFill>
            <a:srgbClr val="0070C0"/>
          </a:solidFill>
        </p:grpSpPr>
        <p:sp>
          <p:nvSpPr>
            <p:cNvPr id="54" name="Rectangle 53">
              <a:extLst>
                <a:ext uri="{FF2B5EF4-FFF2-40B4-BE49-F238E27FC236}">
                  <a16:creationId xmlns:a16="http://schemas.microsoft.com/office/drawing/2014/main" id="{8038D8CA-6130-1324-690D-0EB4CB0901EF}"/>
                </a:ext>
              </a:extLst>
            </p:cNvPr>
            <p:cNvSpPr/>
            <p:nvPr/>
          </p:nvSpPr>
          <p:spPr>
            <a:xfrm>
              <a:off x="1654476" y="2744254"/>
              <a:ext cx="8869680" cy="27432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vCENTER</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55" name="Rectangle 54">
              <a:extLst>
                <a:ext uri="{FF2B5EF4-FFF2-40B4-BE49-F238E27FC236}">
                  <a16:creationId xmlns:a16="http://schemas.microsoft.com/office/drawing/2014/main" id="{7C11BE48-F99C-9008-696F-A7366F56E682}"/>
                </a:ext>
              </a:extLst>
            </p:cNvPr>
            <p:cNvSpPr/>
            <p:nvPr/>
          </p:nvSpPr>
          <p:spPr>
            <a:xfrm>
              <a:off x="1654476" y="3079960"/>
              <a:ext cx="16459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ATTESTATION</a:t>
              </a:r>
            </a:p>
          </p:txBody>
        </p:sp>
        <p:sp>
          <p:nvSpPr>
            <p:cNvPr id="56" name="Rectangle 55">
              <a:extLst>
                <a:ext uri="{FF2B5EF4-FFF2-40B4-BE49-F238E27FC236}">
                  <a16:creationId xmlns:a16="http://schemas.microsoft.com/office/drawing/2014/main" id="{63C1A725-E9F3-EBB8-1FE7-1EE5B14965DC}"/>
                </a:ext>
              </a:extLst>
            </p:cNvPr>
            <p:cNvSpPr/>
            <p:nvPr/>
          </p:nvSpPr>
          <p:spPr>
            <a:xfrm>
              <a:off x="3451693" y="3079960"/>
              <a:ext cx="16459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VM ENCRYPTION</a:t>
              </a:r>
            </a:p>
          </p:txBody>
        </p:sp>
        <p:sp>
          <p:nvSpPr>
            <p:cNvPr id="57" name="Rectangle 56">
              <a:extLst>
                <a:ext uri="{FF2B5EF4-FFF2-40B4-BE49-F238E27FC236}">
                  <a16:creationId xmlns:a16="http://schemas.microsoft.com/office/drawing/2014/main" id="{BBE16FC6-EA2E-EB7B-24CD-A7EF9131A93A}"/>
                </a:ext>
              </a:extLst>
            </p:cNvPr>
            <p:cNvSpPr/>
            <p:nvPr/>
          </p:nvSpPr>
          <p:spPr>
            <a:xfrm>
              <a:off x="5257377" y="3079960"/>
              <a:ext cx="16459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IDENTITY &amp; RBAC</a:t>
              </a:r>
            </a:p>
          </p:txBody>
        </p:sp>
        <p:sp>
          <p:nvSpPr>
            <p:cNvPr id="58" name="Rectangle 57">
              <a:extLst>
                <a:ext uri="{FF2B5EF4-FFF2-40B4-BE49-F238E27FC236}">
                  <a16:creationId xmlns:a16="http://schemas.microsoft.com/office/drawing/2014/main" id="{733E13CA-3D75-FC9C-CAEB-59771394C32E}"/>
                </a:ext>
              </a:extLst>
            </p:cNvPr>
            <p:cNvSpPr/>
            <p:nvPr/>
          </p:nvSpPr>
          <p:spPr>
            <a:xfrm>
              <a:off x="7063061" y="3079960"/>
              <a:ext cx="16459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vMOTION</a:t>
              </a: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&amp; DRS</a:t>
              </a:r>
            </a:p>
          </p:txBody>
        </p:sp>
        <p:sp>
          <p:nvSpPr>
            <p:cNvPr id="59" name="Rectangle 58">
              <a:extLst>
                <a:ext uri="{FF2B5EF4-FFF2-40B4-BE49-F238E27FC236}">
                  <a16:creationId xmlns:a16="http://schemas.microsoft.com/office/drawing/2014/main" id="{FF7CB9D8-C159-0137-BABE-6C02D1F3D124}"/>
                </a:ext>
              </a:extLst>
            </p:cNvPr>
            <p:cNvSpPr/>
            <p:nvPr/>
          </p:nvSpPr>
          <p:spPr>
            <a:xfrm>
              <a:off x="8878236" y="3079960"/>
              <a:ext cx="16459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KEY MGMT</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grpSp>
        <p:nvGrpSpPr>
          <p:cNvPr id="8" name="Group 7">
            <a:extLst>
              <a:ext uri="{FF2B5EF4-FFF2-40B4-BE49-F238E27FC236}">
                <a16:creationId xmlns:a16="http://schemas.microsoft.com/office/drawing/2014/main" id="{66570C3B-B66D-7B6E-9C9C-D6DDD4F83E2D}"/>
              </a:ext>
            </a:extLst>
          </p:cNvPr>
          <p:cNvGrpSpPr/>
          <p:nvPr/>
        </p:nvGrpSpPr>
        <p:grpSpPr>
          <a:xfrm>
            <a:off x="1651105" y="2749123"/>
            <a:ext cx="8869680" cy="793973"/>
            <a:chOff x="1654476" y="3602067"/>
            <a:chExt cx="8869680" cy="793973"/>
          </a:xfrm>
          <a:solidFill>
            <a:schemeClr val="accent3"/>
          </a:solidFill>
        </p:grpSpPr>
        <p:sp>
          <p:nvSpPr>
            <p:cNvPr id="38" name="Rectangle 37">
              <a:extLst>
                <a:ext uri="{FF2B5EF4-FFF2-40B4-BE49-F238E27FC236}">
                  <a16:creationId xmlns:a16="http://schemas.microsoft.com/office/drawing/2014/main" id="{EE17A1B3-0F2E-E19D-D8F0-0D16506E264F}"/>
                </a:ext>
              </a:extLst>
            </p:cNvPr>
            <p:cNvSpPr/>
            <p:nvPr/>
          </p:nvSpPr>
          <p:spPr>
            <a:xfrm>
              <a:off x="1654476" y="3602067"/>
              <a:ext cx="8869680" cy="27432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vSAN</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39" name="Rectangle 38">
              <a:extLst>
                <a:ext uri="{FF2B5EF4-FFF2-40B4-BE49-F238E27FC236}">
                  <a16:creationId xmlns:a16="http://schemas.microsoft.com/office/drawing/2014/main" id="{EEC1C4C0-4B2B-0EEF-2F24-5A4F06BCBB72}"/>
                </a:ext>
              </a:extLst>
            </p:cNvPr>
            <p:cNvSpPr/>
            <p:nvPr/>
          </p:nvSpPr>
          <p:spPr>
            <a:xfrm>
              <a:off x="1654476" y="3938840"/>
              <a:ext cx="21031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ENCRYPTION AT REST</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44" name="Rectangle 43">
              <a:extLst>
                <a:ext uri="{FF2B5EF4-FFF2-40B4-BE49-F238E27FC236}">
                  <a16:creationId xmlns:a16="http://schemas.microsoft.com/office/drawing/2014/main" id="{BA21DC72-4EC5-B0C1-972F-857631295E8D}"/>
                </a:ext>
              </a:extLst>
            </p:cNvPr>
            <p:cNvSpPr/>
            <p:nvPr/>
          </p:nvSpPr>
          <p:spPr>
            <a:xfrm>
              <a:off x="3909996" y="3938840"/>
              <a:ext cx="21031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ENCRYPTION IN FLIGHT</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45" name="Rectangle 44">
              <a:extLst>
                <a:ext uri="{FF2B5EF4-FFF2-40B4-BE49-F238E27FC236}">
                  <a16:creationId xmlns:a16="http://schemas.microsoft.com/office/drawing/2014/main" id="{6266ECB2-36AD-8243-EA2B-DA8C6E4D6E82}"/>
                </a:ext>
              </a:extLst>
            </p:cNvPr>
            <p:cNvSpPr/>
            <p:nvPr/>
          </p:nvSpPr>
          <p:spPr>
            <a:xfrm>
              <a:off x="6165516" y="3938840"/>
              <a:ext cx="21031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STRETCHED CLUSTERS</a:t>
              </a:r>
            </a:p>
          </p:txBody>
        </p:sp>
        <p:sp>
          <p:nvSpPr>
            <p:cNvPr id="46" name="Rectangle 45">
              <a:extLst>
                <a:ext uri="{FF2B5EF4-FFF2-40B4-BE49-F238E27FC236}">
                  <a16:creationId xmlns:a16="http://schemas.microsoft.com/office/drawing/2014/main" id="{40392356-6E07-8B90-94EB-A73BB614D062}"/>
                </a:ext>
              </a:extLst>
            </p:cNvPr>
            <p:cNvSpPr/>
            <p:nvPr/>
          </p:nvSpPr>
          <p:spPr>
            <a:xfrm>
              <a:off x="8421036" y="3938840"/>
              <a:ext cx="21031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FLEXIBLE</a:t>
              </a: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POLICIES</a:t>
              </a:r>
            </a:p>
          </p:txBody>
        </p:sp>
      </p:grpSp>
      <p:grpSp>
        <p:nvGrpSpPr>
          <p:cNvPr id="9" name="Group 8">
            <a:extLst>
              <a:ext uri="{FF2B5EF4-FFF2-40B4-BE49-F238E27FC236}">
                <a16:creationId xmlns:a16="http://schemas.microsoft.com/office/drawing/2014/main" id="{BD648507-ADE7-488B-7773-8F8C67059EE9}"/>
              </a:ext>
            </a:extLst>
          </p:cNvPr>
          <p:cNvGrpSpPr/>
          <p:nvPr/>
        </p:nvGrpSpPr>
        <p:grpSpPr>
          <a:xfrm>
            <a:off x="1659572" y="4463707"/>
            <a:ext cx="8869680" cy="790433"/>
            <a:chOff x="1654476" y="4454953"/>
            <a:chExt cx="8869680" cy="790433"/>
          </a:xfrm>
        </p:grpSpPr>
        <p:sp>
          <p:nvSpPr>
            <p:cNvPr id="20" name="Rectangle 19">
              <a:extLst>
                <a:ext uri="{FF2B5EF4-FFF2-40B4-BE49-F238E27FC236}">
                  <a16:creationId xmlns:a16="http://schemas.microsoft.com/office/drawing/2014/main" id="{CC6492D9-1CC5-8A10-01D3-CFF37A2D2C7E}"/>
                </a:ext>
              </a:extLst>
            </p:cNvPr>
            <p:cNvSpPr/>
            <p:nvPr/>
          </p:nvSpPr>
          <p:spPr>
            <a:xfrm>
              <a:off x="1654476" y="4454953"/>
              <a:ext cx="886968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HYPERVISOR</a:t>
              </a:r>
            </a:p>
          </p:txBody>
        </p:sp>
        <p:sp>
          <p:nvSpPr>
            <p:cNvPr id="21" name="Rectangle 20">
              <a:extLst>
                <a:ext uri="{FF2B5EF4-FFF2-40B4-BE49-F238E27FC236}">
                  <a16:creationId xmlns:a16="http://schemas.microsoft.com/office/drawing/2014/main" id="{AF636D50-B6BA-EE18-C4FF-BF573E43CF67}"/>
                </a:ext>
              </a:extLst>
            </p:cNvPr>
            <p:cNvSpPr/>
            <p:nvPr/>
          </p:nvSpPr>
          <p:spPr>
            <a:xfrm>
              <a:off x="1654476" y="4788186"/>
              <a:ext cx="1417320"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CODE SIGNING</a:t>
              </a:r>
            </a:p>
          </p:txBody>
        </p:sp>
        <p:sp>
          <p:nvSpPr>
            <p:cNvPr id="22" name="Rectangle 21">
              <a:extLst>
                <a:ext uri="{FF2B5EF4-FFF2-40B4-BE49-F238E27FC236}">
                  <a16:creationId xmlns:a16="http://schemas.microsoft.com/office/drawing/2014/main" id="{E0907DAD-1341-9333-676A-C2CDA9C0596D}"/>
                </a:ext>
              </a:extLst>
            </p:cNvPr>
            <p:cNvSpPr/>
            <p:nvPr/>
          </p:nvSpPr>
          <p:spPr>
            <a:xfrm>
              <a:off x="3150016" y="4788186"/>
              <a:ext cx="1417320"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ENCRYPTION</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30" name="Rectangle 29">
              <a:extLst>
                <a:ext uri="{FF2B5EF4-FFF2-40B4-BE49-F238E27FC236}">
                  <a16:creationId xmlns:a16="http://schemas.microsoft.com/office/drawing/2014/main" id="{2957BFF8-9F21-D470-0DF2-1B6098A1DB44}"/>
                </a:ext>
              </a:extLst>
            </p:cNvPr>
            <p:cNvSpPr/>
            <p:nvPr/>
          </p:nvSpPr>
          <p:spPr>
            <a:xfrm>
              <a:off x="4641502" y="4788186"/>
              <a:ext cx="1417320"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LOCKDOWN</a:t>
              </a:r>
            </a:p>
          </p:txBody>
        </p:sp>
        <p:sp>
          <p:nvSpPr>
            <p:cNvPr id="31" name="Rectangle 30">
              <a:extLst>
                <a:ext uri="{FF2B5EF4-FFF2-40B4-BE49-F238E27FC236}">
                  <a16:creationId xmlns:a16="http://schemas.microsoft.com/office/drawing/2014/main" id="{2E87C496-5C55-ED53-D7EC-6C4C36427CA1}"/>
                </a:ext>
              </a:extLst>
            </p:cNvPr>
            <p:cNvSpPr/>
            <p:nvPr/>
          </p:nvSpPr>
          <p:spPr>
            <a:xfrm>
              <a:off x="6132988" y="4788186"/>
              <a:ext cx="1417320"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CPU &amp; MMU</a:t>
              </a:r>
            </a:p>
          </p:txBody>
        </p:sp>
        <p:sp>
          <p:nvSpPr>
            <p:cNvPr id="32" name="Rectangle 31">
              <a:extLst>
                <a:ext uri="{FF2B5EF4-FFF2-40B4-BE49-F238E27FC236}">
                  <a16:creationId xmlns:a16="http://schemas.microsoft.com/office/drawing/2014/main" id="{58B0F313-DB28-0A92-1D9D-F6953B1E7F9F}"/>
                </a:ext>
              </a:extLst>
            </p:cNvPr>
            <p:cNvSpPr/>
            <p:nvPr/>
          </p:nvSpPr>
          <p:spPr>
            <a:xfrm>
              <a:off x="7624474" y="4788186"/>
              <a:ext cx="1417320"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VM SANDBOX</a:t>
              </a:r>
            </a:p>
          </p:txBody>
        </p:sp>
        <p:sp>
          <p:nvSpPr>
            <p:cNvPr id="37" name="Rectangle 36">
              <a:extLst>
                <a:ext uri="{FF2B5EF4-FFF2-40B4-BE49-F238E27FC236}">
                  <a16:creationId xmlns:a16="http://schemas.microsoft.com/office/drawing/2014/main" id="{E0976149-D3EE-F7CB-AE88-33F3F6CB2152}"/>
                </a:ext>
              </a:extLst>
            </p:cNvPr>
            <p:cNvSpPr/>
            <p:nvPr/>
          </p:nvSpPr>
          <p:spPr>
            <a:xfrm>
              <a:off x="9106836" y="4788186"/>
              <a:ext cx="1417320"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ZEROING</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grpSp>
        <p:nvGrpSpPr>
          <p:cNvPr id="10" name="Group 9">
            <a:extLst>
              <a:ext uri="{FF2B5EF4-FFF2-40B4-BE49-F238E27FC236}">
                <a16:creationId xmlns:a16="http://schemas.microsoft.com/office/drawing/2014/main" id="{31DAD6A3-FB3A-FAE5-7674-7B611D1755FA}"/>
              </a:ext>
            </a:extLst>
          </p:cNvPr>
          <p:cNvGrpSpPr/>
          <p:nvPr/>
        </p:nvGrpSpPr>
        <p:grpSpPr>
          <a:xfrm>
            <a:off x="1659572" y="5325732"/>
            <a:ext cx="8869680" cy="792906"/>
            <a:chOff x="1654476" y="5312766"/>
            <a:chExt cx="8869680" cy="792906"/>
          </a:xfrm>
        </p:grpSpPr>
        <p:sp>
          <p:nvSpPr>
            <p:cNvPr id="26" name="Rectangle 25">
              <a:extLst>
                <a:ext uri="{FF2B5EF4-FFF2-40B4-BE49-F238E27FC236}">
                  <a16:creationId xmlns:a16="http://schemas.microsoft.com/office/drawing/2014/main" id="{90AFF602-49F1-2BB7-F7FA-A3393A2926AC}"/>
                </a:ext>
              </a:extLst>
            </p:cNvPr>
            <p:cNvSpPr/>
            <p:nvPr/>
          </p:nvSpPr>
          <p:spPr>
            <a:xfrm>
              <a:off x="1654476" y="5312766"/>
              <a:ext cx="8869680" cy="27432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HARDWARE</a:t>
              </a:r>
            </a:p>
          </p:txBody>
        </p:sp>
        <p:sp>
          <p:nvSpPr>
            <p:cNvPr id="27" name="Rectangle 26">
              <a:extLst>
                <a:ext uri="{FF2B5EF4-FFF2-40B4-BE49-F238E27FC236}">
                  <a16:creationId xmlns:a16="http://schemas.microsoft.com/office/drawing/2014/main" id="{84ACA3BE-4E08-B361-9049-D170FEE02F6F}"/>
                </a:ext>
              </a:extLst>
            </p:cNvPr>
            <p:cNvSpPr/>
            <p:nvPr/>
          </p:nvSpPr>
          <p:spPr>
            <a:xfrm>
              <a:off x="1654476" y="5648472"/>
              <a:ext cx="1645920" cy="4572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SECURE BOOT</a:t>
              </a:r>
            </a:p>
          </p:txBody>
        </p:sp>
        <p:sp>
          <p:nvSpPr>
            <p:cNvPr id="28" name="Rectangle 27">
              <a:extLst>
                <a:ext uri="{FF2B5EF4-FFF2-40B4-BE49-F238E27FC236}">
                  <a16:creationId xmlns:a16="http://schemas.microsoft.com/office/drawing/2014/main" id="{9B7F73E0-3320-6351-74F1-1ED41C8537F1}"/>
                </a:ext>
              </a:extLst>
            </p:cNvPr>
            <p:cNvSpPr/>
            <p:nvPr/>
          </p:nvSpPr>
          <p:spPr>
            <a:xfrm>
              <a:off x="3451693" y="5648472"/>
              <a:ext cx="1645920" cy="4572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HARDWARE TPM</a:t>
              </a:r>
            </a:p>
          </p:txBody>
        </p:sp>
        <p:sp>
          <p:nvSpPr>
            <p:cNvPr id="6" name="Rectangle 5">
              <a:extLst>
                <a:ext uri="{FF2B5EF4-FFF2-40B4-BE49-F238E27FC236}">
                  <a16:creationId xmlns:a16="http://schemas.microsoft.com/office/drawing/2014/main" id="{A07A24C0-3BBA-1A3A-39D2-74E0232E1115}"/>
                </a:ext>
              </a:extLst>
            </p:cNvPr>
            <p:cNvSpPr/>
            <p:nvPr/>
          </p:nvSpPr>
          <p:spPr>
            <a:xfrm>
              <a:off x="5257377" y="5648472"/>
              <a:ext cx="1645920" cy="4572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RELIABLE MEMORY</a:t>
              </a:r>
            </a:p>
          </p:txBody>
        </p:sp>
        <p:sp>
          <p:nvSpPr>
            <p:cNvPr id="7" name="Rectangle 6">
              <a:extLst>
                <a:ext uri="{FF2B5EF4-FFF2-40B4-BE49-F238E27FC236}">
                  <a16:creationId xmlns:a16="http://schemas.microsoft.com/office/drawing/2014/main" id="{FCED39E4-064D-EBDA-72DA-8EF5F4F8AADC}"/>
                </a:ext>
              </a:extLst>
            </p:cNvPr>
            <p:cNvSpPr/>
            <p:nvPr/>
          </p:nvSpPr>
          <p:spPr>
            <a:xfrm>
              <a:off x="7063061" y="5648472"/>
              <a:ext cx="1645920" cy="4572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AMD SEV-ES</a:t>
              </a:r>
            </a:p>
          </p:txBody>
        </p:sp>
        <p:sp>
          <p:nvSpPr>
            <p:cNvPr id="15" name="Rectangle 14">
              <a:extLst>
                <a:ext uri="{FF2B5EF4-FFF2-40B4-BE49-F238E27FC236}">
                  <a16:creationId xmlns:a16="http://schemas.microsoft.com/office/drawing/2014/main" id="{A9435D81-2761-C7BA-79D0-F7E3FB796793}"/>
                </a:ext>
              </a:extLst>
            </p:cNvPr>
            <p:cNvSpPr/>
            <p:nvPr/>
          </p:nvSpPr>
          <p:spPr>
            <a:xfrm>
              <a:off x="8878236" y="5648472"/>
              <a:ext cx="1645920" cy="4572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INTEL TXT</a:t>
              </a:r>
            </a:p>
          </p:txBody>
        </p:sp>
      </p:grpSp>
      <p:grpSp>
        <p:nvGrpSpPr>
          <p:cNvPr id="4" name="Group 3">
            <a:extLst>
              <a:ext uri="{FF2B5EF4-FFF2-40B4-BE49-F238E27FC236}">
                <a16:creationId xmlns:a16="http://schemas.microsoft.com/office/drawing/2014/main" id="{47040536-7665-EEB8-B582-0906B03307BF}"/>
              </a:ext>
            </a:extLst>
          </p:cNvPr>
          <p:cNvGrpSpPr/>
          <p:nvPr/>
        </p:nvGrpSpPr>
        <p:grpSpPr>
          <a:xfrm>
            <a:off x="1651105" y="1889379"/>
            <a:ext cx="8869680" cy="790433"/>
            <a:chOff x="1654476" y="1894908"/>
            <a:chExt cx="8869680" cy="790433"/>
          </a:xfrm>
        </p:grpSpPr>
        <p:sp>
          <p:nvSpPr>
            <p:cNvPr id="66" name="Rectangle 65">
              <a:extLst>
                <a:ext uri="{FF2B5EF4-FFF2-40B4-BE49-F238E27FC236}">
                  <a16:creationId xmlns:a16="http://schemas.microsoft.com/office/drawing/2014/main" id="{DE3ABE1E-D3C8-F112-A7C1-E9437CE0814B}"/>
                </a:ext>
              </a:extLst>
            </p:cNvPr>
            <p:cNvSpPr/>
            <p:nvPr/>
          </p:nvSpPr>
          <p:spPr>
            <a:xfrm>
              <a:off x="1654476" y="1894908"/>
              <a:ext cx="8869680" cy="27432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WORKLOADS</a:t>
              </a:r>
            </a:p>
          </p:txBody>
        </p:sp>
        <p:sp>
          <p:nvSpPr>
            <p:cNvPr id="67" name="Rectangle 66">
              <a:extLst>
                <a:ext uri="{FF2B5EF4-FFF2-40B4-BE49-F238E27FC236}">
                  <a16:creationId xmlns:a16="http://schemas.microsoft.com/office/drawing/2014/main" id="{1C74FED2-C42C-562C-5650-B1450B14DDA8}"/>
                </a:ext>
              </a:extLst>
            </p:cNvPr>
            <p:cNvSpPr/>
            <p:nvPr/>
          </p:nvSpPr>
          <p:spPr>
            <a:xfrm>
              <a:off x="1654476" y="2228141"/>
              <a:ext cx="1417320" cy="45720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err="1">
                  <a:solidFill>
                    <a:prstClr val="white"/>
                  </a:solidFill>
                  <a:latin typeface="Arial" panose="020B0604020202020204" pitchFamily="34" charset="0"/>
                </a:rPr>
                <a:t>vTPM</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68" name="Rectangle 67">
              <a:extLst>
                <a:ext uri="{FF2B5EF4-FFF2-40B4-BE49-F238E27FC236}">
                  <a16:creationId xmlns:a16="http://schemas.microsoft.com/office/drawing/2014/main" id="{0EE5BAD7-50AE-34C5-D5A2-CBDD33D05897}"/>
                </a:ext>
              </a:extLst>
            </p:cNvPr>
            <p:cNvSpPr/>
            <p:nvPr/>
          </p:nvSpPr>
          <p:spPr>
            <a:xfrm>
              <a:off x="3150016" y="2228141"/>
              <a:ext cx="1417320" cy="45720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VBS</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69" name="Rectangle 68">
              <a:extLst>
                <a:ext uri="{FF2B5EF4-FFF2-40B4-BE49-F238E27FC236}">
                  <a16:creationId xmlns:a16="http://schemas.microsoft.com/office/drawing/2014/main" id="{C996F145-3B04-DE52-A999-D1365A32FFED}"/>
                </a:ext>
              </a:extLst>
            </p:cNvPr>
            <p:cNvSpPr/>
            <p:nvPr/>
          </p:nvSpPr>
          <p:spPr>
            <a:xfrm>
              <a:off x="4641502" y="2228141"/>
              <a:ext cx="1417320" cy="45720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HA &amp; FT</a:t>
              </a:r>
            </a:p>
          </p:txBody>
        </p:sp>
        <p:sp>
          <p:nvSpPr>
            <p:cNvPr id="70" name="Rectangle 69">
              <a:extLst>
                <a:ext uri="{FF2B5EF4-FFF2-40B4-BE49-F238E27FC236}">
                  <a16:creationId xmlns:a16="http://schemas.microsoft.com/office/drawing/2014/main" id="{80126DFA-B396-0589-7B53-AD7E3563D1E5}"/>
                </a:ext>
              </a:extLst>
            </p:cNvPr>
            <p:cNvSpPr/>
            <p:nvPr/>
          </p:nvSpPr>
          <p:spPr>
            <a:xfrm>
              <a:off x="6132988" y="2228141"/>
              <a:ext cx="1417320" cy="45720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INTEL SGX</a:t>
              </a:r>
            </a:p>
          </p:txBody>
        </p:sp>
        <p:sp>
          <p:nvSpPr>
            <p:cNvPr id="71" name="Rectangle 70">
              <a:extLst>
                <a:ext uri="{FF2B5EF4-FFF2-40B4-BE49-F238E27FC236}">
                  <a16:creationId xmlns:a16="http://schemas.microsoft.com/office/drawing/2014/main" id="{2A2BABFD-5754-85B1-D4C3-C2D823C03461}"/>
                </a:ext>
              </a:extLst>
            </p:cNvPr>
            <p:cNvSpPr/>
            <p:nvPr/>
          </p:nvSpPr>
          <p:spPr>
            <a:xfrm>
              <a:off x="7624474" y="2228141"/>
              <a:ext cx="1417320" cy="45720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AMD SEV-ES</a:t>
              </a:r>
            </a:p>
          </p:txBody>
        </p:sp>
        <p:sp>
          <p:nvSpPr>
            <p:cNvPr id="72" name="Rectangle 71">
              <a:extLst>
                <a:ext uri="{FF2B5EF4-FFF2-40B4-BE49-F238E27FC236}">
                  <a16:creationId xmlns:a16="http://schemas.microsoft.com/office/drawing/2014/main" id="{5258DABF-A20C-7C6C-2BDF-1C1DCB1AD729}"/>
                </a:ext>
              </a:extLst>
            </p:cNvPr>
            <p:cNvSpPr/>
            <p:nvPr/>
          </p:nvSpPr>
          <p:spPr>
            <a:xfrm>
              <a:off x="9106836" y="2228141"/>
              <a:ext cx="1417320" cy="45720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REPLICATION</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grpSp>
        <p:nvGrpSpPr>
          <p:cNvPr id="3" name="Group 2">
            <a:extLst>
              <a:ext uri="{FF2B5EF4-FFF2-40B4-BE49-F238E27FC236}">
                <a16:creationId xmlns:a16="http://schemas.microsoft.com/office/drawing/2014/main" id="{EAEF5AB6-3705-E492-70D6-332156E3458E}"/>
              </a:ext>
            </a:extLst>
          </p:cNvPr>
          <p:cNvGrpSpPr/>
          <p:nvPr/>
        </p:nvGrpSpPr>
        <p:grpSpPr>
          <a:xfrm>
            <a:off x="1651105" y="1033555"/>
            <a:ext cx="8873051" cy="790433"/>
            <a:chOff x="1651105" y="1050489"/>
            <a:chExt cx="8873051" cy="790433"/>
          </a:xfrm>
        </p:grpSpPr>
        <p:sp>
          <p:nvSpPr>
            <p:cNvPr id="73" name="Rectangle 72">
              <a:extLst>
                <a:ext uri="{FF2B5EF4-FFF2-40B4-BE49-F238E27FC236}">
                  <a16:creationId xmlns:a16="http://schemas.microsoft.com/office/drawing/2014/main" id="{9AC3A0BF-E779-7AC5-1BF5-020A640543AB}"/>
                </a:ext>
              </a:extLst>
            </p:cNvPr>
            <p:cNvSpPr/>
            <p:nvPr/>
          </p:nvSpPr>
          <p:spPr>
            <a:xfrm>
              <a:off x="1651105" y="1050489"/>
              <a:ext cx="8869680" cy="27432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CLOUD FOUNDATION</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84" name="Rectangle 83">
              <a:extLst>
                <a:ext uri="{FF2B5EF4-FFF2-40B4-BE49-F238E27FC236}">
                  <a16:creationId xmlns:a16="http://schemas.microsoft.com/office/drawing/2014/main" id="{BF2D457D-3004-87A0-1B00-44CA853323EF}"/>
                </a:ext>
              </a:extLst>
            </p:cNvPr>
            <p:cNvSpPr/>
            <p:nvPr/>
          </p:nvSpPr>
          <p:spPr>
            <a:xfrm>
              <a:off x="1654476" y="1383722"/>
              <a:ext cx="1645920" cy="4572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LIFECYCLE</a:t>
              </a:r>
            </a:p>
          </p:txBody>
        </p:sp>
        <p:sp>
          <p:nvSpPr>
            <p:cNvPr id="85" name="Rectangle 84">
              <a:extLst>
                <a:ext uri="{FF2B5EF4-FFF2-40B4-BE49-F238E27FC236}">
                  <a16:creationId xmlns:a16="http://schemas.microsoft.com/office/drawing/2014/main" id="{F9428040-8E2C-6782-B6DF-652BAF5FA6B3}"/>
                </a:ext>
              </a:extLst>
            </p:cNvPr>
            <p:cNvSpPr/>
            <p:nvPr/>
          </p:nvSpPr>
          <p:spPr>
            <a:xfrm>
              <a:off x="3451693" y="1383722"/>
              <a:ext cx="1645920" cy="4572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ENFORCEMENT</a:t>
              </a:r>
            </a:p>
          </p:txBody>
        </p:sp>
        <p:sp>
          <p:nvSpPr>
            <p:cNvPr id="86" name="Rectangle 85">
              <a:extLst>
                <a:ext uri="{FF2B5EF4-FFF2-40B4-BE49-F238E27FC236}">
                  <a16:creationId xmlns:a16="http://schemas.microsoft.com/office/drawing/2014/main" id="{4E8B926C-A350-3EE8-7200-3CE62FB0AEAD}"/>
                </a:ext>
              </a:extLst>
            </p:cNvPr>
            <p:cNvSpPr/>
            <p:nvPr/>
          </p:nvSpPr>
          <p:spPr>
            <a:xfrm>
              <a:off x="5257377" y="1383722"/>
              <a:ext cx="1645920" cy="4572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MONITORING</a:t>
              </a:r>
            </a:p>
          </p:txBody>
        </p:sp>
        <p:sp>
          <p:nvSpPr>
            <p:cNvPr id="87" name="Rectangle 86">
              <a:extLst>
                <a:ext uri="{FF2B5EF4-FFF2-40B4-BE49-F238E27FC236}">
                  <a16:creationId xmlns:a16="http://schemas.microsoft.com/office/drawing/2014/main" id="{35493DB9-33CF-6408-DA81-BEFBCAA64386}"/>
                </a:ext>
              </a:extLst>
            </p:cNvPr>
            <p:cNvSpPr/>
            <p:nvPr/>
          </p:nvSpPr>
          <p:spPr>
            <a:xfrm>
              <a:off x="7063061" y="1383722"/>
              <a:ext cx="1645920" cy="4572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THREAT DETECTION</a:t>
              </a:r>
            </a:p>
          </p:txBody>
        </p:sp>
        <p:sp>
          <p:nvSpPr>
            <p:cNvPr id="88" name="Rectangle 87">
              <a:extLst>
                <a:ext uri="{FF2B5EF4-FFF2-40B4-BE49-F238E27FC236}">
                  <a16:creationId xmlns:a16="http://schemas.microsoft.com/office/drawing/2014/main" id="{02D52FBF-ED6D-6443-7035-7BD07D37D6AC}"/>
                </a:ext>
              </a:extLst>
            </p:cNvPr>
            <p:cNvSpPr/>
            <p:nvPr/>
          </p:nvSpPr>
          <p:spPr>
            <a:xfrm>
              <a:off x="8878236" y="1383722"/>
              <a:ext cx="1645920" cy="4572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latin typeface="Arial" panose="020B0604020202020204" pitchFamily="34" charset="0"/>
                </a:rPr>
                <a:t>RECOVERY</a:t>
              </a: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sp>
        <p:nvSpPr>
          <p:cNvPr id="2" name="Title 1">
            <a:extLst>
              <a:ext uri="{FF2B5EF4-FFF2-40B4-BE49-F238E27FC236}">
                <a16:creationId xmlns:a16="http://schemas.microsoft.com/office/drawing/2014/main" id="{7EB5B59A-B4A4-2A12-F411-6EFF4DB20E2C}"/>
              </a:ext>
            </a:extLst>
          </p:cNvPr>
          <p:cNvSpPr>
            <a:spLocks noGrp="1"/>
          </p:cNvSpPr>
          <p:nvPr>
            <p:ph type="title"/>
          </p:nvPr>
        </p:nvSpPr>
        <p:spPr/>
        <p:txBody>
          <a:bodyPr/>
          <a:lstStyle/>
          <a:p>
            <a:pPr algn="ctr"/>
            <a:r>
              <a:rPr lang="en-US" dirty="0"/>
              <a:t>Security at Every Layer of Cloud Foundation</a:t>
            </a:r>
          </a:p>
        </p:txBody>
      </p:sp>
    </p:spTree>
    <p:extLst>
      <p:ext uri="{BB962C8B-B14F-4D97-AF65-F5344CB8AC3E}">
        <p14:creationId xmlns:p14="http://schemas.microsoft.com/office/powerpoint/2010/main" val="30096262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F0A58C-DE8F-5D47-8669-61D7CA98B23A}"/>
              </a:ext>
            </a:extLst>
          </p:cNvPr>
          <p:cNvSpPr>
            <a:spLocks noGrp="1"/>
          </p:cNvSpPr>
          <p:nvPr>
            <p:ph type="title"/>
          </p:nvPr>
        </p:nvSpPr>
        <p:spPr/>
        <p:txBody>
          <a:bodyPr/>
          <a:lstStyle/>
          <a:p>
            <a:pPr algn="ctr"/>
            <a:r>
              <a:rPr lang="en-US" dirty="0">
                <a:solidFill>
                  <a:schemeClr val="tx1"/>
                </a:solidFill>
              </a:rPr>
              <a:t>Resilience Woven </a:t>
            </a:r>
            <a:r>
              <a:rPr lang="en-US" dirty="0">
                <a:solidFill>
                  <a:schemeClr val="accent2"/>
                </a:solidFill>
              </a:rPr>
              <a:t>Throughout</a:t>
            </a:r>
            <a:r>
              <a:rPr lang="en-US" dirty="0">
                <a:solidFill>
                  <a:schemeClr val="tx1"/>
                </a:solidFill>
              </a:rPr>
              <a:t> VMware Cloud Foundation</a:t>
            </a:r>
          </a:p>
        </p:txBody>
      </p:sp>
      <p:grpSp>
        <p:nvGrpSpPr>
          <p:cNvPr id="66" name="Group 65">
            <a:extLst>
              <a:ext uri="{FF2B5EF4-FFF2-40B4-BE49-F238E27FC236}">
                <a16:creationId xmlns:a16="http://schemas.microsoft.com/office/drawing/2014/main" id="{502A182C-F2C1-4D3B-87AF-5B0CDCA43058}"/>
              </a:ext>
            </a:extLst>
          </p:cNvPr>
          <p:cNvGrpSpPr/>
          <p:nvPr/>
        </p:nvGrpSpPr>
        <p:grpSpPr>
          <a:xfrm>
            <a:off x="8987564" y="2568572"/>
            <a:ext cx="2782072" cy="959120"/>
            <a:chOff x="195550" y="2178715"/>
            <a:chExt cx="2782797" cy="2030264"/>
          </a:xfrm>
          <a:solidFill>
            <a:schemeClr val="accent4"/>
          </a:solidFill>
        </p:grpSpPr>
        <p:sp>
          <p:nvSpPr>
            <p:cNvPr id="67" name="Rectangle 66">
              <a:extLst>
                <a:ext uri="{FF2B5EF4-FFF2-40B4-BE49-F238E27FC236}">
                  <a16:creationId xmlns:a16="http://schemas.microsoft.com/office/drawing/2014/main" id="{A97BF3B9-CC6D-4D8F-A846-3624BFFF7AD8}"/>
                </a:ext>
              </a:extLst>
            </p:cNvPr>
            <p:cNvSpPr/>
            <p:nvPr/>
          </p:nvSpPr>
          <p:spPr>
            <a:xfrm>
              <a:off x="195550" y="2178715"/>
              <a:ext cx="2179732" cy="2030264"/>
            </a:xfrm>
            <a:prstGeom prst="rect">
              <a:avLst/>
            </a:prstGeom>
            <a:grpFill/>
            <a:ln w="190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68" name="Isosceles Triangle 67">
              <a:extLst>
                <a:ext uri="{FF2B5EF4-FFF2-40B4-BE49-F238E27FC236}">
                  <a16:creationId xmlns:a16="http://schemas.microsoft.com/office/drawing/2014/main" id="{3AD644D1-CA24-4AC9-9DCB-F53CF4D42B5B}"/>
                </a:ext>
              </a:extLst>
            </p:cNvPr>
            <p:cNvSpPr/>
            <p:nvPr/>
          </p:nvSpPr>
          <p:spPr>
            <a:xfrm rot="5400000">
              <a:off x="1661767" y="2892252"/>
              <a:ext cx="2029968" cy="603193"/>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grpSp>
        <p:nvGrpSpPr>
          <p:cNvPr id="63" name="Group 62">
            <a:extLst>
              <a:ext uri="{FF2B5EF4-FFF2-40B4-BE49-F238E27FC236}">
                <a16:creationId xmlns:a16="http://schemas.microsoft.com/office/drawing/2014/main" id="{70D0FE0B-7EE9-4E2C-9520-5F0EC00FFA31}"/>
              </a:ext>
            </a:extLst>
          </p:cNvPr>
          <p:cNvGrpSpPr/>
          <p:nvPr/>
        </p:nvGrpSpPr>
        <p:grpSpPr>
          <a:xfrm>
            <a:off x="6709964" y="2568572"/>
            <a:ext cx="2909945" cy="959120"/>
            <a:chOff x="67644" y="2178715"/>
            <a:chExt cx="2910703" cy="2030264"/>
          </a:xfrm>
          <a:solidFill>
            <a:schemeClr val="accent3"/>
          </a:solidFill>
        </p:grpSpPr>
        <p:sp>
          <p:nvSpPr>
            <p:cNvPr id="64" name="Rectangle 63">
              <a:extLst>
                <a:ext uri="{FF2B5EF4-FFF2-40B4-BE49-F238E27FC236}">
                  <a16:creationId xmlns:a16="http://schemas.microsoft.com/office/drawing/2014/main" id="{C4DE2B1A-147C-491F-ABED-F9FFFE5C48FB}"/>
                </a:ext>
              </a:extLst>
            </p:cNvPr>
            <p:cNvSpPr/>
            <p:nvPr/>
          </p:nvSpPr>
          <p:spPr>
            <a:xfrm>
              <a:off x="67644" y="2178715"/>
              <a:ext cx="2307638" cy="2030264"/>
            </a:xfrm>
            <a:prstGeom prst="rect">
              <a:avLst/>
            </a:prstGeom>
            <a:grpFill/>
            <a:ln w="190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65" name="Isosceles Triangle 64">
              <a:extLst>
                <a:ext uri="{FF2B5EF4-FFF2-40B4-BE49-F238E27FC236}">
                  <a16:creationId xmlns:a16="http://schemas.microsoft.com/office/drawing/2014/main" id="{3D111464-39ED-4A3C-BD4A-DA82543B63A8}"/>
                </a:ext>
              </a:extLst>
            </p:cNvPr>
            <p:cNvSpPr/>
            <p:nvPr/>
          </p:nvSpPr>
          <p:spPr>
            <a:xfrm rot="5400000">
              <a:off x="1661767" y="2892252"/>
              <a:ext cx="2029968" cy="603193"/>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grpSp>
        <p:nvGrpSpPr>
          <p:cNvPr id="60" name="Group 59">
            <a:extLst>
              <a:ext uri="{FF2B5EF4-FFF2-40B4-BE49-F238E27FC236}">
                <a16:creationId xmlns:a16="http://schemas.microsoft.com/office/drawing/2014/main" id="{87133EDC-F0CF-444A-9D95-0B34A9CA6D19}"/>
              </a:ext>
            </a:extLst>
          </p:cNvPr>
          <p:cNvGrpSpPr/>
          <p:nvPr/>
        </p:nvGrpSpPr>
        <p:grpSpPr>
          <a:xfrm>
            <a:off x="4615560" y="2568572"/>
            <a:ext cx="2752764" cy="959120"/>
            <a:chOff x="224866" y="2178715"/>
            <a:chExt cx="2753481" cy="2030264"/>
          </a:xfrm>
          <a:solidFill>
            <a:schemeClr val="accent2"/>
          </a:solidFill>
        </p:grpSpPr>
        <p:sp>
          <p:nvSpPr>
            <p:cNvPr id="61" name="Rectangle 60">
              <a:extLst>
                <a:ext uri="{FF2B5EF4-FFF2-40B4-BE49-F238E27FC236}">
                  <a16:creationId xmlns:a16="http://schemas.microsoft.com/office/drawing/2014/main" id="{323E438E-F723-4600-A68E-65DB03277EE9}"/>
                </a:ext>
              </a:extLst>
            </p:cNvPr>
            <p:cNvSpPr/>
            <p:nvPr/>
          </p:nvSpPr>
          <p:spPr>
            <a:xfrm>
              <a:off x="224866" y="2178715"/>
              <a:ext cx="2150415" cy="2030264"/>
            </a:xfrm>
            <a:prstGeom prst="rect">
              <a:avLst/>
            </a:prstGeom>
            <a:grpFill/>
            <a:ln w="190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62" name="Isosceles Triangle 61">
              <a:extLst>
                <a:ext uri="{FF2B5EF4-FFF2-40B4-BE49-F238E27FC236}">
                  <a16:creationId xmlns:a16="http://schemas.microsoft.com/office/drawing/2014/main" id="{EAC944F5-EE10-4EB1-B7E7-7B0E25574734}"/>
                </a:ext>
              </a:extLst>
            </p:cNvPr>
            <p:cNvSpPr/>
            <p:nvPr/>
          </p:nvSpPr>
          <p:spPr>
            <a:xfrm rot="5400000">
              <a:off x="1661767" y="2892252"/>
              <a:ext cx="2029968" cy="603193"/>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grpSp>
        <p:nvGrpSpPr>
          <p:cNvPr id="57" name="Group 56">
            <a:extLst>
              <a:ext uri="{FF2B5EF4-FFF2-40B4-BE49-F238E27FC236}">
                <a16:creationId xmlns:a16="http://schemas.microsoft.com/office/drawing/2014/main" id="{9F5C0259-F132-49B3-9664-8B78D31A3202}"/>
              </a:ext>
            </a:extLst>
          </p:cNvPr>
          <p:cNvGrpSpPr/>
          <p:nvPr/>
        </p:nvGrpSpPr>
        <p:grpSpPr>
          <a:xfrm>
            <a:off x="2220811" y="2568572"/>
            <a:ext cx="3046429" cy="959120"/>
            <a:chOff x="-68876" y="2178715"/>
            <a:chExt cx="3047223" cy="2030264"/>
          </a:xfrm>
          <a:solidFill>
            <a:schemeClr val="accent1"/>
          </a:solidFill>
        </p:grpSpPr>
        <p:sp>
          <p:nvSpPr>
            <p:cNvPr id="58" name="Rectangle 57">
              <a:extLst>
                <a:ext uri="{FF2B5EF4-FFF2-40B4-BE49-F238E27FC236}">
                  <a16:creationId xmlns:a16="http://schemas.microsoft.com/office/drawing/2014/main" id="{A05D8027-26AA-40D2-9065-2CA627C183E9}"/>
                </a:ext>
              </a:extLst>
            </p:cNvPr>
            <p:cNvSpPr/>
            <p:nvPr/>
          </p:nvSpPr>
          <p:spPr>
            <a:xfrm>
              <a:off x="-68876" y="2178715"/>
              <a:ext cx="2444158" cy="2030264"/>
            </a:xfrm>
            <a:prstGeom prst="rect">
              <a:avLst/>
            </a:prstGeom>
            <a:grpFill/>
            <a:ln w="190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9" name="Isosceles Triangle 58">
              <a:extLst>
                <a:ext uri="{FF2B5EF4-FFF2-40B4-BE49-F238E27FC236}">
                  <a16:creationId xmlns:a16="http://schemas.microsoft.com/office/drawing/2014/main" id="{B58AF81C-0BE7-42C2-B27F-419A7654FF59}"/>
                </a:ext>
              </a:extLst>
            </p:cNvPr>
            <p:cNvSpPr/>
            <p:nvPr/>
          </p:nvSpPr>
          <p:spPr>
            <a:xfrm rot="5400000">
              <a:off x="1661767" y="2892252"/>
              <a:ext cx="2029968" cy="603193"/>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grpSp>
        <p:nvGrpSpPr>
          <p:cNvPr id="56" name="Group 55">
            <a:extLst>
              <a:ext uri="{FF2B5EF4-FFF2-40B4-BE49-F238E27FC236}">
                <a16:creationId xmlns:a16="http://schemas.microsoft.com/office/drawing/2014/main" id="{E804CCB8-56D2-4B38-BC37-49EAE3775167}"/>
              </a:ext>
            </a:extLst>
          </p:cNvPr>
          <p:cNvGrpSpPr/>
          <p:nvPr/>
        </p:nvGrpSpPr>
        <p:grpSpPr>
          <a:xfrm>
            <a:off x="653251" y="2568572"/>
            <a:ext cx="2568630" cy="959120"/>
            <a:chOff x="409048" y="2178715"/>
            <a:chExt cx="2569299" cy="2030264"/>
          </a:xfrm>
          <a:solidFill>
            <a:schemeClr val="tx1"/>
          </a:solidFill>
        </p:grpSpPr>
        <p:sp>
          <p:nvSpPr>
            <p:cNvPr id="26" name="Rectangle 25">
              <a:extLst>
                <a:ext uri="{FF2B5EF4-FFF2-40B4-BE49-F238E27FC236}">
                  <a16:creationId xmlns:a16="http://schemas.microsoft.com/office/drawing/2014/main" id="{E26CEFEB-1D4A-4B00-88EF-BEB1E66636A2}"/>
                </a:ext>
              </a:extLst>
            </p:cNvPr>
            <p:cNvSpPr/>
            <p:nvPr/>
          </p:nvSpPr>
          <p:spPr>
            <a:xfrm>
              <a:off x="409048" y="2178715"/>
              <a:ext cx="1966234" cy="2030264"/>
            </a:xfrm>
            <a:prstGeom prst="rect">
              <a:avLst/>
            </a:prstGeom>
            <a:grpFill/>
            <a:ln w="190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5" name="Isosceles Triangle 54">
              <a:extLst>
                <a:ext uri="{FF2B5EF4-FFF2-40B4-BE49-F238E27FC236}">
                  <a16:creationId xmlns:a16="http://schemas.microsoft.com/office/drawing/2014/main" id="{A79BC258-3080-4B81-90E5-EA35ED1D7BA5}"/>
                </a:ext>
              </a:extLst>
            </p:cNvPr>
            <p:cNvSpPr/>
            <p:nvPr/>
          </p:nvSpPr>
          <p:spPr>
            <a:xfrm rot="5400000">
              <a:off x="1661767" y="2892252"/>
              <a:ext cx="2029968" cy="603193"/>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sp>
        <p:nvSpPr>
          <p:cNvPr id="45" name="TextBox 44">
            <a:extLst>
              <a:ext uri="{FF2B5EF4-FFF2-40B4-BE49-F238E27FC236}">
                <a16:creationId xmlns:a16="http://schemas.microsoft.com/office/drawing/2014/main" id="{8389DF42-4B47-49BA-98DE-DD75CD2F8727}"/>
              </a:ext>
            </a:extLst>
          </p:cNvPr>
          <p:cNvSpPr txBox="1"/>
          <p:nvPr/>
        </p:nvSpPr>
        <p:spPr>
          <a:xfrm>
            <a:off x="9839880" y="2858699"/>
            <a:ext cx="1297698" cy="400006"/>
          </a:xfrm>
          <a:prstGeom prst="rect">
            <a:avLst/>
          </a:prstGeom>
          <a:noFill/>
        </p:spPr>
        <p:txBody>
          <a:bodyPr wrap="square">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chemeClr val="bg1"/>
                </a:solidFill>
                <a:effectLst/>
                <a:uLnTx/>
                <a:uFillTx/>
                <a:latin typeface="Arial" panose="020B0604020202020204" pitchFamily="34" charset="0"/>
              </a:rPr>
              <a:t>Recover</a:t>
            </a:r>
          </a:p>
        </p:txBody>
      </p:sp>
      <p:sp>
        <p:nvSpPr>
          <p:cNvPr id="43" name="TextBox 42">
            <a:extLst>
              <a:ext uri="{FF2B5EF4-FFF2-40B4-BE49-F238E27FC236}">
                <a16:creationId xmlns:a16="http://schemas.microsoft.com/office/drawing/2014/main" id="{46F178AC-F45A-4E59-A5E1-0CADB05027D4}"/>
              </a:ext>
            </a:extLst>
          </p:cNvPr>
          <p:cNvSpPr txBox="1"/>
          <p:nvPr/>
        </p:nvSpPr>
        <p:spPr>
          <a:xfrm>
            <a:off x="7565219" y="2858699"/>
            <a:ext cx="1297698" cy="400006"/>
          </a:xfrm>
          <a:prstGeom prst="rect">
            <a:avLst/>
          </a:prstGeom>
          <a:noFill/>
        </p:spPr>
        <p:txBody>
          <a:bodyPr wrap="square">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chemeClr val="bg1"/>
                </a:solidFill>
                <a:effectLst/>
                <a:uLnTx/>
                <a:uFillTx/>
                <a:latin typeface="Arial" panose="020B0604020202020204" pitchFamily="34" charset="0"/>
              </a:rPr>
              <a:t>Respond</a:t>
            </a:r>
          </a:p>
        </p:txBody>
      </p:sp>
      <p:sp>
        <p:nvSpPr>
          <p:cNvPr id="40" name="TextBox 39">
            <a:extLst>
              <a:ext uri="{FF2B5EF4-FFF2-40B4-BE49-F238E27FC236}">
                <a16:creationId xmlns:a16="http://schemas.microsoft.com/office/drawing/2014/main" id="{BA86998D-5E4E-4018-85D0-95220EFAFDCF}"/>
              </a:ext>
            </a:extLst>
          </p:cNvPr>
          <p:cNvSpPr txBox="1"/>
          <p:nvPr/>
        </p:nvSpPr>
        <p:spPr>
          <a:xfrm>
            <a:off x="5344043" y="2858699"/>
            <a:ext cx="1297698" cy="400006"/>
          </a:xfrm>
          <a:prstGeom prst="rect">
            <a:avLst/>
          </a:prstGeom>
          <a:noFill/>
        </p:spPr>
        <p:txBody>
          <a:bodyPr wrap="square">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chemeClr val="bg1"/>
                </a:solidFill>
                <a:effectLst/>
                <a:uLnTx/>
                <a:uFillTx/>
                <a:latin typeface="Arial" panose="020B0604020202020204" pitchFamily="34" charset="0"/>
              </a:rPr>
              <a:t>Detect</a:t>
            </a:r>
          </a:p>
        </p:txBody>
      </p:sp>
      <p:sp>
        <p:nvSpPr>
          <p:cNvPr id="35" name="TextBox 34">
            <a:extLst>
              <a:ext uri="{FF2B5EF4-FFF2-40B4-BE49-F238E27FC236}">
                <a16:creationId xmlns:a16="http://schemas.microsoft.com/office/drawing/2014/main" id="{88930466-8970-4BDD-B7DC-2D9C7FC28C6E}"/>
              </a:ext>
            </a:extLst>
          </p:cNvPr>
          <p:cNvSpPr txBox="1"/>
          <p:nvPr/>
        </p:nvSpPr>
        <p:spPr>
          <a:xfrm>
            <a:off x="3349653" y="2858699"/>
            <a:ext cx="1297698" cy="400006"/>
          </a:xfrm>
          <a:prstGeom prst="rect">
            <a:avLst/>
          </a:prstGeom>
          <a:noFill/>
        </p:spPr>
        <p:txBody>
          <a:bodyPr wrap="square">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chemeClr val="bg1"/>
                </a:solidFill>
                <a:effectLst/>
                <a:uLnTx/>
                <a:uFillTx/>
                <a:latin typeface="Arial" panose="020B0604020202020204" pitchFamily="34" charset="0"/>
              </a:rPr>
              <a:t>Protect</a:t>
            </a:r>
          </a:p>
        </p:txBody>
      </p:sp>
      <p:sp>
        <p:nvSpPr>
          <p:cNvPr id="31" name="TextBox 30">
            <a:extLst>
              <a:ext uri="{FF2B5EF4-FFF2-40B4-BE49-F238E27FC236}">
                <a16:creationId xmlns:a16="http://schemas.microsoft.com/office/drawing/2014/main" id="{8F75E1B3-294B-4A6C-85C9-331FC10FA45D}"/>
              </a:ext>
            </a:extLst>
          </p:cNvPr>
          <p:cNvSpPr txBox="1"/>
          <p:nvPr/>
        </p:nvSpPr>
        <p:spPr>
          <a:xfrm>
            <a:off x="1020459" y="2858699"/>
            <a:ext cx="1391346" cy="400006"/>
          </a:xfrm>
          <a:prstGeom prst="rect">
            <a:avLst/>
          </a:prstGeom>
          <a:noFill/>
        </p:spPr>
        <p:txBody>
          <a:bodyPr wrap="square">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chemeClr val="bg1"/>
                </a:solidFill>
                <a:effectLst/>
                <a:uLnTx/>
                <a:uFillTx/>
                <a:latin typeface="Arial" panose="020B0604020202020204" pitchFamily="34" charset="0"/>
              </a:rPr>
              <a:t>Identify</a:t>
            </a:r>
          </a:p>
        </p:txBody>
      </p:sp>
      <p:grpSp>
        <p:nvGrpSpPr>
          <p:cNvPr id="12" name="Group 11">
            <a:extLst>
              <a:ext uri="{FF2B5EF4-FFF2-40B4-BE49-F238E27FC236}">
                <a16:creationId xmlns:a16="http://schemas.microsoft.com/office/drawing/2014/main" id="{412ABE05-FEE8-48A4-803E-32E628DCEAD9}"/>
              </a:ext>
            </a:extLst>
          </p:cNvPr>
          <p:cNvGrpSpPr/>
          <p:nvPr/>
        </p:nvGrpSpPr>
        <p:grpSpPr>
          <a:xfrm>
            <a:off x="1820623" y="1261010"/>
            <a:ext cx="758008" cy="1311796"/>
            <a:chOff x="1841405" y="1436575"/>
            <a:chExt cx="758008" cy="1311796"/>
          </a:xfrm>
        </p:grpSpPr>
        <p:cxnSp>
          <p:nvCxnSpPr>
            <p:cNvPr id="90" name="Straight Connector 89">
              <a:extLst>
                <a:ext uri="{FF2B5EF4-FFF2-40B4-BE49-F238E27FC236}">
                  <a16:creationId xmlns:a16="http://schemas.microsoft.com/office/drawing/2014/main" id="{75B9FC78-B14B-6C42-8FD4-E71B0BFDA536}"/>
                </a:ext>
              </a:extLst>
            </p:cNvPr>
            <p:cNvCxnSpPr>
              <a:cxnSpLocks/>
            </p:cNvCxnSpPr>
            <p:nvPr/>
          </p:nvCxnSpPr>
          <p:spPr bwMode="gray">
            <a:xfrm flipV="1">
              <a:off x="2211829" y="2382706"/>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91" name="Oval 90">
              <a:extLst>
                <a:ext uri="{FF2B5EF4-FFF2-40B4-BE49-F238E27FC236}">
                  <a16:creationId xmlns:a16="http://schemas.microsoft.com/office/drawing/2014/main" id="{CE748359-4340-724A-806D-D6AC924A0553}"/>
                </a:ext>
              </a:extLst>
            </p:cNvPr>
            <p:cNvSpPr/>
            <p:nvPr/>
          </p:nvSpPr>
          <p:spPr>
            <a:xfrm>
              <a:off x="1971769"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69" name="Rounded Rectangle 36">
              <a:extLst>
                <a:ext uri="{FF2B5EF4-FFF2-40B4-BE49-F238E27FC236}">
                  <a16:creationId xmlns:a16="http://schemas.microsoft.com/office/drawing/2014/main" id="{08BD9207-B84B-C643-BEC6-1880A595DCB4}"/>
                </a:ext>
              </a:extLst>
            </p:cNvPr>
            <p:cNvSpPr/>
            <p:nvPr/>
          </p:nvSpPr>
          <p:spPr>
            <a:xfrm>
              <a:off x="1841405"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Continuous</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Monitoring</a:t>
              </a:r>
              <a:endParaRPr kumimoji="0" lang="en-US" sz="11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pic>
          <p:nvPicPr>
            <p:cNvPr id="72" name="Graphic 71">
              <a:extLst>
                <a:ext uri="{FF2B5EF4-FFF2-40B4-BE49-F238E27FC236}">
                  <a16:creationId xmlns:a16="http://schemas.microsoft.com/office/drawing/2014/main" id="{A065BA38-AD4C-0C4D-9906-425F6648FAB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037476" y="2024483"/>
              <a:ext cx="350624" cy="200761"/>
            </a:xfrm>
            <a:prstGeom prst="rect">
              <a:avLst/>
            </a:prstGeom>
          </p:spPr>
        </p:pic>
      </p:grpSp>
      <p:grpSp>
        <p:nvGrpSpPr>
          <p:cNvPr id="27" name="Group 26">
            <a:extLst>
              <a:ext uri="{FF2B5EF4-FFF2-40B4-BE49-F238E27FC236}">
                <a16:creationId xmlns:a16="http://schemas.microsoft.com/office/drawing/2014/main" id="{E75E7E09-B0E2-4B3C-BA8B-F33612EE51FE}"/>
              </a:ext>
            </a:extLst>
          </p:cNvPr>
          <p:cNvGrpSpPr/>
          <p:nvPr/>
        </p:nvGrpSpPr>
        <p:grpSpPr>
          <a:xfrm>
            <a:off x="3759381" y="3520028"/>
            <a:ext cx="941094" cy="1305479"/>
            <a:chOff x="3363585" y="3695593"/>
            <a:chExt cx="941094" cy="1305479"/>
          </a:xfrm>
        </p:grpSpPr>
        <p:cxnSp>
          <p:nvCxnSpPr>
            <p:cNvPr id="84" name="Straight Connector 83">
              <a:extLst>
                <a:ext uri="{FF2B5EF4-FFF2-40B4-BE49-F238E27FC236}">
                  <a16:creationId xmlns:a16="http://schemas.microsoft.com/office/drawing/2014/main" id="{1C6598FF-2B1A-0949-A83C-BD317EB00B72}"/>
                </a:ext>
              </a:extLst>
            </p:cNvPr>
            <p:cNvCxnSpPr>
              <a:cxnSpLocks/>
            </p:cNvCxnSpPr>
            <p:nvPr/>
          </p:nvCxnSpPr>
          <p:spPr bwMode="gray">
            <a:xfrm rot="10800000" flipV="1">
              <a:off x="3846074" y="369559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F7BC4369-2E1B-FE40-BFBF-9EEAE4234156}"/>
                </a:ext>
              </a:extLst>
            </p:cNvPr>
            <p:cNvSpPr/>
            <p:nvPr/>
          </p:nvSpPr>
          <p:spPr>
            <a:xfrm rot="10800000">
              <a:off x="3606014" y="406125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pic>
          <p:nvPicPr>
            <p:cNvPr id="94" name="Graphic 93">
              <a:extLst>
                <a:ext uri="{FF2B5EF4-FFF2-40B4-BE49-F238E27FC236}">
                  <a16:creationId xmlns:a16="http://schemas.microsoft.com/office/drawing/2014/main" id="{45A6A677-26B0-5D4E-A334-C2F713BE17E9}"/>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715600" y="4167511"/>
              <a:ext cx="293337" cy="293337"/>
            </a:xfrm>
            <a:prstGeom prst="rect">
              <a:avLst/>
            </a:prstGeom>
          </p:spPr>
        </p:pic>
        <p:sp>
          <p:nvSpPr>
            <p:cNvPr id="97" name="Rounded Rectangle 37">
              <a:extLst>
                <a:ext uri="{FF2B5EF4-FFF2-40B4-BE49-F238E27FC236}">
                  <a16:creationId xmlns:a16="http://schemas.microsoft.com/office/drawing/2014/main" id="{105AF6F4-9CE5-8546-84E2-623CC5521162}"/>
                </a:ext>
              </a:extLst>
            </p:cNvPr>
            <p:cNvSpPr/>
            <p:nvPr/>
          </p:nvSpPr>
          <p:spPr>
            <a:xfrm>
              <a:off x="3363585" y="4622068"/>
              <a:ext cx="941094"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lang="en-US" sz="1100" kern="0" dirty="0">
                  <a:solidFill>
                    <a:srgbClr val="000001"/>
                  </a:solidFill>
                  <a:latin typeface="Arial" panose="020B0604020202020204" pitchFamily="34" charset="0"/>
                  <a:cs typeface="Arial"/>
                </a:rPr>
                <a:t>vMotion &amp;</a:t>
              </a:r>
              <a:br>
                <a:rPr lang="en-US" sz="1100" kern="0" dirty="0">
                  <a:solidFill>
                    <a:srgbClr val="000001"/>
                  </a:solidFill>
                  <a:latin typeface="Arial" panose="020B0604020202020204" pitchFamily="34" charset="0"/>
                  <a:cs typeface="Arial"/>
                </a:rPr>
              </a:br>
              <a:r>
                <a:rPr lang="en-US" sz="1100" kern="0" dirty="0">
                  <a:solidFill>
                    <a:srgbClr val="000001"/>
                  </a:solidFill>
                  <a:latin typeface="Arial" panose="020B0604020202020204" pitchFamily="34" charset="0"/>
                  <a:cs typeface="Arial"/>
                </a:rPr>
                <a:t>DRS</a:t>
              </a:r>
              <a:endPar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endParaRPr>
            </a:p>
          </p:txBody>
        </p:sp>
      </p:grpSp>
      <p:grpSp>
        <p:nvGrpSpPr>
          <p:cNvPr id="15" name="Group 14">
            <a:extLst>
              <a:ext uri="{FF2B5EF4-FFF2-40B4-BE49-F238E27FC236}">
                <a16:creationId xmlns:a16="http://schemas.microsoft.com/office/drawing/2014/main" id="{72CC817C-6880-46F7-9625-7505B31F1D79}"/>
              </a:ext>
            </a:extLst>
          </p:cNvPr>
          <p:cNvGrpSpPr/>
          <p:nvPr/>
        </p:nvGrpSpPr>
        <p:grpSpPr>
          <a:xfrm>
            <a:off x="4983457" y="1261010"/>
            <a:ext cx="758008" cy="1311796"/>
            <a:chOff x="4829288" y="1436575"/>
            <a:chExt cx="758008" cy="1311796"/>
          </a:xfrm>
        </p:grpSpPr>
        <p:cxnSp>
          <p:nvCxnSpPr>
            <p:cNvPr id="104" name="Straight Connector 103">
              <a:extLst>
                <a:ext uri="{FF2B5EF4-FFF2-40B4-BE49-F238E27FC236}">
                  <a16:creationId xmlns:a16="http://schemas.microsoft.com/office/drawing/2014/main" id="{572DCDAD-CC8D-7B4A-8EAD-C1B08E9D0FD0}"/>
                </a:ext>
              </a:extLst>
            </p:cNvPr>
            <p:cNvCxnSpPr>
              <a:cxnSpLocks/>
            </p:cNvCxnSpPr>
            <p:nvPr/>
          </p:nvCxnSpPr>
          <p:spPr bwMode="gray">
            <a:xfrm flipV="1">
              <a:off x="5208289" y="2382706"/>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C2E394C4-53E1-3340-9AA6-A6DF159A7821}"/>
                </a:ext>
              </a:extLst>
            </p:cNvPr>
            <p:cNvSpPr/>
            <p:nvPr/>
          </p:nvSpPr>
          <p:spPr>
            <a:xfrm>
              <a:off x="4968229"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06" name="Rounded Rectangle 37">
              <a:extLst>
                <a:ext uri="{FF2B5EF4-FFF2-40B4-BE49-F238E27FC236}">
                  <a16:creationId xmlns:a16="http://schemas.microsoft.com/office/drawing/2014/main" id="{6FEF2BB8-574A-3741-BD1B-1917513B246E}"/>
                </a:ext>
              </a:extLst>
            </p:cNvPr>
            <p:cNvSpPr/>
            <p:nvPr/>
          </p:nvSpPr>
          <p:spPr>
            <a:xfrm>
              <a:off x="4829288"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VM</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Sandbox</a:t>
              </a:r>
            </a:p>
          </p:txBody>
        </p:sp>
        <p:pic>
          <p:nvPicPr>
            <p:cNvPr id="118" name="Graphic 117">
              <a:extLst>
                <a:ext uri="{FF2B5EF4-FFF2-40B4-BE49-F238E27FC236}">
                  <a16:creationId xmlns:a16="http://schemas.microsoft.com/office/drawing/2014/main" id="{D6D528CB-94B7-4F42-9C62-8494A65334BC}"/>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5081495" y="1998068"/>
              <a:ext cx="253591" cy="253591"/>
            </a:xfrm>
            <a:prstGeom prst="rect">
              <a:avLst/>
            </a:prstGeom>
          </p:spPr>
        </p:pic>
      </p:grpSp>
      <p:grpSp>
        <p:nvGrpSpPr>
          <p:cNvPr id="32" name="Group 31">
            <a:extLst>
              <a:ext uri="{FF2B5EF4-FFF2-40B4-BE49-F238E27FC236}">
                <a16:creationId xmlns:a16="http://schemas.microsoft.com/office/drawing/2014/main" id="{2F9CF05E-95D1-4883-A0CC-5C9C05AC728F}"/>
              </a:ext>
            </a:extLst>
          </p:cNvPr>
          <p:cNvGrpSpPr/>
          <p:nvPr/>
        </p:nvGrpSpPr>
        <p:grpSpPr>
          <a:xfrm>
            <a:off x="8182391" y="3520028"/>
            <a:ext cx="941094" cy="1305479"/>
            <a:chOff x="7798650" y="3695593"/>
            <a:chExt cx="941094" cy="1305479"/>
          </a:xfrm>
        </p:grpSpPr>
        <p:cxnSp>
          <p:nvCxnSpPr>
            <p:cNvPr id="126" name="Straight Connector 125">
              <a:extLst>
                <a:ext uri="{FF2B5EF4-FFF2-40B4-BE49-F238E27FC236}">
                  <a16:creationId xmlns:a16="http://schemas.microsoft.com/office/drawing/2014/main" id="{7E2258C4-CDC9-B74F-B48F-12CEAE67D8E1}"/>
                </a:ext>
              </a:extLst>
            </p:cNvPr>
            <p:cNvCxnSpPr>
              <a:cxnSpLocks/>
            </p:cNvCxnSpPr>
            <p:nvPr/>
          </p:nvCxnSpPr>
          <p:spPr bwMode="gray">
            <a:xfrm rot="10800000" flipV="1">
              <a:off x="8281138" y="369559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27" name="Oval 126">
              <a:extLst>
                <a:ext uri="{FF2B5EF4-FFF2-40B4-BE49-F238E27FC236}">
                  <a16:creationId xmlns:a16="http://schemas.microsoft.com/office/drawing/2014/main" id="{34311A7C-486E-7743-8DCE-9F49E566F756}"/>
                </a:ext>
              </a:extLst>
            </p:cNvPr>
            <p:cNvSpPr/>
            <p:nvPr/>
          </p:nvSpPr>
          <p:spPr>
            <a:xfrm rot="10800000">
              <a:off x="8041078" y="406125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38" name="Rounded Rectangle 37">
              <a:extLst>
                <a:ext uri="{FF2B5EF4-FFF2-40B4-BE49-F238E27FC236}">
                  <a16:creationId xmlns:a16="http://schemas.microsoft.com/office/drawing/2014/main" id="{A387746B-C931-3F4D-AF6B-C7C3A70DB899}"/>
                </a:ext>
              </a:extLst>
            </p:cNvPr>
            <p:cNvSpPr/>
            <p:nvPr/>
          </p:nvSpPr>
          <p:spPr>
            <a:xfrm>
              <a:off x="7798650" y="4622068"/>
              <a:ext cx="941094"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VM</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Snapshot</a:t>
              </a:r>
            </a:p>
          </p:txBody>
        </p:sp>
        <p:pic>
          <p:nvPicPr>
            <p:cNvPr id="143" name="Graphic 142">
              <a:extLst>
                <a:ext uri="{FF2B5EF4-FFF2-40B4-BE49-F238E27FC236}">
                  <a16:creationId xmlns:a16="http://schemas.microsoft.com/office/drawing/2014/main" id="{0F2D6866-6269-1C43-B615-E92B9E08C74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48261" y="4162716"/>
              <a:ext cx="271582" cy="271582"/>
            </a:xfrm>
            <a:prstGeom prst="rect">
              <a:avLst/>
            </a:prstGeom>
          </p:spPr>
        </p:pic>
      </p:grpSp>
      <p:grpSp>
        <p:nvGrpSpPr>
          <p:cNvPr id="33" name="Group 32">
            <a:extLst>
              <a:ext uri="{FF2B5EF4-FFF2-40B4-BE49-F238E27FC236}">
                <a16:creationId xmlns:a16="http://schemas.microsoft.com/office/drawing/2014/main" id="{B98D2FB3-4B57-422E-B94F-92E92C9CC772}"/>
              </a:ext>
            </a:extLst>
          </p:cNvPr>
          <p:cNvGrpSpPr/>
          <p:nvPr/>
        </p:nvGrpSpPr>
        <p:grpSpPr>
          <a:xfrm>
            <a:off x="9425458" y="3527623"/>
            <a:ext cx="758008" cy="1294116"/>
            <a:chOff x="9200771" y="3703188"/>
            <a:chExt cx="758008" cy="1294116"/>
          </a:xfrm>
        </p:grpSpPr>
        <p:sp>
          <p:nvSpPr>
            <p:cNvPr id="139" name="Rounded Rectangle 37">
              <a:extLst>
                <a:ext uri="{FF2B5EF4-FFF2-40B4-BE49-F238E27FC236}">
                  <a16:creationId xmlns:a16="http://schemas.microsoft.com/office/drawing/2014/main" id="{A028D8CF-FA5E-AC46-9A0B-8850EB42B3FA}"/>
                </a:ext>
              </a:extLst>
            </p:cNvPr>
            <p:cNvSpPr/>
            <p:nvPr/>
          </p:nvSpPr>
          <p:spPr>
            <a:xfrm>
              <a:off x="9200771" y="46183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Failover to </a:t>
              </a:r>
            </a:p>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Recovery Site</a:t>
              </a:r>
            </a:p>
          </p:txBody>
        </p:sp>
        <p:cxnSp>
          <p:nvCxnSpPr>
            <p:cNvPr id="140" name="Straight Connector 139">
              <a:extLst>
                <a:ext uri="{FF2B5EF4-FFF2-40B4-BE49-F238E27FC236}">
                  <a16:creationId xmlns:a16="http://schemas.microsoft.com/office/drawing/2014/main" id="{21B74C86-2664-BC44-A6FD-68EEACDB360E}"/>
                </a:ext>
              </a:extLst>
            </p:cNvPr>
            <p:cNvCxnSpPr>
              <a:cxnSpLocks/>
            </p:cNvCxnSpPr>
            <p:nvPr/>
          </p:nvCxnSpPr>
          <p:spPr bwMode="gray">
            <a:xfrm>
              <a:off x="9572154" y="3703188"/>
              <a:ext cx="0" cy="365379"/>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41" name="Oval 140">
              <a:extLst>
                <a:ext uri="{FF2B5EF4-FFF2-40B4-BE49-F238E27FC236}">
                  <a16:creationId xmlns:a16="http://schemas.microsoft.com/office/drawing/2014/main" id="{5B9A74F0-E0B3-224A-BDF5-137A4EF38DCA}"/>
                </a:ext>
              </a:extLst>
            </p:cNvPr>
            <p:cNvSpPr/>
            <p:nvPr/>
          </p:nvSpPr>
          <p:spPr>
            <a:xfrm rot="10800000">
              <a:off x="9339713" y="40685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pic>
          <p:nvPicPr>
            <p:cNvPr id="144" name="Graphic 143">
              <a:extLst>
                <a:ext uri="{FF2B5EF4-FFF2-40B4-BE49-F238E27FC236}">
                  <a16:creationId xmlns:a16="http://schemas.microsoft.com/office/drawing/2014/main" id="{D776CD0F-210E-AB42-AB7B-1EB60E68A29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416546" y="4169032"/>
              <a:ext cx="317777" cy="294713"/>
            </a:xfrm>
            <a:prstGeom prst="rect">
              <a:avLst/>
            </a:prstGeom>
          </p:spPr>
        </p:pic>
      </p:grpSp>
      <p:grpSp>
        <p:nvGrpSpPr>
          <p:cNvPr id="23" name="Group 22">
            <a:extLst>
              <a:ext uri="{FF2B5EF4-FFF2-40B4-BE49-F238E27FC236}">
                <a16:creationId xmlns:a16="http://schemas.microsoft.com/office/drawing/2014/main" id="{107C6E52-4FF3-4179-B64D-F329993F2EB5}"/>
              </a:ext>
            </a:extLst>
          </p:cNvPr>
          <p:cNvGrpSpPr/>
          <p:nvPr/>
        </p:nvGrpSpPr>
        <p:grpSpPr>
          <a:xfrm>
            <a:off x="2699400" y="3520028"/>
            <a:ext cx="758008" cy="1305480"/>
            <a:chOff x="2397242" y="3695593"/>
            <a:chExt cx="758008" cy="1305480"/>
          </a:xfrm>
        </p:grpSpPr>
        <p:cxnSp>
          <p:nvCxnSpPr>
            <p:cNvPr id="51" name="Straight Connector 50">
              <a:extLst>
                <a:ext uri="{FF2B5EF4-FFF2-40B4-BE49-F238E27FC236}">
                  <a16:creationId xmlns:a16="http://schemas.microsoft.com/office/drawing/2014/main" id="{DE886FC1-2D19-BB4C-ABFD-C6368BDE32C1}"/>
                </a:ext>
              </a:extLst>
            </p:cNvPr>
            <p:cNvCxnSpPr>
              <a:cxnSpLocks/>
            </p:cNvCxnSpPr>
            <p:nvPr/>
          </p:nvCxnSpPr>
          <p:spPr bwMode="gray">
            <a:xfrm rot="10800000" flipV="1">
              <a:off x="2776944" y="369559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D1B978F9-2BF4-E24C-9EEF-8DD09DB4A360}"/>
                </a:ext>
              </a:extLst>
            </p:cNvPr>
            <p:cNvSpPr/>
            <p:nvPr/>
          </p:nvSpPr>
          <p:spPr>
            <a:xfrm rot="10800000">
              <a:off x="2536884" y="406125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95" name="Rounded Rectangle 31">
              <a:extLst>
                <a:ext uri="{FF2B5EF4-FFF2-40B4-BE49-F238E27FC236}">
                  <a16:creationId xmlns:a16="http://schemas.microsoft.com/office/drawing/2014/main" id="{D2D9C7D5-1FB2-3843-B9B0-381BDE57E1E7}"/>
                </a:ext>
              </a:extLst>
            </p:cNvPr>
            <p:cNvSpPr/>
            <p:nvPr/>
          </p:nvSpPr>
          <p:spPr>
            <a:xfrm>
              <a:off x="2397242" y="4622069"/>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Distributed</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Firewall</a:t>
              </a:r>
            </a:p>
          </p:txBody>
        </p:sp>
        <p:sp>
          <p:nvSpPr>
            <p:cNvPr id="159" name="Picture Placeholder 74" descr="Security 1&#10;">
              <a:extLst>
                <a:ext uri="{FF2B5EF4-FFF2-40B4-BE49-F238E27FC236}">
                  <a16:creationId xmlns:a16="http://schemas.microsoft.com/office/drawing/2014/main" id="{B826446C-CA20-984F-A6E7-96642D661536}"/>
                </a:ext>
              </a:extLst>
            </p:cNvPr>
            <p:cNvSpPr/>
            <p:nvPr/>
          </p:nvSpPr>
          <p:spPr>
            <a:xfrm>
              <a:off x="2640142" y="4150019"/>
              <a:ext cx="263705" cy="310319"/>
            </a:xfrm>
            <a:custGeom>
              <a:avLst/>
              <a:gdLst>
                <a:gd name="connsiteX0" fmla="*/ 254818 w 509509"/>
                <a:gd name="connsiteY0" fmla="*/ 599572 h 599572"/>
                <a:gd name="connsiteX1" fmla="*/ 246217 w 509509"/>
                <a:gd name="connsiteY1" fmla="*/ 596536 h 599572"/>
                <a:gd name="connsiteX2" fmla="*/ 0 w 509509"/>
                <a:gd name="connsiteY2" fmla="*/ 263609 h 599572"/>
                <a:gd name="connsiteX3" fmla="*/ 0 w 509509"/>
                <a:gd name="connsiteY3" fmla="*/ 110364 h 599572"/>
                <a:gd name="connsiteX4" fmla="*/ 18974 w 509509"/>
                <a:gd name="connsiteY4" fmla="*/ 105494 h 599572"/>
                <a:gd name="connsiteX5" fmla="*/ 134651 w 509509"/>
                <a:gd name="connsiteY5" fmla="*/ 64637 h 599572"/>
                <a:gd name="connsiteX6" fmla="*/ 241094 w 509509"/>
                <a:gd name="connsiteY6" fmla="*/ 8854 h 599572"/>
                <a:gd name="connsiteX7" fmla="*/ 254692 w 509509"/>
                <a:gd name="connsiteY7" fmla="*/ 0 h 599572"/>
                <a:gd name="connsiteX8" fmla="*/ 268669 w 509509"/>
                <a:gd name="connsiteY8" fmla="*/ 8665 h 599572"/>
                <a:gd name="connsiteX9" fmla="*/ 374922 w 509509"/>
                <a:gd name="connsiteY9" fmla="*/ 64764 h 599572"/>
                <a:gd name="connsiteX10" fmla="*/ 490536 w 509509"/>
                <a:gd name="connsiteY10" fmla="*/ 105811 h 599572"/>
                <a:gd name="connsiteX11" fmla="*/ 509510 w 509509"/>
                <a:gd name="connsiteY11" fmla="*/ 110681 h 599572"/>
                <a:gd name="connsiteX12" fmla="*/ 509510 w 509509"/>
                <a:gd name="connsiteY12" fmla="*/ 263609 h 599572"/>
                <a:gd name="connsiteX13" fmla="*/ 262850 w 509509"/>
                <a:gd name="connsiteY13" fmla="*/ 596220 h 599572"/>
                <a:gd name="connsiteX14" fmla="*/ 262850 w 509509"/>
                <a:gd name="connsiteY14" fmla="*/ 596220 h 599572"/>
                <a:gd name="connsiteX15" fmla="*/ 15748 w 509509"/>
                <a:gd name="connsiteY15" fmla="*/ 122697 h 599572"/>
                <a:gd name="connsiteX16" fmla="*/ 15748 w 509509"/>
                <a:gd name="connsiteY16" fmla="*/ 263609 h 599572"/>
                <a:gd name="connsiteX17" fmla="*/ 251529 w 509509"/>
                <a:gd name="connsiteY17" fmla="*/ 581673 h 599572"/>
                <a:gd name="connsiteX18" fmla="*/ 254818 w 509509"/>
                <a:gd name="connsiteY18" fmla="*/ 582812 h 599572"/>
                <a:gd name="connsiteX19" fmla="*/ 259562 w 509509"/>
                <a:gd name="connsiteY19" fmla="*/ 581168 h 599572"/>
                <a:gd name="connsiteX20" fmla="*/ 493888 w 509509"/>
                <a:gd name="connsiteY20" fmla="*/ 263609 h 599572"/>
                <a:gd name="connsiteX21" fmla="*/ 493888 w 509509"/>
                <a:gd name="connsiteY21" fmla="*/ 122697 h 599572"/>
                <a:gd name="connsiteX22" fmla="*/ 486551 w 509509"/>
                <a:gd name="connsiteY22" fmla="*/ 120800 h 599572"/>
                <a:gd name="connsiteX23" fmla="*/ 368598 w 509509"/>
                <a:gd name="connsiteY23" fmla="*/ 78931 h 599572"/>
                <a:gd name="connsiteX24" fmla="*/ 260384 w 509509"/>
                <a:gd name="connsiteY24" fmla="*/ 22010 h 599572"/>
                <a:gd name="connsiteX25" fmla="*/ 254945 w 509509"/>
                <a:gd name="connsiteY25" fmla="*/ 18658 h 599572"/>
                <a:gd name="connsiteX26" fmla="*/ 249632 w 509509"/>
                <a:gd name="connsiteY26" fmla="*/ 22136 h 599572"/>
                <a:gd name="connsiteX27" fmla="*/ 141228 w 509509"/>
                <a:gd name="connsiteY27" fmla="*/ 79058 h 599572"/>
                <a:gd name="connsiteX28" fmla="*/ 23085 w 509509"/>
                <a:gd name="connsiteY28" fmla="*/ 120800 h 59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09509" h="599572">
                  <a:moveTo>
                    <a:pt x="254818" y="599572"/>
                  </a:moveTo>
                  <a:lnTo>
                    <a:pt x="246217" y="596536"/>
                  </a:lnTo>
                  <a:cubicBezTo>
                    <a:pt x="235908" y="592678"/>
                    <a:pt x="0" y="500655"/>
                    <a:pt x="0" y="263609"/>
                  </a:cubicBezTo>
                  <a:lnTo>
                    <a:pt x="0" y="110364"/>
                  </a:lnTo>
                  <a:lnTo>
                    <a:pt x="18974" y="105494"/>
                  </a:lnTo>
                  <a:cubicBezTo>
                    <a:pt x="58566" y="95001"/>
                    <a:pt x="97250" y="81337"/>
                    <a:pt x="134651" y="64637"/>
                  </a:cubicBezTo>
                  <a:cubicBezTo>
                    <a:pt x="171498" y="48775"/>
                    <a:pt x="207082" y="30127"/>
                    <a:pt x="241094" y="8854"/>
                  </a:cubicBezTo>
                  <a:lnTo>
                    <a:pt x="254692" y="0"/>
                  </a:lnTo>
                  <a:lnTo>
                    <a:pt x="268669" y="8665"/>
                  </a:lnTo>
                  <a:cubicBezTo>
                    <a:pt x="302616" y="30027"/>
                    <a:pt x="338136" y="48780"/>
                    <a:pt x="374922" y="64764"/>
                  </a:cubicBezTo>
                  <a:cubicBezTo>
                    <a:pt x="412304" y="81506"/>
                    <a:pt x="450965" y="95231"/>
                    <a:pt x="490536" y="105811"/>
                  </a:cubicBezTo>
                  <a:lnTo>
                    <a:pt x="509510" y="110681"/>
                  </a:lnTo>
                  <a:lnTo>
                    <a:pt x="509510" y="263609"/>
                  </a:lnTo>
                  <a:cubicBezTo>
                    <a:pt x="509510" y="495659"/>
                    <a:pt x="289287" y="586923"/>
                    <a:pt x="262850" y="596220"/>
                  </a:cubicBezTo>
                  <a:lnTo>
                    <a:pt x="262850" y="596220"/>
                  </a:lnTo>
                  <a:close/>
                  <a:moveTo>
                    <a:pt x="15748" y="122697"/>
                  </a:moveTo>
                  <a:lnTo>
                    <a:pt x="15748" y="263609"/>
                  </a:lnTo>
                  <a:cubicBezTo>
                    <a:pt x="15748" y="489904"/>
                    <a:pt x="241853" y="578005"/>
                    <a:pt x="251529" y="581673"/>
                  </a:cubicBezTo>
                  <a:lnTo>
                    <a:pt x="254818" y="582812"/>
                  </a:lnTo>
                  <a:lnTo>
                    <a:pt x="259562" y="581168"/>
                  </a:lnTo>
                  <a:cubicBezTo>
                    <a:pt x="273602" y="575981"/>
                    <a:pt x="493888" y="487627"/>
                    <a:pt x="493888" y="263609"/>
                  </a:cubicBezTo>
                  <a:lnTo>
                    <a:pt x="493888" y="122697"/>
                  </a:lnTo>
                  <a:lnTo>
                    <a:pt x="486551" y="120800"/>
                  </a:lnTo>
                  <a:cubicBezTo>
                    <a:pt x="446185" y="109995"/>
                    <a:pt x="406743" y="95995"/>
                    <a:pt x="368598" y="78931"/>
                  </a:cubicBezTo>
                  <a:cubicBezTo>
                    <a:pt x="331139" y="62720"/>
                    <a:pt x="294964" y="43692"/>
                    <a:pt x="260384" y="22010"/>
                  </a:cubicBezTo>
                  <a:lnTo>
                    <a:pt x="254945" y="18658"/>
                  </a:lnTo>
                  <a:lnTo>
                    <a:pt x="249632" y="22136"/>
                  </a:lnTo>
                  <a:cubicBezTo>
                    <a:pt x="214986" y="43819"/>
                    <a:pt x="178748" y="62848"/>
                    <a:pt x="141228" y="79058"/>
                  </a:cubicBezTo>
                  <a:cubicBezTo>
                    <a:pt x="103025" y="96104"/>
                    <a:pt x="63517" y="110063"/>
                    <a:pt x="23085" y="120800"/>
                  </a:cubicBezTo>
                  <a:close/>
                </a:path>
              </a:pathLst>
            </a:custGeom>
            <a:solidFill>
              <a:schemeClr val="tx1"/>
            </a:solid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16" name="Group 15">
            <a:extLst>
              <a:ext uri="{FF2B5EF4-FFF2-40B4-BE49-F238E27FC236}">
                <a16:creationId xmlns:a16="http://schemas.microsoft.com/office/drawing/2014/main" id="{90242839-5827-40D4-AD04-B4783851D8EA}"/>
              </a:ext>
            </a:extLst>
          </p:cNvPr>
          <p:cNvGrpSpPr/>
          <p:nvPr/>
        </p:nvGrpSpPr>
        <p:grpSpPr>
          <a:xfrm>
            <a:off x="6037735" y="1261010"/>
            <a:ext cx="758008" cy="1311796"/>
            <a:chOff x="5998300" y="1436575"/>
            <a:chExt cx="758008" cy="1311796"/>
          </a:xfrm>
        </p:grpSpPr>
        <p:cxnSp>
          <p:nvCxnSpPr>
            <p:cNvPr id="102" name="Straight Connector 101">
              <a:extLst>
                <a:ext uri="{FF2B5EF4-FFF2-40B4-BE49-F238E27FC236}">
                  <a16:creationId xmlns:a16="http://schemas.microsoft.com/office/drawing/2014/main" id="{8C707E88-0234-3049-9720-BB38429FFFA4}"/>
                </a:ext>
              </a:extLst>
            </p:cNvPr>
            <p:cNvCxnSpPr>
              <a:cxnSpLocks/>
            </p:cNvCxnSpPr>
            <p:nvPr/>
          </p:nvCxnSpPr>
          <p:spPr bwMode="gray">
            <a:xfrm flipV="1">
              <a:off x="6368723" y="2382706"/>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03" name="Oval 102">
              <a:extLst>
                <a:ext uri="{FF2B5EF4-FFF2-40B4-BE49-F238E27FC236}">
                  <a16:creationId xmlns:a16="http://schemas.microsoft.com/office/drawing/2014/main" id="{864EDB15-3D8C-5644-B400-D256672F7452}"/>
                </a:ext>
              </a:extLst>
            </p:cNvPr>
            <p:cNvSpPr/>
            <p:nvPr/>
          </p:nvSpPr>
          <p:spPr>
            <a:xfrm>
              <a:off x="6128663"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08" name="Rounded Rectangle 36">
              <a:extLst>
                <a:ext uri="{FF2B5EF4-FFF2-40B4-BE49-F238E27FC236}">
                  <a16:creationId xmlns:a16="http://schemas.microsoft.com/office/drawing/2014/main" id="{FF10F398-E827-3B45-B440-6C99A1F765A9}"/>
                </a:ext>
              </a:extLst>
            </p:cNvPr>
            <p:cNvSpPr/>
            <p:nvPr/>
          </p:nvSpPr>
          <p:spPr>
            <a:xfrm>
              <a:off x="5998300"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b"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Threat Detection</a:t>
              </a:r>
            </a:p>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&amp; Response</a:t>
              </a:r>
            </a:p>
          </p:txBody>
        </p:sp>
        <p:grpSp>
          <p:nvGrpSpPr>
            <p:cNvPr id="161" name="Picture Placeholder 78" descr="Endpoint Threat Inspection&#10;">
              <a:extLst>
                <a:ext uri="{FF2B5EF4-FFF2-40B4-BE49-F238E27FC236}">
                  <a16:creationId xmlns:a16="http://schemas.microsoft.com/office/drawing/2014/main" id="{128F4861-50A1-8A44-8940-1A0016B70BE2}"/>
                </a:ext>
              </a:extLst>
            </p:cNvPr>
            <p:cNvGrpSpPr>
              <a:grpSpLocks noChangeAspect="1"/>
            </p:cNvGrpSpPr>
            <p:nvPr/>
          </p:nvGrpSpPr>
          <p:grpSpPr>
            <a:xfrm>
              <a:off x="6234047" y="2019839"/>
              <a:ext cx="274249" cy="240528"/>
              <a:chOff x="11084357" y="5738838"/>
              <a:chExt cx="594512" cy="521415"/>
            </a:xfrm>
            <a:solidFill>
              <a:schemeClr val="tx1"/>
            </a:solidFill>
          </p:grpSpPr>
          <p:sp>
            <p:nvSpPr>
              <p:cNvPr id="162" name="Picture Placeholder 78">
                <a:extLst>
                  <a:ext uri="{FF2B5EF4-FFF2-40B4-BE49-F238E27FC236}">
                    <a16:creationId xmlns:a16="http://schemas.microsoft.com/office/drawing/2014/main" id="{709578EB-A158-604A-AECF-5A407418C1D6}"/>
                  </a:ext>
                </a:extLst>
              </p:cNvPr>
              <p:cNvSpPr/>
              <p:nvPr/>
            </p:nvSpPr>
            <p:spPr>
              <a:xfrm>
                <a:off x="11155193" y="5970800"/>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63" name="Picture Placeholder 78">
                <a:extLst>
                  <a:ext uri="{FF2B5EF4-FFF2-40B4-BE49-F238E27FC236}">
                    <a16:creationId xmlns:a16="http://schemas.microsoft.com/office/drawing/2014/main" id="{75A1715F-1050-2243-87A7-791E6ABD2B01}"/>
                  </a:ext>
                </a:extLst>
              </p:cNvPr>
              <p:cNvSpPr/>
              <p:nvPr/>
            </p:nvSpPr>
            <p:spPr>
              <a:xfrm>
                <a:off x="11221601" y="5970800"/>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64" name="Picture Placeholder 78">
                <a:extLst>
                  <a:ext uri="{FF2B5EF4-FFF2-40B4-BE49-F238E27FC236}">
                    <a16:creationId xmlns:a16="http://schemas.microsoft.com/office/drawing/2014/main" id="{721576A7-4E5F-B942-ABA5-5938D487B82E}"/>
                  </a:ext>
                </a:extLst>
              </p:cNvPr>
              <p:cNvSpPr/>
              <p:nvPr/>
            </p:nvSpPr>
            <p:spPr>
              <a:xfrm>
                <a:off x="11288642" y="5970800"/>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65" name="Picture Placeholder 78">
                <a:extLst>
                  <a:ext uri="{FF2B5EF4-FFF2-40B4-BE49-F238E27FC236}">
                    <a16:creationId xmlns:a16="http://schemas.microsoft.com/office/drawing/2014/main" id="{020A6111-F6D4-8F4E-81C4-2C4E0BAD151F}"/>
                  </a:ext>
                </a:extLst>
              </p:cNvPr>
              <p:cNvSpPr/>
              <p:nvPr/>
            </p:nvSpPr>
            <p:spPr>
              <a:xfrm>
                <a:off x="11355050" y="5970800"/>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66" name="Picture Placeholder 78">
                <a:extLst>
                  <a:ext uri="{FF2B5EF4-FFF2-40B4-BE49-F238E27FC236}">
                    <a16:creationId xmlns:a16="http://schemas.microsoft.com/office/drawing/2014/main" id="{2634CBF3-8448-884E-B8B7-F10BEDC045ED}"/>
                  </a:ext>
                </a:extLst>
              </p:cNvPr>
              <p:cNvSpPr/>
              <p:nvPr/>
            </p:nvSpPr>
            <p:spPr>
              <a:xfrm>
                <a:off x="11421458" y="5970800"/>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67" name="Picture Placeholder 78">
                <a:extLst>
                  <a:ext uri="{FF2B5EF4-FFF2-40B4-BE49-F238E27FC236}">
                    <a16:creationId xmlns:a16="http://schemas.microsoft.com/office/drawing/2014/main" id="{F50F8BB7-DCAC-BF40-9B5A-E0C19D3206DA}"/>
                  </a:ext>
                </a:extLst>
              </p:cNvPr>
              <p:cNvSpPr/>
              <p:nvPr/>
            </p:nvSpPr>
            <p:spPr>
              <a:xfrm>
                <a:off x="11270928" y="6135583"/>
                <a:ext cx="221466" cy="123586"/>
              </a:xfrm>
              <a:custGeom>
                <a:avLst/>
                <a:gdLst>
                  <a:gd name="connsiteX0" fmla="*/ 216306 w 221466"/>
                  <a:gd name="connsiteY0" fmla="*/ 100137 h 123586"/>
                  <a:gd name="connsiteX1" fmla="*/ 169504 w 221466"/>
                  <a:gd name="connsiteY1" fmla="*/ 78589 h 123586"/>
                  <a:gd name="connsiteX2" fmla="*/ 161915 w 221466"/>
                  <a:gd name="connsiteY2" fmla="*/ 0 h 123586"/>
                  <a:gd name="connsiteX3" fmla="*/ 146103 w 221466"/>
                  <a:gd name="connsiteY3" fmla="*/ 0 h 123586"/>
                  <a:gd name="connsiteX4" fmla="*/ 154325 w 221466"/>
                  <a:gd name="connsiteY4" fmla="*/ 89996 h 123586"/>
                  <a:gd name="connsiteX5" fmla="*/ 158752 w 221466"/>
                  <a:gd name="connsiteY5" fmla="*/ 91898 h 123586"/>
                  <a:gd name="connsiteX6" fmla="*/ 196700 w 221466"/>
                  <a:gd name="connsiteY6" fmla="*/ 107742 h 123586"/>
                  <a:gd name="connsiteX7" fmla="*/ 24671 w 221466"/>
                  <a:gd name="connsiteY7" fmla="*/ 107742 h 123586"/>
                  <a:gd name="connsiteX8" fmla="*/ 62618 w 221466"/>
                  <a:gd name="connsiteY8" fmla="*/ 91898 h 123586"/>
                  <a:gd name="connsiteX9" fmla="*/ 67046 w 221466"/>
                  <a:gd name="connsiteY9" fmla="*/ 89996 h 123586"/>
                  <a:gd name="connsiteX10" fmla="*/ 78430 w 221466"/>
                  <a:gd name="connsiteY10" fmla="*/ 0 h 123586"/>
                  <a:gd name="connsiteX11" fmla="*/ 62618 w 221466"/>
                  <a:gd name="connsiteY11" fmla="*/ 0 h 123586"/>
                  <a:gd name="connsiteX12" fmla="*/ 52499 w 221466"/>
                  <a:gd name="connsiteY12" fmla="*/ 78589 h 123586"/>
                  <a:gd name="connsiteX13" fmla="*/ 5697 w 221466"/>
                  <a:gd name="connsiteY13" fmla="*/ 100137 h 123586"/>
                  <a:gd name="connsiteX14" fmla="*/ 637 w 221466"/>
                  <a:gd name="connsiteY14" fmla="*/ 114714 h 123586"/>
                  <a:gd name="connsiteX15" fmla="*/ 12654 w 221466"/>
                  <a:gd name="connsiteY15" fmla="*/ 123587 h 123586"/>
                  <a:gd name="connsiteX16" fmla="*/ 208717 w 221466"/>
                  <a:gd name="connsiteY16" fmla="*/ 123587 h 123586"/>
                  <a:gd name="connsiteX17" fmla="*/ 220733 w 221466"/>
                  <a:gd name="connsiteY17" fmla="*/ 114714 h 123586"/>
                  <a:gd name="connsiteX18" fmla="*/ 216306 w 221466"/>
                  <a:gd name="connsiteY18" fmla="*/ 100137 h 123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1466" h="123586">
                    <a:moveTo>
                      <a:pt x="216306" y="100137"/>
                    </a:moveTo>
                    <a:cubicBezTo>
                      <a:pt x="206187" y="93165"/>
                      <a:pt x="180888" y="83025"/>
                      <a:pt x="169504" y="78589"/>
                    </a:cubicBezTo>
                    <a:lnTo>
                      <a:pt x="161915" y="0"/>
                    </a:lnTo>
                    <a:lnTo>
                      <a:pt x="146103" y="0"/>
                    </a:lnTo>
                    <a:lnTo>
                      <a:pt x="154325" y="89996"/>
                    </a:lnTo>
                    <a:lnTo>
                      <a:pt x="158752" y="91898"/>
                    </a:lnTo>
                    <a:cubicBezTo>
                      <a:pt x="166342" y="95067"/>
                      <a:pt x="184683" y="102038"/>
                      <a:pt x="196700" y="107742"/>
                    </a:cubicBezTo>
                    <a:lnTo>
                      <a:pt x="24671" y="107742"/>
                    </a:lnTo>
                    <a:cubicBezTo>
                      <a:pt x="36688" y="102038"/>
                      <a:pt x="55029" y="94433"/>
                      <a:pt x="62618" y="91898"/>
                    </a:cubicBezTo>
                    <a:lnTo>
                      <a:pt x="67046" y="89996"/>
                    </a:lnTo>
                    <a:lnTo>
                      <a:pt x="78430" y="0"/>
                    </a:lnTo>
                    <a:lnTo>
                      <a:pt x="62618" y="0"/>
                    </a:lnTo>
                    <a:lnTo>
                      <a:pt x="52499" y="78589"/>
                    </a:lnTo>
                    <a:cubicBezTo>
                      <a:pt x="41747" y="83025"/>
                      <a:pt x="15816" y="93165"/>
                      <a:pt x="5697" y="100137"/>
                    </a:cubicBezTo>
                    <a:cubicBezTo>
                      <a:pt x="1270" y="103306"/>
                      <a:pt x="-1260" y="109010"/>
                      <a:pt x="637" y="114714"/>
                    </a:cubicBezTo>
                    <a:cubicBezTo>
                      <a:pt x="2535" y="119784"/>
                      <a:pt x="6962" y="123587"/>
                      <a:pt x="12654" y="123587"/>
                    </a:cubicBezTo>
                    <a:lnTo>
                      <a:pt x="208717" y="123587"/>
                    </a:lnTo>
                    <a:cubicBezTo>
                      <a:pt x="214409" y="123587"/>
                      <a:pt x="218836" y="119784"/>
                      <a:pt x="220733" y="114714"/>
                    </a:cubicBezTo>
                    <a:cubicBezTo>
                      <a:pt x="222631" y="109644"/>
                      <a:pt x="220733" y="103940"/>
                      <a:pt x="216306" y="10013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68" name="Picture Placeholder 78">
                <a:extLst>
                  <a:ext uri="{FF2B5EF4-FFF2-40B4-BE49-F238E27FC236}">
                    <a16:creationId xmlns:a16="http://schemas.microsoft.com/office/drawing/2014/main" id="{18EF9529-74A9-E441-B844-D819972AC0BF}"/>
                  </a:ext>
                </a:extLst>
              </p:cNvPr>
              <p:cNvSpPr/>
              <p:nvPr/>
            </p:nvSpPr>
            <p:spPr>
              <a:xfrm>
                <a:off x="11084357" y="5738838"/>
                <a:ext cx="594512" cy="380266"/>
              </a:xfrm>
              <a:custGeom>
                <a:avLst/>
                <a:gdLst>
                  <a:gd name="connsiteX0" fmla="*/ 562257 w 594512"/>
                  <a:gd name="connsiteY0" fmla="*/ 15844 h 380266"/>
                  <a:gd name="connsiteX1" fmla="*/ 578701 w 594512"/>
                  <a:gd name="connsiteY1" fmla="*/ 31055 h 380266"/>
                  <a:gd name="connsiteX2" fmla="*/ 578701 w 594512"/>
                  <a:gd name="connsiteY2" fmla="*/ 350479 h 380266"/>
                  <a:gd name="connsiteX3" fmla="*/ 563522 w 594512"/>
                  <a:gd name="connsiteY3" fmla="*/ 364423 h 380266"/>
                  <a:gd name="connsiteX4" fmla="*/ 29726 w 594512"/>
                  <a:gd name="connsiteY4" fmla="*/ 364423 h 380266"/>
                  <a:gd name="connsiteX5" fmla="*/ 15812 w 594512"/>
                  <a:gd name="connsiteY5" fmla="*/ 351747 h 380266"/>
                  <a:gd name="connsiteX6" fmla="*/ 15812 w 594512"/>
                  <a:gd name="connsiteY6" fmla="*/ 28520 h 380266"/>
                  <a:gd name="connsiteX7" fmla="*/ 29726 w 594512"/>
                  <a:gd name="connsiteY7" fmla="*/ 15844 h 380266"/>
                  <a:gd name="connsiteX8" fmla="*/ 562257 w 594512"/>
                  <a:gd name="connsiteY8" fmla="*/ 15844 h 380266"/>
                  <a:gd name="connsiteX9" fmla="*/ 562257 w 594512"/>
                  <a:gd name="connsiteY9" fmla="*/ 0 h 380266"/>
                  <a:gd name="connsiteX10" fmla="*/ 29726 w 594512"/>
                  <a:gd name="connsiteY10" fmla="*/ 0 h 380266"/>
                  <a:gd name="connsiteX11" fmla="*/ 0 w 594512"/>
                  <a:gd name="connsiteY11" fmla="*/ 28520 h 380266"/>
                  <a:gd name="connsiteX12" fmla="*/ 0 w 594512"/>
                  <a:gd name="connsiteY12" fmla="*/ 351747 h 380266"/>
                  <a:gd name="connsiteX13" fmla="*/ 29726 w 594512"/>
                  <a:gd name="connsiteY13" fmla="*/ 380267 h 380266"/>
                  <a:gd name="connsiteX14" fmla="*/ 563522 w 594512"/>
                  <a:gd name="connsiteY14" fmla="*/ 380267 h 380266"/>
                  <a:gd name="connsiteX15" fmla="*/ 594512 w 594512"/>
                  <a:gd name="connsiteY15" fmla="*/ 350479 h 380266"/>
                  <a:gd name="connsiteX16" fmla="*/ 594512 w 594512"/>
                  <a:gd name="connsiteY16" fmla="*/ 31055 h 380266"/>
                  <a:gd name="connsiteX17" fmla="*/ 562257 w 594512"/>
                  <a:gd name="connsiteY17" fmla="*/ 0 h 380266"/>
                  <a:gd name="connsiteX18" fmla="*/ 562257 w 594512"/>
                  <a:gd name="connsiteY18" fmla="*/ 0 h 380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94512" h="380266">
                    <a:moveTo>
                      <a:pt x="562257" y="15844"/>
                    </a:moveTo>
                    <a:cubicBezTo>
                      <a:pt x="571111" y="15844"/>
                      <a:pt x="578701" y="22816"/>
                      <a:pt x="578701" y="31055"/>
                    </a:cubicBezTo>
                    <a:lnTo>
                      <a:pt x="578701" y="350479"/>
                    </a:lnTo>
                    <a:cubicBezTo>
                      <a:pt x="578701" y="358085"/>
                      <a:pt x="571744" y="364423"/>
                      <a:pt x="563522" y="364423"/>
                    </a:cubicBezTo>
                    <a:lnTo>
                      <a:pt x="29726" y="364423"/>
                    </a:lnTo>
                    <a:cubicBezTo>
                      <a:pt x="22136" y="364423"/>
                      <a:pt x="15812" y="358719"/>
                      <a:pt x="15812" y="351747"/>
                    </a:cubicBezTo>
                    <a:lnTo>
                      <a:pt x="15812" y="28520"/>
                    </a:lnTo>
                    <a:cubicBezTo>
                      <a:pt x="15812" y="21548"/>
                      <a:pt x="22136" y="15844"/>
                      <a:pt x="29726" y="15844"/>
                    </a:cubicBezTo>
                    <a:lnTo>
                      <a:pt x="562257" y="15844"/>
                    </a:lnTo>
                    <a:moveTo>
                      <a:pt x="562257" y="0"/>
                    </a:moveTo>
                    <a:lnTo>
                      <a:pt x="29726" y="0"/>
                    </a:lnTo>
                    <a:cubicBezTo>
                      <a:pt x="13282" y="0"/>
                      <a:pt x="0" y="12676"/>
                      <a:pt x="0" y="28520"/>
                    </a:cubicBezTo>
                    <a:lnTo>
                      <a:pt x="0" y="351747"/>
                    </a:lnTo>
                    <a:cubicBezTo>
                      <a:pt x="0" y="367591"/>
                      <a:pt x="13282" y="380267"/>
                      <a:pt x="29726" y="380267"/>
                    </a:cubicBezTo>
                    <a:lnTo>
                      <a:pt x="563522" y="380267"/>
                    </a:lnTo>
                    <a:cubicBezTo>
                      <a:pt x="580598" y="380267"/>
                      <a:pt x="594512" y="366958"/>
                      <a:pt x="594512" y="350479"/>
                    </a:cubicBezTo>
                    <a:lnTo>
                      <a:pt x="594512" y="31055"/>
                    </a:lnTo>
                    <a:cubicBezTo>
                      <a:pt x="594512" y="13943"/>
                      <a:pt x="579966" y="0"/>
                      <a:pt x="562257" y="0"/>
                    </a:cubicBezTo>
                    <a:lnTo>
                      <a:pt x="562257"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169" name="Picture Placeholder 78">
                <a:extLst>
                  <a:ext uri="{FF2B5EF4-FFF2-40B4-BE49-F238E27FC236}">
                    <a16:creationId xmlns:a16="http://schemas.microsoft.com/office/drawing/2014/main" id="{BE8C3796-ACB5-EB4F-86B9-1AEF6BD6F8C7}"/>
                  </a:ext>
                </a:extLst>
              </p:cNvPr>
              <p:cNvGrpSpPr/>
              <p:nvPr/>
            </p:nvGrpSpPr>
            <p:grpSpPr>
              <a:xfrm>
                <a:off x="11121040" y="5796511"/>
                <a:ext cx="299786" cy="33024"/>
                <a:chOff x="11121040" y="5796511"/>
                <a:chExt cx="299786" cy="33024"/>
              </a:xfrm>
              <a:grpFill/>
            </p:grpSpPr>
            <p:sp>
              <p:nvSpPr>
                <p:cNvPr id="189" name="Picture Placeholder 78">
                  <a:extLst>
                    <a:ext uri="{FF2B5EF4-FFF2-40B4-BE49-F238E27FC236}">
                      <a16:creationId xmlns:a16="http://schemas.microsoft.com/office/drawing/2014/main" id="{0D6BF630-9D26-B04C-93F2-E3C8977C203B}"/>
                    </a:ext>
                  </a:extLst>
                </p:cNvPr>
                <p:cNvSpPr/>
                <p:nvPr/>
              </p:nvSpPr>
              <p:spPr>
                <a:xfrm>
                  <a:off x="11121040" y="5796511"/>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0" name="Picture Placeholder 78">
                  <a:extLst>
                    <a:ext uri="{FF2B5EF4-FFF2-40B4-BE49-F238E27FC236}">
                      <a16:creationId xmlns:a16="http://schemas.microsoft.com/office/drawing/2014/main" id="{99737C9B-5AEE-0D4F-B329-8F5B476E6295}"/>
                    </a:ext>
                  </a:extLst>
                </p:cNvPr>
                <p:cNvSpPr/>
                <p:nvPr/>
              </p:nvSpPr>
              <p:spPr>
                <a:xfrm>
                  <a:off x="11188081" y="5796511"/>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1" name="Picture Placeholder 78">
                  <a:extLst>
                    <a:ext uri="{FF2B5EF4-FFF2-40B4-BE49-F238E27FC236}">
                      <a16:creationId xmlns:a16="http://schemas.microsoft.com/office/drawing/2014/main" id="{5C940A13-D316-CE42-BE90-0B1EA3626037}"/>
                    </a:ext>
                  </a:extLst>
                </p:cNvPr>
                <p:cNvSpPr/>
                <p:nvPr/>
              </p:nvSpPr>
              <p:spPr>
                <a:xfrm>
                  <a:off x="11254489" y="5796511"/>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2" name="Picture Placeholder 78">
                  <a:extLst>
                    <a:ext uri="{FF2B5EF4-FFF2-40B4-BE49-F238E27FC236}">
                      <a16:creationId xmlns:a16="http://schemas.microsoft.com/office/drawing/2014/main" id="{2E4BD63A-88FE-314C-919F-238F4A3C858C}"/>
                    </a:ext>
                  </a:extLst>
                </p:cNvPr>
                <p:cNvSpPr/>
                <p:nvPr/>
              </p:nvSpPr>
              <p:spPr>
                <a:xfrm>
                  <a:off x="11320897" y="5796511"/>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3" name="Picture Placeholder 78">
                  <a:extLst>
                    <a:ext uri="{FF2B5EF4-FFF2-40B4-BE49-F238E27FC236}">
                      <a16:creationId xmlns:a16="http://schemas.microsoft.com/office/drawing/2014/main" id="{479D17B8-00A0-EB4C-80A2-6D06CFC6F826}"/>
                    </a:ext>
                  </a:extLst>
                </p:cNvPr>
                <p:cNvSpPr/>
                <p:nvPr/>
              </p:nvSpPr>
              <p:spPr>
                <a:xfrm>
                  <a:off x="11387938" y="5796511"/>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170" name="Picture Placeholder 78">
                <a:extLst>
                  <a:ext uri="{FF2B5EF4-FFF2-40B4-BE49-F238E27FC236}">
                    <a16:creationId xmlns:a16="http://schemas.microsoft.com/office/drawing/2014/main" id="{EEB8FF25-17BC-8B41-960B-D4C93023164E}"/>
                  </a:ext>
                </a:extLst>
              </p:cNvPr>
              <p:cNvGrpSpPr/>
              <p:nvPr/>
            </p:nvGrpSpPr>
            <p:grpSpPr>
              <a:xfrm>
                <a:off x="11121040" y="5912493"/>
                <a:ext cx="369356" cy="33024"/>
                <a:chOff x="11121040" y="5912493"/>
                <a:chExt cx="369356" cy="33024"/>
              </a:xfrm>
              <a:grpFill/>
            </p:grpSpPr>
            <p:sp>
              <p:nvSpPr>
                <p:cNvPr id="183" name="Picture Placeholder 78">
                  <a:extLst>
                    <a:ext uri="{FF2B5EF4-FFF2-40B4-BE49-F238E27FC236}">
                      <a16:creationId xmlns:a16="http://schemas.microsoft.com/office/drawing/2014/main" id="{02F9BBDD-92D9-0B46-BCF3-160528D065D5}"/>
                    </a:ext>
                  </a:extLst>
                </p:cNvPr>
                <p:cNvSpPr/>
                <p:nvPr/>
              </p:nvSpPr>
              <p:spPr>
                <a:xfrm>
                  <a:off x="11121040" y="5912493"/>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4" name="Picture Placeholder 78">
                  <a:extLst>
                    <a:ext uri="{FF2B5EF4-FFF2-40B4-BE49-F238E27FC236}">
                      <a16:creationId xmlns:a16="http://schemas.microsoft.com/office/drawing/2014/main" id="{5B78B7F2-5148-7342-A4B4-A5E75B114F71}"/>
                    </a:ext>
                  </a:extLst>
                </p:cNvPr>
                <p:cNvSpPr/>
                <p:nvPr/>
              </p:nvSpPr>
              <p:spPr>
                <a:xfrm>
                  <a:off x="11188081" y="5912493"/>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5" name="Picture Placeholder 78">
                  <a:extLst>
                    <a:ext uri="{FF2B5EF4-FFF2-40B4-BE49-F238E27FC236}">
                      <a16:creationId xmlns:a16="http://schemas.microsoft.com/office/drawing/2014/main" id="{D33B76CA-29D6-CE48-AD98-E70835A1D113}"/>
                    </a:ext>
                  </a:extLst>
                </p:cNvPr>
                <p:cNvSpPr/>
                <p:nvPr/>
              </p:nvSpPr>
              <p:spPr>
                <a:xfrm>
                  <a:off x="11254489" y="5912493"/>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6" name="Picture Placeholder 78">
                  <a:extLst>
                    <a:ext uri="{FF2B5EF4-FFF2-40B4-BE49-F238E27FC236}">
                      <a16:creationId xmlns:a16="http://schemas.microsoft.com/office/drawing/2014/main" id="{C398AD94-CDB2-7246-B96A-B69E3B80A4E1}"/>
                    </a:ext>
                  </a:extLst>
                </p:cNvPr>
                <p:cNvSpPr/>
                <p:nvPr/>
              </p:nvSpPr>
              <p:spPr>
                <a:xfrm>
                  <a:off x="11320897" y="5912493"/>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7" name="Picture Placeholder 78">
                  <a:extLst>
                    <a:ext uri="{FF2B5EF4-FFF2-40B4-BE49-F238E27FC236}">
                      <a16:creationId xmlns:a16="http://schemas.microsoft.com/office/drawing/2014/main" id="{AA08A017-7B71-174E-B638-868FCF68381E}"/>
                    </a:ext>
                  </a:extLst>
                </p:cNvPr>
                <p:cNvSpPr/>
                <p:nvPr/>
              </p:nvSpPr>
              <p:spPr>
                <a:xfrm>
                  <a:off x="11387938" y="5912493"/>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8" name="Picture Placeholder 78">
                  <a:extLst>
                    <a:ext uri="{FF2B5EF4-FFF2-40B4-BE49-F238E27FC236}">
                      <a16:creationId xmlns:a16="http://schemas.microsoft.com/office/drawing/2014/main" id="{FB9F8E52-6E09-E543-9B63-54D61C02A5A4}"/>
                    </a:ext>
                  </a:extLst>
                </p:cNvPr>
                <p:cNvSpPr/>
                <p:nvPr/>
              </p:nvSpPr>
              <p:spPr>
                <a:xfrm>
                  <a:off x="11457509" y="5912493"/>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171" name="Picture Placeholder 78">
                <a:extLst>
                  <a:ext uri="{FF2B5EF4-FFF2-40B4-BE49-F238E27FC236}">
                    <a16:creationId xmlns:a16="http://schemas.microsoft.com/office/drawing/2014/main" id="{EC33BBFE-E00E-2E44-9F3B-F23C1CB32D7D}"/>
                  </a:ext>
                </a:extLst>
              </p:cNvPr>
              <p:cNvGrpSpPr/>
              <p:nvPr/>
            </p:nvGrpSpPr>
            <p:grpSpPr>
              <a:xfrm>
                <a:off x="11121040" y="6028474"/>
                <a:ext cx="299786" cy="33024"/>
                <a:chOff x="11121040" y="6028474"/>
                <a:chExt cx="299786" cy="33024"/>
              </a:xfrm>
              <a:grpFill/>
            </p:grpSpPr>
            <p:sp>
              <p:nvSpPr>
                <p:cNvPr id="178" name="Picture Placeholder 78">
                  <a:extLst>
                    <a:ext uri="{FF2B5EF4-FFF2-40B4-BE49-F238E27FC236}">
                      <a16:creationId xmlns:a16="http://schemas.microsoft.com/office/drawing/2014/main" id="{593AFC38-639E-D44C-907E-F965C7893BDA}"/>
                    </a:ext>
                  </a:extLst>
                </p:cNvPr>
                <p:cNvSpPr/>
                <p:nvPr/>
              </p:nvSpPr>
              <p:spPr>
                <a:xfrm>
                  <a:off x="11121040" y="6028474"/>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9" name="Picture Placeholder 78">
                  <a:extLst>
                    <a:ext uri="{FF2B5EF4-FFF2-40B4-BE49-F238E27FC236}">
                      <a16:creationId xmlns:a16="http://schemas.microsoft.com/office/drawing/2014/main" id="{289ABDDF-2095-CD4D-9BD1-6793E90C217B}"/>
                    </a:ext>
                  </a:extLst>
                </p:cNvPr>
                <p:cNvSpPr/>
                <p:nvPr/>
              </p:nvSpPr>
              <p:spPr>
                <a:xfrm>
                  <a:off x="11188081" y="6028474"/>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0" name="Picture Placeholder 78">
                  <a:extLst>
                    <a:ext uri="{FF2B5EF4-FFF2-40B4-BE49-F238E27FC236}">
                      <a16:creationId xmlns:a16="http://schemas.microsoft.com/office/drawing/2014/main" id="{5896ADF3-F882-2D4B-906A-BDCF63CA583A}"/>
                    </a:ext>
                  </a:extLst>
                </p:cNvPr>
                <p:cNvSpPr/>
                <p:nvPr/>
              </p:nvSpPr>
              <p:spPr>
                <a:xfrm>
                  <a:off x="11254489" y="6028474"/>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1" name="Picture Placeholder 78">
                  <a:extLst>
                    <a:ext uri="{FF2B5EF4-FFF2-40B4-BE49-F238E27FC236}">
                      <a16:creationId xmlns:a16="http://schemas.microsoft.com/office/drawing/2014/main" id="{E432EF72-E400-6348-B00B-78254F5C637C}"/>
                    </a:ext>
                  </a:extLst>
                </p:cNvPr>
                <p:cNvSpPr/>
                <p:nvPr/>
              </p:nvSpPr>
              <p:spPr>
                <a:xfrm>
                  <a:off x="11320897" y="6028474"/>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2" name="Picture Placeholder 78">
                  <a:extLst>
                    <a:ext uri="{FF2B5EF4-FFF2-40B4-BE49-F238E27FC236}">
                      <a16:creationId xmlns:a16="http://schemas.microsoft.com/office/drawing/2014/main" id="{D26FC5FD-8D96-FA46-B13B-A182D23842BB}"/>
                    </a:ext>
                  </a:extLst>
                </p:cNvPr>
                <p:cNvSpPr/>
                <p:nvPr/>
              </p:nvSpPr>
              <p:spPr>
                <a:xfrm>
                  <a:off x="11387938" y="6028474"/>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172" name="Picture Placeholder 78">
                <a:extLst>
                  <a:ext uri="{FF2B5EF4-FFF2-40B4-BE49-F238E27FC236}">
                    <a16:creationId xmlns:a16="http://schemas.microsoft.com/office/drawing/2014/main" id="{08592F0D-43B5-424F-AFC7-21496A8A9DAB}"/>
                  </a:ext>
                </a:extLst>
              </p:cNvPr>
              <p:cNvGrpSpPr/>
              <p:nvPr/>
            </p:nvGrpSpPr>
            <p:grpSpPr>
              <a:xfrm>
                <a:off x="11155193" y="5854819"/>
                <a:ext cx="299153" cy="33024"/>
                <a:chOff x="11155193" y="5854819"/>
                <a:chExt cx="299153" cy="33024"/>
              </a:xfrm>
              <a:grpFill/>
            </p:grpSpPr>
            <p:sp>
              <p:nvSpPr>
                <p:cNvPr id="173" name="Picture Placeholder 78">
                  <a:extLst>
                    <a:ext uri="{FF2B5EF4-FFF2-40B4-BE49-F238E27FC236}">
                      <a16:creationId xmlns:a16="http://schemas.microsoft.com/office/drawing/2014/main" id="{AED8E92E-41E2-B942-863D-C6EDABCECD88}"/>
                    </a:ext>
                  </a:extLst>
                </p:cNvPr>
                <p:cNvSpPr/>
                <p:nvPr/>
              </p:nvSpPr>
              <p:spPr>
                <a:xfrm>
                  <a:off x="11155193" y="5854819"/>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4" name="Picture Placeholder 78">
                  <a:extLst>
                    <a:ext uri="{FF2B5EF4-FFF2-40B4-BE49-F238E27FC236}">
                      <a16:creationId xmlns:a16="http://schemas.microsoft.com/office/drawing/2014/main" id="{478B3B28-4C30-DA40-996F-7868A81283D4}"/>
                    </a:ext>
                  </a:extLst>
                </p:cNvPr>
                <p:cNvSpPr/>
                <p:nvPr/>
              </p:nvSpPr>
              <p:spPr>
                <a:xfrm>
                  <a:off x="11221601" y="5854819"/>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5" name="Picture Placeholder 78">
                  <a:extLst>
                    <a:ext uri="{FF2B5EF4-FFF2-40B4-BE49-F238E27FC236}">
                      <a16:creationId xmlns:a16="http://schemas.microsoft.com/office/drawing/2014/main" id="{567209E7-A643-844B-A91B-49CEE77E8718}"/>
                    </a:ext>
                  </a:extLst>
                </p:cNvPr>
                <p:cNvSpPr/>
                <p:nvPr/>
              </p:nvSpPr>
              <p:spPr>
                <a:xfrm>
                  <a:off x="11288642" y="5854819"/>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6" name="Picture Placeholder 78">
                  <a:extLst>
                    <a:ext uri="{FF2B5EF4-FFF2-40B4-BE49-F238E27FC236}">
                      <a16:creationId xmlns:a16="http://schemas.microsoft.com/office/drawing/2014/main" id="{F0191E82-8A0C-0241-BAAF-149224D6FFD3}"/>
                    </a:ext>
                  </a:extLst>
                </p:cNvPr>
                <p:cNvSpPr/>
                <p:nvPr/>
              </p:nvSpPr>
              <p:spPr>
                <a:xfrm>
                  <a:off x="11355050" y="5854819"/>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7" name="Picture Placeholder 78">
                  <a:extLst>
                    <a:ext uri="{FF2B5EF4-FFF2-40B4-BE49-F238E27FC236}">
                      <a16:creationId xmlns:a16="http://schemas.microsoft.com/office/drawing/2014/main" id="{08DB18C9-560B-AE49-A465-2716EC842C2D}"/>
                    </a:ext>
                  </a:extLst>
                </p:cNvPr>
                <p:cNvSpPr/>
                <p:nvPr/>
              </p:nvSpPr>
              <p:spPr>
                <a:xfrm>
                  <a:off x="11421458" y="5854819"/>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grpSp>
        <p:nvGrpSpPr>
          <p:cNvPr id="37" name="Group 36">
            <a:extLst>
              <a:ext uri="{FF2B5EF4-FFF2-40B4-BE49-F238E27FC236}">
                <a16:creationId xmlns:a16="http://schemas.microsoft.com/office/drawing/2014/main" id="{E1003D7A-15C9-4049-8821-416C99725189}"/>
              </a:ext>
            </a:extLst>
          </p:cNvPr>
          <p:cNvGrpSpPr/>
          <p:nvPr/>
        </p:nvGrpSpPr>
        <p:grpSpPr>
          <a:xfrm>
            <a:off x="7700951" y="3527622"/>
            <a:ext cx="758008" cy="2475217"/>
            <a:chOff x="7258991" y="3703187"/>
            <a:chExt cx="758008" cy="2475217"/>
          </a:xfrm>
        </p:grpSpPr>
        <p:cxnSp>
          <p:nvCxnSpPr>
            <p:cNvPr id="121" name="Straight Connector 120">
              <a:extLst>
                <a:ext uri="{FF2B5EF4-FFF2-40B4-BE49-F238E27FC236}">
                  <a16:creationId xmlns:a16="http://schemas.microsoft.com/office/drawing/2014/main" id="{A412821E-50F6-2F43-AEA2-5F74BD5BBD76}"/>
                </a:ext>
              </a:extLst>
            </p:cNvPr>
            <p:cNvCxnSpPr>
              <a:cxnSpLocks/>
            </p:cNvCxnSpPr>
            <p:nvPr/>
          </p:nvCxnSpPr>
          <p:spPr bwMode="gray">
            <a:xfrm>
              <a:off x="7639226"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22" name="Oval 121">
              <a:extLst>
                <a:ext uri="{FF2B5EF4-FFF2-40B4-BE49-F238E27FC236}">
                  <a16:creationId xmlns:a16="http://schemas.microsoft.com/office/drawing/2014/main" id="{5841B18E-1AB5-0246-95B3-33EEAB5DC164}"/>
                </a:ext>
              </a:extLst>
            </p:cNvPr>
            <p:cNvSpPr/>
            <p:nvPr/>
          </p:nvSpPr>
          <p:spPr>
            <a:xfrm rot="10800000">
              <a:off x="7399165"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33" name="Rounded Rectangle 38">
              <a:extLst>
                <a:ext uri="{FF2B5EF4-FFF2-40B4-BE49-F238E27FC236}">
                  <a16:creationId xmlns:a16="http://schemas.microsoft.com/office/drawing/2014/main" id="{2293FB2A-140E-7A41-B6F9-1A32FD4C951B}"/>
                </a:ext>
              </a:extLst>
            </p:cNvPr>
            <p:cNvSpPr/>
            <p:nvPr/>
          </p:nvSpPr>
          <p:spPr>
            <a:xfrm>
              <a:off x="7258991"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Workload</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Clustering</a:t>
              </a:r>
            </a:p>
          </p:txBody>
        </p:sp>
        <p:pic>
          <p:nvPicPr>
            <p:cNvPr id="195" name="Picture Placeholder 88">
              <a:extLst>
                <a:ext uri="{FF2B5EF4-FFF2-40B4-BE49-F238E27FC236}">
                  <a16:creationId xmlns:a16="http://schemas.microsoft.com/office/drawing/2014/main" id="{D0ABC2BF-50B9-FD4B-BB1C-547547359FFE}"/>
                </a:ext>
              </a:extLst>
            </p:cNvPr>
            <p:cNvPicPr>
              <a:picLocks noChangeAspect="1"/>
            </p:cNvPicPr>
            <p:nvPr/>
          </p:nvPicPr>
          <p:blipFill>
            <a:blip r:embed="rId13">
              <a:extLst>
                <a:ext uri="{96DAC541-7B7A-43D3-8B79-37D633B846F1}">
                  <asvg:svgBlip xmlns:asvg="http://schemas.microsoft.com/office/drawing/2016/SVG/main" r:embed="rId14"/>
                </a:ext>
              </a:extLst>
            </a:blip>
            <a:srcRect t="104" b="104"/>
            <a:stretch>
              <a:fillRect/>
            </a:stretch>
          </p:blipFill>
          <p:spPr>
            <a:xfrm>
              <a:off x="7448781" y="5286952"/>
              <a:ext cx="422800" cy="421921"/>
            </a:xfrm>
            <a:prstGeom prst="rect">
              <a:avLst/>
            </a:prstGeom>
          </p:spPr>
        </p:pic>
      </p:grpSp>
      <p:grpSp>
        <p:nvGrpSpPr>
          <p:cNvPr id="11" name="Group 10">
            <a:extLst>
              <a:ext uri="{FF2B5EF4-FFF2-40B4-BE49-F238E27FC236}">
                <a16:creationId xmlns:a16="http://schemas.microsoft.com/office/drawing/2014/main" id="{CA7E1A42-78DF-4B8B-BF1E-4EE2E723D76C}"/>
              </a:ext>
            </a:extLst>
          </p:cNvPr>
          <p:cNvGrpSpPr/>
          <p:nvPr/>
        </p:nvGrpSpPr>
        <p:grpSpPr>
          <a:xfrm>
            <a:off x="766345" y="1191740"/>
            <a:ext cx="758008" cy="1381066"/>
            <a:chOff x="766345" y="1367305"/>
            <a:chExt cx="758008" cy="1381066"/>
          </a:xfrm>
        </p:grpSpPr>
        <p:cxnSp>
          <p:nvCxnSpPr>
            <p:cNvPr id="50" name="Straight Connector 49">
              <a:extLst>
                <a:ext uri="{FF2B5EF4-FFF2-40B4-BE49-F238E27FC236}">
                  <a16:creationId xmlns:a16="http://schemas.microsoft.com/office/drawing/2014/main" id="{A0E94F8C-10BB-8C48-BF17-12BE975B3A2B}"/>
                </a:ext>
              </a:extLst>
            </p:cNvPr>
            <p:cNvCxnSpPr>
              <a:cxnSpLocks/>
            </p:cNvCxnSpPr>
            <p:nvPr/>
          </p:nvCxnSpPr>
          <p:spPr bwMode="gray">
            <a:xfrm flipV="1">
              <a:off x="1145346" y="2382706"/>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8607EC25-A243-5841-8409-9050FF5E09CD}"/>
                </a:ext>
              </a:extLst>
            </p:cNvPr>
            <p:cNvSpPr/>
            <p:nvPr/>
          </p:nvSpPr>
          <p:spPr>
            <a:xfrm>
              <a:off x="905286"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54" name="Rounded Rectangle 37">
              <a:extLst>
                <a:ext uri="{FF2B5EF4-FFF2-40B4-BE49-F238E27FC236}">
                  <a16:creationId xmlns:a16="http://schemas.microsoft.com/office/drawing/2014/main" id="{FA6C039C-44D4-7A40-9CA2-7A737FC8D398}"/>
                </a:ext>
              </a:extLst>
            </p:cNvPr>
            <p:cNvSpPr/>
            <p:nvPr/>
          </p:nvSpPr>
          <p:spPr>
            <a:xfrm>
              <a:off x="766345" y="136730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endParaRPr>
            </a:p>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Dependency</a:t>
              </a:r>
            </a:p>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Mapping</a:t>
              </a:r>
            </a:p>
          </p:txBody>
        </p:sp>
        <p:pic>
          <p:nvPicPr>
            <p:cNvPr id="196" name="Picture Placeholder 93">
              <a:extLst>
                <a:ext uri="{FF2B5EF4-FFF2-40B4-BE49-F238E27FC236}">
                  <a16:creationId xmlns:a16="http://schemas.microsoft.com/office/drawing/2014/main" id="{2B34344A-04DD-0147-B005-208C80337AB9}"/>
                </a:ext>
              </a:extLst>
            </p:cNvPr>
            <p:cNvPicPr>
              <a:picLocks noChangeAspect="1"/>
            </p:cNvPicPr>
            <p:nvPr/>
          </p:nvPicPr>
          <p:blipFill>
            <a:blip r:embed="rId15">
              <a:extLst>
                <a:ext uri="{96DAC541-7B7A-43D3-8B79-37D633B846F1}">
                  <asvg:svgBlip xmlns:asvg="http://schemas.microsoft.com/office/drawing/2016/SVG/main" r:embed="rId16"/>
                </a:ext>
              </a:extLst>
            </a:blip>
            <a:srcRect l="104" r="104"/>
            <a:stretch>
              <a:fillRect/>
            </a:stretch>
          </p:blipFill>
          <p:spPr>
            <a:xfrm>
              <a:off x="952411" y="1941655"/>
              <a:ext cx="396896" cy="396896"/>
            </a:xfrm>
            <a:prstGeom prst="rect">
              <a:avLst/>
            </a:prstGeom>
          </p:spPr>
        </p:pic>
      </p:grpSp>
      <p:grpSp>
        <p:nvGrpSpPr>
          <p:cNvPr id="25" name="Group 24">
            <a:extLst>
              <a:ext uri="{FF2B5EF4-FFF2-40B4-BE49-F238E27FC236}">
                <a16:creationId xmlns:a16="http://schemas.microsoft.com/office/drawing/2014/main" id="{D71FA243-7D9F-4A7A-BB99-FF0561AEF6BF}"/>
              </a:ext>
            </a:extLst>
          </p:cNvPr>
          <p:cNvGrpSpPr/>
          <p:nvPr/>
        </p:nvGrpSpPr>
        <p:grpSpPr>
          <a:xfrm>
            <a:off x="3291393" y="3527622"/>
            <a:ext cx="758008" cy="2475217"/>
            <a:chOff x="3961953" y="3703187"/>
            <a:chExt cx="758008" cy="2475217"/>
          </a:xfrm>
        </p:grpSpPr>
        <p:sp>
          <p:nvSpPr>
            <p:cNvPr id="98" name="Rounded Rectangle 37">
              <a:extLst>
                <a:ext uri="{FF2B5EF4-FFF2-40B4-BE49-F238E27FC236}">
                  <a16:creationId xmlns:a16="http://schemas.microsoft.com/office/drawing/2014/main" id="{8B4F2232-8AD9-6242-A7A7-A40BBF930283}"/>
                </a:ext>
              </a:extLst>
            </p:cNvPr>
            <p:cNvSpPr/>
            <p:nvPr/>
          </p:nvSpPr>
          <p:spPr>
            <a:xfrm>
              <a:off x="3961953"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TPM &amp;</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Secure Boot</a:t>
              </a:r>
            </a:p>
          </p:txBody>
        </p:sp>
        <p:cxnSp>
          <p:nvCxnSpPr>
            <p:cNvPr id="99" name="Straight Connector 98">
              <a:extLst>
                <a:ext uri="{FF2B5EF4-FFF2-40B4-BE49-F238E27FC236}">
                  <a16:creationId xmlns:a16="http://schemas.microsoft.com/office/drawing/2014/main" id="{C83BC69A-03D2-8344-8553-8DD724BE9068}"/>
                </a:ext>
              </a:extLst>
            </p:cNvPr>
            <p:cNvCxnSpPr>
              <a:cxnSpLocks/>
            </p:cNvCxnSpPr>
            <p:nvPr/>
          </p:nvCxnSpPr>
          <p:spPr bwMode="gray">
            <a:xfrm>
              <a:off x="4340956"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01" name="Oval 100">
              <a:extLst>
                <a:ext uri="{FF2B5EF4-FFF2-40B4-BE49-F238E27FC236}">
                  <a16:creationId xmlns:a16="http://schemas.microsoft.com/office/drawing/2014/main" id="{2A3C96D7-E48D-A24C-956C-4F3EA68E6D17}"/>
                </a:ext>
              </a:extLst>
            </p:cNvPr>
            <p:cNvSpPr/>
            <p:nvPr/>
          </p:nvSpPr>
          <p:spPr>
            <a:xfrm rot="10800000">
              <a:off x="4100896"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grpSp>
          <p:nvGrpSpPr>
            <p:cNvPr id="217" name="Picture Placeholder 98" descr="Dashboard&#10;">
              <a:extLst>
                <a:ext uri="{FF2B5EF4-FFF2-40B4-BE49-F238E27FC236}">
                  <a16:creationId xmlns:a16="http://schemas.microsoft.com/office/drawing/2014/main" id="{BE480A5A-8E40-6245-A88D-ABBE06D6BF86}"/>
                </a:ext>
              </a:extLst>
            </p:cNvPr>
            <p:cNvGrpSpPr>
              <a:grpSpLocks noChangeAspect="1"/>
            </p:cNvGrpSpPr>
            <p:nvPr/>
          </p:nvGrpSpPr>
          <p:grpSpPr>
            <a:xfrm>
              <a:off x="4220310" y="5369590"/>
              <a:ext cx="244612" cy="244612"/>
              <a:chOff x="7127146" y="720904"/>
              <a:chExt cx="598307" cy="598307"/>
            </a:xfrm>
            <a:solidFill>
              <a:schemeClr val="tx1"/>
            </a:solidFill>
          </p:grpSpPr>
          <p:sp>
            <p:nvSpPr>
              <p:cNvPr id="218" name="Picture Placeholder 98">
                <a:extLst>
                  <a:ext uri="{FF2B5EF4-FFF2-40B4-BE49-F238E27FC236}">
                    <a16:creationId xmlns:a16="http://schemas.microsoft.com/office/drawing/2014/main" id="{79B94CFC-87D5-0745-9DA1-DC2C8B913BD5}"/>
                  </a:ext>
                </a:extLst>
              </p:cNvPr>
              <p:cNvSpPr/>
              <p:nvPr/>
            </p:nvSpPr>
            <p:spPr>
              <a:xfrm>
                <a:off x="7196084" y="912539"/>
                <a:ext cx="132816" cy="343425"/>
              </a:xfrm>
              <a:custGeom>
                <a:avLst/>
                <a:gdLst>
                  <a:gd name="connsiteX0" fmla="*/ 132817 w 132816"/>
                  <a:gd name="connsiteY0" fmla="*/ 343426 h 343425"/>
                  <a:gd name="connsiteX1" fmla="*/ 0 w 132816"/>
                  <a:gd name="connsiteY1" fmla="*/ 343426 h 343425"/>
                  <a:gd name="connsiteX2" fmla="*/ 0 w 132816"/>
                  <a:gd name="connsiteY2" fmla="*/ 0 h 343425"/>
                  <a:gd name="connsiteX3" fmla="*/ 132817 w 132816"/>
                  <a:gd name="connsiteY3" fmla="*/ 0 h 343425"/>
                  <a:gd name="connsiteX4" fmla="*/ 132817 w 132816"/>
                  <a:gd name="connsiteY4" fmla="*/ 343426 h 343425"/>
                  <a:gd name="connsiteX5" fmla="*/ 15812 w 132816"/>
                  <a:gd name="connsiteY5" fmla="*/ 327614 h 343425"/>
                  <a:gd name="connsiteX6" fmla="*/ 117005 w 132816"/>
                  <a:gd name="connsiteY6" fmla="*/ 327614 h 343425"/>
                  <a:gd name="connsiteX7" fmla="*/ 117005 w 132816"/>
                  <a:gd name="connsiteY7" fmla="*/ 15812 h 343425"/>
                  <a:gd name="connsiteX8" fmla="*/ 15812 w 132816"/>
                  <a:gd name="connsiteY8" fmla="*/ 15812 h 343425"/>
                  <a:gd name="connsiteX9" fmla="*/ 15812 w 132816"/>
                  <a:gd name="connsiteY9" fmla="*/ 327614 h 34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816" h="343425">
                    <a:moveTo>
                      <a:pt x="132817" y="343426"/>
                    </a:moveTo>
                    <a:lnTo>
                      <a:pt x="0" y="343426"/>
                    </a:lnTo>
                    <a:lnTo>
                      <a:pt x="0" y="0"/>
                    </a:lnTo>
                    <a:lnTo>
                      <a:pt x="132817" y="0"/>
                    </a:lnTo>
                    <a:lnTo>
                      <a:pt x="132817" y="343426"/>
                    </a:lnTo>
                    <a:close/>
                    <a:moveTo>
                      <a:pt x="15812" y="327614"/>
                    </a:moveTo>
                    <a:lnTo>
                      <a:pt x="117005" y="327614"/>
                    </a:lnTo>
                    <a:lnTo>
                      <a:pt x="117005" y="15812"/>
                    </a:lnTo>
                    <a:lnTo>
                      <a:pt x="15812" y="15812"/>
                    </a:lnTo>
                    <a:lnTo>
                      <a:pt x="15812" y="327614"/>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19" name="Picture Placeholder 98">
                <a:extLst>
                  <a:ext uri="{FF2B5EF4-FFF2-40B4-BE49-F238E27FC236}">
                    <a16:creationId xmlns:a16="http://schemas.microsoft.com/office/drawing/2014/main" id="{3E6B4CD1-B23E-6B4B-BF47-21D1A5A1299B}"/>
                  </a:ext>
                </a:extLst>
              </p:cNvPr>
              <p:cNvSpPr/>
              <p:nvPr/>
            </p:nvSpPr>
            <p:spPr>
              <a:xfrm>
                <a:off x="7359891" y="784782"/>
                <a:ext cx="132816" cy="471182"/>
              </a:xfrm>
              <a:custGeom>
                <a:avLst/>
                <a:gdLst>
                  <a:gd name="connsiteX0" fmla="*/ 132817 w 132816"/>
                  <a:gd name="connsiteY0" fmla="*/ 471183 h 471182"/>
                  <a:gd name="connsiteX1" fmla="*/ 0 w 132816"/>
                  <a:gd name="connsiteY1" fmla="*/ 471183 h 471182"/>
                  <a:gd name="connsiteX2" fmla="*/ 0 w 132816"/>
                  <a:gd name="connsiteY2" fmla="*/ 0 h 471182"/>
                  <a:gd name="connsiteX3" fmla="*/ 132817 w 132816"/>
                  <a:gd name="connsiteY3" fmla="*/ 0 h 471182"/>
                  <a:gd name="connsiteX4" fmla="*/ 132817 w 132816"/>
                  <a:gd name="connsiteY4" fmla="*/ 471183 h 471182"/>
                  <a:gd name="connsiteX5" fmla="*/ 15812 w 132816"/>
                  <a:gd name="connsiteY5" fmla="*/ 455371 h 471182"/>
                  <a:gd name="connsiteX6" fmla="*/ 117005 w 132816"/>
                  <a:gd name="connsiteY6" fmla="*/ 455371 h 471182"/>
                  <a:gd name="connsiteX7" fmla="*/ 117005 w 132816"/>
                  <a:gd name="connsiteY7" fmla="*/ 15812 h 471182"/>
                  <a:gd name="connsiteX8" fmla="*/ 15812 w 132816"/>
                  <a:gd name="connsiteY8" fmla="*/ 15812 h 471182"/>
                  <a:gd name="connsiteX9" fmla="*/ 15812 w 132816"/>
                  <a:gd name="connsiteY9" fmla="*/ 455371 h 47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816" h="471182">
                    <a:moveTo>
                      <a:pt x="132817" y="471183"/>
                    </a:moveTo>
                    <a:lnTo>
                      <a:pt x="0" y="471183"/>
                    </a:lnTo>
                    <a:lnTo>
                      <a:pt x="0" y="0"/>
                    </a:lnTo>
                    <a:lnTo>
                      <a:pt x="132817" y="0"/>
                    </a:lnTo>
                    <a:lnTo>
                      <a:pt x="132817" y="471183"/>
                    </a:lnTo>
                    <a:close/>
                    <a:moveTo>
                      <a:pt x="15812" y="455371"/>
                    </a:moveTo>
                    <a:lnTo>
                      <a:pt x="117005" y="455371"/>
                    </a:lnTo>
                    <a:lnTo>
                      <a:pt x="117005" y="15812"/>
                    </a:lnTo>
                    <a:lnTo>
                      <a:pt x="15812" y="15812"/>
                    </a:lnTo>
                    <a:lnTo>
                      <a:pt x="15812" y="455371"/>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20" name="Picture Placeholder 98">
                <a:extLst>
                  <a:ext uri="{FF2B5EF4-FFF2-40B4-BE49-F238E27FC236}">
                    <a16:creationId xmlns:a16="http://schemas.microsoft.com/office/drawing/2014/main" id="{C6336EAB-330C-D048-87FA-A07363973E76}"/>
                  </a:ext>
                </a:extLst>
              </p:cNvPr>
              <p:cNvSpPr/>
              <p:nvPr/>
            </p:nvSpPr>
            <p:spPr>
              <a:xfrm>
                <a:off x="7523066" y="1018160"/>
                <a:ext cx="132816" cy="237804"/>
              </a:xfrm>
              <a:custGeom>
                <a:avLst/>
                <a:gdLst>
                  <a:gd name="connsiteX0" fmla="*/ 132817 w 132816"/>
                  <a:gd name="connsiteY0" fmla="*/ 237805 h 237804"/>
                  <a:gd name="connsiteX1" fmla="*/ 0 w 132816"/>
                  <a:gd name="connsiteY1" fmla="*/ 237805 h 237804"/>
                  <a:gd name="connsiteX2" fmla="*/ 0 w 132816"/>
                  <a:gd name="connsiteY2" fmla="*/ 0 h 237804"/>
                  <a:gd name="connsiteX3" fmla="*/ 132817 w 132816"/>
                  <a:gd name="connsiteY3" fmla="*/ 0 h 237804"/>
                  <a:gd name="connsiteX4" fmla="*/ 132817 w 132816"/>
                  <a:gd name="connsiteY4" fmla="*/ 237805 h 237804"/>
                  <a:gd name="connsiteX5" fmla="*/ 16444 w 132816"/>
                  <a:gd name="connsiteY5" fmla="*/ 221993 h 237804"/>
                  <a:gd name="connsiteX6" fmla="*/ 117638 w 132816"/>
                  <a:gd name="connsiteY6" fmla="*/ 221993 h 237804"/>
                  <a:gd name="connsiteX7" fmla="*/ 117638 w 132816"/>
                  <a:gd name="connsiteY7" fmla="*/ 15812 h 237804"/>
                  <a:gd name="connsiteX8" fmla="*/ 16444 w 132816"/>
                  <a:gd name="connsiteY8" fmla="*/ 15812 h 237804"/>
                  <a:gd name="connsiteX9" fmla="*/ 16444 w 132816"/>
                  <a:gd name="connsiteY9" fmla="*/ 221993 h 23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816" h="237804">
                    <a:moveTo>
                      <a:pt x="132817" y="237805"/>
                    </a:moveTo>
                    <a:lnTo>
                      <a:pt x="0" y="237805"/>
                    </a:lnTo>
                    <a:lnTo>
                      <a:pt x="0" y="0"/>
                    </a:lnTo>
                    <a:lnTo>
                      <a:pt x="132817" y="0"/>
                    </a:lnTo>
                    <a:lnTo>
                      <a:pt x="132817" y="237805"/>
                    </a:lnTo>
                    <a:close/>
                    <a:moveTo>
                      <a:pt x="16444" y="221993"/>
                    </a:moveTo>
                    <a:lnTo>
                      <a:pt x="117638" y="221993"/>
                    </a:lnTo>
                    <a:lnTo>
                      <a:pt x="117638" y="15812"/>
                    </a:lnTo>
                    <a:lnTo>
                      <a:pt x="16444" y="15812"/>
                    </a:lnTo>
                    <a:lnTo>
                      <a:pt x="16444" y="221993"/>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21" name="Picture Placeholder 98">
                <a:extLst>
                  <a:ext uri="{FF2B5EF4-FFF2-40B4-BE49-F238E27FC236}">
                    <a16:creationId xmlns:a16="http://schemas.microsoft.com/office/drawing/2014/main" id="{2FE2EC4A-4C68-6B4F-9AEE-F36CA7BB0523}"/>
                  </a:ext>
                </a:extLst>
              </p:cNvPr>
              <p:cNvSpPr/>
              <p:nvPr/>
            </p:nvSpPr>
            <p:spPr>
              <a:xfrm>
                <a:off x="7127146" y="720904"/>
                <a:ext cx="598307" cy="598307"/>
              </a:xfrm>
              <a:custGeom>
                <a:avLst/>
                <a:gdLst>
                  <a:gd name="connsiteX0" fmla="*/ 598307 w 598307"/>
                  <a:gd name="connsiteY0" fmla="*/ 598307 h 598307"/>
                  <a:gd name="connsiteX1" fmla="*/ 0 w 598307"/>
                  <a:gd name="connsiteY1" fmla="*/ 598307 h 598307"/>
                  <a:gd name="connsiteX2" fmla="*/ 0 w 598307"/>
                  <a:gd name="connsiteY2" fmla="*/ 0 h 598307"/>
                  <a:gd name="connsiteX3" fmla="*/ 598307 w 598307"/>
                  <a:gd name="connsiteY3" fmla="*/ 0 h 598307"/>
                  <a:gd name="connsiteX4" fmla="*/ 598307 w 598307"/>
                  <a:gd name="connsiteY4" fmla="*/ 598307 h 598307"/>
                  <a:gd name="connsiteX5" fmla="*/ 15812 w 598307"/>
                  <a:gd name="connsiteY5" fmla="*/ 582496 h 598307"/>
                  <a:gd name="connsiteX6" fmla="*/ 582496 w 598307"/>
                  <a:gd name="connsiteY6" fmla="*/ 582496 h 598307"/>
                  <a:gd name="connsiteX7" fmla="*/ 582496 w 598307"/>
                  <a:gd name="connsiteY7" fmla="*/ 15812 h 598307"/>
                  <a:gd name="connsiteX8" fmla="*/ 15812 w 598307"/>
                  <a:gd name="connsiteY8" fmla="*/ 15812 h 598307"/>
                  <a:gd name="connsiteX9" fmla="*/ 15812 w 598307"/>
                  <a:gd name="connsiteY9" fmla="*/ 582496 h 598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8307" h="598307">
                    <a:moveTo>
                      <a:pt x="598307" y="598307"/>
                    </a:moveTo>
                    <a:lnTo>
                      <a:pt x="0" y="598307"/>
                    </a:lnTo>
                    <a:lnTo>
                      <a:pt x="0" y="0"/>
                    </a:lnTo>
                    <a:lnTo>
                      <a:pt x="598307" y="0"/>
                    </a:lnTo>
                    <a:lnTo>
                      <a:pt x="598307" y="598307"/>
                    </a:lnTo>
                    <a:close/>
                    <a:moveTo>
                      <a:pt x="15812" y="582496"/>
                    </a:moveTo>
                    <a:lnTo>
                      <a:pt x="582496" y="582496"/>
                    </a:lnTo>
                    <a:lnTo>
                      <a:pt x="582496" y="15812"/>
                    </a:lnTo>
                    <a:lnTo>
                      <a:pt x="15812" y="15812"/>
                    </a:lnTo>
                    <a:lnTo>
                      <a:pt x="15812" y="582496"/>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28" name="Group 27">
            <a:extLst>
              <a:ext uri="{FF2B5EF4-FFF2-40B4-BE49-F238E27FC236}">
                <a16:creationId xmlns:a16="http://schemas.microsoft.com/office/drawing/2014/main" id="{7B604666-7851-4B02-904D-1CD0F1F8DAB2}"/>
              </a:ext>
            </a:extLst>
          </p:cNvPr>
          <p:cNvGrpSpPr/>
          <p:nvPr/>
        </p:nvGrpSpPr>
        <p:grpSpPr>
          <a:xfrm>
            <a:off x="5002448" y="3527623"/>
            <a:ext cx="758008" cy="1271439"/>
            <a:chOff x="4427566" y="3703188"/>
            <a:chExt cx="758008" cy="1271439"/>
          </a:xfrm>
        </p:grpSpPr>
        <p:sp>
          <p:nvSpPr>
            <p:cNvPr id="149" name="Rounded Rectangle 37">
              <a:extLst>
                <a:ext uri="{FF2B5EF4-FFF2-40B4-BE49-F238E27FC236}">
                  <a16:creationId xmlns:a16="http://schemas.microsoft.com/office/drawing/2014/main" id="{FE0EA1C0-2C90-5C44-BBBC-C541FD147C0C}"/>
                </a:ext>
              </a:extLst>
            </p:cNvPr>
            <p:cNvSpPr/>
            <p:nvPr/>
          </p:nvSpPr>
          <p:spPr>
            <a:xfrm>
              <a:off x="4427566" y="4595623"/>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Health</a:t>
              </a:r>
            </a:p>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Checks</a:t>
              </a:r>
            </a:p>
          </p:txBody>
        </p:sp>
        <p:cxnSp>
          <p:nvCxnSpPr>
            <p:cNvPr id="125" name="Straight Connector 124">
              <a:extLst>
                <a:ext uri="{FF2B5EF4-FFF2-40B4-BE49-F238E27FC236}">
                  <a16:creationId xmlns:a16="http://schemas.microsoft.com/office/drawing/2014/main" id="{3B53DE98-9670-404C-9953-209DA6A27A72}"/>
                </a:ext>
              </a:extLst>
            </p:cNvPr>
            <p:cNvCxnSpPr>
              <a:cxnSpLocks/>
            </p:cNvCxnSpPr>
            <p:nvPr/>
          </p:nvCxnSpPr>
          <p:spPr bwMode="gray">
            <a:xfrm flipV="1">
              <a:off x="4804663" y="3703188"/>
              <a:ext cx="0" cy="361499"/>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28" name="Oval 127">
              <a:extLst>
                <a:ext uri="{FF2B5EF4-FFF2-40B4-BE49-F238E27FC236}">
                  <a16:creationId xmlns:a16="http://schemas.microsoft.com/office/drawing/2014/main" id="{6BDDDC31-539B-1142-A323-E9B18D97E54A}"/>
                </a:ext>
              </a:extLst>
            </p:cNvPr>
            <p:cNvSpPr/>
            <p:nvPr/>
          </p:nvSpPr>
          <p:spPr>
            <a:xfrm>
              <a:off x="4566510" y="4057739"/>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29" name="Picture Placeholder 85" descr="Health Services&#10;">
              <a:extLst>
                <a:ext uri="{FF2B5EF4-FFF2-40B4-BE49-F238E27FC236}">
                  <a16:creationId xmlns:a16="http://schemas.microsoft.com/office/drawing/2014/main" id="{37665F9B-40D4-DB4E-8AF8-82C853CD8169}"/>
                </a:ext>
              </a:extLst>
            </p:cNvPr>
            <p:cNvSpPr/>
            <p:nvPr/>
          </p:nvSpPr>
          <p:spPr>
            <a:xfrm>
              <a:off x="4675376" y="4173916"/>
              <a:ext cx="262393" cy="262393"/>
            </a:xfrm>
            <a:custGeom>
              <a:avLst/>
              <a:gdLst>
                <a:gd name="connsiteX0" fmla="*/ 384789 w 600837"/>
                <a:gd name="connsiteY0" fmla="*/ 15812 h 600836"/>
                <a:gd name="connsiteX1" fmla="*/ 384789 w 600837"/>
                <a:gd name="connsiteY1" fmla="*/ 216112 h 600836"/>
                <a:gd name="connsiteX2" fmla="*/ 585026 w 600837"/>
                <a:gd name="connsiteY2" fmla="*/ 216112 h 600836"/>
                <a:gd name="connsiteX3" fmla="*/ 585026 w 600837"/>
                <a:gd name="connsiteY3" fmla="*/ 384789 h 600836"/>
                <a:gd name="connsiteX4" fmla="*/ 384789 w 600837"/>
                <a:gd name="connsiteY4" fmla="*/ 384789 h 600836"/>
                <a:gd name="connsiteX5" fmla="*/ 384789 w 600837"/>
                <a:gd name="connsiteY5" fmla="*/ 585026 h 600836"/>
                <a:gd name="connsiteX6" fmla="*/ 216112 w 600837"/>
                <a:gd name="connsiteY6" fmla="*/ 585026 h 600836"/>
                <a:gd name="connsiteX7" fmla="*/ 216112 w 600837"/>
                <a:gd name="connsiteY7" fmla="*/ 384789 h 600836"/>
                <a:gd name="connsiteX8" fmla="*/ 15812 w 600837"/>
                <a:gd name="connsiteY8" fmla="*/ 384789 h 600836"/>
                <a:gd name="connsiteX9" fmla="*/ 15812 w 600837"/>
                <a:gd name="connsiteY9" fmla="*/ 216112 h 600836"/>
                <a:gd name="connsiteX10" fmla="*/ 216112 w 600837"/>
                <a:gd name="connsiteY10" fmla="*/ 216112 h 600836"/>
                <a:gd name="connsiteX11" fmla="*/ 216112 w 600837"/>
                <a:gd name="connsiteY11" fmla="*/ 15812 h 600836"/>
                <a:gd name="connsiteX12" fmla="*/ 384789 w 600837"/>
                <a:gd name="connsiteY12" fmla="*/ 15812 h 600836"/>
                <a:gd name="connsiteX13" fmla="*/ 400600 w 600837"/>
                <a:gd name="connsiteY13" fmla="*/ 0 h 600836"/>
                <a:gd name="connsiteX14" fmla="*/ 200300 w 600837"/>
                <a:gd name="connsiteY14" fmla="*/ 0 h 600836"/>
                <a:gd name="connsiteX15" fmla="*/ 200300 w 600837"/>
                <a:gd name="connsiteY15" fmla="*/ 200300 h 600836"/>
                <a:gd name="connsiteX16" fmla="*/ 0 w 600837"/>
                <a:gd name="connsiteY16" fmla="*/ 200300 h 600836"/>
                <a:gd name="connsiteX17" fmla="*/ 0 w 600837"/>
                <a:gd name="connsiteY17" fmla="*/ 400600 h 600836"/>
                <a:gd name="connsiteX18" fmla="*/ 200300 w 600837"/>
                <a:gd name="connsiteY18" fmla="*/ 400600 h 600836"/>
                <a:gd name="connsiteX19" fmla="*/ 200300 w 600837"/>
                <a:gd name="connsiteY19" fmla="*/ 600837 h 600836"/>
                <a:gd name="connsiteX20" fmla="*/ 400600 w 600837"/>
                <a:gd name="connsiteY20" fmla="*/ 600837 h 600836"/>
                <a:gd name="connsiteX21" fmla="*/ 400600 w 600837"/>
                <a:gd name="connsiteY21" fmla="*/ 400600 h 600836"/>
                <a:gd name="connsiteX22" fmla="*/ 600837 w 600837"/>
                <a:gd name="connsiteY22" fmla="*/ 400600 h 600836"/>
                <a:gd name="connsiteX23" fmla="*/ 600837 w 600837"/>
                <a:gd name="connsiteY23" fmla="*/ 200300 h 600836"/>
                <a:gd name="connsiteX24" fmla="*/ 400600 w 600837"/>
                <a:gd name="connsiteY24" fmla="*/ 200300 h 600836"/>
                <a:gd name="connsiteX25" fmla="*/ 400600 w 600837"/>
                <a:gd name="connsiteY25" fmla="*/ 0 h 60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837" h="600836">
                  <a:moveTo>
                    <a:pt x="384789" y="15812"/>
                  </a:moveTo>
                  <a:lnTo>
                    <a:pt x="384789" y="216112"/>
                  </a:lnTo>
                  <a:lnTo>
                    <a:pt x="585026" y="216112"/>
                  </a:lnTo>
                  <a:lnTo>
                    <a:pt x="585026" y="384789"/>
                  </a:lnTo>
                  <a:lnTo>
                    <a:pt x="384789" y="384789"/>
                  </a:lnTo>
                  <a:lnTo>
                    <a:pt x="384789" y="585026"/>
                  </a:lnTo>
                  <a:lnTo>
                    <a:pt x="216112" y="585026"/>
                  </a:lnTo>
                  <a:lnTo>
                    <a:pt x="216112" y="384789"/>
                  </a:lnTo>
                  <a:lnTo>
                    <a:pt x="15812" y="384789"/>
                  </a:lnTo>
                  <a:lnTo>
                    <a:pt x="15812" y="216112"/>
                  </a:lnTo>
                  <a:lnTo>
                    <a:pt x="216112" y="216112"/>
                  </a:lnTo>
                  <a:lnTo>
                    <a:pt x="216112" y="15812"/>
                  </a:lnTo>
                  <a:lnTo>
                    <a:pt x="384789" y="15812"/>
                  </a:lnTo>
                  <a:moveTo>
                    <a:pt x="400600" y="0"/>
                  </a:moveTo>
                  <a:lnTo>
                    <a:pt x="200300" y="0"/>
                  </a:lnTo>
                  <a:lnTo>
                    <a:pt x="200300" y="200300"/>
                  </a:lnTo>
                  <a:lnTo>
                    <a:pt x="0" y="200300"/>
                  </a:lnTo>
                  <a:lnTo>
                    <a:pt x="0" y="400600"/>
                  </a:lnTo>
                  <a:lnTo>
                    <a:pt x="200300" y="400600"/>
                  </a:lnTo>
                  <a:lnTo>
                    <a:pt x="200300" y="600837"/>
                  </a:lnTo>
                  <a:lnTo>
                    <a:pt x="400600" y="600837"/>
                  </a:lnTo>
                  <a:lnTo>
                    <a:pt x="400600" y="400600"/>
                  </a:lnTo>
                  <a:lnTo>
                    <a:pt x="600837" y="400600"/>
                  </a:lnTo>
                  <a:lnTo>
                    <a:pt x="600837" y="200300"/>
                  </a:lnTo>
                  <a:lnTo>
                    <a:pt x="400600" y="200300"/>
                  </a:lnTo>
                  <a:lnTo>
                    <a:pt x="400600" y="0"/>
                  </a:lnTo>
                  <a:close/>
                </a:path>
              </a:pathLst>
            </a:custGeom>
            <a:solidFill>
              <a:schemeClr val="tx1"/>
            </a:solid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20" name="Group 19">
            <a:extLst>
              <a:ext uri="{FF2B5EF4-FFF2-40B4-BE49-F238E27FC236}">
                <a16:creationId xmlns:a16="http://schemas.microsoft.com/office/drawing/2014/main" id="{9D89FBFF-3AA6-4409-A49B-BF80384786A0}"/>
              </a:ext>
            </a:extLst>
          </p:cNvPr>
          <p:cNvGrpSpPr/>
          <p:nvPr/>
        </p:nvGrpSpPr>
        <p:grpSpPr>
          <a:xfrm>
            <a:off x="10254847" y="1261010"/>
            <a:ext cx="758008" cy="1300703"/>
            <a:chOff x="10254847" y="1436575"/>
            <a:chExt cx="758008" cy="1300703"/>
          </a:xfrm>
        </p:grpSpPr>
        <p:sp>
          <p:nvSpPr>
            <p:cNvPr id="154" name="Oval 153">
              <a:extLst>
                <a:ext uri="{FF2B5EF4-FFF2-40B4-BE49-F238E27FC236}">
                  <a16:creationId xmlns:a16="http://schemas.microsoft.com/office/drawing/2014/main" id="{1D63C571-51C3-684A-B236-16BF585D1B4F}"/>
                </a:ext>
              </a:extLst>
            </p:cNvPr>
            <p:cNvSpPr/>
            <p:nvPr/>
          </p:nvSpPr>
          <p:spPr>
            <a:xfrm>
              <a:off x="10408396"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55" name="Rounded Rectangle 36">
              <a:extLst>
                <a:ext uri="{FF2B5EF4-FFF2-40B4-BE49-F238E27FC236}">
                  <a16:creationId xmlns:a16="http://schemas.microsoft.com/office/drawing/2014/main" id="{5B9D31DD-465F-DC4A-BDDF-10E76541757F}"/>
                </a:ext>
              </a:extLst>
            </p:cNvPr>
            <p:cNvSpPr/>
            <p:nvPr/>
          </p:nvSpPr>
          <p:spPr>
            <a:xfrm>
              <a:off x="10254847"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Delta-Based</a:t>
              </a:r>
            </a:p>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Failback</a:t>
              </a:r>
            </a:p>
          </p:txBody>
        </p:sp>
        <p:grpSp>
          <p:nvGrpSpPr>
            <p:cNvPr id="212" name="Picture Placeholder 111" descr="Future-Proof&#10;">
              <a:extLst>
                <a:ext uri="{FF2B5EF4-FFF2-40B4-BE49-F238E27FC236}">
                  <a16:creationId xmlns:a16="http://schemas.microsoft.com/office/drawing/2014/main" id="{986D2E4B-B3A3-1448-A3E2-B7694DB7CA30}"/>
                </a:ext>
              </a:extLst>
            </p:cNvPr>
            <p:cNvGrpSpPr>
              <a:grpSpLocks noChangeAspect="1"/>
            </p:cNvGrpSpPr>
            <p:nvPr/>
          </p:nvGrpSpPr>
          <p:grpSpPr>
            <a:xfrm flipH="1">
              <a:off x="10501120" y="1998409"/>
              <a:ext cx="274249" cy="283388"/>
              <a:chOff x="8459498" y="3193521"/>
              <a:chExt cx="553154" cy="571588"/>
            </a:xfrm>
            <a:solidFill>
              <a:schemeClr val="tx1"/>
            </a:solidFill>
          </p:grpSpPr>
          <p:sp>
            <p:nvSpPr>
              <p:cNvPr id="213" name="Picture Placeholder 111">
                <a:extLst>
                  <a:ext uri="{FF2B5EF4-FFF2-40B4-BE49-F238E27FC236}">
                    <a16:creationId xmlns:a16="http://schemas.microsoft.com/office/drawing/2014/main" id="{151CEC21-45DD-A648-9426-1E7C655EE4C0}"/>
                  </a:ext>
                </a:extLst>
              </p:cNvPr>
              <p:cNvSpPr/>
              <p:nvPr/>
            </p:nvSpPr>
            <p:spPr>
              <a:xfrm>
                <a:off x="8600537" y="3334854"/>
                <a:ext cx="284606" cy="285200"/>
              </a:xfrm>
              <a:custGeom>
                <a:avLst/>
                <a:gdLst>
                  <a:gd name="connsiteX0" fmla="*/ 142304 w 284606"/>
                  <a:gd name="connsiteY0" fmla="*/ 285200 h 285200"/>
                  <a:gd name="connsiteX1" fmla="*/ 0 w 284606"/>
                  <a:gd name="connsiteY1" fmla="*/ 142600 h 285200"/>
                  <a:gd name="connsiteX2" fmla="*/ 142304 w 284606"/>
                  <a:gd name="connsiteY2" fmla="*/ 0 h 285200"/>
                  <a:gd name="connsiteX3" fmla="*/ 284607 w 284606"/>
                  <a:gd name="connsiteY3" fmla="*/ 142600 h 285200"/>
                  <a:gd name="connsiteX4" fmla="*/ 142304 w 284606"/>
                  <a:gd name="connsiteY4" fmla="*/ 285200 h 285200"/>
                  <a:gd name="connsiteX5" fmla="*/ 142304 w 284606"/>
                  <a:gd name="connsiteY5" fmla="*/ 15844 h 285200"/>
                  <a:gd name="connsiteX6" fmla="*/ 15812 w 284606"/>
                  <a:gd name="connsiteY6" fmla="*/ 142600 h 285200"/>
                  <a:gd name="connsiteX7" fmla="*/ 142304 w 284606"/>
                  <a:gd name="connsiteY7" fmla="*/ 269356 h 285200"/>
                  <a:gd name="connsiteX8" fmla="*/ 268795 w 284606"/>
                  <a:gd name="connsiteY8" fmla="*/ 142600 h 285200"/>
                  <a:gd name="connsiteX9" fmla="*/ 142304 w 284606"/>
                  <a:gd name="connsiteY9" fmla="*/ 15844 h 2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4606" h="285200">
                    <a:moveTo>
                      <a:pt x="142304" y="285200"/>
                    </a:moveTo>
                    <a:cubicBezTo>
                      <a:pt x="63878" y="285200"/>
                      <a:pt x="0" y="221189"/>
                      <a:pt x="0" y="142600"/>
                    </a:cubicBezTo>
                    <a:cubicBezTo>
                      <a:pt x="0" y="64012"/>
                      <a:pt x="63878" y="0"/>
                      <a:pt x="142304" y="0"/>
                    </a:cubicBezTo>
                    <a:cubicBezTo>
                      <a:pt x="220729" y="0"/>
                      <a:pt x="284607" y="64012"/>
                      <a:pt x="284607" y="142600"/>
                    </a:cubicBezTo>
                    <a:cubicBezTo>
                      <a:pt x="284607" y="221189"/>
                      <a:pt x="220729" y="285200"/>
                      <a:pt x="142304" y="285200"/>
                    </a:cubicBezTo>
                    <a:close/>
                    <a:moveTo>
                      <a:pt x="142304" y="15844"/>
                    </a:moveTo>
                    <a:cubicBezTo>
                      <a:pt x="72733" y="15844"/>
                      <a:pt x="15812" y="72885"/>
                      <a:pt x="15812" y="142600"/>
                    </a:cubicBezTo>
                    <a:cubicBezTo>
                      <a:pt x="15812" y="212316"/>
                      <a:pt x="72733" y="269356"/>
                      <a:pt x="142304" y="269356"/>
                    </a:cubicBezTo>
                    <a:cubicBezTo>
                      <a:pt x="211874" y="269356"/>
                      <a:pt x="268795" y="212316"/>
                      <a:pt x="268795" y="142600"/>
                    </a:cubicBezTo>
                    <a:cubicBezTo>
                      <a:pt x="268795" y="72885"/>
                      <a:pt x="212507" y="15844"/>
                      <a:pt x="142304" y="15844"/>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14" name="Picture Placeholder 111">
                <a:extLst>
                  <a:ext uri="{FF2B5EF4-FFF2-40B4-BE49-F238E27FC236}">
                    <a16:creationId xmlns:a16="http://schemas.microsoft.com/office/drawing/2014/main" id="{100F1355-8FEF-0244-99C2-A26E8E9029C7}"/>
                  </a:ext>
                </a:extLst>
              </p:cNvPr>
              <p:cNvSpPr/>
              <p:nvPr/>
            </p:nvSpPr>
            <p:spPr>
              <a:xfrm>
                <a:off x="8728294" y="3416611"/>
                <a:ext cx="66882" cy="123586"/>
              </a:xfrm>
              <a:custGeom>
                <a:avLst/>
                <a:gdLst>
                  <a:gd name="connsiteX0" fmla="*/ 59451 w 66882"/>
                  <a:gd name="connsiteY0" fmla="*/ 123587 h 123586"/>
                  <a:gd name="connsiteX1" fmla="*/ 53759 w 66882"/>
                  <a:gd name="connsiteY1" fmla="*/ 121052 h 123586"/>
                  <a:gd name="connsiteX2" fmla="*/ 0 w 66882"/>
                  <a:gd name="connsiteY2" fmla="*/ 65279 h 123586"/>
                  <a:gd name="connsiteX3" fmla="*/ 0 w 66882"/>
                  <a:gd name="connsiteY3" fmla="*/ 7605 h 123586"/>
                  <a:gd name="connsiteX4" fmla="*/ 7590 w 66882"/>
                  <a:gd name="connsiteY4" fmla="*/ 0 h 123586"/>
                  <a:gd name="connsiteX5" fmla="*/ 15179 w 66882"/>
                  <a:gd name="connsiteY5" fmla="*/ 7605 h 123586"/>
                  <a:gd name="connsiteX6" fmla="*/ 15179 w 66882"/>
                  <a:gd name="connsiteY6" fmla="*/ 58941 h 123586"/>
                  <a:gd name="connsiteX7" fmla="*/ 64511 w 66882"/>
                  <a:gd name="connsiteY7" fmla="*/ 110277 h 123586"/>
                  <a:gd name="connsiteX8" fmla="*/ 64511 w 66882"/>
                  <a:gd name="connsiteY8" fmla="*/ 121685 h 123586"/>
                  <a:gd name="connsiteX9" fmla="*/ 59451 w 66882"/>
                  <a:gd name="connsiteY9" fmla="*/ 123587 h 123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882" h="123586">
                    <a:moveTo>
                      <a:pt x="59451" y="123587"/>
                    </a:moveTo>
                    <a:cubicBezTo>
                      <a:pt x="57554" y="123587"/>
                      <a:pt x="55024" y="122953"/>
                      <a:pt x="53759" y="121052"/>
                    </a:cubicBezTo>
                    <a:lnTo>
                      <a:pt x="0" y="65279"/>
                    </a:lnTo>
                    <a:lnTo>
                      <a:pt x="0" y="7605"/>
                    </a:lnTo>
                    <a:cubicBezTo>
                      <a:pt x="0" y="3169"/>
                      <a:pt x="3795" y="0"/>
                      <a:pt x="7590" y="0"/>
                    </a:cubicBezTo>
                    <a:cubicBezTo>
                      <a:pt x="11384" y="0"/>
                      <a:pt x="15179" y="3803"/>
                      <a:pt x="15179" y="7605"/>
                    </a:cubicBezTo>
                    <a:lnTo>
                      <a:pt x="15179" y="58941"/>
                    </a:lnTo>
                    <a:lnTo>
                      <a:pt x="64511" y="110277"/>
                    </a:lnTo>
                    <a:cubicBezTo>
                      <a:pt x="67673" y="113446"/>
                      <a:pt x="67673" y="118517"/>
                      <a:pt x="64511" y="121685"/>
                    </a:cubicBezTo>
                    <a:cubicBezTo>
                      <a:pt x="63246" y="122319"/>
                      <a:pt x="61349" y="123587"/>
                      <a:pt x="59451" y="12358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15" name="Picture Placeholder 111">
                <a:extLst>
                  <a:ext uri="{FF2B5EF4-FFF2-40B4-BE49-F238E27FC236}">
                    <a16:creationId xmlns:a16="http://schemas.microsoft.com/office/drawing/2014/main" id="{2B516E8C-F0D7-9D49-BA0F-63B0145730DB}"/>
                  </a:ext>
                </a:extLst>
              </p:cNvPr>
              <p:cNvSpPr/>
              <p:nvPr/>
            </p:nvSpPr>
            <p:spPr>
              <a:xfrm>
                <a:off x="8537291" y="3271476"/>
                <a:ext cx="411098" cy="411955"/>
              </a:xfrm>
              <a:custGeom>
                <a:avLst/>
                <a:gdLst>
                  <a:gd name="connsiteX0" fmla="*/ 214404 w 411098"/>
                  <a:gd name="connsiteY0" fmla="*/ 411956 h 411955"/>
                  <a:gd name="connsiteX1" fmla="*/ 213771 w 411098"/>
                  <a:gd name="connsiteY1" fmla="*/ 396111 h 411955"/>
                  <a:gd name="connsiteX2" fmla="*/ 228951 w 411098"/>
                  <a:gd name="connsiteY2" fmla="*/ 394844 h 411955"/>
                  <a:gd name="connsiteX3" fmla="*/ 230848 w 411098"/>
                  <a:gd name="connsiteY3" fmla="*/ 410688 h 411955"/>
                  <a:gd name="connsiteX4" fmla="*/ 214404 w 411098"/>
                  <a:gd name="connsiteY4" fmla="*/ 411956 h 411955"/>
                  <a:gd name="connsiteX5" fmla="*/ 181516 w 411098"/>
                  <a:gd name="connsiteY5" fmla="*/ 410688 h 411955"/>
                  <a:gd name="connsiteX6" fmla="*/ 165072 w 411098"/>
                  <a:gd name="connsiteY6" fmla="*/ 408153 h 411955"/>
                  <a:gd name="connsiteX7" fmla="*/ 168234 w 411098"/>
                  <a:gd name="connsiteY7" fmla="*/ 392309 h 411955"/>
                  <a:gd name="connsiteX8" fmla="*/ 183413 w 411098"/>
                  <a:gd name="connsiteY8" fmla="*/ 394844 h 411955"/>
                  <a:gd name="connsiteX9" fmla="*/ 181516 w 411098"/>
                  <a:gd name="connsiteY9" fmla="*/ 410688 h 411955"/>
                  <a:gd name="connsiteX10" fmla="*/ 263103 w 411098"/>
                  <a:gd name="connsiteY10" fmla="*/ 403717 h 411955"/>
                  <a:gd name="connsiteX11" fmla="*/ 258676 w 411098"/>
                  <a:gd name="connsiteY11" fmla="*/ 388506 h 411955"/>
                  <a:gd name="connsiteX12" fmla="*/ 273223 w 411098"/>
                  <a:gd name="connsiteY12" fmla="*/ 383436 h 411955"/>
                  <a:gd name="connsiteX13" fmla="*/ 278915 w 411098"/>
                  <a:gd name="connsiteY13" fmla="*/ 398013 h 411955"/>
                  <a:gd name="connsiteX14" fmla="*/ 263103 w 411098"/>
                  <a:gd name="connsiteY14" fmla="*/ 403717 h 411955"/>
                  <a:gd name="connsiteX15" fmla="*/ 132817 w 411098"/>
                  <a:gd name="connsiteY15" fmla="*/ 398647 h 411955"/>
                  <a:gd name="connsiteX16" fmla="*/ 117638 w 411098"/>
                  <a:gd name="connsiteY16" fmla="*/ 392309 h 411955"/>
                  <a:gd name="connsiteX17" fmla="*/ 124595 w 411098"/>
                  <a:gd name="connsiteY17" fmla="*/ 377732 h 411955"/>
                  <a:gd name="connsiteX18" fmla="*/ 138509 w 411098"/>
                  <a:gd name="connsiteY18" fmla="*/ 383436 h 411955"/>
                  <a:gd name="connsiteX19" fmla="*/ 132817 w 411098"/>
                  <a:gd name="connsiteY19" fmla="*/ 398647 h 411955"/>
                  <a:gd name="connsiteX20" fmla="*/ 308640 w 411098"/>
                  <a:gd name="connsiteY20" fmla="*/ 384703 h 411955"/>
                  <a:gd name="connsiteX21" fmla="*/ 300418 w 411098"/>
                  <a:gd name="connsiteY21" fmla="*/ 370760 h 411955"/>
                  <a:gd name="connsiteX22" fmla="*/ 313068 w 411098"/>
                  <a:gd name="connsiteY22" fmla="*/ 362521 h 411955"/>
                  <a:gd name="connsiteX23" fmla="*/ 321922 w 411098"/>
                  <a:gd name="connsiteY23" fmla="*/ 375831 h 411955"/>
                  <a:gd name="connsiteX24" fmla="*/ 308640 w 411098"/>
                  <a:gd name="connsiteY24" fmla="*/ 384703 h 411955"/>
                  <a:gd name="connsiteX25" fmla="*/ 89177 w 411098"/>
                  <a:gd name="connsiteY25" fmla="*/ 375831 h 411955"/>
                  <a:gd name="connsiteX26" fmla="*/ 75895 w 411098"/>
                  <a:gd name="connsiteY26" fmla="*/ 365690 h 411955"/>
                  <a:gd name="connsiteX27" fmla="*/ 86015 w 411098"/>
                  <a:gd name="connsiteY27" fmla="*/ 353648 h 411955"/>
                  <a:gd name="connsiteX28" fmla="*/ 98031 w 411098"/>
                  <a:gd name="connsiteY28" fmla="*/ 362521 h 411955"/>
                  <a:gd name="connsiteX29" fmla="*/ 89177 w 411098"/>
                  <a:gd name="connsiteY29" fmla="*/ 375831 h 411955"/>
                  <a:gd name="connsiteX30" fmla="*/ 348485 w 411098"/>
                  <a:gd name="connsiteY30" fmla="*/ 354282 h 411955"/>
                  <a:gd name="connsiteX31" fmla="*/ 337101 w 411098"/>
                  <a:gd name="connsiteY31" fmla="*/ 342874 h 411955"/>
                  <a:gd name="connsiteX32" fmla="*/ 347853 w 411098"/>
                  <a:gd name="connsiteY32" fmla="*/ 332100 h 411955"/>
                  <a:gd name="connsiteX33" fmla="*/ 359870 w 411098"/>
                  <a:gd name="connsiteY33" fmla="*/ 342874 h 411955"/>
                  <a:gd name="connsiteX34" fmla="*/ 348485 w 411098"/>
                  <a:gd name="connsiteY34" fmla="*/ 354282 h 411955"/>
                  <a:gd name="connsiteX35" fmla="*/ 51862 w 411098"/>
                  <a:gd name="connsiteY35" fmla="*/ 342874 h 411955"/>
                  <a:gd name="connsiteX36" fmla="*/ 41110 w 411098"/>
                  <a:gd name="connsiteY36" fmla="*/ 330198 h 411955"/>
                  <a:gd name="connsiteX37" fmla="*/ 53759 w 411098"/>
                  <a:gd name="connsiteY37" fmla="*/ 320692 h 411955"/>
                  <a:gd name="connsiteX38" fmla="*/ 63246 w 411098"/>
                  <a:gd name="connsiteY38" fmla="*/ 332734 h 411955"/>
                  <a:gd name="connsiteX39" fmla="*/ 51862 w 411098"/>
                  <a:gd name="connsiteY39" fmla="*/ 342874 h 411955"/>
                  <a:gd name="connsiteX40" fmla="*/ 379476 w 411098"/>
                  <a:gd name="connsiteY40" fmla="*/ 316255 h 411955"/>
                  <a:gd name="connsiteX41" fmla="*/ 366194 w 411098"/>
                  <a:gd name="connsiteY41" fmla="*/ 308016 h 411955"/>
                  <a:gd name="connsiteX42" fmla="*/ 373784 w 411098"/>
                  <a:gd name="connsiteY42" fmla="*/ 294707 h 411955"/>
                  <a:gd name="connsiteX43" fmla="*/ 387698 w 411098"/>
                  <a:gd name="connsiteY43" fmla="*/ 302312 h 411955"/>
                  <a:gd name="connsiteX44" fmla="*/ 379476 w 411098"/>
                  <a:gd name="connsiteY44" fmla="*/ 316255 h 411955"/>
                  <a:gd name="connsiteX45" fmla="*/ 24033 w 411098"/>
                  <a:gd name="connsiteY45" fmla="*/ 302312 h 411955"/>
                  <a:gd name="connsiteX46" fmla="*/ 17076 w 411098"/>
                  <a:gd name="connsiteY46" fmla="*/ 287102 h 411955"/>
                  <a:gd name="connsiteX47" fmla="*/ 31623 w 411098"/>
                  <a:gd name="connsiteY47" fmla="*/ 280764 h 411955"/>
                  <a:gd name="connsiteX48" fmla="*/ 37948 w 411098"/>
                  <a:gd name="connsiteY48" fmla="*/ 294707 h 411955"/>
                  <a:gd name="connsiteX49" fmla="*/ 24033 w 411098"/>
                  <a:gd name="connsiteY49" fmla="*/ 302312 h 411955"/>
                  <a:gd name="connsiteX50" fmla="*/ 400980 w 411098"/>
                  <a:gd name="connsiteY50" fmla="*/ 271257 h 411955"/>
                  <a:gd name="connsiteX51" fmla="*/ 385801 w 411098"/>
                  <a:gd name="connsiteY51" fmla="*/ 266187 h 411955"/>
                  <a:gd name="connsiteX52" fmla="*/ 390228 w 411098"/>
                  <a:gd name="connsiteY52" fmla="*/ 251610 h 411955"/>
                  <a:gd name="connsiteX53" fmla="*/ 405407 w 411098"/>
                  <a:gd name="connsiteY53" fmla="*/ 255413 h 411955"/>
                  <a:gd name="connsiteX54" fmla="*/ 400980 w 411098"/>
                  <a:gd name="connsiteY54" fmla="*/ 271257 h 411955"/>
                  <a:gd name="connsiteX55" fmla="*/ 6325 w 411098"/>
                  <a:gd name="connsiteY55" fmla="*/ 256046 h 411955"/>
                  <a:gd name="connsiteX56" fmla="*/ 3162 w 411098"/>
                  <a:gd name="connsiteY56" fmla="*/ 239568 h 411955"/>
                  <a:gd name="connsiteX57" fmla="*/ 18974 w 411098"/>
                  <a:gd name="connsiteY57" fmla="*/ 237033 h 411955"/>
                  <a:gd name="connsiteX58" fmla="*/ 22136 w 411098"/>
                  <a:gd name="connsiteY58" fmla="*/ 252244 h 411955"/>
                  <a:gd name="connsiteX59" fmla="*/ 6325 w 411098"/>
                  <a:gd name="connsiteY59" fmla="*/ 256046 h 411955"/>
                  <a:gd name="connsiteX60" fmla="*/ 410467 w 411098"/>
                  <a:gd name="connsiteY60" fmla="*/ 222456 h 411955"/>
                  <a:gd name="connsiteX61" fmla="*/ 394655 w 411098"/>
                  <a:gd name="connsiteY61" fmla="*/ 221189 h 411955"/>
                  <a:gd name="connsiteX62" fmla="*/ 395287 w 411098"/>
                  <a:gd name="connsiteY62" fmla="*/ 205978 h 411955"/>
                  <a:gd name="connsiteX63" fmla="*/ 395287 w 411098"/>
                  <a:gd name="connsiteY63" fmla="*/ 205344 h 411955"/>
                  <a:gd name="connsiteX64" fmla="*/ 411099 w 411098"/>
                  <a:gd name="connsiteY64" fmla="*/ 205344 h 411955"/>
                  <a:gd name="connsiteX65" fmla="*/ 411099 w 411098"/>
                  <a:gd name="connsiteY65" fmla="*/ 205978 h 411955"/>
                  <a:gd name="connsiteX66" fmla="*/ 410467 w 411098"/>
                  <a:gd name="connsiteY66" fmla="*/ 222456 h 411955"/>
                  <a:gd name="connsiteX67" fmla="*/ 0 w 411098"/>
                  <a:gd name="connsiteY67" fmla="*/ 206612 h 411955"/>
                  <a:gd name="connsiteX68" fmla="*/ 0 w 411098"/>
                  <a:gd name="connsiteY68" fmla="*/ 206612 h 411955"/>
                  <a:gd name="connsiteX69" fmla="*/ 632 w 411098"/>
                  <a:gd name="connsiteY69" fmla="*/ 190133 h 411955"/>
                  <a:gd name="connsiteX70" fmla="*/ 16444 w 411098"/>
                  <a:gd name="connsiteY70" fmla="*/ 191401 h 411955"/>
                  <a:gd name="connsiteX71" fmla="*/ 15812 w 411098"/>
                  <a:gd name="connsiteY71" fmla="*/ 206612 h 411955"/>
                  <a:gd name="connsiteX72" fmla="*/ 0 w 411098"/>
                  <a:gd name="connsiteY72" fmla="*/ 206612 h 411955"/>
                  <a:gd name="connsiteX73" fmla="*/ 392758 w 411098"/>
                  <a:gd name="connsiteY73" fmla="*/ 174923 h 411955"/>
                  <a:gd name="connsiteX74" fmla="*/ 389595 w 411098"/>
                  <a:gd name="connsiteY74" fmla="*/ 159712 h 411955"/>
                  <a:gd name="connsiteX75" fmla="*/ 404774 w 411098"/>
                  <a:gd name="connsiteY75" fmla="*/ 155909 h 411955"/>
                  <a:gd name="connsiteX76" fmla="*/ 407937 w 411098"/>
                  <a:gd name="connsiteY76" fmla="*/ 172388 h 411955"/>
                  <a:gd name="connsiteX77" fmla="*/ 392758 w 411098"/>
                  <a:gd name="connsiteY77" fmla="*/ 174923 h 411955"/>
                  <a:gd name="connsiteX78" fmla="*/ 21504 w 411098"/>
                  <a:gd name="connsiteY78" fmla="*/ 160980 h 411955"/>
                  <a:gd name="connsiteX79" fmla="*/ 6325 w 411098"/>
                  <a:gd name="connsiteY79" fmla="*/ 157177 h 411955"/>
                  <a:gd name="connsiteX80" fmla="*/ 10752 w 411098"/>
                  <a:gd name="connsiteY80" fmla="*/ 141333 h 411955"/>
                  <a:gd name="connsiteX81" fmla="*/ 25931 w 411098"/>
                  <a:gd name="connsiteY81" fmla="*/ 146403 h 411955"/>
                  <a:gd name="connsiteX82" fmla="*/ 21504 w 411098"/>
                  <a:gd name="connsiteY82" fmla="*/ 160980 h 411955"/>
                  <a:gd name="connsiteX83" fmla="*/ 380108 w 411098"/>
                  <a:gd name="connsiteY83" fmla="*/ 131192 h 411955"/>
                  <a:gd name="connsiteX84" fmla="*/ 373784 w 411098"/>
                  <a:gd name="connsiteY84" fmla="*/ 117249 h 411955"/>
                  <a:gd name="connsiteX85" fmla="*/ 387698 w 411098"/>
                  <a:gd name="connsiteY85" fmla="*/ 109644 h 411955"/>
                  <a:gd name="connsiteX86" fmla="*/ 394655 w 411098"/>
                  <a:gd name="connsiteY86" fmla="*/ 124854 h 411955"/>
                  <a:gd name="connsiteX87" fmla="*/ 380108 w 411098"/>
                  <a:gd name="connsiteY87" fmla="*/ 131192 h 411955"/>
                  <a:gd name="connsiteX88" fmla="*/ 37315 w 411098"/>
                  <a:gd name="connsiteY88" fmla="*/ 117883 h 411955"/>
                  <a:gd name="connsiteX89" fmla="*/ 23401 w 411098"/>
                  <a:gd name="connsiteY89" fmla="*/ 110277 h 411955"/>
                  <a:gd name="connsiteX90" fmla="*/ 31623 w 411098"/>
                  <a:gd name="connsiteY90" fmla="*/ 95701 h 411955"/>
                  <a:gd name="connsiteX91" fmla="*/ 44905 w 411098"/>
                  <a:gd name="connsiteY91" fmla="*/ 103940 h 411955"/>
                  <a:gd name="connsiteX92" fmla="*/ 37315 w 411098"/>
                  <a:gd name="connsiteY92" fmla="*/ 117883 h 411955"/>
                  <a:gd name="connsiteX93" fmla="*/ 357340 w 411098"/>
                  <a:gd name="connsiteY93" fmla="*/ 91264 h 411955"/>
                  <a:gd name="connsiteX94" fmla="*/ 347853 w 411098"/>
                  <a:gd name="connsiteY94" fmla="*/ 79222 h 411955"/>
                  <a:gd name="connsiteX95" fmla="*/ 359870 w 411098"/>
                  <a:gd name="connsiteY95" fmla="*/ 68448 h 411955"/>
                  <a:gd name="connsiteX96" fmla="*/ 370622 w 411098"/>
                  <a:gd name="connsiteY96" fmla="*/ 81124 h 411955"/>
                  <a:gd name="connsiteX97" fmla="*/ 357340 w 411098"/>
                  <a:gd name="connsiteY97" fmla="*/ 91264 h 411955"/>
                  <a:gd name="connsiteX98" fmla="*/ 63246 w 411098"/>
                  <a:gd name="connsiteY98" fmla="*/ 80490 h 411955"/>
                  <a:gd name="connsiteX99" fmla="*/ 51229 w 411098"/>
                  <a:gd name="connsiteY99" fmla="*/ 69716 h 411955"/>
                  <a:gd name="connsiteX100" fmla="*/ 62614 w 411098"/>
                  <a:gd name="connsiteY100" fmla="*/ 57674 h 411955"/>
                  <a:gd name="connsiteX101" fmla="*/ 73365 w 411098"/>
                  <a:gd name="connsiteY101" fmla="*/ 69082 h 411955"/>
                  <a:gd name="connsiteX102" fmla="*/ 63246 w 411098"/>
                  <a:gd name="connsiteY102" fmla="*/ 80490 h 411955"/>
                  <a:gd name="connsiteX103" fmla="*/ 325084 w 411098"/>
                  <a:gd name="connsiteY103" fmla="*/ 58308 h 411955"/>
                  <a:gd name="connsiteX104" fmla="*/ 313068 w 411098"/>
                  <a:gd name="connsiteY104" fmla="*/ 49435 h 411955"/>
                  <a:gd name="connsiteX105" fmla="*/ 321922 w 411098"/>
                  <a:gd name="connsiteY105" fmla="*/ 36125 h 411955"/>
                  <a:gd name="connsiteX106" fmla="*/ 335204 w 411098"/>
                  <a:gd name="connsiteY106" fmla="*/ 46266 h 411955"/>
                  <a:gd name="connsiteX107" fmla="*/ 325084 w 411098"/>
                  <a:gd name="connsiteY107" fmla="*/ 58308 h 411955"/>
                  <a:gd name="connsiteX108" fmla="*/ 97399 w 411098"/>
                  <a:gd name="connsiteY108" fmla="*/ 50068 h 411955"/>
                  <a:gd name="connsiteX109" fmla="*/ 88544 w 411098"/>
                  <a:gd name="connsiteY109" fmla="*/ 36759 h 411955"/>
                  <a:gd name="connsiteX110" fmla="*/ 102459 w 411098"/>
                  <a:gd name="connsiteY110" fmla="*/ 27886 h 411955"/>
                  <a:gd name="connsiteX111" fmla="*/ 110681 w 411098"/>
                  <a:gd name="connsiteY111" fmla="*/ 41829 h 411955"/>
                  <a:gd name="connsiteX112" fmla="*/ 97399 w 411098"/>
                  <a:gd name="connsiteY112" fmla="*/ 50068 h 411955"/>
                  <a:gd name="connsiteX113" fmla="*/ 286504 w 411098"/>
                  <a:gd name="connsiteY113" fmla="*/ 34224 h 411955"/>
                  <a:gd name="connsiteX114" fmla="*/ 272590 w 411098"/>
                  <a:gd name="connsiteY114" fmla="*/ 28520 h 411955"/>
                  <a:gd name="connsiteX115" fmla="*/ 278282 w 411098"/>
                  <a:gd name="connsiteY115" fmla="*/ 13943 h 411955"/>
                  <a:gd name="connsiteX116" fmla="*/ 293461 w 411098"/>
                  <a:gd name="connsiteY116" fmla="*/ 20281 h 411955"/>
                  <a:gd name="connsiteX117" fmla="*/ 286504 w 411098"/>
                  <a:gd name="connsiteY117" fmla="*/ 34224 h 411955"/>
                  <a:gd name="connsiteX118" fmla="*/ 137876 w 411098"/>
                  <a:gd name="connsiteY118" fmla="*/ 28520 h 411955"/>
                  <a:gd name="connsiteX119" fmla="*/ 132184 w 411098"/>
                  <a:gd name="connsiteY119" fmla="*/ 13943 h 411955"/>
                  <a:gd name="connsiteX120" fmla="*/ 147996 w 411098"/>
                  <a:gd name="connsiteY120" fmla="*/ 8873 h 411955"/>
                  <a:gd name="connsiteX121" fmla="*/ 152423 w 411098"/>
                  <a:gd name="connsiteY121" fmla="*/ 24084 h 411955"/>
                  <a:gd name="connsiteX122" fmla="*/ 137876 w 411098"/>
                  <a:gd name="connsiteY122" fmla="*/ 28520 h 411955"/>
                  <a:gd name="connsiteX123" fmla="*/ 242865 w 411098"/>
                  <a:gd name="connsiteY123" fmla="*/ 19647 h 411955"/>
                  <a:gd name="connsiteX124" fmla="*/ 227686 w 411098"/>
                  <a:gd name="connsiteY124" fmla="*/ 17112 h 411955"/>
                  <a:gd name="connsiteX125" fmla="*/ 229583 w 411098"/>
                  <a:gd name="connsiteY125" fmla="*/ 1268 h 411955"/>
                  <a:gd name="connsiteX126" fmla="*/ 246027 w 411098"/>
                  <a:gd name="connsiteY126" fmla="*/ 3803 h 411955"/>
                  <a:gd name="connsiteX127" fmla="*/ 242865 w 411098"/>
                  <a:gd name="connsiteY127" fmla="*/ 19647 h 411955"/>
                  <a:gd name="connsiteX128" fmla="*/ 182148 w 411098"/>
                  <a:gd name="connsiteY128" fmla="*/ 17112 h 411955"/>
                  <a:gd name="connsiteX129" fmla="*/ 180251 w 411098"/>
                  <a:gd name="connsiteY129" fmla="*/ 1268 h 411955"/>
                  <a:gd name="connsiteX130" fmla="*/ 196695 w 411098"/>
                  <a:gd name="connsiteY130" fmla="*/ 0 h 411955"/>
                  <a:gd name="connsiteX131" fmla="*/ 197328 w 411098"/>
                  <a:gd name="connsiteY131" fmla="*/ 15844 h 411955"/>
                  <a:gd name="connsiteX132" fmla="*/ 182148 w 411098"/>
                  <a:gd name="connsiteY132" fmla="*/ 17112 h 41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11098" h="411955">
                    <a:moveTo>
                      <a:pt x="214404" y="411956"/>
                    </a:moveTo>
                    <a:lnTo>
                      <a:pt x="213771" y="396111"/>
                    </a:lnTo>
                    <a:cubicBezTo>
                      <a:pt x="218831" y="396111"/>
                      <a:pt x="223891" y="395478"/>
                      <a:pt x="228951" y="394844"/>
                    </a:cubicBezTo>
                    <a:lnTo>
                      <a:pt x="230848" y="410688"/>
                    </a:lnTo>
                    <a:cubicBezTo>
                      <a:pt x="225156" y="411322"/>
                      <a:pt x="220096" y="411956"/>
                      <a:pt x="214404" y="411956"/>
                    </a:cubicBezTo>
                    <a:close/>
                    <a:moveTo>
                      <a:pt x="181516" y="410688"/>
                    </a:moveTo>
                    <a:cubicBezTo>
                      <a:pt x="175824" y="410055"/>
                      <a:pt x="170764" y="409421"/>
                      <a:pt x="165072" y="408153"/>
                    </a:cubicBezTo>
                    <a:lnTo>
                      <a:pt x="168234" y="392309"/>
                    </a:lnTo>
                    <a:cubicBezTo>
                      <a:pt x="173294" y="393576"/>
                      <a:pt x="178354" y="394210"/>
                      <a:pt x="183413" y="394844"/>
                    </a:cubicBezTo>
                    <a:lnTo>
                      <a:pt x="181516" y="410688"/>
                    </a:lnTo>
                    <a:close/>
                    <a:moveTo>
                      <a:pt x="263103" y="403717"/>
                    </a:moveTo>
                    <a:lnTo>
                      <a:pt x="258676" y="388506"/>
                    </a:lnTo>
                    <a:cubicBezTo>
                      <a:pt x="263736" y="387239"/>
                      <a:pt x="268163" y="385337"/>
                      <a:pt x="273223" y="383436"/>
                    </a:cubicBezTo>
                    <a:lnTo>
                      <a:pt x="278915" y="398013"/>
                    </a:lnTo>
                    <a:cubicBezTo>
                      <a:pt x="273855" y="400548"/>
                      <a:pt x="268163" y="402449"/>
                      <a:pt x="263103" y="403717"/>
                    </a:cubicBezTo>
                    <a:close/>
                    <a:moveTo>
                      <a:pt x="132817" y="398647"/>
                    </a:moveTo>
                    <a:cubicBezTo>
                      <a:pt x="127757" y="396745"/>
                      <a:pt x="122697" y="394844"/>
                      <a:pt x="117638" y="392309"/>
                    </a:cubicBezTo>
                    <a:lnTo>
                      <a:pt x="124595" y="377732"/>
                    </a:lnTo>
                    <a:cubicBezTo>
                      <a:pt x="129022" y="379633"/>
                      <a:pt x="134082" y="382168"/>
                      <a:pt x="138509" y="383436"/>
                    </a:cubicBezTo>
                    <a:lnTo>
                      <a:pt x="132817" y="398647"/>
                    </a:lnTo>
                    <a:close/>
                    <a:moveTo>
                      <a:pt x="308640" y="384703"/>
                    </a:moveTo>
                    <a:lnTo>
                      <a:pt x="300418" y="370760"/>
                    </a:lnTo>
                    <a:cubicBezTo>
                      <a:pt x="304846" y="368225"/>
                      <a:pt x="309273" y="365690"/>
                      <a:pt x="313068" y="362521"/>
                    </a:cubicBezTo>
                    <a:lnTo>
                      <a:pt x="321922" y="375831"/>
                    </a:lnTo>
                    <a:cubicBezTo>
                      <a:pt x="318127" y="378366"/>
                      <a:pt x="313700" y="381535"/>
                      <a:pt x="308640" y="384703"/>
                    </a:cubicBezTo>
                    <a:close/>
                    <a:moveTo>
                      <a:pt x="89177" y="375831"/>
                    </a:moveTo>
                    <a:cubicBezTo>
                      <a:pt x="84750" y="372662"/>
                      <a:pt x="80322" y="369493"/>
                      <a:pt x="75895" y="365690"/>
                    </a:cubicBezTo>
                    <a:lnTo>
                      <a:pt x="86015" y="353648"/>
                    </a:lnTo>
                    <a:cubicBezTo>
                      <a:pt x="89809" y="356817"/>
                      <a:pt x="94237" y="359986"/>
                      <a:pt x="98031" y="362521"/>
                    </a:cubicBezTo>
                    <a:lnTo>
                      <a:pt x="89177" y="375831"/>
                    </a:lnTo>
                    <a:close/>
                    <a:moveTo>
                      <a:pt x="348485" y="354282"/>
                    </a:moveTo>
                    <a:lnTo>
                      <a:pt x="337101" y="342874"/>
                    </a:lnTo>
                    <a:cubicBezTo>
                      <a:pt x="340896" y="339071"/>
                      <a:pt x="344058" y="335903"/>
                      <a:pt x="347853" y="332100"/>
                    </a:cubicBezTo>
                    <a:lnTo>
                      <a:pt x="359870" y="342874"/>
                    </a:lnTo>
                    <a:cubicBezTo>
                      <a:pt x="356075" y="346677"/>
                      <a:pt x="352280" y="350479"/>
                      <a:pt x="348485" y="354282"/>
                    </a:cubicBezTo>
                    <a:close/>
                    <a:moveTo>
                      <a:pt x="51862" y="342874"/>
                    </a:moveTo>
                    <a:cubicBezTo>
                      <a:pt x="48067" y="338438"/>
                      <a:pt x="44905" y="334635"/>
                      <a:pt x="41110" y="330198"/>
                    </a:cubicBezTo>
                    <a:lnTo>
                      <a:pt x="53759" y="320692"/>
                    </a:lnTo>
                    <a:cubicBezTo>
                      <a:pt x="56921" y="324494"/>
                      <a:pt x="60084" y="328931"/>
                      <a:pt x="63246" y="332734"/>
                    </a:cubicBezTo>
                    <a:lnTo>
                      <a:pt x="51862" y="342874"/>
                    </a:lnTo>
                    <a:close/>
                    <a:moveTo>
                      <a:pt x="379476" y="316255"/>
                    </a:moveTo>
                    <a:lnTo>
                      <a:pt x="366194" y="308016"/>
                    </a:lnTo>
                    <a:cubicBezTo>
                      <a:pt x="368724" y="303580"/>
                      <a:pt x="371254" y="299143"/>
                      <a:pt x="373784" y="294707"/>
                    </a:cubicBezTo>
                    <a:lnTo>
                      <a:pt x="387698" y="302312"/>
                    </a:lnTo>
                    <a:cubicBezTo>
                      <a:pt x="385168" y="306749"/>
                      <a:pt x="382638" y="311185"/>
                      <a:pt x="379476" y="316255"/>
                    </a:cubicBezTo>
                    <a:close/>
                    <a:moveTo>
                      <a:pt x="24033" y="302312"/>
                    </a:moveTo>
                    <a:cubicBezTo>
                      <a:pt x="21504" y="297242"/>
                      <a:pt x="18974" y="292172"/>
                      <a:pt x="17076" y="287102"/>
                    </a:cubicBezTo>
                    <a:lnTo>
                      <a:pt x="31623" y="280764"/>
                    </a:lnTo>
                    <a:cubicBezTo>
                      <a:pt x="33520" y="285200"/>
                      <a:pt x="36050" y="290270"/>
                      <a:pt x="37948" y="294707"/>
                    </a:cubicBezTo>
                    <a:lnTo>
                      <a:pt x="24033" y="302312"/>
                    </a:lnTo>
                    <a:close/>
                    <a:moveTo>
                      <a:pt x="400980" y="271257"/>
                    </a:moveTo>
                    <a:lnTo>
                      <a:pt x="385801" y="266187"/>
                    </a:lnTo>
                    <a:cubicBezTo>
                      <a:pt x="387698" y="261117"/>
                      <a:pt x="388963" y="256680"/>
                      <a:pt x="390228" y="251610"/>
                    </a:cubicBezTo>
                    <a:lnTo>
                      <a:pt x="405407" y="255413"/>
                    </a:lnTo>
                    <a:cubicBezTo>
                      <a:pt x="404142" y="260483"/>
                      <a:pt x="402245" y="266187"/>
                      <a:pt x="400980" y="271257"/>
                    </a:cubicBezTo>
                    <a:close/>
                    <a:moveTo>
                      <a:pt x="6325" y="256046"/>
                    </a:moveTo>
                    <a:cubicBezTo>
                      <a:pt x="5060" y="250976"/>
                      <a:pt x="3795" y="245272"/>
                      <a:pt x="3162" y="239568"/>
                    </a:cubicBezTo>
                    <a:lnTo>
                      <a:pt x="18974" y="237033"/>
                    </a:lnTo>
                    <a:cubicBezTo>
                      <a:pt x="19606" y="242103"/>
                      <a:pt x="20871" y="247174"/>
                      <a:pt x="22136" y="252244"/>
                    </a:cubicBezTo>
                    <a:lnTo>
                      <a:pt x="6325" y="256046"/>
                    </a:lnTo>
                    <a:close/>
                    <a:moveTo>
                      <a:pt x="410467" y="222456"/>
                    </a:moveTo>
                    <a:lnTo>
                      <a:pt x="394655" y="221189"/>
                    </a:lnTo>
                    <a:cubicBezTo>
                      <a:pt x="395287" y="216118"/>
                      <a:pt x="395287" y="211048"/>
                      <a:pt x="395287" y="205978"/>
                    </a:cubicBezTo>
                    <a:lnTo>
                      <a:pt x="395287" y="205344"/>
                    </a:lnTo>
                    <a:lnTo>
                      <a:pt x="411099" y="205344"/>
                    </a:lnTo>
                    <a:lnTo>
                      <a:pt x="411099" y="205978"/>
                    </a:lnTo>
                    <a:cubicBezTo>
                      <a:pt x="411099" y="211682"/>
                      <a:pt x="411099" y="217386"/>
                      <a:pt x="410467" y="222456"/>
                    </a:cubicBezTo>
                    <a:close/>
                    <a:moveTo>
                      <a:pt x="0" y="206612"/>
                    </a:moveTo>
                    <a:lnTo>
                      <a:pt x="0" y="206612"/>
                    </a:lnTo>
                    <a:cubicBezTo>
                      <a:pt x="0" y="200908"/>
                      <a:pt x="0" y="195204"/>
                      <a:pt x="632" y="190133"/>
                    </a:cubicBezTo>
                    <a:lnTo>
                      <a:pt x="16444" y="191401"/>
                    </a:lnTo>
                    <a:cubicBezTo>
                      <a:pt x="15812" y="196471"/>
                      <a:pt x="15812" y="201542"/>
                      <a:pt x="15812" y="206612"/>
                    </a:cubicBezTo>
                    <a:lnTo>
                      <a:pt x="0" y="206612"/>
                    </a:lnTo>
                    <a:close/>
                    <a:moveTo>
                      <a:pt x="392758" y="174923"/>
                    </a:moveTo>
                    <a:cubicBezTo>
                      <a:pt x="392125" y="169853"/>
                      <a:pt x="390860" y="164782"/>
                      <a:pt x="389595" y="159712"/>
                    </a:cubicBezTo>
                    <a:lnTo>
                      <a:pt x="404774" y="155909"/>
                    </a:lnTo>
                    <a:cubicBezTo>
                      <a:pt x="406039" y="160980"/>
                      <a:pt x="407304" y="166684"/>
                      <a:pt x="407937" y="172388"/>
                    </a:cubicBezTo>
                    <a:lnTo>
                      <a:pt x="392758" y="174923"/>
                    </a:lnTo>
                    <a:close/>
                    <a:moveTo>
                      <a:pt x="21504" y="160980"/>
                    </a:moveTo>
                    <a:lnTo>
                      <a:pt x="6325" y="157177"/>
                    </a:lnTo>
                    <a:cubicBezTo>
                      <a:pt x="7590" y="152107"/>
                      <a:pt x="8854" y="146403"/>
                      <a:pt x="10752" y="141333"/>
                    </a:cubicBezTo>
                    <a:lnTo>
                      <a:pt x="25931" y="146403"/>
                    </a:lnTo>
                    <a:cubicBezTo>
                      <a:pt x="24033" y="150839"/>
                      <a:pt x="22769" y="155909"/>
                      <a:pt x="21504" y="160980"/>
                    </a:cubicBezTo>
                    <a:close/>
                    <a:moveTo>
                      <a:pt x="380108" y="131192"/>
                    </a:moveTo>
                    <a:cubicBezTo>
                      <a:pt x="378211" y="126756"/>
                      <a:pt x="375681" y="121685"/>
                      <a:pt x="373784" y="117249"/>
                    </a:cubicBezTo>
                    <a:lnTo>
                      <a:pt x="387698" y="109644"/>
                    </a:lnTo>
                    <a:cubicBezTo>
                      <a:pt x="390228" y="114714"/>
                      <a:pt x="392758" y="119784"/>
                      <a:pt x="394655" y="124854"/>
                    </a:cubicBezTo>
                    <a:lnTo>
                      <a:pt x="380108" y="131192"/>
                    </a:lnTo>
                    <a:close/>
                    <a:moveTo>
                      <a:pt x="37315" y="117883"/>
                    </a:moveTo>
                    <a:lnTo>
                      <a:pt x="23401" y="110277"/>
                    </a:lnTo>
                    <a:cubicBezTo>
                      <a:pt x="25931" y="105207"/>
                      <a:pt x="28461" y="100771"/>
                      <a:pt x="31623" y="95701"/>
                    </a:cubicBezTo>
                    <a:lnTo>
                      <a:pt x="44905" y="103940"/>
                    </a:lnTo>
                    <a:cubicBezTo>
                      <a:pt x="42375" y="109010"/>
                      <a:pt x="39845" y="113446"/>
                      <a:pt x="37315" y="117883"/>
                    </a:cubicBezTo>
                    <a:close/>
                    <a:moveTo>
                      <a:pt x="357340" y="91264"/>
                    </a:moveTo>
                    <a:cubicBezTo>
                      <a:pt x="354178" y="87461"/>
                      <a:pt x="351015" y="83025"/>
                      <a:pt x="347853" y="79222"/>
                    </a:cubicBezTo>
                    <a:lnTo>
                      <a:pt x="359870" y="68448"/>
                    </a:lnTo>
                    <a:cubicBezTo>
                      <a:pt x="363664" y="72251"/>
                      <a:pt x="366827" y="76687"/>
                      <a:pt x="370622" y="81124"/>
                    </a:cubicBezTo>
                    <a:lnTo>
                      <a:pt x="357340" y="91264"/>
                    </a:lnTo>
                    <a:close/>
                    <a:moveTo>
                      <a:pt x="63246" y="80490"/>
                    </a:moveTo>
                    <a:lnTo>
                      <a:pt x="51229" y="69716"/>
                    </a:lnTo>
                    <a:cubicBezTo>
                      <a:pt x="55024" y="65913"/>
                      <a:pt x="58819" y="61476"/>
                      <a:pt x="62614" y="57674"/>
                    </a:cubicBezTo>
                    <a:lnTo>
                      <a:pt x="73365" y="69082"/>
                    </a:lnTo>
                    <a:cubicBezTo>
                      <a:pt x="70203" y="72885"/>
                      <a:pt x="67041" y="76687"/>
                      <a:pt x="63246" y="80490"/>
                    </a:cubicBezTo>
                    <a:close/>
                    <a:moveTo>
                      <a:pt x="325084" y="58308"/>
                    </a:moveTo>
                    <a:cubicBezTo>
                      <a:pt x="321290" y="55139"/>
                      <a:pt x="316862" y="51970"/>
                      <a:pt x="313068" y="49435"/>
                    </a:cubicBezTo>
                    <a:lnTo>
                      <a:pt x="321922" y="36125"/>
                    </a:lnTo>
                    <a:cubicBezTo>
                      <a:pt x="326349" y="39294"/>
                      <a:pt x="330777" y="42463"/>
                      <a:pt x="335204" y="46266"/>
                    </a:cubicBezTo>
                    <a:lnTo>
                      <a:pt x="325084" y="58308"/>
                    </a:lnTo>
                    <a:close/>
                    <a:moveTo>
                      <a:pt x="97399" y="50068"/>
                    </a:moveTo>
                    <a:lnTo>
                      <a:pt x="88544" y="36759"/>
                    </a:lnTo>
                    <a:cubicBezTo>
                      <a:pt x="92972" y="33590"/>
                      <a:pt x="98031" y="30421"/>
                      <a:pt x="102459" y="27886"/>
                    </a:cubicBezTo>
                    <a:lnTo>
                      <a:pt x="110681" y="41829"/>
                    </a:lnTo>
                    <a:cubicBezTo>
                      <a:pt x="106253" y="44364"/>
                      <a:pt x="101826" y="46900"/>
                      <a:pt x="97399" y="50068"/>
                    </a:cubicBezTo>
                    <a:close/>
                    <a:moveTo>
                      <a:pt x="286504" y="34224"/>
                    </a:moveTo>
                    <a:cubicBezTo>
                      <a:pt x="282077" y="32323"/>
                      <a:pt x="277017" y="29788"/>
                      <a:pt x="272590" y="28520"/>
                    </a:cubicBezTo>
                    <a:lnTo>
                      <a:pt x="278282" y="13943"/>
                    </a:lnTo>
                    <a:cubicBezTo>
                      <a:pt x="283342" y="15844"/>
                      <a:pt x="288402" y="17746"/>
                      <a:pt x="293461" y="20281"/>
                    </a:cubicBezTo>
                    <a:lnTo>
                      <a:pt x="286504" y="34224"/>
                    </a:lnTo>
                    <a:close/>
                    <a:moveTo>
                      <a:pt x="137876" y="28520"/>
                    </a:moveTo>
                    <a:lnTo>
                      <a:pt x="132184" y="13943"/>
                    </a:lnTo>
                    <a:cubicBezTo>
                      <a:pt x="137244" y="12042"/>
                      <a:pt x="142304" y="10140"/>
                      <a:pt x="147996" y="8873"/>
                    </a:cubicBezTo>
                    <a:lnTo>
                      <a:pt x="152423" y="24084"/>
                    </a:lnTo>
                    <a:cubicBezTo>
                      <a:pt x="147363" y="24717"/>
                      <a:pt x="142936" y="26619"/>
                      <a:pt x="137876" y="28520"/>
                    </a:cubicBezTo>
                    <a:close/>
                    <a:moveTo>
                      <a:pt x="242865" y="19647"/>
                    </a:moveTo>
                    <a:cubicBezTo>
                      <a:pt x="237805" y="18380"/>
                      <a:pt x="232745" y="17746"/>
                      <a:pt x="227686" y="17112"/>
                    </a:cubicBezTo>
                    <a:lnTo>
                      <a:pt x="229583" y="1268"/>
                    </a:lnTo>
                    <a:cubicBezTo>
                      <a:pt x="235275" y="1901"/>
                      <a:pt x="240335" y="2535"/>
                      <a:pt x="246027" y="3803"/>
                    </a:cubicBezTo>
                    <a:lnTo>
                      <a:pt x="242865" y="19647"/>
                    </a:lnTo>
                    <a:close/>
                    <a:moveTo>
                      <a:pt x="182148" y="17112"/>
                    </a:moveTo>
                    <a:lnTo>
                      <a:pt x="180251" y="1268"/>
                    </a:lnTo>
                    <a:cubicBezTo>
                      <a:pt x="185943" y="634"/>
                      <a:pt x="191003" y="0"/>
                      <a:pt x="196695" y="0"/>
                    </a:cubicBezTo>
                    <a:lnTo>
                      <a:pt x="197328" y="15844"/>
                    </a:lnTo>
                    <a:cubicBezTo>
                      <a:pt x="192268" y="16478"/>
                      <a:pt x="187208" y="17112"/>
                      <a:pt x="182148" y="17112"/>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16" name="Picture Placeholder 111">
                <a:extLst>
                  <a:ext uri="{FF2B5EF4-FFF2-40B4-BE49-F238E27FC236}">
                    <a16:creationId xmlns:a16="http://schemas.microsoft.com/office/drawing/2014/main" id="{EDDE3615-EAF1-F647-9E67-63E194C36F8C}"/>
                  </a:ext>
                </a:extLst>
              </p:cNvPr>
              <p:cNvSpPr/>
              <p:nvPr/>
            </p:nvSpPr>
            <p:spPr>
              <a:xfrm>
                <a:off x="8459498" y="3193521"/>
                <a:ext cx="553154" cy="570400"/>
              </a:xfrm>
              <a:custGeom>
                <a:avLst/>
                <a:gdLst>
                  <a:gd name="connsiteX0" fmla="*/ 547710 w 553154"/>
                  <a:gd name="connsiteY0" fmla="*/ 370127 h 570400"/>
                  <a:gd name="connsiteX1" fmla="*/ 537591 w 553154"/>
                  <a:gd name="connsiteY1" fmla="*/ 375197 h 570400"/>
                  <a:gd name="connsiteX2" fmla="*/ 284607 w 553154"/>
                  <a:gd name="connsiteY2" fmla="*/ 553922 h 570400"/>
                  <a:gd name="connsiteX3" fmla="*/ 15812 w 553154"/>
                  <a:gd name="connsiteY3" fmla="*/ 284566 h 570400"/>
                  <a:gd name="connsiteX4" fmla="*/ 284607 w 553154"/>
                  <a:gd name="connsiteY4" fmla="*/ 15211 h 570400"/>
                  <a:gd name="connsiteX5" fmla="*/ 510395 w 553154"/>
                  <a:gd name="connsiteY5" fmla="*/ 138797 h 570400"/>
                  <a:gd name="connsiteX6" fmla="*/ 480670 w 553154"/>
                  <a:gd name="connsiteY6" fmla="*/ 148304 h 570400"/>
                  <a:gd name="connsiteX7" fmla="*/ 507233 w 553154"/>
                  <a:gd name="connsiteY7" fmla="*/ 173021 h 570400"/>
                  <a:gd name="connsiteX8" fmla="*/ 533796 w 553154"/>
                  <a:gd name="connsiteY8" fmla="*/ 197739 h 570400"/>
                  <a:gd name="connsiteX9" fmla="*/ 542018 w 553154"/>
                  <a:gd name="connsiteY9" fmla="*/ 162247 h 570400"/>
                  <a:gd name="connsiteX10" fmla="*/ 550240 w 553154"/>
                  <a:gd name="connsiteY10" fmla="*/ 126756 h 570400"/>
                  <a:gd name="connsiteX11" fmla="*/ 526207 w 553154"/>
                  <a:gd name="connsiteY11" fmla="*/ 134361 h 570400"/>
                  <a:gd name="connsiteX12" fmla="*/ 284607 w 553154"/>
                  <a:gd name="connsiteY12" fmla="*/ 0 h 570400"/>
                  <a:gd name="connsiteX13" fmla="*/ 0 w 553154"/>
                  <a:gd name="connsiteY13" fmla="*/ 285200 h 570400"/>
                  <a:gd name="connsiteX14" fmla="*/ 284607 w 553154"/>
                  <a:gd name="connsiteY14" fmla="*/ 570400 h 570400"/>
                  <a:gd name="connsiteX15" fmla="*/ 552770 w 553154"/>
                  <a:gd name="connsiteY15" fmla="*/ 380901 h 570400"/>
                  <a:gd name="connsiteX16" fmla="*/ 547710 w 553154"/>
                  <a:gd name="connsiteY16" fmla="*/ 370127 h 5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3154" h="570400">
                    <a:moveTo>
                      <a:pt x="547710" y="370127"/>
                    </a:moveTo>
                    <a:cubicBezTo>
                      <a:pt x="543283" y="368859"/>
                      <a:pt x="538856" y="370760"/>
                      <a:pt x="537591" y="375197"/>
                    </a:cubicBezTo>
                    <a:cubicBezTo>
                      <a:pt x="499643" y="482305"/>
                      <a:pt x="397817" y="553922"/>
                      <a:pt x="284607" y="553922"/>
                    </a:cubicBezTo>
                    <a:cubicBezTo>
                      <a:pt x="136611" y="553922"/>
                      <a:pt x="15812" y="432871"/>
                      <a:pt x="15812" y="284566"/>
                    </a:cubicBezTo>
                    <a:cubicBezTo>
                      <a:pt x="15812" y="136262"/>
                      <a:pt x="136611" y="15211"/>
                      <a:pt x="284607" y="15211"/>
                    </a:cubicBezTo>
                    <a:cubicBezTo>
                      <a:pt x="375681" y="15211"/>
                      <a:pt x="461063" y="62110"/>
                      <a:pt x="510395" y="138797"/>
                    </a:cubicBezTo>
                    <a:lnTo>
                      <a:pt x="480670" y="148304"/>
                    </a:lnTo>
                    <a:lnTo>
                      <a:pt x="507233" y="173021"/>
                    </a:lnTo>
                    <a:lnTo>
                      <a:pt x="533796" y="197739"/>
                    </a:lnTo>
                    <a:lnTo>
                      <a:pt x="542018" y="162247"/>
                    </a:lnTo>
                    <a:lnTo>
                      <a:pt x="550240" y="126756"/>
                    </a:lnTo>
                    <a:lnTo>
                      <a:pt x="526207" y="134361"/>
                    </a:lnTo>
                    <a:cubicBezTo>
                      <a:pt x="474345" y="51336"/>
                      <a:pt x="382638" y="0"/>
                      <a:pt x="284607" y="0"/>
                    </a:cubicBezTo>
                    <a:cubicBezTo>
                      <a:pt x="127757" y="0"/>
                      <a:pt x="0" y="128023"/>
                      <a:pt x="0" y="285200"/>
                    </a:cubicBezTo>
                    <a:cubicBezTo>
                      <a:pt x="0" y="442377"/>
                      <a:pt x="127757" y="570400"/>
                      <a:pt x="284607" y="570400"/>
                    </a:cubicBezTo>
                    <a:cubicBezTo>
                      <a:pt x="404774" y="570400"/>
                      <a:pt x="512293" y="494347"/>
                      <a:pt x="552770" y="380901"/>
                    </a:cubicBezTo>
                    <a:cubicBezTo>
                      <a:pt x="554035" y="375831"/>
                      <a:pt x="552138" y="371394"/>
                      <a:pt x="547710" y="37012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cxnSp>
          <p:nvCxnSpPr>
            <p:cNvPr id="134" name="Straight Connector 133">
              <a:extLst>
                <a:ext uri="{FF2B5EF4-FFF2-40B4-BE49-F238E27FC236}">
                  <a16:creationId xmlns:a16="http://schemas.microsoft.com/office/drawing/2014/main" id="{D0EB53EB-5A19-42E7-AB0C-DE047869EE5B}"/>
                </a:ext>
              </a:extLst>
            </p:cNvPr>
            <p:cNvCxnSpPr>
              <a:cxnSpLocks/>
            </p:cNvCxnSpPr>
            <p:nvPr/>
          </p:nvCxnSpPr>
          <p:spPr bwMode="gray">
            <a:xfrm flipV="1">
              <a:off x="10633670" y="237161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A5570543-2446-4297-B824-08BD964B3961}"/>
              </a:ext>
            </a:extLst>
          </p:cNvPr>
          <p:cNvGrpSpPr/>
          <p:nvPr/>
        </p:nvGrpSpPr>
        <p:grpSpPr>
          <a:xfrm>
            <a:off x="10485438" y="3523164"/>
            <a:ext cx="758008" cy="1303912"/>
            <a:chOff x="10485438" y="3698729"/>
            <a:chExt cx="758008" cy="1303912"/>
          </a:xfrm>
        </p:grpSpPr>
        <p:cxnSp>
          <p:nvCxnSpPr>
            <p:cNvPr id="244" name="Straight Connector 243">
              <a:extLst>
                <a:ext uri="{FF2B5EF4-FFF2-40B4-BE49-F238E27FC236}">
                  <a16:creationId xmlns:a16="http://schemas.microsoft.com/office/drawing/2014/main" id="{BBA865B5-7CDD-4E59-80A8-A733A49F8D29}"/>
                </a:ext>
              </a:extLst>
            </p:cNvPr>
            <p:cNvCxnSpPr>
              <a:cxnSpLocks/>
            </p:cNvCxnSpPr>
            <p:nvPr/>
          </p:nvCxnSpPr>
          <p:spPr bwMode="gray">
            <a:xfrm rot="10800000" flipV="1">
              <a:off x="10859094" y="3698729"/>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45" name="Oval 244">
              <a:extLst>
                <a:ext uri="{FF2B5EF4-FFF2-40B4-BE49-F238E27FC236}">
                  <a16:creationId xmlns:a16="http://schemas.microsoft.com/office/drawing/2014/main" id="{3D37D313-31CA-453B-9BCD-432F0937B6B6}"/>
                </a:ext>
              </a:extLst>
            </p:cNvPr>
            <p:cNvSpPr/>
            <p:nvPr/>
          </p:nvSpPr>
          <p:spPr>
            <a:xfrm rot="10800000">
              <a:off x="10625080" y="4062825"/>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246" name="Rounded Rectangle 31">
              <a:extLst>
                <a:ext uri="{FF2B5EF4-FFF2-40B4-BE49-F238E27FC236}">
                  <a16:creationId xmlns:a16="http://schemas.microsoft.com/office/drawing/2014/main" id="{E9B606E5-402C-4A2E-A071-E295524C3A4B}"/>
                </a:ext>
              </a:extLst>
            </p:cNvPr>
            <p:cNvSpPr/>
            <p:nvPr/>
          </p:nvSpPr>
          <p:spPr>
            <a:xfrm>
              <a:off x="10485438" y="4623637"/>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Review, Audit</a:t>
              </a:r>
            </a:p>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&amp; Remediate</a:t>
              </a:r>
            </a:p>
          </p:txBody>
        </p:sp>
        <p:pic>
          <p:nvPicPr>
            <p:cNvPr id="247" name="Graphic 246">
              <a:extLst>
                <a:ext uri="{FF2B5EF4-FFF2-40B4-BE49-F238E27FC236}">
                  <a16:creationId xmlns:a16="http://schemas.microsoft.com/office/drawing/2014/main" id="{0A2807C5-9D73-4C01-87FA-98D535440706}"/>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737142" y="4162716"/>
              <a:ext cx="255993" cy="302925"/>
            </a:xfrm>
            <a:prstGeom prst="rect">
              <a:avLst/>
            </a:prstGeom>
          </p:spPr>
        </p:pic>
      </p:grpSp>
      <p:grpSp>
        <p:nvGrpSpPr>
          <p:cNvPr id="14" name="Group 13">
            <a:extLst>
              <a:ext uri="{FF2B5EF4-FFF2-40B4-BE49-F238E27FC236}">
                <a16:creationId xmlns:a16="http://schemas.microsoft.com/office/drawing/2014/main" id="{E367EB47-6B01-4932-B7C7-516AA7775537}"/>
              </a:ext>
            </a:extLst>
          </p:cNvPr>
          <p:cNvGrpSpPr/>
          <p:nvPr/>
        </p:nvGrpSpPr>
        <p:grpSpPr>
          <a:xfrm>
            <a:off x="3929179" y="1261010"/>
            <a:ext cx="758008" cy="1300703"/>
            <a:chOff x="3855590" y="1436575"/>
            <a:chExt cx="758008" cy="1300703"/>
          </a:xfrm>
        </p:grpSpPr>
        <p:cxnSp>
          <p:nvCxnSpPr>
            <p:cNvPr id="197" name="Straight Connector 196">
              <a:extLst>
                <a:ext uri="{FF2B5EF4-FFF2-40B4-BE49-F238E27FC236}">
                  <a16:creationId xmlns:a16="http://schemas.microsoft.com/office/drawing/2014/main" id="{507DD277-52AA-4F4A-8918-738F49266D02}"/>
                </a:ext>
              </a:extLst>
            </p:cNvPr>
            <p:cNvCxnSpPr>
              <a:cxnSpLocks/>
            </p:cNvCxnSpPr>
            <p:nvPr/>
          </p:nvCxnSpPr>
          <p:spPr bwMode="gray">
            <a:xfrm flipV="1">
              <a:off x="4234591" y="237161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98" name="Oval 197">
              <a:extLst>
                <a:ext uri="{FF2B5EF4-FFF2-40B4-BE49-F238E27FC236}">
                  <a16:creationId xmlns:a16="http://schemas.microsoft.com/office/drawing/2014/main" id="{995AE75D-14AE-4CF4-ADCD-3C997A5622A4}"/>
                </a:ext>
              </a:extLst>
            </p:cNvPr>
            <p:cNvSpPr/>
            <p:nvPr/>
          </p:nvSpPr>
          <p:spPr>
            <a:xfrm>
              <a:off x="3994531"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99" name="Rounded Rectangle 37">
              <a:extLst>
                <a:ext uri="{FF2B5EF4-FFF2-40B4-BE49-F238E27FC236}">
                  <a16:creationId xmlns:a16="http://schemas.microsoft.com/office/drawing/2014/main" id="{CC8D1500-B86F-4049-AA7C-D68FF61843C8}"/>
                </a:ext>
              </a:extLst>
            </p:cNvPr>
            <p:cNvSpPr/>
            <p:nvPr/>
          </p:nvSpPr>
          <p:spPr>
            <a:xfrm>
              <a:off x="3855590"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Data-at-Rest</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Encryption</a:t>
              </a:r>
            </a:p>
          </p:txBody>
        </p:sp>
        <p:grpSp>
          <p:nvGrpSpPr>
            <p:cNvPr id="258" name="Picture Placeholder 96" descr="Storage Secure&#10;">
              <a:extLst>
                <a:ext uri="{FF2B5EF4-FFF2-40B4-BE49-F238E27FC236}">
                  <a16:creationId xmlns:a16="http://schemas.microsoft.com/office/drawing/2014/main" id="{7818BE63-5623-4417-9653-A34D84335ECF}"/>
                </a:ext>
              </a:extLst>
            </p:cNvPr>
            <p:cNvGrpSpPr>
              <a:grpSpLocks noChangeAspect="1"/>
            </p:cNvGrpSpPr>
            <p:nvPr/>
          </p:nvGrpSpPr>
          <p:grpSpPr>
            <a:xfrm>
              <a:off x="4116947" y="1998123"/>
              <a:ext cx="274320" cy="295409"/>
              <a:chOff x="5851715" y="3181479"/>
              <a:chExt cx="559094" cy="602073"/>
            </a:xfrm>
            <a:solidFill>
              <a:schemeClr val="tx1"/>
            </a:solidFill>
          </p:grpSpPr>
          <p:sp>
            <p:nvSpPr>
              <p:cNvPr id="259" name="Picture Placeholder 96">
                <a:extLst>
                  <a:ext uri="{FF2B5EF4-FFF2-40B4-BE49-F238E27FC236}">
                    <a16:creationId xmlns:a16="http://schemas.microsoft.com/office/drawing/2014/main" id="{E0D31C48-A936-4A51-B012-D303F40187A6}"/>
                  </a:ext>
                </a:extLst>
              </p:cNvPr>
              <p:cNvSpPr/>
              <p:nvPr/>
            </p:nvSpPr>
            <p:spPr>
              <a:xfrm>
                <a:off x="6223602" y="3503439"/>
                <a:ext cx="187208" cy="278862"/>
              </a:xfrm>
              <a:custGeom>
                <a:avLst/>
                <a:gdLst>
                  <a:gd name="connsiteX0" fmla="*/ 148628 w 187208"/>
                  <a:gd name="connsiteY0" fmla="*/ 109010 h 278862"/>
                  <a:gd name="connsiteX1" fmla="*/ 148628 w 187208"/>
                  <a:gd name="connsiteY1" fmla="*/ 55773 h 278862"/>
                  <a:gd name="connsiteX2" fmla="*/ 98031 w 187208"/>
                  <a:gd name="connsiteY2" fmla="*/ 0 h 278862"/>
                  <a:gd name="connsiteX3" fmla="*/ 89177 w 187208"/>
                  <a:gd name="connsiteY3" fmla="*/ 0 h 278862"/>
                  <a:gd name="connsiteX4" fmla="*/ 38580 w 187208"/>
                  <a:gd name="connsiteY4" fmla="*/ 55773 h 278862"/>
                  <a:gd name="connsiteX5" fmla="*/ 38580 w 187208"/>
                  <a:gd name="connsiteY5" fmla="*/ 109010 h 278862"/>
                  <a:gd name="connsiteX6" fmla="*/ 0 w 187208"/>
                  <a:gd name="connsiteY6" fmla="*/ 185063 h 278862"/>
                  <a:gd name="connsiteX7" fmla="*/ 93604 w 187208"/>
                  <a:gd name="connsiteY7" fmla="*/ 278862 h 278862"/>
                  <a:gd name="connsiteX8" fmla="*/ 187208 w 187208"/>
                  <a:gd name="connsiteY8" fmla="*/ 185063 h 278862"/>
                  <a:gd name="connsiteX9" fmla="*/ 148628 w 187208"/>
                  <a:gd name="connsiteY9" fmla="*/ 109010 h 278862"/>
                  <a:gd name="connsiteX10" fmla="*/ 55024 w 187208"/>
                  <a:gd name="connsiteY10" fmla="*/ 55773 h 278862"/>
                  <a:gd name="connsiteX11" fmla="*/ 89177 w 187208"/>
                  <a:gd name="connsiteY11" fmla="*/ 15844 h 278862"/>
                  <a:gd name="connsiteX12" fmla="*/ 98031 w 187208"/>
                  <a:gd name="connsiteY12" fmla="*/ 15844 h 278862"/>
                  <a:gd name="connsiteX13" fmla="*/ 132184 w 187208"/>
                  <a:gd name="connsiteY13" fmla="*/ 55773 h 278862"/>
                  <a:gd name="connsiteX14" fmla="*/ 132184 w 187208"/>
                  <a:gd name="connsiteY14" fmla="*/ 99503 h 278862"/>
                  <a:gd name="connsiteX15" fmla="*/ 93604 w 187208"/>
                  <a:gd name="connsiteY15" fmla="*/ 91264 h 278862"/>
                  <a:gd name="connsiteX16" fmla="*/ 55024 w 187208"/>
                  <a:gd name="connsiteY16" fmla="*/ 99503 h 278862"/>
                  <a:gd name="connsiteX17" fmla="*/ 55024 w 187208"/>
                  <a:gd name="connsiteY17" fmla="*/ 55773 h 278862"/>
                  <a:gd name="connsiteX18" fmla="*/ 94237 w 187208"/>
                  <a:gd name="connsiteY18" fmla="*/ 262384 h 278862"/>
                  <a:gd name="connsiteX19" fmla="*/ 17076 w 187208"/>
                  <a:gd name="connsiteY19" fmla="*/ 185063 h 278862"/>
                  <a:gd name="connsiteX20" fmla="*/ 94237 w 187208"/>
                  <a:gd name="connsiteY20" fmla="*/ 107742 h 278862"/>
                  <a:gd name="connsiteX21" fmla="*/ 171397 w 187208"/>
                  <a:gd name="connsiteY21" fmla="*/ 185063 h 278862"/>
                  <a:gd name="connsiteX22" fmla="*/ 94237 w 187208"/>
                  <a:gd name="connsiteY22" fmla="*/ 262384 h 278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7208" h="278862">
                    <a:moveTo>
                      <a:pt x="148628" y="109010"/>
                    </a:moveTo>
                    <a:lnTo>
                      <a:pt x="148628" y="55773"/>
                    </a:lnTo>
                    <a:cubicBezTo>
                      <a:pt x="148628" y="25351"/>
                      <a:pt x="125860" y="0"/>
                      <a:pt x="98031" y="0"/>
                    </a:cubicBezTo>
                    <a:lnTo>
                      <a:pt x="89177" y="0"/>
                    </a:lnTo>
                    <a:cubicBezTo>
                      <a:pt x="61349" y="0"/>
                      <a:pt x="38580" y="24717"/>
                      <a:pt x="38580" y="55773"/>
                    </a:cubicBezTo>
                    <a:lnTo>
                      <a:pt x="38580" y="109010"/>
                    </a:lnTo>
                    <a:cubicBezTo>
                      <a:pt x="15179" y="126122"/>
                      <a:pt x="0" y="153374"/>
                      <a:pt x="0" y="185063"/>
                    </a:cubicBezTo>
                    <a:cubicBezTo>
                      <a:pt x="0" y="237033"/>
                      <a:pt x="41742" y="278862"/>
                      <a:pt x="93604" y="278862"/>
                    </a:cubicBezTo>
                    <a:cubicBezTo>
                      <a:pt x="145466" y="278862"/>
                      <a:pt x="187208" y="237033"/>
                      <a:pt x="187208" y="185063"/>
                    </a:cubicBezTo>
                    <a:cubicBezTo>
                      <a:pt x="187208" y="153374"/>
                      <a:pt x="172029" y="125488"/>
                      <a:pt x="148628" y="109010"/>
                    </a:cubicBezTo>
                    <a:close/>
                    <a:moveTo>
                      <a:pt x="55024" y="55773"/>
                    </a:moveTo>
                    <a:cubicBezTo>
                      <a:pt x="55024" y="33590"/>
                      <a:pt x="70203" y="15844"/>
                      <a:pt x="89177" y="15844"/>
                    </a:cubicBezTo>
                    <a:lnTo>
                      <a:pt x="98031" y="15844"/>
                    </a:lnTo>
                    <a:cubicBezTo>
                      <a:pt x="117005" y="15844"/>
                      <a:pt x="132184" y="33590"/>
                      <a:pt x="132184" y="55773"/>
                    </a:cubicBezTo>
                    <a:lnTo>
                      <a:pt x="132184" y="99503"/>
                    </a:lnTo>
                    <a:cubicBezTo>
                      <a:pt x="120167" y="93799"/>
                      <a:pt x="107518" y="91264"/>
                      <a:pt x="93604" y="91264"/>
                    </a:cubicBezTo>
                    <a:cubicBezTo>
                      <a:pt x="79690" y="91264"/>
                      <a:pt x="66408" y="94433"/>
                      <a:pt x="55024" y="99503"/>
                    </a:cubicBezTo>
                    <a:lnTo>
                      <a:pt x="55024" y="55773"/>
                    </a:lnTo>
                    <a:close/>
                    <a:moveTo>
                      <a:pt x="94237" y="262384"/>
                    </a:moveTo>
                    <a:cubicBezTo>
                      <a:pt x="51862" y="262384"/>
                      <a:pt x="17076" y="227526"/>
                      <a:pt x="17076" y="185063"/>
                    </a:cubicBezTo>
                    <a:cubicBezTo>
                      <a:pt x="17076" y="142600"/>
                      <a:pt x="51862" y="107742"/>
                      <a:pt x="94237" y="107742"/>
                    </a:cubicBezTo>
                    <a:cubicBezTo>
                      <a:pt x="136611" y="107742"/>
                      <a:pt x="171397" y="142600"/>
                      <a:pt x="171397" y="185063"/>
                    </a:cubicBezTo>
                    <a:cubicBezTo>
                      <a:pt x="171397" y="227526"/>
                      <a:pt x="136611" y="262384"/>
                      <a:pt x="94237" y="26238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60" name="Picture Placeholder 96">
                <a:extLst>
                  <a:ext uri="{FF2B5EF4-FFF2-40B4-BE49-F238E27FC236}">
                    <a16:creationId xmlns:a16="http://schemas.microsoft.com/office/drawing/2014/main" id="{5AD1DBCA-E0CF-4A75-9112-92D2A9EF6C5C}"/>
                  </a:ext>
                </a:extLst>
              </p:cNvPr>
              <p:cNvSpPr/>
              <p:nvPr/>
            </p:nvSpPr>
            <p:spPr>
              <a:xfrm>
                <a:off x="6302659" y="3663785"/>
                <a:ext cx="29765" cy="48167"/>
              </a:xfrm>
              <a:custGeom>
                <a:avLst/>
                <a:gdLst>
                  <a:gd name="connsiteX0" fmla="*/ 15179 w 29765"/>
                  <a:gd name="connsiteY0" fmla="*/ 0 h 48167"/>
                  <a:gd name="connsiteX1" fmla="*/ 0 w 29765"/>
                  <a:gd name="connsiteY1" fmla="*/ 15211 h 48167"/>
                  <a:gd name="connsiteX2" fmla="*/ 7590 w 29765"/>
                  <a:gd name="connsiteY2" fmla="*/ 28520 h 48167"/>
                  <a:gd name="connsiteX3" fmla="*/ 7590 w 29765"/>
                  <a:gd name="connsiteY3" fmla="*/ 44364 h 48167"/>
                  <a:gd name="connsiteX4" fmla="*/ 11384 w 29765"/>
                  <a:gd name="connsiteY4" fmla="*/ 48167 h 48167"/>
                  <a:gd name="connsiteX5" fmla="*/ 18341 w 29765"/>
                  <a:gd name="connsiteY5" fmla="*/ 48167 h 48167"/>
                  <a:gd name="connsiteX6" fmla="*/ 22136 w 29765"/>
                  <a:gd name="connsiteY6" fmla="*/ 44364 h 48167"/>
                  <a:gd name="connsiteX7" fmla="*/ 22136 w 29765"/>
                  <a:gd name="connsiteY7" fmla="*/ 28520 h 48167"/>
                  <a:gd name="connsiteX8" fmla="*/ 29726 w 29765"/>
                  <a:gd name="connsiteY8" fmla="*/ 15211 h 48167"/>
                  <a:gd name="connsiteX9" fmla="*/ 15179 w 29765"/>
                  <a:gd name="connsiteY9" fmla="*/ 0 h 4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765" h="48167">
                    <a:moveTo>
                      <a:pt x="15179" y="0"/>
                    </a:moveTo>
                    <a:cubicBezTo>
                      <a:pt x="6957" y="0"/>
                      <a:pt x="0" y="6972"/>
                      <a:pt x="0" y="15211"/>
                    </a:cubicBezTo>
                    <a:cubicBezTo>
                      <a:pt x="0" y="20915"/>
                      <a:pt x="3162" y="25985"/>
                      <a:pt x="7590" y="28520"/>
                    </a:cubicBezTo>
                    <a:lnTo>
                      <a:pt x="7590" y="44364"/>
                    </a:lnTo>
                    <a:cubicBezTo>
                      <a:pt x="7590" y="46900"/>
                      <a:pt x="9487" y="48167"/>
                      <a:pt x="11384" y="48167"/>
                    </a:cubicBezTo>
                    <a:lnTo>
                      <a:pt x="18341" y="48167"/>
                    </a:lnTo>
                    <a:cubicBezTo>
                      <a:pt x="20871" y="48167"/>
                      <a:pt x="22136" y="46266"/>
                      <a:pt x="22136" y="44364"/>
                    </a:cubicBezTo>
                    <a:lnTo>
                      <a:pt x="22136" y="28520"/>
                    </a:lnTo>
                    <a:cubicBezTo>
                      <a:pt x="26563" y="25985"/>
                      <a:pt x="29726" y="20915"/>
                      <a:pt x="29726" y="15211"/>
                    </a:cubicBezTo>
                    <a:cubicBezTo>
                      <a:pt x="30358" y="6972"/>
                      <a:pt x="23401" y="0"/>
                      <a:pt x="15179"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261" name="Picture Placeholder 96">
                <a:extLst>
                  <a:ext uri="{FF2B5EF4-FFF2-40B4-BE49-F238E27FC236}">
                    <a16:creationId xmlns:a16="http://schemas.microsoft.com/office/drawing/2014/main" id="{BCB6A7C0-C7E8-4181-A732-F102D944A312}"/>
                  </a:ext>
                </a:extLst>
              </p:cNvPr>
              <p:cNvGrpSpPr/>
              <p:nvPr/>
            </p:nvGrpSpPr>
            <p:grpSpPr>
              <a:xfrm>
                <a:off x="5851715" y="3181479"/>
                <a:ext cx="474345" cy="572224"/>
                <a:chOff x="5851715" y="3181479"/>
                <a:chExt cx="474345" cy="572224"/>
              </a:xfrm>
              <a:grpFill/>
            </p:grpSpPr>
            <p:sp>
              <p:nvSpPr>
                <p:cNvPr id="262" name="Picture Placeholder 96">
                  <a:extLst>
                    <a:ext uri="{FF2B5EF4-FFF2-40B4-BE49-F238E27FC236}">
                      <a16:creationId xmlns:a16="http://schemas.microsoft.com/office/drawing/2014/main" id="{C9E27497-9BC1-4187-8BDD-E95904F1E281}"/>
                    </a:ext>
                  </a:extLst>
                </p:cNvPr>
                <p:cNvSpPr/>
                <p:nvPr/>
              </p:nvSpPr>
              <p:spPr>
                <a:xfrm>
                  <a:off x="5851715" y="3181479"/>
                  <a:ext cx="474345" cy="295974"/>
                </a:xfrm>
                <a:custGeom>
                  <a:avLst/>
                  <a:gdLst>
                    <a:gd name="connsiteX0" fmla="*/ 237173 w 474345"/>
                    <a:gd name="connsiteY0" fmla="*/ 272525 h 295974"/>
                    <a:gd name="connsiteX1" fmla="*/ 458534 w 474345"/>
                    <a:gd name="connsiteY1" fmla="*/ 229428 h 295974"/>
                    <a:gd name="connsiteX2" fmla="*/ 458534 w 474345"/>
                    <a:gd name="connsiteY2" fmla="*/ 295974 h 295974"/>
                    <a:gd name="connsiteX3" fmla="*/ 474345 w 474345"/>
                    <a:gd name="connsiteY3" fmla="*/ 295974 h 295974"/>
                    <a:gd name="connsiteX4" fmla="*/ 474345 w 474345"/>
                    <a:gd name="connsiteY4" fmla="*/ 69082 h 295974"/>
                    <a:gd name="connsiteX5" fmla="*/ 237173 w 474345"/>
                    <a:gd name="connsiteY5" fmla="*/ 0 h 295974"/>
                    <a:gd name="connsiteX6" fmla="*/ 0 w 474345"/>
                    <a:gd name="connsiteY6" fmla="*/ 69082 h 295974"/>
                    <a:gd name="connsiteX7" fmla="*/ 237173 w 474345"/>
                    <a:gd name="connsiteY7" fmla="*/ 138164 h 295974"/>
                    <a:gd name="connsiteX8" fmla="*/ 458534 w 474345"/>
                    <a:gd name="connsiteY8" fmla="*/ 95067 h 295974"/>
                    <a:gd name="connsiteX9" fmla="*/ 458534 w 474345"/>
                    <a:gd name="connsiteY9" fmla="*/ 203443 h 295974"/>
                    <a:gd name="connsiteX10" fmla="*/ 237173 w 474345"/>
                    <a:gd name="connsiteY10" fmla="*/ 256680 h 295974"/>
                    <a:gd name="connsiteX11" fmla="*/ 15812 w 474345"/>
                    <a:gd name="connsiteY11" fmla="*/ 203443 h 295974"/>
                    <a:gd name="connsiteX12" fmla="*/ 15812 w 474345"/>
                    <a:gd name="connsiteY12" fmla="*/ 124221 h 295974"/>
                    <a:gd name="connsiteX13" fmla="*/ 0 w 474345"/>
                    <a:gd name="connsiteY13" fmla="*/ 124221 h 295974"/>
                    <a:gd name="connsiteX14" fmla="*/ 0 w 474345"/>
                    <a:gd name="connsiteY14" fmla="*/ 202809 h 295974"/>
                    <a:gd name="connsiteX15" fmla="*/ 237173 w 474345"/>
                    <a:gd name="connsiteY15" fmla="*/ 272525 h 295974"/>
                    <a:gd name="connsiteX16" fmla="*/ 237173 w 474345"/>
                    <a:gd name="connsiteY16" fmla="*/ 122319 h 295974"/>
                    <a:gd name="connsiteX17" fmla="*/ 15812 w 474345"/>
                    <a:gd name="connsiteY17" fmla="*/ 69082 h 295974"/>
                    <a:gd name="connsiteX18" fmla="*/ 237173 w 474345"/>
                    <a:gd name="connsiteY18" fmla="*/ 15844 h 295974"/>
                    <a:gd name="connsiteX19" fmla="*/ 458534 w 474345"/>
                    <a:gd name="connsiteY19" fmla="*/ 69082 h 295974"/>
                    <a:gd name="connsiteX20" fmla="*/ 237173 w 474345"/>
                    <a:gd name="connsiteY20" fmla="*/ 122319 h 29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4345" h="295974">
                      <a:moveTo>
                        <a:pt x="237173" y="272525"/>
                      </a:moveTo>
                      <a:cubicBezTo>
                        <a:pt x="326982" y="272525"/>
                        <a:pt x="421851" y="257314"/>
                        <a:pt x="458534" y="229428"/>
                      </a:cubicBezTo>
                      <a:lnTo>
                        <a:pt x="458534" y="295974"/>
                      </a:lnTo>
                      <a:lnTo>
                        <a:pt x="474345" y="295974"/>
                      </a:lnTo>
                      <a:lnTo>
                        <a:pt x="474345" y="69082"/>
                      </a:lnTo>
                      <a:cubicBezTo>
                        <a:pt x="474345" y="24084"/>
                        <a:pt x="352280" y="0"/>
                        <a:pt x="237173" y="0"/>
                      </a:cubicBezTo>
                      <a:cubicBezTo>
                        <a:pt x="122065" y="0"/>
                        <a:pt x="0" y="24084"/>
                        <a:pt x="0" y="69082"/>
                      </a:cubicBezTo>
                      <a:cubicBezTo>
                        <a:pt x="0" y="114080"/>
                        <a:pt x="122065" y="138164"/>
                        <a:pt x="237173" y="138164"/>
                      </a:cubicBezTo>
                      <a:cubicBezTo>
                        <a:pt x="326982" y="138164"/>
                        <a:pt x="421851" y="122953"/>
                        <a:pt x="458534" y="95067"/>
                      </a:cubicBezTo>
                      <a:lnTo>
                        <a:pt x="458534" y="203443"/>
                      </a:lnTo>
                      <a:cubicBezTo>
                        <a:pt x="458534" y="225625"/>
                        <a:pt x="374416" y="256680"/>
                        <a:pt x="237173" y="256680"/>
                      </a:cubicBezTo>
                      <a:cubicBezTo>
                        <a:pt x="99929" y="256680"/>
                        <a:pt x="15812" y="225625"/>
                        <a:pt x="15812" y="203443"/>
                      </a:cubicBezTo>
                      <a:lnTo>
                        <a:pt x="15812" y="124221"/>
                      </a:lnTo>
                      <a:lnTo>
                        <a:pt x="0" y="124221"/>
                      </a:lnTo>
                      <a:lnTo>
                        <a:pt x="0" y="202809"/>
                      </a:lnTo>
                      <a:cubicBezTo>
                        <a:pt x="0" y="248441"/>
                        <a:pt x="122065" y="272525"/>
                        <a:pt x="237173" y="272525"/>
                      </a:cubicBezTo>
                      <a:close/>
                      <a:moveTo>
                        <a:pt x="237173" y="122319"/>
                      </a:moveTo>
                      <a:cubicBezTo>
                        <a:pt x="99929" y="122319"/>
                        <a:pt x="15812" y="91264"/>
                        <a:pt x="15812" y="69082"/>
                      </a:cubicBezTo>
                      <a:cubicBezTo>
                        <a:pt x="15812" y="46900"/>
                        <a:pt x="99929" y="15844"/>
                        <a:pt x="237173" y="15844"/>
                      </a:cubicBezTo>
                      <a:cubicBezTo>
                        <a:pt x="374416" y="15844"/>
                        <a:pt x="458534" y="46900"/>
                        <a:pt x="458534" y="69082"/>
                      </a:cubicBezTo>
                      <a:cubicBezTo>
                        <a:pt x="458534" y="91264"/>
                        <a:pt x="373784" y="122319"/>
                        <a:pt x="237173" y="12231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63" name="Picture Placeholder 96">
                  <a:extLst>
                    <a:ext uri="{FF2B5EF4-FFF2-40B4-BE49-F238E27FC236}">
                      <a16:creationId xmlns:a16="http://schemas.microsoft.com/office/drawing/2014/main" id="{A69088A8-6D7E-41A0-9E1B-530B0CED84C6}"/>
                    </a:ext>
                  </a:extLst>
                </p:cNvPr>
                <p:cNvSpPr/>
                <p:nvPr/>
              </p:nvSpPr>
              <p:spPr>
                <a:xfrm>
                  <a:off x="5851715" y="3604843"/>
                  <a:ext cx="354810" cy="147670"/>
                </a:xfrm>
                <a:custGeom>
                  <a:avLst/>
                  <a:gdLst>
                    <a:gd name="connsiteX0" fmla="*/ 354810 w 354810"/>
                    <a:gd name="connsiteY0" fmla="*/ 123587 h 147670"/>
                    <a:gd name="connsiteX1" fmla="*/ 237173 w 354810"/>
                    <a:gd name="connsiteY1" fmla="*/ 132460 h 147670"/>
                    <a:gd name="connsiteX2" fmla="*/ 15812 w 354810"/>
                    <a:gd name="connsiteY2" fmla="*/ 79222 h 147670"/>
                    <a:gd name="connsiteX3" fmla="*/ 15812 w 354810"/>
                    <a:gd name="connsiteY3" fmla="*/ 0 h 147670"/>
                    <a:gd name="connsiteX4" fmla="*/ 0 w 354810"/>
                    <a:gd name="connsiteY4" fmla="*/ 0 h 147670"/>
                    <a:gd name="connsiteX5" fmla="*/ 0 w 354810"/>
                    <a:gd name="connsiteY5" fmla="*/ 78589 h 147670"/>
                    <a:gd name="connsiteX6" fmla="*/ 237173 w 354810"/>
                    <a:gd name="connsiteY6" fmla="*/ 147670 h 147670"/>
                    <a:gd name="connsiteX7" fmla="*/ 354810 w 354810"/>
                    <a:gd name="connsiteY7" fmla="*/ 138797 h 147670"/>
                    <a:gd name="connsiteX8" fmla="*/ 354810 w 354810"/>
                    <a:gd name="connsiteY8" fmla="*/ 123587 h 147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4810" h="147670">
                      <a:moveTo>
                        <a:pt x="354810" y="123587"/>
                      </a:moveTo>
                      <a:cubicBezTo>
                        <a:pt x="321922" y="129291"/>
                        <a:pt x="282710" y="132460"/>
                        <a:pt x="237173" y="132460"/>
                      </a:cubicBezTo>
                      <a:cubicBezTo>
                        <a:pt x="99929" y="132460"/>
                        <a:pt x="15812" y="101405"/>
                        <a:pt x="15812" y="79222"/>
                      </a:cubicBezTo>
                      <a:lnTo>
                        <a:pt x="15812" y="0"/>
                      </a:lnTo>
                      <a:lnTo>
                        <a:pt x="0" y="0"/>
                      </a:lnTo>
                      <a:lnTo>
                        <a:pt x="0" y="78589"/>
                      </a:lnTo>
                      <a:cubicBezTo>
                        <a:pt x="0" y="123587"/>
                        <a:pt x="122065" y="147670"/>
                        <a:pt x="237173" y="147670"/>
                      </a:cubicBezTo>
                      <a:cubicBezTo>
                        <a:pt x="277650" y="147670"/>
                        <a:pt x="318760" y="144501"/>
                        <a:pt x="354810" y="138797"/>
                      </a:cubicBezTo>
                      <a:lnTo>
                        <a:pt x="354810" y="123587"/>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64" name="Picture Placeholder 96">
                  <a:extLst>
                    <a:ext uri="{FF2B5EF4-FFF2-40B4-BE49-F238E27FC236}">
                      <a16:creationId xmlns:a16="http://schemas.microsoft.com/office/drawing/2014/main" id="{DB18CD41-EEB3-44D5-87D7-C797DCB96732}"/>
                    </a:ext>
                  </a:extLst>
                </p:cNvPr>
                <p:cNvSpPr/>
                <p:nvPr/>
              </p:nvSpPr>
              <p:spPr>
                <a:xfrm>
                  <a:off x="5851715" y="3455272"/>
                  <a:ext cx="354810" cy="148304"/>
                </a:xfrm>
                <a:custGeom>
                  <a:avLst/>
                  <a:gdLst>
                    <a:gd name="connsiteX0" fmla="*/ 237173 w 354810"/>
                    <a:gd name="connsiteY0" fmla="*/ 148304 h 148304"/>
                    <a:gd name="connsiteX1" fmla="*/ 354810 w 354810"/>
                    <a:gd name="connsiteY1" fmla="*/ 139431 h 148304"/>
                    <a:gd name="connsiteX2" fmla="*/ 354810 w 354810"/>
                    <a:gd name="connsiteY2" fmla="*/ 123587 h 148304"/>
                    <a:gd name="connsiteX3" fmla="*/ 237173 w 354810"/>
                    <a:gd name="connsiteY3" fmla="*/ 132460 h 148304"/>
                    <a:gd name="connsiteX4" fmla="*/ 15812 w 354810"/>
                    <a:gd name="connsiteY4" fmla="*/ 78589 h 148304"/>
                    <a:gd name="connsiteX5" fmla="*/ 15812 w 354810"/>
                    <a:gd name="connsiteY5" fmla="*/ 0 h 148304"/>
                    <a:gd name="connsiteX6" fmla="*/ 0 w 354810"/>
                    <a:gd name="connsiteY6" fmla="*/ 0 h 148304"/>
                    <a:gd name="connsiteX7" fmla="*/ 0 w 354810"/>
                    <a:gd name="connsiteY7" fmla="*/ 78589 h 148304"/>
                    <a:gd name="connsiteX8" fmla="*/ 237173 w 354810"/>
                    <a:gd name="connsiteY8" fmla="*/ 148304 h 1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4810" h="148304">
                      <a:moveTo>
                        <a:pt x="237173" y="148304"/>
                      </a:moveTo>
                      <a:cubicBezTo>
                        <a:pt x="277650" y="148304"/>
                        <a:pt x="318760" y="145135"/>
                        <a:pt x="354810" y="139431"/>
                      </a:cubicBezTo>
                      <a:lnTo>
                        <a:pt x="354810" y="123587"/>
                      </a:lnTo>
                      <a:cubicBezTo>
                        <a:pt x="321922" y="129291"/>
                        <a:pt x="282710" y="132460"/>
                        <a:pt x="237173" y="132460"/>
                      </a:cubicBezTo>
                      <a:cubicBezTo>
                        <a:pt x="99929" y="132460"/>
                        <a:pt x="15812" y="101405"/>
                        <a:pt x="15812" y="78589"/>
                      </a:cubicBezTo>
                      <a:lnTo>
                        <a:pt x="15812" y="0"/>
                      </a:lnTo>
                      <a:lnTo>
                        <a:pt x="0" y="0"/>
                      </a:lnTo>
                      <a:lnTo>
                        <a:pt x="0" y="78589"/>
                      </a:lnTo>
                      <a:cubicBezTo>
                        <a:pt x="0" y="124221"/>
                        <a:pt x="122065" y="148304"/>
                        <a:pt x="237173" y="14830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grpSp>
        <p:nvGrpSpPr>
          <p:cNvPr id="13" name="Group 12">
            <a:extLst>
              <a:ext uri="{FF2B5EF4-FFF2-40B4-BE49-F238E27FC236}">
                <a16:creationId xmlns:a16="http://schemas.microsoft.com/office/drawing/2014/main" id="{71812BAC-3498-4B83-9C85-C520A4612699}"/>
              </a:ext>
            </a:extLst>
          </p:cNvPr>
          <p:cNvGrpSpPr/>
          <p:nvPr/>
        </p:nvGrpSpPr>
        <p:grpSpPr>
          <a:xfrm>
            <a:off x="2874901" y="1261010"/>
            <a:ext cx="758008" cy="1300703"/>
            <a:chOff x="2872610" y="1436575"/>
            <a:chExt cx="758008" cy="1300703"/>
          </a:xfrm>
        </p:grpSpPr>
        <p:cxnSp>
          <p:nvCxnSpPr>
            <p:cNvPr id="124" name="Straight Connector 123">
              <a:extLst>
                <a:ext uri="{FF2B5EF4-FFF2-40B4-BE49-F238E27FC236}">
                  <a16:creationId xmlns:a16="http://schemas.microsoft.com/office/drawing/2014/main" id="{49458914-0920-4798-A869-41AD676DE6E7}"/>
                </a:ext>
              </a:extLst>
            </p:cNvPr>
            <p:cNvCxnSpPr>
              <a:cxnSpLocks/>
            </p:cNvCxnSpPr>
            <p:nvPr/>
          </p:nvCxnSpPr>
          <p:spPr bwMode="gray">
            <a:xfrm flipV="1">
              <a:off x="3251611" y="237161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30" name="Oval 129">
              <a:extLst>
                <a:ext uri="{FF2B5EF4-FFF2-40B4-BE49-F238E27FC236}">
                  <a16:creationId xmlns:a16="http://schemas.microsoft.com/office/drawing/2014/main" id="{1C984887-0622-4CF5-A998-DD116290EC2C}"/>
                </a:ext>
              </a:extLst>
            </p:cNvPr>
            <p:cNvSpPr/>
            <p:nvPr/>
          </p:nvSpPr>
          <p:spPr>
            <a:xfrm>
              <a:off x="3011551"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31" name="Rounded Rectangle 37">
              <a:extLst>
                <a:ext uri="{FF2B5EF4-FFF2-40B4-BE49-F238E27FC236}">
                  <a16:creationId xmlns:a16="http://schemas.microsoft.com/office/drawing/2014/main" id="{44512959-7C50-4B43-ABED-DF8FDF680954}"/>
                </a:ext>
              </a:extLst>
            </p:cNvPr>
            <p:cNvSpPr/>
            <p:nvPr/>
          </p:nvSpPr>
          <p:spPr>
            <a:xfrm>
              <a:off x="2872610"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Automated</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Patching</a:t>
              </a:r>
            </a:p>
          </p:txBody>
        </p:sp>
        <p:grpSp>
          <p:nvGrpSpPr>
            <p:cNvPr id="265" name="Picture Placeholder 89" descr="Security Lifecycle&#10;">
              <a:extLst>
                <a:ext uri="{FF2B5EF4-FFF2-40B4-BE49-F238E27FC236}">
                  <a16:creationId xmlns:a16="http://schemas.microsoft.com/office/drawing/2014/main" id="{4122E753-4C0F-4179-9775-53645760411E}"/>
                </a:ext>
              </a:extLst>
            </p:cNvPr>
            <p:cNvGrpSpPr>
              <a:grpSpLocks noChangeAspect="1"/>
            </p:cNvGrpSpPr>
            <p:nvPr/>
          </p:nvGrpSpPr>
          <p:grpSpPr>
            <a:xfrm>
              <a:off x="3121454" y="1995171"/>
              <a:ext cx="274607" cy="274320"/>
              <a:chOff x="8438627" y="1946048"/>
              <a:chExt cx="605896" cy="605264"/>
            </a:xfrm>
            <a:solidFill>
              <a:schemeClr val="tx1"/>
            </a:solidFill>
          </p:grpSpPr>
          <p:sp>
            <p:nvSpPr>
              <p:cNvPr id="266" name="Picture Placeholder 89">
                <a:extLst>
                  <a:ext uri="{FF2B5EF4-FFF2-40B4-BE49-F238E27FC236}">
                    <a16:creationId xmlns:a16="http://schemas.microsoft.com/office/drawing/2014/main" id="{F22861FE-7B7F-40B2-AE3A-8E88BAE9F9C8}"/>
                  </a:ext>
                </a:extLst>
              </p:cNvPr>
              <p:cNvSpPr/>
              <p:nvPr/>
            </p:nvSpPr>
            <p:spPr>
              <a:xfrm>
                <a:off x="8438627" y="1946048"/>
                <a:ext cx="588187" cy="471182"/>
              </a:xfrm>
              <a:custGeom>
                <a:avLst/>
                <a:gdLst>
                  <a:gd name="connsiteX0" fmla="*/ 17076 w 588187"/>
                  <a:gd name="connsiteY0" fmla="*/ 302948 h 471182"/>
                  <a:gd name="connsiteX1" fmla="*/ 302948 w 588187"/>
                  <a:gd name="connsiteY1" fmla="*/ 17076 h 471182"/>
                  <a:gd name="connsiteX2" fmla="*/ 550240 w 588187"/>
                  <a:gd name="connsiteY2" fmla="*/ 158747 h 471182"/>
                  <a:gd name="connsiteX3" fmla="*/ 501541 w 588187"/>
                  <a:gd name="connsiteY3" fmla="*/ 149893 h 471182"/>
                  <a:gd name="connsiteX4" fmla="*/ 498379 w 588187"/>
                  <a:gd name="connsiteY4" fmla="*/ 166337 h 471182"/>
                  <a:gd name="connsiteX5" fmla="*/ 573009 w 588187"/>
                  <a:gd name="connsiteY5" fmla="*/ 179619 h 471182"/>
                  <a:gd name="connsiteX6" fmla="*/ 588188 w 588187"/>
                  <a:gd name="connsiteY6" fmla="*/ 105621 h 471182"/>
                  <a:gd name="connsiteX7" fmla="*/ 571744 w 588187"/>
                  <a:gd name="connsiteY7" fmla="*/ 102459 h 471182"/>
                  <a:gd name="connsiteX8" fmla="*/ 562257 w 588187"/>
                  <a:gd name="connsiteY8" fmla="*/ 146731 h 471182"/>
                  <a:gd name="connsiteX9" fmla="*/ 302948 w 588187"/>
                  <a:gd name="connsiteY9" fmla="*/ 0 h 471182"/>
                  <a:gd name="connsiteX10" fmla="*/ 0 w 588187"/>
                  <a:gd name="connsiteY10" fmla="*/ 302948 h 471182"/>
                  <a:gd name="connsiteX11" fmla="*/ 50597 w 588187"/>
                  <a:gd name="connsiteY11" fmla="*/ 471183 h 471182"/>
                  <a:gd name="connsiteX12" fmla="*/ 64511 w 588187"/>
                  <a:gd name="connsiteY12" fmla="*/ 461696 h 471182"/>
                  <a:gd name="connsiteX13" fmla="*/ 17076 w 588187"/>
                  <a:gd name="connsiteY13" fmla="*/ 302948 h 47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8187" h="471182">
                    <a:moveTo>
                      <a:pt x="17076" y="302948"/>
                    </a:moveTo>
                    <a:cubicBezTo>
                      <a:pt x="17076" y="145466"/>
                      <a:pt x="145466" y="17076"/>
                      <a:pt x="302948" y="17076"/>
                    </a:cubicBezTo>
                    <a:cubicBezTo>
                      <a:pt x="405407" y="17076"/>
                      <a:pt x="499011" y="70836"/>
                      <a:pt x="550240" y="158747"/>
                    </a:cubicBezTo>
                    <a:lnTo>
                      <a:pt x="501541" y="149893"/>
                    </a:lnTo>
                    <a:lnTo>
                      <a:pt x="498379" y="166337"/>
                    </a:lnTo>
                    <a:lnTo>
                      <a:pt x="573009" y="179619"/>
                    </a:lnTo>
                    <a:lnTo>
                      <a:pt x="588188" y="105621"/>
                    </a:lnTo>
                    <a:lnTo>
                      <a:pt x="571744" y="102459"/>
                    </a:lnTo>
                    <a:lnTo>
                      <a:pt x="562257" y="146731"/>
                    </a:lnTo>
                    <a:cubicBezTo>
                      <a:pt x="507865" y="55656"/>
                      <a:pt x="409834" y="0"/>
                      <a:pt x="302948" y="0"/>
                    </a:cubicBezTo>
                    <a:cubicBezTo>
                      <a:pt x="135979" y="0"/>
                      <a:pt x="0" y="135979"/>
                      <a:pt x="0" y="302948"/>
                    </a:cubicBezTo>
                    <a:cubicBezTo>
                      <a:pt x="0" y="363032"/>
                      <a:pt x="17709" y="421218"/>
                      <a:pt x="50597" y="471183"/>
                    </a:cubicBezTo>
                    <a:lnTo>
                      <a:pt x="64511" y="461696"/>
                    </a:lnTo>
                    <a:cubicBezTo>
                      <a:pt x="34153" y="414261"/>
                      <a:pt x="17076" y="359870"/>
                      <a:pt x="17076" y="302948"/>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67" name="Picture Placeholder 89">
                <a:extLst>
                  <a:ext uri="{FF2B5EF4-FFF2-40B4-BE49-F238E27FC236}">
                    <a16:creationId xmlns:a16="http://schemas.microsoft.com/office/drawing/2014/main" id="{F94ABC2A-AF01-4F74-94E2-FDAE02EC7D1B}"/>
                  </a:ext>
                </a:extLst>
              </p:cNvPr>
              <p:cNvSpPr/>
              <p:nvPr/>
            </p:nvSpPr>
            <p:spPr>
              <a:xfrm>
                <a:off x="8500608" y="2143376"/>
                <a:ext cx="543915" cy="407936"/>
              </a:xfrm>
              <a:custGeom>
                <a:avLst/>
                <a:gdLst>
                  <a:gd name="connsiteX0" fmla="*/ 524942 w 543915"/>
                  <a:gd name="connsiteY0" fmla="*/ 0 h 407936"/>
                  <a:gd name="connsiteX1" fmla="*/ 509130 w 543915"/>
                  <a:gd name="connsiteY1" fmla="*/ 5692 h 407936"/>
                  <a:gd name="connsiteX2" fmla="*/ 526839 w 543915"/>
                  <a:gd name="connsiteY2" fmla="*/ 105621 h 407936"/>
                  <a:gd name="connsiteX3" fmla="*/ 240967 w 543915"/>
                  <a:gd name="connsiteY3" fmla="*/ 391493 h 407936"/>
                  <a:gd name="connsiteX4" fmla="*/ 37315 w 543915"/>
                  <a:gd name="connsiteY4" fmla="*/ 306111 h 407936"/>
                  <a:gd name="connsiteX5" fmla="*/ 86647 w 543915"/>
                  <a:gd name="connsiteY5" fmla="*/ 314965 h 407936"/>
                  <a:gd name="connsiteX6" fmla="*/ 89809 w 543915"/>
                  <a:gd name="connsiteY6" fmla="*/ 298521 h 407936"/>
                  <a:gd name="connsiteX7" fmla="*/ 15179 w 543915"/>
                  <a:gd name="connsiteY7" fmla="*/ 285239 h 407936"/>
                  <a:gd name="connsiteX8" fmla="*/ 0 w 543915"/>
                  <a:gd name="connsiteY8" fmla="*/ 359237 h 407936"/>
                  <a:gd name="connsiteX9" fmla="*/ 16444 w 543915"/>
                  <a:gd name="connsiteY9" fmla="*/ 362400 h 407936"/>
                  <a:gd name="connsiteX10" fmla="*/ 25931 w 543915"/>
                  <a:gd name="connsiteY10" fmla="*/ 318127 h 407936"/>
                  <a:gd name="connsiteX11" fmla="*/ 240967 w 543915"/>
                  <a:gd name="connsiteY11" fmla="*/ 407937 h 407936"/>
                  <a:gd name="connsiteX12" fmla="*/ 543916 w 543915"/>
                  <a:gd name="connsiteY12" fmla="*/ 104988 h 407936"/>
                  <a:gd name="connsiteX13" fmla="*/ 524942 w 543915"/>
                  <a:gd name="connsiteY13" fmla="*/ 0 h 407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3915" h="407936">
                    <a:moveTo>
                      <a:pt x="524942" y="0"/>
                    </a:moveTo>
                    <a:lnTo>
                      <a:pt x="509130" y="5692"/>
                    </a:lnTo>
                    <a:cubicBezTo>
                      <a:pt x="521147" y="37315"/>
                      <a:pt x="526839" y="71468"/>
                      <a:pt x="526839" y="105621"/>
                    </a:cubicBezTo>
                    <a:cubicBezTo>
                      <a:pt x="526839" y="263103"/>
                      <a:pt x="398450" y="391493"/>
                      <a:pt x="240967" y="391493"/>
                    </a:cubicBezTo>
                    <a:cubicBezTo>
                      <a:pt x="164440" y="391493"/>
                      <a:pt x="91074" y="360502"/>
                      <a:pt x="37315" y="306111"/>
                    </a:cubicBezTo>
                    <a:lnTo>
                      <a:pt x="86647" y="314965"/>
                    </a:lnTo>
                    <a:lnTo>
                      <a:pt x="89809" y="298521"/>
                    </a:lnTo>
                    <a:lnTo>
                      <a:pt x="15179" y="285239"/>
                    </a:lnTo>
                    <a:lnTo>
                      <a:pt x="0" y="359237"/>
                    </a:lnTo>
                    <a:lnTo>
                      <a:pt x="16444" y="362400"/>
                    </a:lnTo>
                    <a:lnTo>
                      <a:pt x="25931" y="318127"/>
                    </a:lnTo>
                    <a:cubicBezTo>
                      <a:pt x="82852" y="375681"/>
                      <a:pt x="160012" y="407937"/>
                      <a:pt x="240967" y="407937"/>
                    </a:cubicBezTo>
                    <a:cubicBezTo>
                      <a:pt x="407937" y="407937"/>
                      <a:pt x="543916" y="271958"/>
                      <a:pt x="543916" y="104988"/>
                    </a:cubicBezTo>
                    <a:cubicBezTo>
                      <a:pt x="543916" y="68938"/>
                      <a:pt x="537591" y="33520"/>
                      <a:pt x="524942"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68" name="Picture Placeholder 89">
                <a:extLst>
                  <a:ext uri="{FF2B5EF4-FFF2-40B4-BE49-F238E27FC236}">
                    <a16:creationId xmlns:a16="http://schemas.microsoft.com/office/drawing/2014/main" id="{57A80703-98B7-470C-90B3-A5E39796C4C0}"/>
                  </a:ext>
                </a:extLst>
              </p:cNvPr>
              <p:cNvSpPr/>
              <p:nvPr/>
            </p:nvSpPr>
            <p:spPr>
              <a:xfrm>
                <a:off x="8721969" y="2275560"/>
                <a:ext cx="46169" cy="72100"/>
              </a:xfrm>
              <a:custGeom>
                <a:avLst/>
                <a:gdLst>
                  <a:gd name="connsiteX0" fmla="*/ 0 w 46169"/>
                  <a:gd name="connsiteY0" fmla="*/ 22769 h 72100"/>
                  <a:gd name="connsiteX1" fmla="*/ 11384 w 46169"/>
                  <a:gd name="connsiteY1" fmla="*/ 42375 h 72100"/>
                  <a:gd name="connsiteX2" fmla="*/ 11384 w 46169"/>
                  <a:gd name="connsiteY2" fmla="*/ 65776 h 72100"/>
                  <a:gd name="connsiteX3" fmla="*/ 17709 w 46169"/>
                  <a:gd name="connsiteY3" fmla="*/ 72100 h 72100"/>
                  <a:gd name="connsiteX4" fmla="*/ 28461 w 46169"/>
                  <a:gd name="connsiteY4" fmla="*/ 72100 h 72100"/>
                  <a:gd name="connsiteX5" fmla="*/ 34785 w 46169"/>
                  <a:gd name="connsiteY5" fmla="*/ 65776 h 72100"/>
                  <a:gd name="connsiteX6" fmla="*/ 34785 w 46169"/>
                  <a:gd name="connsiteY6" fmla="*/ 42375 h 72100"/>
                  <a:gd name="connsiteX7" fmla="*/ 46170 w 46169"/>
                  <a:gd name="connsiteY7" fmla="*/ 22769 h 72100"/>
                  <a:gd name="connsiteX8" fmla="*/ 23401 w 46169"/>
                  <a:gd name="connsiteY8" fmla="*/ 0 h 72100"/>
                  <a:gd name="connsiteX9" fmla="*/ 0 w 46169"/>
                  <a:gd name="connsiteY9" fmla="*/ 22769 h 72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169" h="72100">
                    <a:moveTo>
                      <a:pt x="0" y="22769"/>
                    </a:moveTo>
                    <a:cubicBezTo>
                      <a:pt x="0" y="30991"/>
                      <a:pt x="4427" y="38580"/>
                      <a:pt x="11384" y="42375"/>
                    </a:cubicBezTo>
                    <a:lnTo>
                      <a:pt x="11384" y="65776"/>
                    </a:lnTo>
                    <a:cubicBezTo>
                      <a:pt x="11384" y="68938"/>
                      <a:pt x="13914" y="72100"/>
                      <a:pt x="17709" y="72100"/>
                    </a:cubicBezTo>
                    <a:lnTo>
                      <a:pt x="28461" y="72100"/>
                    </a:lnTo>
                    <a:cubicBezTo>
                      <a:pt x="31623" y="72100"/>
                      <a:pt x="34785" y="69571"/>
                      <a:pt x="34785" y="65776"/>
                    </a:cubicBezTo>
                    <a:lnTo>
                      <a:pt x="34785" y="42375"/>
                    </a:lnTo>
                    <a:cubicBezTo>
                      <a:pt x="41742" y="38580"/>
                      <a:pt x="46170" y="30991"/>
                      <a:pt x="46170" y="22769"/>
                    </a:cubicBezTo>
                    <a:cubicBezTo>
                      <a:pt x="46170" y="10119"/>
                      <a:pt x="36050" y="0"/>
                      <a:pt x="23401" y="0"/>
                    </a:cubicBezTo>
                    <a:cubicBezTo>
                      <a:pt x="10119" y="0"/>
                      <a:pt x="0" y="10119"/>
                      <a:pt x="0" y="2276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69" name="Picture Placeholder 89">
                <a:extLst>
                  <a:ext uri="{FF2B5EF4-FFF2-40B4-BE49-F238E27FC236}">
                    <a16:creationId xmlns:a16="http://schemas.microsoft.com/office/drawing/2014/main" id="{7DEA4763-0426-48C9-80F3-AC5199FA23DE}"/>
                  </a:ext>
                </a:extLst>
              </p:cNvPr>
              <p:cNvSpPr/>
              <p:nvPr/>
            </p:nvSpPr>
            <p:spPr>
              <a:xfrm>
                <a:off x="8604331" y="2045977"/>
                <a:ext cx="282077" cy="408569"/>
              </a:xfrm>
              <a:custGeom>
                <a:avLst/>
                <a:gdLst>
                  <a:gd name="connsiteX0" fmla="*/ 141039 w 282077"/>
                  <a:gd name="connsiteY0" fmla="*/ 0 h 408569"/>
                  <a:gd name="connsiteX1" fmla="*/ 64511 w 282077"/>
                  <a:gd name="connsiteY1" fmla="*/ 76528 h 408569"/>
                  <a:gd name="connsiteX2" fmla="*/ 64511 w 282077"/>
                  <a:gd name="connsiteY2" fmla="*/ 149261 h 408569"/>
                  <a:gd name="connsiteX3" fmla="*/ 0 w 282077"/>
                  <a:gd name="connsiteY3" fmla="*/ 267531 h 408569"/>
                  <a:gd name="connsiteX4" fmla="*/ 141039 w 282077"/>
                  <a:gd name="connsiteY4" fmla="*/ 408569 h 408569"/>
                  <a:gd name="connsiteX5" fmla="*/ 282077 w 282077"/>
                  <a:gd name="connsiteY5" fmla="*/ 267531 h 408569"/>
                  <a:gd name="connsiteX6" fmla="*/ 217566 w 282077"/>
                  <a:gd name="connsiteY6" fmla="*/ 149261 h 408569"/>
                  <a:gd name="connsiteX7" fmla="*/ 217566 w 282077"/>
                  <a:gd name="connsiteY7" fmla="*/ 76528 h 408569"/>
                  <a:gd name="connsiteX8" fmla="*/ 141039 w 282077"/>
                  <a:gd name="connsiteY8" fmla="*/ 0 h 408569"/>
                  <a:gd name="connsiteX9" fmla="*/ 83485 w 282077"/>
                  <a:gd name="connsiteY9" fmla="*/ 76528 h 408569"/>
                  <a:gd name="connsiteX10" fmla="*/ 141039 w 282077"/>
                  <a:gd name="connsiteY10" fmla="*/ 18974 h 408569"/>
                  <a:gd name="connsiteX11" fmla="*/ 198592 w 282077"/>
                  <a:gd name="connsiteY11" fmla="*/ 76528 h 408569"/>
                  <a:gd name="connsiteX12" fmla="*/ 198592 w 282077"/>
                  <a:gd name="connsiteY12" fmla="*/ 139141 h 408569"/>
                  <a:gd name="connsiteX13" fmla="*/ 141039 w 282077"/>
                  <a:gd name="connsiteY13" fmla="*/ 126492 h 408569"/>
                  <a:gd name="connsiteX14" fmla="*/ 83485 w 282077"/>
                  <a:gd name="connsiteY14" fmla="*/ 138509 h 408569"/>
                  <a:gd name="connsiteX15" fmla="*/ 83485 w 282077"/>
                  <a:gd name="connsiteY15" fmla="*/ 76528 h 408569"/>
                  <a:gd name="connsiteX16" fmla="*/ 262471 w 282077"/>
                  <a:gd name="connsiteY16" fmla="*/ 267531 h 408569"/>
                  <a:gd name="connsiteX17" fmla="*/ 140406 w 282077"/>
                  <a:gd name="connsiteY17" fmla="*/ 389595 h 408569"/>
                  <a:gd name="connsiteX18" fmla="*/ 18341 w 282077"/>
                  <a:gd name="connsiteY18" fmla="*/ 267531 h 408569"/>
                  <a:gd name="connsiteX19" fmla="*/ 140406 w 282077"/>
                  <a:gd name="connsiteY19" fmla="*/ 145466 h 408569"/>
                  <a:gd name="connsiteX20" fmla="*/ 262471 w 282077"/>
                  <a:gd name="connsiteY20" fmla="*/ 267531 h 408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2077" h="408569">
                    <a:moveTo>
                      <a:pt x="141039" y="0"/>
                    </a:moveTo>
                    <a:cubicBezTo>
                      <a:pt x="98664" y="0"/>
                      <a:pt x="64511" y="34153"/>
                      <a:pt x="64511" y="76528"/>
                    </a:cubicBezTo>
                    <a:lnTo>
                      <a:pt x="64511" y="149261"/>
                    </a:lnTo>
                    <a:cubicBezTo>
                      <a:pt x="25298" y="174559"/>
                      <a:pt x="0" y="218199"/>
                      <a:pt x="0" y="267531"/>
                    </a:cubicBezTo>
                    <a:cubicBezTo>
                      <a:pt x="0" y="345323"/>
                      <a:pt x="63246" y="408569"/>
                      <a:pt x="141039" y="408569"/>
                    </a:cubicBezTo>
                    <a:cubicBezTo>
                      <a:pt x="218831" y="408569"/>
                      <a:pt x="282077" y="345323"/>
                      <a:pt x="282077" y="267531"/>
                    </a:cubicBezTo>
                    <a:cubicBezTo>
                      <a:pt x="282077" y="218199"/>
                      <a:pt x="256146" y="174559"/>
                      <a:pt x="217566" y="149261"/>
                    </a:cubicBezTo>
                    <a:lnTo>
                      <a:pt x="217566" y="76528"/>
                    </a:lnTo>
                    <a:cubicBezTo>
                      <a:pt x="217566" y="34153"/>
                      <a:pt x="182781" y="0"/>
                      <a:pt x="141039" y="0"/>
                    </a:cubicBezTo>
                    <a:close/>
                    <a:moveTo>
                      <a:pt x="83485" y="76528"/>
                    </a:moveTo>
                    <a:cubicBezTo>
                      <a:pt x="83485" y="44905"/>
                      <a:pt x="109416" y="18974"/>
                      <a:pt x="141039" y="18974"/>
                    </a:cubicBezTo>
                    <a:cubicBezTo>
                      <a:pt x="172662" y="18974"/>
                      <a:pt x="198592" y="44905"/>
                      <a:pt x="198592" y="76528"/>
                    </a:cubicBezTo>
                    <a:lnTo>
                      <a:pt x="198592" y="139141"/>
                    </a:lnTo>
                    <a:cubicBezTo>
                      <a:pt x="180884" y="130919"/>
                      <a:pt x="161277" y="126492"/>
                      <a:pt x="141039" y="126492"/>
                    </a:cubicBezTo>
                    <a:cubicBezTo>
                      <a:pt x="120800" y="126492"/>
                      <a:pt x="101194" y="130919"/>
                      <a:pt x="83485" y="138509"/>
                    </a:cubicBezTo>
                    <a:lnTo>
                      <a:pt x="83485" y="76528"/>
                    </a:lnTo>
                    <a:close/>
                    <a:moveTo>
                      <a:pt x="262471" y="267531"/>
                    </a:moveTo>
                    <a:cubicBezTo>
                      <a:pt x="262471" y="334571"/>
                      <a:pt x="207447" y="389595"/>
                      <a:pt x="140406" y="389595"/>
                    </a:cubicBezTo>
                    <a:cubicBezTo>
                      <a:pt x="73365" y="389595"/>
                      <a:pt x="18341" y="335204"/>
                      <a:pt x="18341" y="267531"/>
                    </a:cubicBezTo>
                    <a:cubicBezTo>
                      <a:pt x="18341" y="199857"/>
                      <a:pt x="73365" y="145466"/>
                      <a:pt x="140406" y="145466"/>
                    </a:cubicBezTo>
                    <a:cubicBezTo>
                      <a:pt x="207447" y="145466"/>
                      <a:pt x="262471" y="200490"/>
                      <a:pt x="262471" y="267531"/>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22" name="Group 21">
            <a:extLst>
              <a:ext uri="{FF2B5EF4-FFF2-40B4-BE49-F238E27FC236}">
                <a16:creationId xmlns:a16="http://schemas.microsoft.com/office/drawing/2014/main" id="{8B032D61-58CE-4ECB-AB1F-7245C13214E9}"/>
              </a:ext>
            </a:extLst>
          </p:cNvPr>
          <p:cNvGrpSpPr/>
          <p:nvPr/>
        </p:nvGrpSpPr>
        <p:grpSpPr>
          <a:xfrm>
            <a:off x="1623789" y="3523164"/>
            <a:ext cx="758008" cy="1303912"/>
            <a:chOff x="1501458" y="3698729"/>
            <a:chExt cx="758008" cy="1303912"/>
          </a:xfrm>
        </p:grpSpPr>
        <p:cxnSp>
          <p:nvCxnSpPr>
            <p:cNvPr id="156" name="Straight Connector 155">
              <a:extLst>
                <a:ext uri="{FF2B5EF4-FFF2-40B4-BE49-F238E27FC236}">
                  <a16:creationId xmlns:a16="http://schemas.microsoft.com/office/drawing/2014/main" id="{A76821C1-22F0-4301-B17C-BDA352599A6A}"/>
                </a:ext>
              </a:extLst>
            </p:cNvPr>
            <p:cNvCxnSpPr>
              <a:cxnSpLocks/>
            </p:cNvCxnSpPr>
            <p:nvPr/>
          </p:nvCxnSpPr>
          <p:spPr bwMode="gray">
            <a:xfrm rot="10800000" flipV="1">
              <a:off x="1875114" y="3698729"/>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00" name="Oval 199">
              <a:extLst>
                <a:ext uri="{FF2B5EF4-FFF2-40B4-BE49-F238E27FC236}">
                  <a16:creationId xmlns:a16="http://schemas.microsoft.com/office/drawing/2014/main" id="{4507A491-DCA2-40D8-94C0-D1CD1AD371DC}"/>
                </a:ext>
              </a:extLst>
            </p:cNvPr>
            <p:cNvSpPr/>
            <p:nvPr/>
          </p:nvSpPr>
          <p:spPr>
            <a:xfrm rot="10800000">
              <a:off x="1641100" y="4062825"/>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201" name="Rounded Rectangle 31">
              <a:extLst>
                <a:ext uri="{FF2B5EF4-FFF2-40B4-BE49-F238E27FC236}">
                  <a16:creationId xmlns:a16="http://schemas.microsoft.com/office/drawing/2014/main" id="{56D4F053-C9FD-4222-8B20-52C177E9C2C1}"/>
                </a:ext>
              </a:extLst>
            </p:cNvPr>
            <p:cNvSpPr/>
            <p:nvPr/>
          </p:nvSpPr>
          <p:spPr>
            <a:xfrm>
              <a:off x="1501458" y="4623637"/>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Application</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Load Balancing</a:t>
              </a:r>
            </a:p>
          </p:txBody>
        </p:sp>
        <p:grpSp>
          <p:nvGrpSpPr>
            <p:cNvPr id="270" name="Picture Placeholder 101" descr="Visibility&#10;">
              <a:extLst>
                <a:ext uri="{FF2B5EF4-FFF2-40B4-BE49-F238E27FC236}">
                  <a16:creationId xmlns:a16="http://schemas.microsoft.com/office/drawing/2014/main" id="{1F88B282-92EE-4599-BF9A-42C7E6AACBC4}"/>
                </a:ext>
              </a:extLst>
            </p:cNvPr>
            <p:cNvGrpSpPr>
              <a:grpSpLocks noChangeAspect="1"/>
            </p:cNvGrpSpPr>
            <p:nvPr/>
          </p:nvGrpSpPr>
          <p:grpSpPr>
            <a:xfrm>
              <a:off x="1700949" y="4199234"/>
              <a:ext cx="365760" cy="211756"/>
              <a:chOff x="530529" y="4527708"/>
              <a:chExt cx="600837" cy="347853"/>
            </a:xfrm>
            <a:solidFill>
              <a:schemeClr val="tx1"/>
            </a:solidFill>
          </p:grpSpPr>
          <p:sp>
            <p:nvSpPr>
              <p:cNvPr id="271" name="Picture Placeholder 101">
                <a:extLst>
                  <a:ext uri="{FF2B5EF4-FFF2-40B4-BE49-F238E27FC236}">
                    <a16:creationId xmlns:a16="http://schemas.microsoft.com/office/drawing/2014/main" id="{E69CF689-04B0-48FC-992B-5A86E9472DC3}"/>
                  </a:ext>
                </a:extLst>
              </p:cNvPr>
              <p:cNvSpPr/>
              <p:nvPr/>
            </p:nvSpPr>
            <p:spPr>
              <a:xfrm>
                <a:off x="734181" y="4606766"/>
                <a:ext cx="193532" cy="189738"/>
              </a:xfrm>
              <a:custGeom>
                <a:avLst/>
                <a:gdLst>
                  <a:gd name="connsiteX0" fmla="*/ 96766 w 193532"/>
                  <a:gd name="connsiteY0" fmla="*/ 189738 h 189738"/>
                  <a:gd name="connsiteX1" fmla="*/ 0 w 193532"/>
                  <a:gd name="connsiteY1" fmla="*/ 94869 h 189738"/>
                  <a:gd name="connsiteX2" fmla="*/ 96766 w 193532"/>
                  <a:gd name="connsiteY2" fmla="*/ 0 h 189738"/>
                  <a:gd name="connsiteX3" fmla="*/ 193533 w 193532"/>
                  <a:gd name="connsiteY3" fmla="*/ 94869 h 189738"/>
                  <a:gd name="connsiteX4" fmla="*/ 96766 w 193532"/>
                  <a:gd name="connsiteY4" fmla="*/ 189738 h 189738"/>
                  <a:gd name="connsiteX5" fmla="*/ 96766 w 193532"/>
                  <a:gd name="connsiteY5" fmla="*/ 15812 h 189738"/>
                  <a:gd name="connsiteX6" fmla="*/ 15812 w 193532"/>
                  <a:gd name="connsiteY6" fmla="*/ 94869 h 189738"/>
                  <a:gd name="connsiteX7" fmla="*/ 96766 w 193532"/>
                  <a:gd name="connsiteY7" fmla="*/ 173927 h 189738"/>
                  <a:gd name="connsiteX8" fmla="*/ 177721 w 193532"/>
                  <a:gd name="connsiteY8" fmla="*/ 94869 h 189738"/>
                  <a:gd name="connsiteX9" fmla="*/ 96766 w 193532"/>
                  <a:gd name="connsiteY9" fmla="*/ 15812 h 189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3532" h="189738">
                    <a:moveTo>
                      <a:pt x="96766" y="189738"/>
                    </a:moveTo>
                    <a:cubicBezTo>
                      <a:pt x="43640" y="189738"/>
                      <a:pt x="0" y="147363"/>
                      <a:pt x="0" y="94869"/>
                    </a:cubicBezTo>
                    <a:cubicBezTo>
                      <a:pt x="0" y="42375"/>
                      <a:pt x="43007" y="0"/>
                      <a:pt x="96766" y="0"/>
                    </a:cubicBezTo>
                    <a:cubicBezTo>
                      <a:pt x="149893" y="0"/>
                      <a:pt x="193533" y="42375"/>
                      <a:pt x="193533" y="94869"/>
                    </a:cubicBezTo>
                    <a:cubicBezTo>
                      <a:pt x="193533" y="147363"/>
                      <a:pt x="149893" y="189738"/>
                      <a:pt x="96766" y="189738"/>
                    </a:cubicBezTo>
                    <a:close/>
                    <a:moveTo>
                      <a:pt x="96766" y="15812"/>
                    </a:moveTo>
                    <a:cubicBezTo>
                      <a:pt x="51862" y="15812"/>
                      <a:pt x="15812" y="51229"/>
                      <a:pt x="15812" y="94869"/>
                    </a:cubicBezTo>
                    <a:cubicBezTo>
                      <a:pt x="15812" y="138509"/>
                      <a:pt x="51862" y="173927"/>
                      <a:pt x="96766" y="173927"/>
                    </a:cubicBezTo>
                    <a:cubicBezTo>
                      <a:pt x="141671" y="173927"/>
                      <a:pt x="177721" y="138509"/>
                      <a:pt x="177721" y="94869"/>
                    </a:cubicBezTo>
                    <a:cubicBezTo>
                      <a:pt x="177721" y="51229"/>
                      <a:pt x="141039" y="15812"/>
                      <a:pt x="96766" y="1581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72" name="Picture Placeholder 101">
                <a:extLst>
                  <a:ext uri="{FF2B5EF4-FFF2-40B4-BE49-F238E27FC236}">
                    <a16:creationId xmlns:a16="http://schemas.microsoft.com/office/drawing/2014/main" id="{1C31268D-E92C-4E23-B13E-3D31BBF8E949}"/>
                  </a:ext>
                </a:extLst>
              </p:cNvPr>
              <p:cNvSpPr/>
              <p:nvPr/>
            </p:nvSpPr>
            <p:spPr>
              <a:xfrm>
                <a:off x="530529" y="4527708"/>
                <a:ext cx="600837" cy="347853"/>
              </a:xfrm>
              <a:custGeom>
                <a:avLst/>
                <a:gdLst>
                  <a:gd name="connsiteX0" fmla="*/ 597042 w 600837"/>
                  <a:gd name="connsiteY0" fmla="*/ 169499 h 347853"/>
                  <a:gd name="connsiteX1" fmla="*/ 510395 w 600837"/>
                  <a:gd name="connsiteY1" fmla="*/ 85382 h 347853"/>
                  <a:gd name="connsiteX2" fmla="*/ 300419 w 600837"/>
                  <a:gd name="connsiteY2" fmla="*/ 0 h 347853"/>
                  <a:gd name="connsiteX3" fmla="*/ 89809 w 600837"/>
                  <a:gd name="connsiteY3" fmla="*/ 84750 h 347853"/>
                  <a:gd name="connsiteX4" fmla="*/ 3795 w 600837"/>
                  <a:gd name="connsiteY4" fmla="*/ 169499 h 347853"/>
                  <a:gd name="connsiteX5" fmla="*/ 0 w 600837"/>
                  <a:gd name="connsiteY5" fmla="*/ 173927 h 347853"/>
                  <a:gd name="connsiteX6" fmla="*/ 3795 w 600837"/>
                  <a:gd name="connsiteY6" fmla="*/ 178986 h 347853"/>
                  <a:gd name="connsiteX7" fmla="*/ 10119 w 600837"/>
                  <a:gd name="connsiteY7" fmla="*/ 186576 h 347853"/>
                  <a:gd name="connsiteX8" fmla="*/ 20871 w 600837"/>
                  <a:gd name="connsiteY8" fmla="*/ 174559 h 347853"/>
                  <a:gd name="connsiteX9" fmla="*/ 20871 w 600837"/>
                  <a:gd name="connsiteY9" fmla="*/ 173927 h 347853"/>
                  <a:gd name="connsiteX10" fmla="*/ 301051 w 600837"/>
                  <a:gd name="connsiteY10" fmla="*/ 15812 h 347853"/>
                  <a:gd name="connsiteX11" fmla="*/ 581231 w 600837"/>
                  <a:gd name="connsiteY11" fmla="*/ 173927 h 347853"/>
                  <a:gd name="connsiteX12" fmla="*/ 301051 w 600837"/>
                  <a:gd name="connsiteY12" fmla="*/ 332042 h 347853"/>
                  <a:gd name="connsiteX13" fmla="*/ 41742 w 600837"/>
                  <a:gd name="connsiteY13" fmla="*/ 196695 h 347853"/>
                  <a:gd name="connsiteX14" fmla="*/ 30358 w 600837"/>
                  <a:gd name="connsiteY14" fmla="*/ 208079 h 347853"/>
                  <a:gd name="connsiteX15" fmla="*/ 90442 w 600837"/>
                  <a:gd name="connsiteY15" fmla="*/ 263103 h 347853"/>
                  <a:gd name="connsiteX16" fmla="*/ 300419 w 600837"/>
                  <a:gd name="connsiteY16" fmla="*/ 347853 h 347853"/>
                  <a:gd name="connsiteX17" fmla="*/ 510395 w 600837"/>
                  <a:gd name="connsiteY17" fmla="*/ 263103 h 347853"/>
                  <a:gd name="connsiteX18" fmla="*/ 597042 w 600837"/>
                  <a:gd name="connsiteY18" fmla="*/ 178986 h 347853"/>
                  <a:gd name="connsiteX19" fmla="*/ 600837 w 600837"/>
                  <a:gd name="connsiteY19" fmla="*/ 173927 h 347853"/>
                  <a:gd name="connsiteX20" fmla="*/ 597042 w 600837"/>
                  <a:gd name="connsiteY20" fmla="*/ 169499 h 347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0837" h="347853">
                    <a:moveTo>
                      <a:pt x="597042" y="169499"/>
                    </a:moveTo>
                    <a:cubicBezTo>
                      <a:pt x="595777" y="167602"/>
                      <a:pt x="563522" y="126492"/>
                      <a:pt x="510395" y="85382"/>
                    </a:cubicBezTo>
                    <a:cubicBezTo>
                      <a:pt x="461696" y="46170"/>
                      <a:pt x="385168" y="0"/>
                      <a:pt x="300419" y="0"/>
                    </a:cubicBezTo>
                    <a:cubicBezTo>
                      <a:pt x="215669" y="0"/>
                      <a:pt x="139141" y="46170"/>
                      <a:pt x="89809" y="84750"/>
                    </a:cubicBezTo>
                    <a:cubicBezTo>
                      <a:pt x="37315" y="126492"/>
                      <a:pt x="5060" y="167602"/>
                      <a:pt x="3795" y="169499"/>
                    </a:cubicBezTo>
                    <a:lnTo>
                      <a:pt x="0" y="173927"/>
                    </a:lnTo>
                    <a:lnTo>
                      <a:pt x="3795" y="178986"/>
                    </a:lnTo>
                    <a:cubicBezTo>
                      <a:pt x="4427" y="179619"/>
                      <a:pt x="6325" y="182148"/>
                      <a:pt x="10119" y="186576"/>
                    </a:cubicBezTo>
                    <a:lnTo>
                      <a:pt x="20871" y="174559"/>
                    </a:lnTo>
                    <a:cubicBezTo>
                      <a:pt x="20871" y="174559"/>
                      <a:pt x="20871" y="174559"/>
                      <a:pt x="20871" y="173927"/>
                    </a:cubicBezTo>
                    <a:cubicBezTo>
                      <a:pt x="43640" y="146731"/>
                      <a:pt x="161910" y="15812"/>
                      <a:pt x="301051" y="15812"/>
                    </a:cubicBezTo>
                    <a:cubicBezTo>
                      <a:pt x="440192" y="15812"/>
                      <a:pt x="558462" y="146731"/>
                      <a:pt x="581231" y="173927"/>
                    </a:cubicBezTo>
                    <a:cubicBezTo>
                      <a:pt x="558462" y="201122"/>
                      <a:pt x="440192" y="332042"/>
                      <a:pt x="301051" y="332042"/>
                    </a:cubicBezTo>
                    <a:cubicBezTo>
                      <a:pt x="186576" y="332042"/>
                      <a:pt x="86647" y="243497"/>
                      <a:pt x="41742" y="196695"/>
                    </a:cubicBezTo>
                    <a:lnTo>
                      <a:pt x="30358" y="208079"/>
                    </a:lnTo>
                    <a:cubicBezTo>
                      <a:pt x="44905" y="223258"/>
                      <a:pt x="65776" y="242865"/>
                      <a:pt x="90442" y="263103"/>
                    </a:cubicBezTo>
                    <a:cubicBezTo>
                      <a:pt x="139141" y="301683"/>
                      <a:pt x="215036" y="347853"/>
                      <a:pt x="300419" y="347853"/>
                    </a:cubicBezTo>
                    <a:cubicBezTo>
                      <a:pt x="385801" y="347853"/>
                      <a:pt x="461696" y="301683"/>
                      <a:pt x="510395" y="263103"/>
                    </a:cubicBezTo>
                    <a:cubicBezTo>
                      <a:pt x="562889" y="221361"/>
                      <a:pt x="595145" y="180251"/>
                      <a:pt x="597042" y="178986"/>
                    </a:cubicBezTo>
                    <a:lnTo>
                      <a:pt x="600837" y="173927"/>
                    </a:lnTo>
                    <a:lnTo>
                      <a:pt x="597042" y="169499"/>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19" name="Group 18">
            <a:extLst>
              <a:ext uri="{FF2B5EF4-FFF2-40B4-BE49-F238E27FC236}">
                <a16:creationId xmlns:a16="http://schemas.microsoft.com/office/drawing/2014/main" id="{11193379-41C7-4F33-944D-B697F30F15CC}"/>
              </a:ext>
            </a:extLst>
          </p:cNvPr>
          <p:cNvGrpSpPr/>
          <p:nvPr/>
        </p:nvGrpSpPr>
        <p:grpSpPr>
          <a:xfrm>
            <a:off x="9200569" y="1261010"/>
            <a:ext cx="758008" cy="1317802"/>
            <a:chOff x="9308111" y="1436575"/>
            <a:chExt cx="758008" cy="1317802"/>
          </a:xfrm>
        </p:grpSpPr>
        <p:cxnSp>
          <p:nvCxnSpPr>
            <p:cNvPr id="248" name="Straight Connector 247">
              <a:extLst>
                <a:ext uri="{FF2B5EF4-FFF2-40B4-BE49-F238E27FC236}">
                  <a16:creationId xmlns:a16="http://schemas.microsoft.com/office/drawing/2014/main" id="{19752386-6F9A-4053-9ECB-DBD86891E713}"/>
                </a:ext>
              </a:extLst>
            </p:cNvPr>
            <p:cNvCxnSpPr>
              <a:cxnSpLocks/>
            </p:cNvCxnSpPr>
            <p:nvPr/>
          </p:nvCxnSpPr>
          <p:spPr bwMode="gray">
            <a:xfrm flipV="1">
              <a:off x="9687112" y="2388712"/>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49" name="Oval 248">
              <a:extLst>
                <a:ext uri="{FF2B5EF4-FFF2-40B4-BE49-F238E27FC236}">
                  <a16:creationId xmlns:a16="http://schemas.microsoft.com/office/drawing/2014/main" id="{127E3563-329F-4590-995E-9E39F98F73F6}"/>
                </a:ext>
              </a:extLst>
            </p:cNvPr>
            <p:cNvSpPr/>
            <p:nvPr/>
          </p:nvSpPr>
          <p:spPr>
            <a:xfrm>
              <a:off x="9447052"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250" name="Rounded Rectangle 37">
              <a:extLst>
                <a:ext uri="{FF2B5EF4-FFF2-40B4-BE49-F238E27FC236}">
                  <a16:creationId xmlns:a16="http://schemas.microsoft.com/office/drawing/2014/main" id="{3EF411E6-FE78-45CA-9896-9E59ED36A8A0}"/>
                </a:ext>
              </a:extLst>
            </p:cNvPr>
            <p:cNvSpPr/>
            <p:nvPr/>
          </p:nvSpPr>
          <p:spPr>
            <a:xfrm>
              <a:off x="9308111"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Redeploy</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Modern App</a:t>
              </a:r>
            </a:p>
          </p:txBody>
        </p:sp>
        <p:grpSp>
          <p:nvGrpSpPr>
            <p:cNvPr id="273" name="Picture Placeholder 77" descr="DevOps&#10;">
              <a:extLst>
                <a:ext uri="{FF2B5EF4-FFF2-40B4-BE49-F238E27FC236}">
                  <a16:creationId xmlns:a16="http://schemas.microsoft.com/office/drawing/2014/main" id="{ACD3C024-0F61-4796-8BD7-7121FB23E2C7}"/>
                </a:ext>
              </a:extLst>
            </p:cNvPr>
            <p:cNvGrpSpPr>
              <a:grpSpLocks noChangeAspect="1"/>
            </p:cNvGrpSpPr>
            <p:nvPr/>
          </p:nvGrpSpPr>
          <p:grpSpPr>
            <a:xfrm>
              <a:off x="9504232" y="2043825"/>
              <a:ext cx="365760" cy="204316"/>
              <a:chOff x="4511243" y="4174113"/>
              <a:chExt cx="598939" cy="334571"/>
            </a:xfrm>
            <a:solidFill>
              <a:schemeClr val="tx1"/>
            </a:solidFill>
          </p:grpSpPr>
          <p:sp>
            <p:nvSpPr>
              <p:cNvPr id="274" name="Picture Placeholder 77">
                <a:extLst>
                  <a:ext uri="{FF2B5EF4-FFF2-40B4-BE49-F238E27FC236}">
                    <a16:creationId xmlns:a16="http://schemas.microsoft.com/office/drawing/2014/main" id="{17EE068B-3371-4C3B-B2EA-AD5FB54159CF}"/>
                  </a:ext>
                </a:extLst>
              </p:cNvPr>
              <p:cNvSpPr/>
              <p:nvPr/>
            </p:nvSpPr>
            <p:spPr>
              <a:xfrm>
                <a:off x="4581446" y="4176643"/>
                <a:ext cx="528736" cy="332041"/>
              </a:xfrm>
              <a:custGeom>
                <a:avLst/>
                <a:gdLst>
                  <a:gd name="connsiteX0" fmla="*/ 361767 w 528736"/>
                  <a:gd name="connsiteY0" fmla="*/ 332042 h 332041"/>
                  <a:gd name="connsiteX1" fmla="*/ 263736 w 528736"/>
                  <a:gd name="connsiteY1" fmla="*/ 300419 h 332041"/>
                  <a:gd name="connsiteX2" fmla="*/ 240335 w 528736"/>
                  <a:gd name="connsiteY2" fmla="*/ 279547 h 332041"/>
                  <a:gd name="connsiteX3" fmla="*/ 252984 w 528736"/>
                  <a:gd name="connsiteY3" fmla="*/ 268796 h 332041"/>
                  <a:gd name="connsiteX4" fmla="*/ 273855 w 528736"/>
                  <a:gd name="connsiteY4" fmla="*/ 287137 h 332041"/>
                  <a:gd name="connsiteX5" fmla="*/ 362400 w 528736"/>
                  <a:gd name="connsiteY5" fmla="*/ 316230 h 332041"/>
                  <a:gd name="connsiteX6" fmla="*/ 512925 w 528736"/>
                  <a:gd name="connsiteY6" fmla="*/ 165705 h 332041"/>
                  <a:gd name="connsiteX7" fmla="*/ 362400 w 528736"/>
                  <a:gd name="connsiteY7" fmla="*/ 15179 h 332041"/>
                  <a:gd name="connsiteX8" fmla="*/ 228318 w 528736"/>
                  <a:gd name="connsiteY8" fmla="*/ 96766 h 332041"/>
                  <a:gd name="connsiteX9" fmla="*/ 212507 w 528736"/>
                  <a:gd name="connsiteY9" fmla="*/ 150525 h 332041"/>
                  <a:gd name="connsiteX10" fmla="*/ 209344 w 528736"/>
                  <a:gd name="connsiteY10" fmla="*/ 167602 h 332041"/>
                  <a:gd name="connsiteX11" fmla="*/ 209344 w 528736"/>
                  <a:gd name="connsiteY11" fmla="*/ 167602 h 332041"/>
                  <a:gd name="connsiteX12" fmla="*/ 209344 w 528736"/>
                  <a:gd name="connsiteY12" fmla="*/ 167602 h 332041"/>
                  <a:gd name="connsiteX13" fmla="*/ 200490 w 528736"/>
                  <a:gd name="connsiteY13" fmla="*/ 197960 h 332041"/>
                  <a:gd name="connsiteX14" fmla="*/ 96766 w 528736"/>
                  <a:gd name="connsiteY14" fmla="*/ 263103 h 332041"/>
                  <a:gd name="connsiteX15" fmla="*/ 0 w 528736"/>
                  <a:gd name="connsiteY15" fmla="*/ 166337 h 332041"/>
                  <a:gd name="connsiteX16" fmla="*/ 96766 w 528736"/>
                  <a:gd name="connsiteY16" fmla="*/ 69571 h 332041"/>
                  <a:gd name="connsiteX17" fmla="*/ 183413 w 528736"/>
                  <a:gd name="connsiteY17" fmla="*/ 110681 h 332041"/>
                  <a:gd name="connsiteX18" fmla="*/ 197960 w 528736"/>
                  <a:gd name="connsiteY18" fmla="*/ 137244 h 332041"/>
                  <a:gd name="connsiteX19" fmla="*/ 213139 w 528736"/>
                  <a:gd name="connsiteY19" fmla="*/ 90442 h 332041"/>
                  <a:gd name="connsiteX20" fmla="*/ 361767 w 528736"/>
                  <a:gd name="connsiteY20" fmla="*/ 0 h 332041"/>
                  <a:gd name="connsiteX21" fmla="*/ 528737 w 528736"/>
                  <a:gd name="connsiteY21" fmla="*/ 166969 h 332041"/>
                  <a:gd name="connsiteX22" fmla="*/ 361767 w 528736"/>
                  <a:gd name="connsiteY22" fmla="*/ 332042 h 332041"/>
                  <a:gd name="connsiteX23" fmla="*/ 96766 w 528736"/>
                  <a:gd name="connsiteY23" fmla="*/ 84117 h 332041"/>
                  <a:gd name="connsiteX24" fmla="*/ 16444 w 528736"/>
                  <a:gd name="connsiteY24" fmla="*/ 164440 h 332041"/>
                  <a:gd name="connsiteX25" fmla="*/ 96766 w 528736"/>
                  <a:gd name="connsiteY25" fmla="*/ 244762 h 332041"/>
                  <a:gd name="connsiteX26" fmla="*/ 184678 w 528736"/>
                  <a:gd name="connsiteY26" fmla="*/ 190370 h 332041"/>
                  <a:gd name="connsiteX27" fmla="*/ 191635 w 528736"/>
                  <a:gd name="connsiteY27" fmla="*/ 166337 h 332041"/>
                  <a:gd name="connsiteX28" fmla="*/ 170132 w 528736"/>
                  <a:gd name="connsiteY28" fmla="*/ 118270 h 332041"/>
                  <a:gd name="connsiteX29" fmla="*/ 96766 w 528736"/>
                  <a:gd name="connsiteY29" fmla="*/ 84117 h 332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8736" h="332041">
                    <a:moveTo>
                      <a:pt x="361767" y="332042"/>
                    </a:moveTo>
                    <a:cubicBezTo>
                      <a:pt x="326349" y="332042"/>
                      <a:pt x="292197" y="321290"/>
                      <a:pt x="263736" y="300419"/>
                    </a:cubicBezTo>
                    <a:cubicBezTo>
                      <a:pt x="254881" y="294726"/>
                      <a:pt x="247292" y="287769"/>
                      <a:pt x="240335" y="279547"/>
                    </a:cubicBezTo>
                    <a:lnTo>
                      <a:pt x="252984" y="268796"/>
                    </a:lnTo>
                    <a:cubicBezTo>
                      <a:pt x="259309" y="276385"/>
                      <a:pt x="265633" y="281445"/>
                      <a:pt x="273855" y="287137"/>
                    </a:cubicBezTo>
                    <a:cubicBezTo>
                      <a:pt x="299786" y="306111"/>
                      <a:pt x="330777" y="316230"/>
                      <a:pt x="362400" y="316230"/>
                    </a:cubicBezTo>
                    <a:cubicBezTo>
                      <a:pt x="445252" y="316230"/>
                      <a:pt x="512925" y="248557"/>
                      <a:pt x="512925" y="165705"/>
                    </a:cubicBezTo>
                    <a:cubicBezTo>
                      <a:pt x="512925" y="82852"/>
                      <a:pt x="445252" y="15179"/>
                      <a:pt x="362400" y="15179"/>
                    </a:cubicBezTo>
                    <a:cubicBezTo>
                      <a:pt x="306743" y="15179"/>
                      <a:pt x="254249" y="47435"/>
                      <a:pt x="228318" y="96766"/>
                    </a:cubicBezTo>
                    <a:cubicBezTo>
                      <a:pt x="219464" y="113210"/>
                      <a:pt x="216301" y="131552"/>
                      <a:pt x="212507" y="150525"/>
                    </a:cubicBezTo>
                    <a:cubicBezTo>
                      <a:pt x="211242" y="156218"/>
                      <a:pt x="210609" y="161910"/>
                      <a:pt x="209344" y="167602"/>
                    </a:cubicBezTo>
                    <a:cubicBezTo>
                      <a:pt x="209344" y="167602"/>
                      <a:pt x="209344" y="167602"/>
                      <a:pt x="209344" y="167602"/>
                    </a:cubicBezTo>
                    <a:lnTo>
                      <a:pt x="209344" y="167602"/>
                    </a:lnTo>
                    <a:cubicBezTo>
                      <a:pt x="207447" y="177721"/>
                      <a:pt x="204285" y="187841"/>
                      <a:pt x="200490" y="197960"/>
                    </a:cubicBezTo>
                    <a:cubicBezTo>
                      <a:pt x="184678" y="238437"/>
                      <a:pt x="146098" y="263103"/>
                      <a:pt x="96766" y="263103"/>
                    </a:cubicBezTo>
                    <a:cubicBezTo>
                      <a:pt x="43640" y="263103"/>
                      <a:pt x="0" y="219464"/>
                      <a:pt x="0" y="166337"/>
                    </a:cubicBezTo>
                    <a:cubicBezTo>
                      <a:pt x="0" y="113210"/>
                      <a:pt x="43640" y="69571"/>
                      <a:pt x="96766" y="69571"/>
                    </a:cubicBezTo>
                    <a:cubicBezTo>
                      <a:pt x="126492" y="69571"/>
                      <a:pt x="154953" y="72733"/>
                      <a:pt x="183413" y="110681"/>
                    </a:cubicBezTo>
                    <a:cubicBezTo>
                      <a:pt x="189106" y="118902"/>
                      <a:pt x="194165" y="127757"/>
                      <a:pt x="197960" y="137244"/>
                    </a:cubicBezTo>
                    <a:cubicBezTo>
                      <a:pt x="201122" y="121432"/>
                      <a:pt x="204917" y="105621"/>
                      <a:pt x="213139" y="90442"/>
                    </a:cubicBezTo>
                    <a:cubicBezTo>
                      <a:pt x="241600" y="35418"/>
                      <a:pt x="299786" y="0"/>
                      <a:pt x="361767" y="0"/>
                    </a:cubicBezTo>
                    <a:cubicBezTo>
                      <a:pt x="454106" y="0"/>
                      <a:pt x="528737" y="74630"/>
                      <a:pt x="528737" y="166969"/>
                    </a:cubicBezTo>
                    <a:cubicBezTo>
                      <a:pt x="528737" y="256779"/>
                      <a:pt x="454106" y="332042"/>
                      <a:pt x="361767" y="332042"/>
                    </a:cubicBezTo>
                    <a:close/>
                    <a:moveTo>
                      <a:pt x="96766" y="84117"/>
                    </a:moveTo>
                    <a:cubicBezTo>
                      <a:pt x="52494" y="84117"/>
                      <a:pt x="16444" y="120167"/>
                      <a:pt x="16444" y="164440"/>
                    </a:cubicBezTo>
                    <a:cubicBezTo>
                      <a:pt x="16444" y="208712"/>
                      <a:pt x="52494" y="244762"/>
                      <a:pt x="96766" y="244762"/>
                    </a:cubicBezTo>
                    <a:cubicBezTo>
                      <a:pt x="138509" y="244762"/>
                      <a:pt x="171397" y="224523"/>
                      <a:pt x="184678" y="190370"/>
                    </a:cubicBezTo>
                    <a:cubicBezTo>
                      <a:pt x="187841" y="182781"/>
                      <a:pt x="189738" y="174559"/>
                      <a:pt x="191635" y="166337"/>
                    </a:cubicBezTo>
                    <a:cubicBezTo>
                      <a:pt x="189106" y="157483"/>
                      <a:pt x="182148" y="134082"/>
                      <a:pt x="170132" y="118270"/>
                    </a:cubicBezTo>
                    <a:cubicBezTo>
                      <a:pt x="146731" y="86647"/>
                      <a:pt x="123962" y="84117"/>
                      <a:pt x="96766" y="8411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75" name="Picture Placeholder 77">
                <a:extLst>
                  <a:ext uri="{FF2B5EF4-FFF2-40B4-BE49-F238E27FC236}">
                    <a16:creationId xmlns:a16="http://schemas.microsoft.com/office/drawing/2014/main" id="{4082AE4F-CCD9-4097-A2E7-9D1DD4BF52F8}"/>
                  </a:ext>
                </a:extLst>
              </p:cNvPr>
              <p:cNvSpPr/>
              <p:nvPr/>
            </p:nvSpPr>
            <p:spPr>
              <a:xfrm>
                <a:off x="4511243" y="4174113"/>
                <a:ext cx="529369" cy="334571"/>
              </a:xfrm>
              <a:custGeom>
                <a:avLst/>
                <a:gdLst>
                  <a:gd name="connsiteX0" fmla="*/ 166969 w 529369"/>
                  <a:gd name="connsiteY0" fmla="*/ 334571 h 334571"/>
                  <a:gd name="connsiteX1" fmla="*/ 166969 w 529369"/>
                  <a:gd name="connsiteY1" fmla="*/ 334571 h 334571"/>
                  <a:gd name="connsiteX2" fmla="*/ 0 w 529369"/>
                  <a:gd name="connsiteY2" fmla="*/ 166969 h 334571"/>
                  <a:gd name="connsiteX3" fmla="*/ 166969 w 529369"/>
                  <a:gd name="connsiteY3" fmla="*/ 0 h 334571"/>
                  <a:gd name="connsiteX4" fmla="*/ 289034 w 529369"/>
                  <a:gd name="connsiteY4" fmla="*/ 50597 h 334571"/>
                  <a:gd name="connsiteX5" fmla="*/ 277650 w 529369"/>
                  <a:gd name="connsiteY5" fmla="*/ 62614 h 334571"/>
                  <a:gd name="connsiteX6" fmla="*/ 167602 w 529369"/>
                  <a:gd name="connsiteY6" fmla="*/ 16444 h 334571"/>
                  <a:gd name="connsiteX7" fmla="*/ 17076 w 529369"/>
                  <a:gd name="connsiteY7" fmla="*/ 166969 h 334571"/>
                  <a:gd name="connsiteX8" fmla="*/ 167602 w 529369"/>
                  <a:gd name="connsiteY8" fmla="*/ 317495 h 334571"/>
                  <a:gd name="connsiteX9" fmla="*/ 167602 w 529369"/>
                  <a:gd name="connsiteY9" fmla="*/ 317495 h 334571"/>
                  <a:gd name="connsiteX10" fmla="*/ 287769 w 529369"/>
                  <a:gd name="connsiteY10" fmla="*/ 264368 h 334571"/>
                  <a:gd name="connsiteX11" fmla="*/ 326349 w 529369"/>
                  <a:gd name="connsiteY11" fmla="*/ 178986 h 334571"/>
                  <a:gd name="connsiteX12" fmla="*/ 343426 w 529369"/>
                  <a:gd name="connsiteY12" fmla="*/ 129654 h 334571"/>
                  <a:gd name="connsiteX13" fmla="*/ 432603 w 529369"/>
                  <a:gd name="connsiteY13" fmla="*/ 70203 h 334571"/>
                  <a:gd name="connsiteX14" fmla="*/ 529369 w 529369"/>
                  <a:gd name="connsiteY14" fmla="*/ 166969 h 334571"/>
                  <a:gd name="connsiteX15" fmla="*/ 432603 w 529369"/>
                  <a:gd name="connsiteY15" fmla="*/ 263736 h 334571"/>
                  <a:gd name="connsiteX16" fmla="*/ 361767 w 529369"/>
                  <a:gd name="connsiteY16" fmla="*/ 232745 h 334571"/>
                  <a:gd name="connsiteX17" fmla="*/ 349118 w 529369"/>
                  <a:gd name="connsiteY17" fmla="*/ 220096 h 334571"/>
                  <a:gd name="connsiteX18" fmla="*/ 361135 w 529369"/>
                  <a:gd name="connsiteY18" fmla="*/ 208712 h 334571"/>
                  <a:gd name="connsiteX19" fmla="*/ 373784 w 529369"/>
                  <a:gd name="connsiteY19" fmla="*/ 221993 h 334571"/>
                  <a:gd name="connsiteX20" fmla="*/ 432603 w 529369"/>
                  <a:gd name="connsiteY20" fmla="*/ 247924 h 334571"/>
                  <a:gd name="connsiteX21" fmla="*/ 512925 w 529369"/>
                  <a:gd name="connsiteY21" fmla="*/ 167602 h 334571"/>
                  <a:gd name="connsiteX22" fmla="*/ 432603 w 529369"/>
                  <a:gd name="connsiteY22" fmla="*/ 87280 h 334571"/>
                  <a:gd name="connsiteX23" fmla="*/ 358605 w 529369"/>
                  <a:gd name="connsiteY23" fmla="*/ 136611 h 334571"/>
                  <a:gd name="connsiteX24" fmla="*/ 342161 w 529369"/>
                  <a:gd name="connsiteY24" fmla="*/ 184678 h 334571"/>
                  <a:gd name="connsiteX25" fmla="*/ 300419 w 529369"/>
                  <a:gd name="connsiteY25" fmla="*/ 275753 h 334571"/>
                  <a:gd name="connsiteX26" fmla="*/ 166969 w 529369"/>
                  <a:gd name="connsiteY26" fmla="*/ 334571 h 33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29369" h="334571">
                    <a:moveTo>
                      <a:pt x="166969" y="334571"/>
                    </a:moveTo>
                    <a:cubicBezTo>
                      <a:pt x="166969" y="334571"/>
                      <a:pt x="166969" y="334571"/>
                      <a:pt x="166969" y="334571"/>
                    </a:cubicBezTo>
                    <a:cubicBezTo>
                      <a:pt x="75263" y="334571"/>
                      <a:pt x="0" y="259309"/>
                      <a:pt x="0" y="166969"/>
                    </a:cubicBezTo>
                    <a:cubicBezTo>
                      <a:pt x="0" y="74630"/>
                      <a:pt x="74630" y="0"/>
                      <a:pt x="166969" y="0"/>
                    </a:cubicBezTo>
                    <a:cubicBezTo>
                      <a:pt x="213139" y="0"/>
                      <a:pt x="244762" y="7590"/>
                      <a:pt x="289034" y="50597"/>
                    </a:cubicBezTo>
                    <a:lnTo>
                      <a:pt x="277650" y="62614"/>
                    </a:lnTo>
                    <a:cubicBezTo>
                      <a:pt x="237805" y="23401"/>
                      <a:pt x="209977" y="16444"/>
                      <a:pt x="167602" y="16444"/>
                    </a:cubicBezTo>
                    <a:cubicBezTo>
                      <a:pt x="84750" y="16444"/>
                      <a:pt x="17076" y="84117"/>
                      <a:pt x="17076" y="166969"/>
                    </a:cubicBezTo>
                    <a:cubicBezTo>
                      <a:pt x="17076" y="249822"/>
                      <a:pt x="84750" y="317495"/>
                      <a:pt x="167602" y="317495"/>
                    </a:cubicBezTo>
                    <a:cubicBezTo>
                      <a:pt x="167602" y="317495"/>
                      <a:pt x="167602" y="317495"/>
                      <a:pt x="167602" y="317495"/>
                    </a:cubicBezTo>
                    <a:cubicBezTo>
                      <a:pt x="214404" y="317495"/>
                      <a:pt x="260574" y="297256"/>
                      <a:pt x="287769" y="264368"/>
                    </a:cubicBezTo>
                    <a:cubicBezTo>
                      <a:pt x="308640" y="239070"/>
                      <a:pt x="317495" y="209977"/>
                      <a:pt x="326349" y="178986"/>
                    </a:cubicBezTo>
                    <a:cubicBezTo>
                      <a:pt x="331409" y="162542"/>
                      <a:pt x="336469" y="146098"/>
                      <a:pt x="343426" y="129654"/>
                    </a:cubicBezTo>
                    <a:cubicBezTo>
                      <a:pt x="358605" y="94237"/>
                      <a:pt x="394023" y="70203"/>
                      <a:pt x="432603" y="70203"/>
                    </a:cubicBezTo>
                    <a:cubicBezTo>
                      <a:pt x="485729" y="70203"/>
                      <a:pt x="529369" y="113843"/>
                      <a:pt x="529369" y="166969"/>
                    </a:cubicBezTo>
                    <a:cubicBezTo>
                      <a:pt x="529369" y="220096"/>
                      <a:pt x="485729" y="263736"/>
                      <a:pt x="432603" y="263736"/>
                    </a:cubicBezTo>
                    <a:cubicBezTo>
                      <a:pt x="406039" y="263736"/>
                      <a:pt x="380108" y="252352"/>
                      <a:pt x="361767" y="232745"/>
                    </a:cubicBezTo>
                    <a:lnTo>
                      <a:pt x="349118" y="220096"/>
                    </a:lnTo>
                    <a:lnTo>
                      <a:pt x="361135" y="208712"/>
                    </a:lnTo>
                    <a:lnTo>
                      <a:pt x="373784" y="221993"/>
                    </a:lnTo>
                    <a:cubicBezTo>
                      <a:pt x="388963" y="238437"/>
                      <a:pt x="410467" y="247924"/>
                      <a:pt x="432603" y="247924"/>
                    </a:cubicBezTo>
                    <a:cubicBezTo>
                      <a:pt x="476875" y="247924"/>
                      <a:pt x="512925" y="211874"/>
                      <a:pt x="512925" y="167602"/>
                    </a:cubicBezTo>
                    <a:cubicBezTo>
                      <a:pt x="512925" y="123330"/>
                      <a:pt x="476875" y="87280"/>
                      <a:pt x="432603" y="87280"/>
                    </a:cubicBezTo>
                    <a:cubicBezTo>
                      <a:pt x="400347" y="87280"/>
                      <a:pt x="370622" y="106886"/>
                      <a:pt x="358605" y="136611"/>
                    </a:cubicBezTo>
                    <a:cubicBezTo>
                      <a:pt x="352280" y="152423"/>
                      <a:pt x="347221" y="168867"/>
                      <a:pt x="342161" y="184678"/>
                    </a:cubicBezTo>
                    <a:cubicBezTo>
                      <a:pt x="332674" y="215669"/>
                      <a:pt x="323187" y="247924"/>
                      <a:pt x="300419" y="275753"/>
                    </a:cubicBezTo>
                    <a:cubicBezTo>
                      <a:pt x="269428" y="311803"/>
                      <a:pt x="218831" y="334571"/>
                      <a:pt x="166969" y="334571"/>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76" name="Picture Placeholder 77">
                <a:extLst>
                  <a:ext uri="{FF2B5EF4-FFF2-40B4-BE49-F238E27FC236}">
                    <a16:creationId xmlns:a16="http://schemas.microsoft.com/office/drawing/2014/main" id="{E648CA5E-7B75-471D-880F-3D55E246B484}"/>
                  </a:ext>
                </a:extLst>
              </p:cNvPr>
              <p:cNvSpPr/>
              <p:nvPr/>
            </p:nvSpPr>
            <p:spPr>
              <a:xfrm>
                <a:off x="4784226" y="4287084"/>
                <a:ext cx="74288" cy="50836"/>
              </a:xfrm>
              <a:custGeom>
                <a:avLst/>
                <a:gdLst>
                  <a:gd name="connsiteX0" fmla="*/ 66648 w 74288"/>
                  <a:gd name="connsiteY0" fmla="*/ 50836 h 50836"/>
                  <a:gd name="connsiteX1" fmla="*/ 59690 w 74288"/>
                  <a:gd name="connsiteY1" fmla="*/ 47041 h 50836"/>
                  <a:gd name="connsiteX2" fmla="*/ 41982 w 74288"/>
                  <a:gd name="connsiteY2" fmla="*/ 19213 h 50836"/>
                  <a:gd name="connsiteX3" fmla="*/ 12256 w 74288"/>
                  <a:gd name="connsiteY3" fmla="*/ 35025 h 50836"/>
                  <a:gd name="connsiteX4" fmla="*/ 872 w 74288"/>
                  <a:gd name="connsiteY4" fmla="*/ 31862 h 50836"/>
                  <a:gd name="connsiteX5" fmla="*/ 4034 w 74288"/>
                  <a:gd name="connsiteY5" fmla="*/ 20478 h 50836"/>
                  <a:gd name="connsiteX6" fmla="*/ 40717 w 74288"/>
                  <a:gd name="connsiteY6" fmla="*/ 872 h 50836"/>
                  <a:gd name="connsiteX7" fmla="*/ 51469 w 74288"/>
                  <a:gd name="connsiteY7" fmla="*/ 4034 h 50836"/>
                  <a:gd name="connsiteX8" fmla="*/ 72972 w 74288"/>
                  <a:gd name="connsiteY8" fmla="*/ 38187 h 50836"/>
                  <a:gd name="connsiteX9" fmla="*/ 70442 w 74288"/>
                  <a:gd name="connsiteY9" fmla="*/ 49571 h 50836"/>
                  <a:gd name="connsiteX10" fmla="*/ 66648 w 74288"/>
                  <a:gd name="connsiteY10" fmla="*/ 50836 h 5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288" h="50836">
                    <a:moveTo>
                      <a:pt x="66648" y="50836"/>
                    </a:moveTo>
                    <a:cubicBezTo>
                      <a:pt x="64118" y="50836"/>
                      <a:pt x="60955" y="49571"/>
                      <a:pt x="59690" y="47041"/>
                    </a:cubicBezTo>
                    <a:lnTo>
                      <a:pt x="41982" y="19213"/>
                    </a:lnTo>
                    <a:lnTo>
                      <a:pt x="12256" y="35025"/>
                    </a:lnTo>
                    <a:cubicBezTo>
                      <a:pt x="8461" y="36922"/>
                      <a:pt x="3402" y="35657"/>
                      <a:pt x="872" y="31862"/>
                    </a:cubicBezTo>
                    <a:cubicBezTo>
                      <a:pt x="-1026" y="28068"/>
                      <a:pt x="239" y="23008"/>
                      <a:pt x="4034" y="20478"/>
                    </a:cubicBezTo>
                    <a:lnTo>
                      <a:pt x="40717" y="872"/>
                    </a:lnTo>
                    <a:cubicBezTo>
                      <a:pt x="44511" y="-1026"/>
                      <a:pt x="48939" y="239"/>
                      <a:pt x="51469" y="4034"/>
                    </a:cubicBezTo>
                    <a:lnTo>
                      <a:pt x="72972" y="38187"/>
                    </a:lnTo>
                    <a:cubicBezTo>
                      <a:pt x="75502" y="41982"/>
                      <a:pt x="74237" y="47041"/>
                      <a:pt x="70442" y="49571"/>
                    </a:cubicBezTo>
                    <a:cubicBezTo>
                      <a:pt x="69810" y="50204"/>
                      <a:pt x="67912" y="50836"/>
                      <a:pt x="66648" y="5083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77" name="Picture Placeholder 77">
                <a:extLst>
                  <a:ext uri="{FF2B5EF4-FFF2-40B4-BE49-F238E27FC236}">
                    <a16:creationId xmlns:a16="http://schemas.microsoft.com/office/drawing/2014/main" id="{8BB664F5-C34C-4446-A324-650EC8053F9B}"/>
                  </a:ext>
                </a:extLst>
              </p:cNvPr>
              <p:cNvSpPr/>
              <p:nvPr/>
            </p:nvSpPr>
            <p:spPr>
              <a:xfrm>
                <a:off x="4899522" y="4184813"/>
                <a:ext cx="52784" cy="74049"/>
              </a:xfrm>
              <a:custGeom>
                <a:avLst/>
                <a:gdLst>
                  <a:gd name="connsiteX0" fmla="*/ 25982 w 52784"/>
                  <a:gd name="connsiteY0" fmla="*/ 74049 h 74049"/>
                  <a:gd name="connsiteX1" fmla="*/ 22187 w 52784"/>
                  <a:gd name="connsiteY1" fmla="*/ 73417 h 74049"/>
                  <a:gd name="connsiteX2" fmla="*/ 18393 w 52784"/>
                  <a:gd name="connsiteY2" fmla="*/ 62665 h 74049"/>
                  <a:gd name="connsiteX3" fmla="*/ 33572 w 52784"/>
                  <a:gd name="connsiteY3" fmla="*/ 33572 h 74049"/>
                  <a:gd name="connsiteX4" fmla="*/ 3846 w 52784"/>
                  <a:gd name="connsiteY4" fmla="*/ 15230 h 74049"/>
                  <a:gd name="connsiteX5" fmla="*/ 1316 w 52784"/>
                  <a:gd name="connsiteY5" fmla="*/ 3846 h 74049"/>
                  <a:gd name="connsiteX6" fmla="*/ 12700 w 52784"/>
                  <a:gd name="connsiteY6" fmla="*/ 1316 h 74049"/>
                  <a:gd name="connsiteX7" fmla="*/ 48751 w 52784"/>
                  <a:gd name="connsiteY7" fmla="*/ 22820 h 74049"/>
                  <a:gd name="connsiteX8" fmla="*/ 51913 w 52784"/>
                  <a:gd name="connsiteY8" fmla="*/ 33572 h 74049"/>
                  <a:gd name="connsiteX9" fmla="*/ 33572 w 52784"/>
                  <a:gd name="connsiteY9" fmla="*/ 69622 h 74049"/>
                  <a:gd name="connsiteX10" fmla="*/ 25982 w 52784"/>
                  <a:gd name="connsiteY10" fmla="*/ 74049 h 74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84" h="74049">
                    <a:moveTo>
                      <a:pt x="25982" y="74049"/>
                    </a:moveTo>
                    <a:cubicBezTo>
                      <a:pt x="24717" y="74049"/>
                      <a:pt x="23452" y="74049"/>
                      <a:pt x="22187" y="73417"/>
                    </a:cubicBezTo>
                    <a:cubicBezTo>
                      <a:pt x="18393" y="71519"/>
                      <a:pt x="16495" y="66460"/>
                      <a:pt x="18393" y="62665"/>
                    </a:cubicBezTo>
                    <a:lnTo>
                      <a:pt x="33572" y="33572"/>
                    </a:lnTo>
                    <a:lnTo>
                      <a:pt x="3846" y="15230"/>
                    </a:lnTo>
                    <a:cubicBezTo>
                      <a:pt x="51" y="12700"/>
                      <a:pt x="-1214" y="7641"/>
                      <a:pt x="1316" y="3846"/>
                    </a:cubicBezTo>
                    <a:cubicBezTo>
                      <a:pt x="3846" y="51"/>
                      <a:pt x="8906" y="-1214"/>
                      <a:pt x="12700" y="1316"/>
                    </a:cubicBezTo>
                    <a:lnTo>
                      <a:pt x="48751" y="22820"/>
                    </a:lnTo>
                    <a:cubicBezTo>
                      <a:pt x="52545" y="25350"/>
                      <a:pt x="53810" y="29777"/>
                      <a:pt x="51913" y="33572"/>
                    </a:cubicBezTo>
                    <a:lnTo>
                      <a:pt x="33572" y="69622"/>
                    </a:lnTo>
                    <a:cubicBezTo>
                      <a:pt x="31674" y="72784"/>
                      <a:pt x="28512" y="74049"/>
                      <a:pt x="25982" y="7404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78" name="Picture Placeholder 77">
                <a:extLst>
                  <a:ext uri="{FF2B5EF4-FFF2-40B4-BE49-F238E27FC236}">
                    <a16:creationId xmlns:a16="http://schemas.microsoft.com/office/drawing/2014/main" id="{A4CDD2FC-221F-4D3C-8D5B-71C040C2FC39}"/>
                  </a:ext>
                </a:extLst>
              </p:cNvPr>
              <p:cNvSpPr/>
              <p:nvPr/>
            </p:nvSpPr>
            <p:spPr>
              <a:xfrm>
                <a:off x="5011438" y="4242137"/>
                <a:ext cx="64872" cy="56569"/>
              </a:xfrm>
              <a:custGeom>
                <a:avLst/>
                <a:gdLst>
                  <a:gd name="connsiteX0" fmla="*/ 48148 w 64872"/>
                  <a:gd name="connsiteY0" fmla="*/ 56570 h 56569"/>
                  <a:gd name="connsiteX1" fmla="*/ 46883 w 64872"/>
                  <a:gd name="connsiteY1" fmla="*/ 56570 h 56569"/>
                  <a:gd name="connsiteX2" fmla="*/ 7038 w 64872"/>
                  <a:gd name="connsiteY2" fmla="*/ 51510 h 56569"/>
                  <a:gd name="connsiteX3" fmla="*/ 81 w 64872"/>
                  <a:gd name="connsiteY3" fmla="*/ 42656 h 56569"/>
                  <a:gd name="connsiteX4" fmla="*/ 9567 w 64872"/>
                  <a:gd name="connsiteY4" fmla="*/ 35699 h 56569"/>
                  <a:gd name="connsiteX5" fmla="*/ 41823 w 64872"/>
                  <a:gd name="connsiteY5" fmla="*/ 40126 h 56569"/>
                  <a:gd name="connsiteX6" fmla="*/ 48780 w 64872"/>
                  <a:gd name="connsiteY6" fmla="*/ 6606 h 56569"/>
                  <a:gd name="connsiteX7" fmla="*/ 58267 w 64872"/>
                  <a:gd name="connsiteY7" fmla="*/ 281 h 56569"/>
                  <a:gd name="connsiteX8" fmla="*/ 64592 w 64872"/>
                  <a:gd name="connsiteY8" fmla="*/ 9768 h 56569"/>
                  <a:gd name="connsiteX9" fmla="*/ 56370 w 64872"/>
                  <a:gd name="connsiteY9" fmla="*/ 50878 h 56569"/>
                  <a:gd name="connsiteX10" fmla="*/ 48148 w 64872"/>
                  <a:gd name="connsiteY10" fmla="*/ 56570 h 5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872" h="56569">
                    <a:moveTo>
                      <a:pt x="48148" y="56570"/>
                    </a:moveTo>
                    <a:cubicBezTo>
                      <a:pt x="47515" y="56570"/>
                      <a:pt x="47515" y="56570"/>
                      <a:pt x="46883" y="56570"/>
                    </a:cubicBezTo>
                    <a:lnTo>
                      <a:pt x="7038" y="51510"/>
                    </a:lnTo>
                    <a:cubicBezTo>
                      <a:pt x="2610" y="50878"/>
                      <a:pt x="-552" y="47083"/>
                      <a:pt x="81" y="42656"/>
                    </a:cubicBezTo>
                    <a:cubicBezTo>
                      <a:pt x="713" y="38229"/>
                      <a:pt x="4508" y="35066"/>
                      <a:pt x="9567" y="35699"/>
                    </a:cubicBezTo>
                    <a:lnTo>
                      <a:pt x="41823" y="40126"/>
                    </a:lnTo>
                    <a:lnTo>
                      <a:pt x="48780" y="6606"/>
                    </a:lnTo>
                    <a:cubicBezTo>
                      <a:pt x="49412" y="2178"/>
                      <a:pt x="53840" y="-984"/>
                      <a:pt x="58267" y="281"/>
                    </a:cubicBezTo>
                    <a:cubicBezTo>
                      <a:pt x="62694" y="914"/>
                      <a:pt x="65856" y="5341"/>
                      <a:pt x="64592" y="9768"/>
                    </a:cubicBezTo>
                    <a:lnTo>
                      <a:pt x="56370" y="50878"/>
                    </a:lnTo>
                    <a:cubicBezTo>
                      <a:pt x="55105" y="53408"/>
                      <a:pt x="51942" y="56570"/>
                      <a:pt x="48148" y="5657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79" name="Picture Placeholder 77">
                <a:extLst>
                  <a:ext uri="{FF2B5EF4-FFF2-40B4-BE49-F238E27FC236}">
                    <a16:creationId xmlns:a16="http://schemas.microsoft.com/office/drawing/2014/main" id="{F5FCCAED-341D-4DED-B0EE-14F76DC00216}"/>
                  </a:ext>
                </a:extLst>
              </p:cNvPr>
              <p:cNvSpPr/>
              <p:nvPr/>
            </p:nvSpPr>
            <p:spPr>
              <a:xfrm>
                <a:off x="5001751" y="4393928"/>
                <a:ext cx="67402" cy="56570"/>
              </a:xfrm>
              <a:custGeom>
                <a:avLst/>
                <a:gdLst>
                  <a:gd name="connsiteX0" fmla="*/ 17358 w 67402"/>
                  <a:gd name="connsiteY0" fmla="*/ 56570 h 56570"/>
                  <a:gd name="connsiteX1" fmla="*/ 9136 w 67402"/>
                  <a:gd name="connsiteY1" fmla="*/ 50245 h 56570"/>
                  <a:gd name="connsiteX2" fmla="*/ 281 w 67402"/>
                  <a:gd name="connsiteY2" fmla="*/ 10400 h 56570"/>
                  <a:gd name="connsiteX3" fmla="*/ 6606 w 67402"/>
                  <a:gd name="connsiteY3" fmla="*/ 281 h 56570"/>
                  <a:gd name="connsiteX4" fmla="*/ 16725 w 67402"/>
                  <a:gd name="connsiteY4" fmla="*/ 6606 h 56570"/>
                  <a:gd name="connsiteX5" fmla="*/ 24315 w 67402"/>
                  <a:gd name="connsiteY5" fmla="*/ 38861 h 56570"/>
                  <a:gd name="connsiteX6" fmla="*/ 57835 w 67402"/>
                  <a:gd name="connsiteY6" fmla="*/ 33169 h 56570"/>
                  <a:gd name="connsiteX7" fmla="*/ 67322 w 67402"/>
                  <a:gd name="connsiteY7" fmla="*/ 40126 h 56570"/>
                  <a:gd name="connsiteX8" fmla="*/ 60365 w 67402"/>
                  <a:gd name="connsiteY8" fmla="*/ 49613 h 56570"/>
                  <a:gd name="connsiteX9" fmla="*/ 19255 w 67402"/>
                  <a:gd name="connsiteY9" fmla="*/ 56570 h 56570"/>
                  <a:gd name="connsiteX10" fmla="*/ 17358 w 67402"/>
                  <a:gd name="connsiteY10" fmla="*/ 56570 h 5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7402" h="56570">
                    <a:moveTo>
                      <a:pt x="17358" y="56570"/>
                    </a:moveTo>
                    <a:cubicBezTo>
                      <a:pt x="13563" y="56570"/>
                      <a:pt x="10400" y="54040"/>
                      <a:pt x="9136" y="50245"/>
                    </a:cubicBezTo>
                    <a:lnTo>
                      <a:pt x="281" y="10400"/>
                    </a:lnTo>
                    <a:cubicBezTo>
                      <a:pt x="-984" y="5973"/>
                      <a:pt x="2178" y="1546"/>
                      <a:pt x="6606" y="281"/>
                    </a:cubicBezTo>
                    <a:cubicBezTo>
                      <a:pt x="11033" y="-984"/>
                      <a:pt x="15460" y="2178"/>
                      <a:pt x="16725" y="6606"/>
                    </a:cubicBezTo>
                    <a:lnTo>
                      <a:pt x="24315" y="38861"/>
                    </a:lnTo>
                    <a:lnTo>
                      <a:pt x="57835" y="33169"/>
                    </a:lnTo>
                    <a:cubicBezTo>
                      <a:pt x="62262" y="32537"/>
                      <a:pt x="66689" y="35699"/>
                      <a:pt x="67322" y="40126"/>
                    </a:cubicBezTo>
                    <a:cubicBezTo>
                      <a:pt x="67954" y="44553"/>
                      <a:pt x="64792" y="48980"/>
                      <a:pt x="60365" y="49613"/>
                    </a:cubicBezTo>
                    <a:lnTo>
                      <a:pt x="19255" y="56570"/>
                    </a:lnTo>
                    <a:cubicBezTo>
                      <a:pt x="18622" y="56570"/>
                      <a:pt x="17990" y="56570"/>
                      <a:pt x="17358" y="5657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80" name="Picture Placeholder 77">
                <a:extLst>
                  <a:ext uri="{FF2B5EF4-FFF2-40B4-BE49-F238E27FC236}">
                    <a16:creationId xmlns:a16="http://schemas.microsoft.com/office/drawing/2014/main" id="{97B31A05-751B-4042-907F-1502BFB9423B}"/>
                  </a:ext>
                </a:extLst>
              </p:cNvPr>
              <p:cNvSpPr/>
              <p:nvPr/>
            </p:nvSpPr>
            <p:spPr>
              <a:xfrm>
                <a:off x="4860896" y="4416019"/>
                <a:ext cx="54814" cy="68631"/>
              </a:xfrm>
              <a:custGeom>
                <a:avLst/>
                <a:gdLst>
                  <a:gd name="connsiteX0" fmla="*/ 17173 w 54814"/>
                  <a:gd name="connsiteY0" fmla="*/ 68631 h 68631"/>
                  <a:gd name="connsiteX1" fmla="*/ 8951 w 54814"/>
                  <a:gd name="connsiteY1" fmla="*/ 62307 h 68631"/>
                  <a:gd name="connsiteX2" fmla="*/ 97 w 54814"/>
                  <a:gd name="connsiteY2" fmla="*/ 21197 h 68631"/>
                  <a:gd name="connsiteX3" fmla="*/ 5789 w 54814"/>
                  <a:gd name="connsiteY3" fmla="*/ 11710 h 68631"/>
                  <a:gd name="connsiteX4" fmla="*/ 44369 w 54814"/>
                  <a:gd name="connsiteY4" fmla="*/ 326 h 68631"/>
                  <a:gd name="connsiteX5" fmla="*/ 54488 w 54814"/>
                  <a:gd name="connsiteY5" fmla="*/ 6018 h 68631"/>
                  <a:gd name="connsiteX6" fmla="*/ 48796 w 54814"/>
                  <a:gd name="connsiteY6" fmla="*/ 16137 h 68631"/>
                  <a:gd name="connsiteX7" fmla="*/ 17173 w 54814"/>
                  <a:gd name="connsiteY7" fmla="*/ 24992 h 68631"/>
                  <a:gd name="connsiteX8" fmla="*/ 24130 w 54814"/>
                  <a:gd name="connsiteY8" fmla="*/ 58512 h 68631"/>
                  <a:gd name="connsiteX9" fmla="*/ 17806 w 54814"/>
                  <a:gd name="connsiteY9" fmla="*/ 67999 h 68631"/>
                  <a:gd name="connsiteX10" fmla="*/ 17173 w 54814"/>
                  <a:gd name="connsiteY10" fmla="*/ 68631 h 6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14" h="68631">
                    <a:moveTo>
                      <a:pt x="17173" y="68631"/>
                    </a:moveTo>
                    <a:cubicBezTo>
                      <a:pt x="13379" y="68631"/>
                      <a:pt x="10216" y="66101"/>
                      <a:pt x="8951" y="62307"/>
                    </a:cubicBezTo>
                    <a:lnTo>
                      <a:pt x="97" y="21197"/>
                    </a:lnTo>
                    <a:cubicBezTo>
                      <a:pt x="-536" y="16770"/>
                      <a:pt x="1994" y="12975"/>
                      <a:pt x="5789" y="11710"/>
                    </a:cubicBezTo>
                    <a:lnTo>
                      <a:pt x="44369" y="326"/>
                    </a:lnTo>
                    <a:cubicBezTo>
                      <a:pt x="48796" y="-939"/>
                      <a:pt x="53223" y="1591"/>
                      <a:pt x="54488" y="6018"/>
                    </a:cubicBezTo>
                    <a:cubicBezTo>
                      <a:pt x="55753" y="10445"/>
                      <a:pt x="53223" y="14872"/>
                      <a:pt x="48796" y="16137"/>
                    </a:cubicBezTo>
                    <a:lnTo>
                      <a:pt x="17173" y="24992"/>
                    </a:lnTo>
                    <a:lnTo>
                      <a:pt x="24130" y="58512"/>
                    </a:lnTo>
                    <a:cubicBezTo>
                      <a:pt x="24763" y="62939"/>
                      <a:pt x="22233" y="67366"/>
                      <a:pt x="17806" y="67999"/>
                    </a:cubicBezTo>
                    <a:cubicBezTo>
                      <a:pt x="18438" y="68631"/>
                      <a:pt x="17806" y="68631"/>
                      <a:pt x="17173" y="68631"/>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281" name="Picture Placeholder 77">
                <a:extLst>
                  <a:ext uri="{FF2B5EF4-FFF2-40B4-BE49-F238E27FC236}">
                    <a16:creationId xmlns:a16="http://schemas.microsoft.com/office/drawing/2014/main" id="{046CA95E-4120-46EC-BC0A-FE5033FB8593}"/>
                  </a:ext>
                </a:extLst>
              </p:cNvPr>
              <p:cNvGrpSpPr/>
              <p:nvPr/>
            </p:nvGrpSpPr>
            <p:grpSpPr>
              <a:xfrm>
                <a:off x="4515037" y="4323373"/>
                <a:ext cx="84749" cy="84117"/>
                <a:chOff x="4515037" y="4323373"/>
                <a:chExt cx="84749" cy="84117"/>
              </a:xfrm>
              <a:grpFill/>
            </p:grpSpPr>
            <p:sp>
              <p:nvSpPr>
                <p:cNvPr id="294" name="Picture Placeholder 77">
                  <a:extLst>
                    <a:ext uri="{FF2B5EF4-FFF2-40B4-BE49-F238E27FC236}">
                      <a16:creationId xmlns:a16="http://schemas.microsoft.com/office/drawing/2014/main" id="{87108E74-CF77-455B-8665-57378AAF5789}"/>
                    </a:ext>
                  </a:extLst>
                </p:cNvPr>
                <p:cNvSpPr/>
                <p:nvPr/>
              </p:nvSpPr>
              <p:spPr>
                <a:xfrm>
                  <a:off x="4518200" y="4359423"/>
                  <a:ext cx="81587" cy="48066"/>
                </a:xfrm>
                <a:custGeom>
                  <a:avLst/>
                  <a:gdLst>
                    <a:gd name="connsiteX0" fmla="*/ 51229 w 81587"/>
                    <a:gd name="connsiteY0" fmla="*/ 48067 h 48066"/>
                    <a:gd name="connsiteX1" fmla="*/ 47435 w 81587"/>
                    <a:gd name="connsiteY1" fmla="*/ 46802 h 48066"/>
                    <a:gd name="connsiteX2" fmla="*/ 0 w 81587"/>
                    <a:gd name="connsiteY2" fmla="*/ 20239 h 48066"/>
                    <a:gd name="connsiteX3" fmla="*/ 8222 w 81587"/>
                    <a:gd name="connsiteY3" fmla="*/ 5692 h 48066"/>
                    <a:gd name="connsiteX4" fmla="*/ 48699 w 81587"/>
                    <a:gd name="connsiteY4" fmla="*/ 28461 h 48066"/>
                    <a:gd name="connsiteX5" fmla="*/ 67673 w 81587"/>
                    <a:gd name="connsiteY5" fmla="*/ 0 h 48066"/>
                    <a:gd name="connsiteX6" fmla="*/ 81587 w 81587"/>
                    <a:gd name="connsiteY6" fmla="*/ 8854 h 48066"/>
                    <a:gd name="connsiteX7" fmla="*/ 58186 w 81587"/>
                    <a:gd name="connsiteY7" fmla="*/ 43640 h 48066"/>
                    <a:gd name="connsiteX8" fmla="*/ 51229 w 81587"/>
                    <a:gd name="connsiteY8" fmla="*/ 48067 h 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587" h="48066">
                      <a:moveTo>
                        <a:pt x="51229" y="48067"/>
                      </a:moveTo>
                      <a:cubicBezTo>
                        <a:pt x="49964" y="48067"/>
                        <a:pt x="48699" y="47435"/>
                        <a:pt x="47435" y="46802"/>
                      </a:cubicBezTo>
                      <a:lnTo>
                        <a:pt x="0" y="20239"/>
                      </a:lnTo>
                      <a:lnTo>
                        <a:pt x="8222" y="5692"/>
                      </a:lnTo>
                      <a:lnTo>
                        <a:pt x="48699" y="28461"/>
                      </a:lnTo>
                      <a:lnTo>
                        <a:pt x="67673" y="0"/>
                      </a:lnTo>
                      <a:lnTo>
                        <a:pt x="81587" y="8854"/>
                      </a:lnTo>
                      <a:lnTo>
                        <a:pt x="58186" y="43640"/>
                      </a:lnTo>
                      <a:cubicBezTo>
                        <a:pt x="56921" y="46802"/>
                        <a:pt x="53759" y="48067"/>
                        <a:pt x="51229" y="4806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95" name="Picture Placeholder 77">
                  <a:extLst>
                    <a:ext uri="{FF2B5EF4-FFF2-40B4-BE49-F238E27FC236}">
                      <a16:creationId xmlns:a16="http://schemas.microsoft.com/office/drawing/2014/main" id="{DBB72692-3567-4814-94E7-52AC16F69DB0}"/>
                    </a:ext>
                  </a:extLst>
                </p:cNvPr>
                <p:cNvSpPr/>
                <p:nvPr/>
              </p:nvSpPr>
              <p:spPr>
                <a:xfrm>
                  <a:off x="4515037" y="4323373"/>
                  <a:ext cx="82852" cy="55656"/>
                </a:xfrm>
                <a:custGeom>
                  <a:avLst/>
                  <a:gdLst>
                    <a:gd name="connsiteX0" fmla="*/ 48067 w 82852"/>
                    <a:gd name="connsiteY0" fmla="*/ 55656 h 55656"/>
                    <a:gd name="connsiteX1" fmla="*/ 44272 w 82852"/>
                    <a:gd name="connsiteY1" fmla="*/ 54392 h 55656"/>
                    <a:gd name="connsiteX2" fmla="*/ 0 w 82852"/>
                    <a:gd name="connsiteY2" fmla="*/ 29726 h 55656"/>
                    <a:gd name="connsiteX3" fmla="*/ 8222 w 82852"/>
                    <a:gd name="connsiteY3" fmla="*/ 15179 h 55656"/>
                    <a:gd name="connsiteX4" fmla="*/ 45537 w 82852"/>
                    <a:gd name="connsiteY4" fmla="*/ 36050 h 55656"/>
                    <a:gd name="connsiteX5" fmla="*/ 68938 w 82852"/>
                    <a:gd name="connsiteY5" fmla="*/ 0 h 55656"/>
                    <a:gd name="connsiteX6" fmla="*/ 82852 w 82852"/>
                    <a:gd name="connsiteY6" fmla="*/ 8854 h 55656"/>
                    <a:gd name="connsiteX7" fmla="*/ 55024 w 82852"/>
                    <a:gd name="connsiteY7" fmla="*/ 51229 h 55656"/>
                    <a:gd name="connsiteX8" fmla="*/ 48067 w 82852"/>
                    <a:gd name="connsiteY8" fmla="*/ 55656 h 5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852" h="55656">
                      <a:moveTo>
                        <a:pt x="48067" y="55656"/>
                      </a:moveTo>
                      <a:cubicBezTo>
                        <a:pt x="46802" y="55656"/>
                        <a:pt x="45537" y="55024"/>
                        <a:pt x="44272" y="54392"/>
                      </a:cubicBezTo>
                      <a:lnTo>
                        <a:pt x="0" y="29726"/>
                      </a:lnTo>
                      <a:lnTo>
                        <a:pt x="8222" y="15179"/>
                      </a:lnTo>
                      <a:lnTo>
                        <a:pt x="45537" y="36050"/>
                      </a:lnTo>
                      <a:lnTo>
                        <a:pt x="68938" y="0"/>
                      </a:lnTo>
                      <a:lnTo>
                        <a:pt x="82852" y="8854"/>
                      </a:lnTo>
                      <a:lnTo>
                        <a:pt x="55024" y="51229"/>
                      </a:lnTo>
                      <a:cubicBezTo>
                        <a:pt x="53127" y="54392"/>
                        <a:pt x="50597" y="55656"/>
                        <a:pt x="48067" y="5565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282" name="Picture Placeholder 77">
                <a:extLst>
                  <a:ext uri="{FF2B5EF4-FFF2-40B4-BE49-F238E27FC236}">
                    <a16:creationId xmlns:a16="http://schemas.microsoft.com/office/drawing/2014/main" id="{B722DA8B-8120-44AE-91C8-20A79882E4FA}"/>
                  </a:ext>
                </a:extLst>
              </p:cNvPr>
              <p:cNvGrpSpPr/>
              <p:nvPr/>
            </p:nvGrpSpPr>
            <p:grpSpPr>
              <a:xfrm>
                <a:off x="4712917" y="4200676"/>
                <a:ext cx="74710" cy="80322"/>
                <a:chOff x="4712917" y="4200676"/>
                <a:chExt cx="74710" cy="80322"/>
              </a:xfrm>
              <a:grpFill/>
            </p:grpSpPr>
            <p:sp>
              <p:nvSpPr>
                <p:cNvPr id="292" name="Picture Placeholder 77">
                  <a:extLst>
                    <a:ext uri="{FF2B5EF4-FFF2-40B4-BE49-F238E27FC236}">
                      <a16:creationId xmlns:a16="http://schemas.microsoft.com/office/drawing/2014/main" id="{67E71C40-A741-4DF3-B716-3E35E552821A}"/>
                    </a:ext>
                  </a:extLst>
                </p:cNvPr>
                <p:cNvSpPr/>
                <p:nvPr/>
              </p:nvSpPr>
              <p:spPr>
                <a:xfrm>
                  <a:off x="4712917" y="4200676"/>
                  <a:ext cx="57634" cy="61981"/>
                </a:xfrm>
                <a:custGeom>
                  <a:avLst/>
                  <a:gdLst>
                    <a:gd name="connsiteX0" fmla="*/ 5140 w 57634"/>
                    <a:gd name="connsiteY0" fmla="*/ 61981 h 61981"/>
                    <a:gd name="connsiteX1" fmla="*/ 81 w 57634"/>
                    <a:gd name="connsiteY1" fmla="*/ 17709 h 61981"/>
                    <a:gd name="connsiteX2" fmla="*/ 7038 w 57634"/>
                    <a:gd name="connsiteY2" fmla="*/ 8854 h 61981"/>
                    <a:gd name="connsiteX3" fmla="*/ 54472 w 57634"/>
                    <a:gd name="connsiteY3" fmla="*/ 0 h 61981"/>
                    <a:gd name="connsiteX4" fmla="*/ 57634 w 57634"/>
                    <a:gd name="connsiteY4" fmla="*/ 15812 h 61981"/>
                    <a:gd name="connsiteX5" fmla="*/ 17157 w 57634"/>
                    <a:gd name="connsiteY5" fmla="*/ 23401 h 61981"/>
                    <a:gd name="connsiteX6" fmla="*/ 20952 w 57634"/>
                    <a:gd name="connsiteY6" fmla="*/ 60084 h 61981"/>
                    <a:gd name="connsiteX7" fmla="*/ 5140 w 57634"/>
                    <a:gd name="connsiteY7" fmla="*/ 61981 h 6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634" h="61981">
                      <a:moveTo>
                        <a:pt x="5140" y="61981"/>
                      </a:moveTo>
                      <a:lnTo>
                        <a:pt x="81" y="17709"/>
                      </a:lnTo>
                      <a:cubicBezTo>
                        <a:pt x="-552" y="13282"/>
                        <a:pt x="2610" y="9487"/>
                        <a:pt x="7038" y="8854"/>
                      </a:cubicBezTo>
                      <a:lnTo>
                        <a:pt x="54472" y="0"/>
                      </a:lnTo>
                      <a:lnTo>
                        <a:pt x="57634" y="15812"/>
                      </a:lnTo>
                      <a:lnTo>
                        <a:pt x="17157" y="23401"/>
                      </a:lnTo>
                      <a:lnTo>
                        <a:pt x="20952" y="60084"/>
                      </a:lnTo>
                      <a:lnTo>
                        <a:pt x="5140" y="61981"/>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93" name="Picture Placeholder 77">
                  <a:extLst>
                    <a:ext uri="{FF2B5EF4-FFF2-40B4-BE49-F238E27FC236}">
                      <a16:creationId xmlns:a16="http://schemas.microsoft.com/office/drawing/2014/main" id="{1A725FEE-9EAB-4585-9453-3A677E9C7077}"/>
                    </a:ext>
                  </a:extLst>
                </p:cNvPr>
                <p:cNvSpPr/>
                <p:nvPr/>
              </p:nvSpPr>
              <p:spPr>
                <a:xfrm>
                  <a:off x="4736950" y="4220282"/>
                  <a:ext cx="50677" cy="60716"/>
                </a:xfrm>
                <a:custGeom>
                  <a:avLst/>
                  <a:gdLst>
                    <a:gd name="connsiteX0" fmla="*/ 5141 w 50677"/>
                    <a:gd name="connsiteY0" fmla="*/ 60716 h 60716"/>
                    <a:gd name="connsiteX1" fmla="*/ 81 w 50677"/>
                    <a:gd name="connsiteY1" fmla="*/ 16444 h 60716"/>
                    <a:gd name="connsiteX2" fmla="*/ 6406 w 50677"/>
                    <a:gd name="connsiteY2" fmla="*/ 7590 h 60716"/>
                    <a:gd name="connsiteX3" fmla="*/ 47515 w 50677"/>
                    <a:gd name="connsiteY3" fmla="*/ 0 h 60716"/>
                    <a:gd name="connsiteX4" fmla="*/ 50678 w 50677"/>
                    <a:gd name="connsiteY4" fmla="*/ 15812 h 60716"/>
                    <a:gd name="connsiteX5" fmla="*/ 16525 w 50677"/>
                    <a:gd name="connsiteY5" fmla="*/ 22136 h 60716"/>
                    <a:gd name="connsiteX6" fmla="*/ 20952 w 50677"/>
                    <a:gd name="connsiteY6" fmla="*/ 58819 h 60716"/>
                    <a:gd name="connsiteX7" fmla="*/ 5141 w 50677"/>
                    <a:gd name="connsiteY7" fmla="*/ 60716 h 60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677" h="60716">
                      <a:moveTo>
                        <a:pt x="5141" y="60716"/>
                      </a:moveTo>
                      <a:lnTo>
                        <a:pt x="81" y="16444"/>
                      </a:lnTo>
                      <a:cubicBezTo>
                        <a:pt x="-551" y="12017"/>
                        <a:pt x="2611" y="8222"/>
                        <a:pt x="6406" y="7590"/>
                      </a:cubicBezTo>
                      <a:lnTo>
                        <a:pt x="47515" y="0"/>
                      </a:lnTo>
                      <a:lnTo>
                        <a:pt x="50678" y="15812"/>
                      </a:lnTo>
                      <a:lnTo>
                        <a:pt x="16525" y="22136"/>
                      </a:lnTo>
                      <a:lnTo>
                        <a:pt x="20952" y="58819"/>
                      </a:lnTo>
                      <a:lnTo>
                        <a:pt x="5141" y="60716"/>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283" name="Picture Placeholder 77">
                <a:extLst>
                  <a:ext uri="{FF2B5EF4-FFF2-40B4-BE49-F238E27FC236}">
                    <a16:creationId xmlns:a16="http://schemas.microsoft.com/office/drawing/2014/main" id="{E84CD161-51B6-4273-BF43-54A214B46AC9}"/>
                  </a:ext>
                </a:extLst>
              </p:cNvPr>
              <p:cNvGrpSpPr/>
              <p:nvPr/>
            </p:nvGrpSpPr>
            <p:grpSpPr>
              <a:xfrm>
                <a:off x="4632043" y="4414447"/>
                <a:ext cx="82463" cy="91074"/>
                <a:chOff x="4632043" y="4414447"/>
                <a:chExt cx="82463" cy="91074"/>
              </a:xfrm>
              <a:grpFill/>
            </p:grpSpPr>
            <p:sp>
              <p:nvSpPr>
                <p:cNvPr id="290" name="Picture Placeholder 77">
                  <a:extLst>
                    <a:ext uri="{FF2B5EF4-FFF2-40B4-BE49-F238E27FC236}">
                      <a16:creationId xmlns:a16="http://schemas.microsoft.com/office/drawing/2014/main" id="{83C62B3A-B2DE-4326-A16B-21A515B91CC9}"/>
                    </a:ext>
                  </a:extLst>
                </p:cNvPr>
                <p:cNvSpPr/>
                <p:nvPr/>
              </p:nvSpPr>
              <p:spPr>
                <a:xfrm>
                  <a:off x="4664930" y="4425199"/>
                  <a:ext cx="49575" cy="80322"/>
                </a:xfrm>
                <a:custGeom>
                  <a:avLst/>
                  <a:gdLst>
                    <a:gd name="connsiteX0" fmla="*/ 12017 w 49575"/>
                    <a:gd name="connsiteY0" fmla="*/ 80322 h 80322"/>
                    <a:gd name="connsiteX1" fmla="*/ 0 w 49575"/>
                    <a:gd name="connsiteY1" fmla="*/ 68938 h 80322"/>
                    <a:gd name="connsiteX2" fmla="*/ 29726 w 49575"/>
                    <a:gd name="connsiteY2" fmla="*/ 37948 h 80322"/>
                    <a:gd name="connsiteX3" fmla="*/ 5692 w 49575"/>
                    <a:gd name="connsiteY3" fmla="*/ 10752 h 80322"/>
                    <a:gd name="connsiteX4" fmla="*/ 17709 w 49575"/>
                    <a:gd name="connsiteY4" fmla="*/ 0 h 80322"/>
                    <a:gd name="connsiteX5" fmla="*/ 47435 w 49575"/>
                    <a:gd name="connsiteY5" fmla="*/ 32888 h 80322"/>
                    <a:gd name="connsiteX6" fmla="*/ 47435 w 49575"/>
                    <a:gd name="connsiteY6" fmla="*/ 44272 h 80322"/>
                    <a:gd name="connsiteX7" fmla="*/ 12017 w 49575"/>
                    <a:gd name="connsiteY7" fmla="*/ 80322 h 80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575" h="80322">
                      <a:moveTo>
                        <a:pt x="12017" y="80322"/>
                      </a:moveTo>
                      <a:lnTo>
                        <a:pt x="0" y="68938"/>
                      </a:lnTo>
                      <a:lnTo>
                        <a:pt x="29726" y="37948"/>
                      </a:lnTo>
                      <a:lnTo>
                        <a:pt x="5692" y="10752"/>
                      </a:lnTo>
                      <a:lnTo>
                        <a:pt x="17709" y="0"/>
                      </a:lnTo>
                      <a:lnTo>
                        <a:pt x="47435" y="32888"/>
                      </a:lnTo>
                      <a:cubicBezTo>
                        <a:pt x="50597" y="36050"/>
                        <a:pt x="49964" y="41110"/>
                        <a:pt x="47435" y="44272"/>
                      </a:cubicBezTo>
                      <a:lnTo>
                        <a:pt x="12017" y="8032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91" name="Picture Placeholder 77">
                  <a:extLst>
                    <a:ext uri="{FF2B5EF4-FFF2-40B4-BE49-F238E27FC236}">
                      <a16:creationId xmlns:a16="http://schemas.microsoft.com/office/drawing/2014/main" id="{CA3E8DC1-9D05-4523-8DC3-328E069DADB7}"/>
                    </a:ext>
                  </a:extLst>
                </p:cNvPr>
                <p:cNvSpPr/>
                <p:nvPr/>
              </p:nvSpPr>
              <p:spPr>
                <a:xfrm>
                  <a:off x="4632043" y="4414447"/>
                  <a:ext cx="53600" cy="87911"/>
                </a:xfrm>
                <a:custGeom>
                  <a:avLst/>
                  <a:gdLst>
                    <a:gd name="connsiteX0" fmla="*/ 18974 w 53600"/>
                    <a:gd name="connsiteY0" fmla="*/ 87912 h 87911"/>
                    <a:gd name="connsiteX1" fmla="*/ 6957 w 53600"/>
                    <a:gd name="connsiteY1" fmla="*/ 76528 h 87911"/>
                    <a:gd name="connsiteX2" fmla="*/ 34153 w 53600"/>
                    <a:gd name="connsiteY2" fmla="*/ 48067 h 87911"/>
                    <a:gd name="connsiteX3" fmla="*/ 0 w 53600"/>
                    <a:gd name="connsiteY3" fmla="*/ 11384 h 87911"/>
                    <a:gd name="connsiteX4" fmla="*/ 12017 w 53600"/>
                    <a:gd name="connsiteY4" fmla="*/ 0 h 87911"/>
                    <a:gd name="connsiteX5" fmla="*/ 51229 w 53600"/>
                    <a:gd name="connsiteY5" fmla="*/ 42375 h 87911"/>
                    <a:gd name="connsiteX6" fmla="*/ 51229 w 53600"/>
                    <a:gd name="connsiteY6" fmla="*/ 53759 h 87911"/>
                    <a:gd name="connsiteX7" fmla="*/ 18974 w 53600"/>
                    <a:gd name="connsiteY7" fmla="*/ 87912 h 8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600" h="87911">
                      <a:moveTo>
                        <a:pt x="18974" y="87912"/>
                      </a:moveTo>
                      <a:lnTo>
                        <a:pt x="6957" y="76528"/>
                      </a:lnTo>
                      <a:lnTo>
                        <a:pt x="34153" y="48067"/>
                      </a:lnTo>
                      <a:lnTo>
                        <a:pt x="0" y="11384"/>
                      </a:lnTo>
                      <a:lnTo>
                        <a:pt x="12017" y="0"/>
                      </a:lnTo>
                      <a:lnTo>
                        <a:pt x="51229" y="42375"/>
                      </a:lnTo>
                      <a:cubicBezTo>
                        <a:pt x="54392" y="45537"/>
                        <a:pt x="54392" y="50597"/>
                        <a:pt x="51229" y="53759"/>
                      </a:cubicBezTo>
                      <a:lnTo>
                        <a:pt x="18974" y="8791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284" name="Picture Placeholder 77">
                <a:extLst>
                  <a:ext uri="{FF2B5EF4-FFF2-40B4-BE49-F238E27FC236}">
                    <a16:creationId xmlns:a16="http://schemas.microsoft.com/office/drawing/2014/main" id="{5A3C32C2-55D9-4D5F-A460-4FD81979A5AC}"/>
                  </a:ext>
                </a:extLst>
              </p:cNvPr>
              <p:cNvGrpSpPr/>
              <p:nvPr/>
            </p:nvGrpSpPr>
            <p:grpSpPr>
              <a:xfrm>
                <a:off x="4741458" y="4375154"/>
                <a:ext cx="79057" cy="82300"/>
                <a:chOff x="4741458" y="4375154"/>
                <a:chExt cx="79057" cy="82300"/>
              </a:xfrm>
              <a:grpFill/>
            </p:grpSpPr>
            <p:sp>
              <p:nvSpPr>
                <p:cNvPr id="288" name="Picture Placeholder 77">
                  <a:extLst>
                    <a:ext uri="{FF2B5EF4-FFF2-40B4-BE49-F238E27FC236}">
                      <a16:creationId xmlns:a16="http://schemas.microsoft.com/office/drawing/2014/main" id="{AEFF7015-8E49-46A7-8115-7B4221BA2B63}"/>
                    </a:ext>
                  </a:extLst>
                </p:cNvPr>
                <p:cNvSpPr/>
                <p:nvPr/>
              </p:nvSpPr>
              <p:spPr>
                <a:xfrm>
                  <a:off x="4764227" y="4375154"/>
                  <a:ext cx="56288" cy="58899"/>
                </a:xfrm>
                <a:custGeom>
                  <a:avLst/>
                  <a:gdLst>
                    <a:gd name="connsiteX0" fmla="*/ 40477 w 56288"/>
                    <a:gd name="connsiteY0" fmla="*/ 58899 h 58899"/>
                    <a:gd name="connsiteX1" fmla="*/ 32888 w 56288"/>
                    <a:gd name="connsiteY1" fmla="*/ 16525 h 58899"/>
                    <a:gd name="connsiteX2" fmla="*/ 1897 w 56288"/>
                    <a:gd name="connsiteY2" fmla="*/ 19687 h 58899"/>
                    <a:gd name="connsiteX3" fmla="*/ 0 w 56288"/>
                    <a:gd name="connsiteY3" fmla="*/ 3875 h 58899"/>
                    <a:gd name="connsiteX4" fmla="*/ 38580 w 56288"/>
                    <a:gd name="connsiteY4" fmla="*/ 81 h 58899"/>
                    <a:gd name="connsiteX5" fmla="*/ 47435 w 56288"/>
                    <a:gd name="connsiteY5" fmla="*/ 7038 h 58899"/>
                    <a:gd name="connsiteX6" fmla="*/ 56289 w 56288"/>
                    <a:gd name="connsiteY6" fmla="*/ 56370 h 58899"/>
                    <a:gd name="connsiteX7" fmla="*/ 40477 w 56288"/>
                    <a:gd name="connsiteY7" fmla="*/ 58899 h 58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288" h="58899">
                      <a:moveTo>
                        <a:pt x="40477" y="58899"/>
                      </a:moveTo>
                      <a:lnTo>
                        <a:pt x="32888" y="16525"/>
                      </a:lnTo>
                      <a:lnTo>
                        <a:pt x="1897" y="19687"/>
                      </a:lnTo>
                      <a:lnTo>
                        <a:pt x="0" y="3875"/>
                      </a:lnTo>
                      <a:lnTo>
                        <a:pt x="38580" y="81"/>
                      </a:lnTo>
                      <a:cubicBezTo>
                        <a:pt x="43007" y="-552"/>
                        <a:pt x="46802" y="2610"/>
                        <a:pt x="47435" y="7038"/>
                      </a:cubicBezTo>
                      <a:lnTo>
                        <a:pt x="56289" y="56370"/>
                      </a:lnTo>
                      <a:lnTo>
                        <a:pt x="40477" y="58899"/>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89" name="Picture Placeholder 77">
                  <a:extLst>
                    <a:ext uri="{FF2B5EF4-FFF2-40B4-BE49-F238E27FC236}">
                      <a16:creationId xmlns:a16="http://schemas.microsoft.com/office/drawing/2014/main" id="{5C5484F9-33AA-4F9C-B57A-93FF5E6B8966}"/>
                    </a:ext>
                  </a:extLst>
                </p:cNvPr>
                <p:cNvSpPr/>
                <p:nvPr/>
              </p:nvSpPr>
              <p:spPr>
                <a:xfrm>
                  <a:off x="4741458" y="4397923"/>
                  <a:ext cx="62613" cy="59531"/>
                </a:xfrm>
                <a:custGeom>
                  <a:avLst/>
                  <a:gdLst>
                    <a:gd name="connsiteX0" fmla="*/ 46170 w 62613"/>
                    <a:gd name="connsiteY0" fmla="*/ 59532 h 59531"/>
                    <a:gd name="connsiteX1" fmla="*/ 38580 w 62613"/>
                    <a:gd name="connsiteY1" fmla="*/ 17157 h 59531"/>
                    <a:gd name="connsiteX2" fmla="*/ 1897 w 62613"/>
                    <a:gd name="connsiteY2" fmla="*/ 21584 h 59531"/>
                    <a:gd name="connsiteX3" fmla="*/ 0 w 62613"/>
                    <a:gd name="connsiteY3" fmla="*/ 5140 h 59531"/>
                    <a:gd name="connsiteX4" fmla="*/ 44272 w 62613"/>
                    <a:gd name="connsiteY4" fmla="*/ 81 h 59531"/>
                    <a:gd name="connsiteX5" fmla="*/ 53127 w 62613"/>
                    <a:gd name="connsiteY5" fmla="*/ 7038 h 59531"/>
                    <a:gd name="connsiteX6" fmla="*/ 62614 w 62613"/>
                    <a:gd name="connsiteY6" fmla="*/ 57002 h 59531"/>
                    <a:gd name="connsiteX7" fmla="*/ 46170 w 62613"/>
                    <a:gd name="connsiteY7" fmla="*/ 59532 h 59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13" h="59531">
                      <a:moveTo>
                        <a:pt x="46170" y="59532"/>
                      </a:moveTo>
                      <a:lnTo>
                        <a:pt x="38580" y="17157"/>
                      </a:lnTo>
                      <a:lnTo>
                        <a:pt x="1897" y="21584"/>
                      </a:lnTo>
                      <a:lnTo>
                        <a:pt x="0" y="5140"/>
                      </a:lnTo>
                      <a:lnTo>
                        <a:pt x="44272" y="81"/>
                      </a:lnTo>
                      <a:cubicBezTo>
                        <a:pt x="48699" y="-552"/>
                        <a:pt x="52494" y="2610"/>
                        <a:pt x="53127" y="7038"/>
                      </a:cubicBezTo>
                      <a:lnTo>
                        <a:pt x="62614" y="57002"/>
                      </a:lnTo>
                      <a:lnTo>
                        <a:pt x="46170" y="5953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285" name="Picture Placeholder 77">
                <a:extLst>
                  <a:ext uri="{FF2B5EF4-FFF2-40B4-BE49-F238E27FC236}">
                    <a16:creationId xmlns:a16="http://schemas.microsoft.com/office/drawing/2014/main" id="{9A7869E8-6D53-4D3C-8944-A5AF4320F545}"/>
                  </a:ext>
                </a:extLst>
              </p:cNvPr>
              <p:cNvGrpSpPr/>
              <p:nvPr/>
            </p:nvGrpSpPr>
            <p:grpSpPr>
              <a:xfrm>
                <a:off x="4574392" y="4191822"/>
                <a:ext cx="82316" cy="86647"/>
                <a:chOff x="4574392" y="4191822"/>
                <a:chExt cx="82316" cy="86647"/>
              </a:xfrm>
              <a:grpFill/>
            </p:grpSpPr>
            <p:sp>
              <p:nvSpPr>
                <p:cNvPr id="286" name="Picture Placeholder 77">
                  <a:extLst>
                    <a:ext uri="{FF2B5EF4-FFF2-40B4-BE49-F238E27FC236}">
                      <a16:creationId xmlns:a16="http://schemas.microsoft.com/office/drawing/2014/main" id="{36D7D2C0-1665-4761-83AB-809064041D67}"/>
                    </a:ext>
                  </a:extLst>
                </p:cNvPr>
                <p:cNvSpPr/>
                <p:nvPr/>
              </p:nvSpPr>
              <p:spPr>
                <a:xfrm>
                  <a:off x="4574392" y="4205103"/>
                  <a:ext cx="53223" cy="73365"/>
                </a:xfrm>
                <a:custGeom>
                  <a:avLst/>
                  <a:gdLst>
                    <a:gd name="connsiteX0" fmla="*/ 48796 w 53223"/>
                    <a:gd name="connsiteY0" fmla="*/ 73365 h 73365"/>
                    <a:gd name="connsiteX1" fmla="*/ 5789 w 53223"/>
                    <a:gd name="connsiteY1" fmla="*/ 59451 h 73365"/>
                    <a:gd name="connsiteX2" fmla="*/ 97 w 53223"/>
                    <a:gd name="connsiteY2" fmla="*/ 49964 h 73365"/>
                    <a:gd name="connsiteX3" fmla="*/ 12746 w 53223"/>
                    <a:gd name="connsiteY3" fmla="*/ 0 h 73365"/>
                    <a:gd name="connsiteX4" fmla="*/ 28558 w 53223"/>
                    <a:gd name="connsiteY4" fmla="*/ 3795 h 73365"/>
                    <a:gd name="connsiteX5" fmla="*/ 17806 w 53223"/>
                    <a:gd name="connsiteY5" fmla="*/ 46802 h 73365"/>
                    <a:gd name="connsiteX6" fmla="*/ 53223 w 53223"/>
                    <a:gd name="connsiteY6" fmla="*/ 58186 h 73365"/>
                    <a:gd name="connsiteX7" fmla="*/ 48796 w 53223"/>
                    <a:gd name="connsiteY7" fmla="*/ 73365 h 7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23" h="73365">
                      <a:moveTo>
                        <a:pt x="48796" y="73365"/>
                      </a:moveTo>
                      <a:lnTo>
                        <a:pt x="5789" y="59451"/>
                      </a:lnTo>
                      <a:cubicBezTo>
                        <a:pt x="1994" y="58186"/>
                        <a:pt x="-536" y="53759"/>
                        <a:pt x="97" y="49964"/>
                      </a:cubicBezTo>
                      <a:lnTo>
                        <a:pt x="12746" y="0"/>
                      </a:lnTo>
                      <a:lnTo>
                        <a:pt x="28558" y="3795"/>
                      </a:lnTo>
                      <a:lnTo>
                        <a:pt x="17806" y="46802"/>
                      </a:lnTo>
                      <a:lnTo>
                        <a:pt x="53223" y="58186"/>
                      </a:lnTo>
                      <a:lnTo>
                        <a:pt x="48796" y="73365"/>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87" name="Picture Placeholder 77">
                  <a:extLst>
                    <a:ext uri="{FF2B5EF4-FFF2-40B4-BE49-F238E27FC236}">
                      <a16:creationId xmlns:a16="http://schemas.microsoft.com/office/drawing/2014/main" id="{71281B81-ED5A-4009-996A-93B9019D0575}"/>
                    </a:ext>
                  </a:extLst>
                </p:cNvPr>
                <p:cNvSpPr/>
                <p:nvPr/>
              </p:nvSpPr>
              <p:spPr>
                <a:xfrm>
                  <a:off x="4600323" y="4191822"/>
                  <a:ext cx="56385" cy="72100"/>
                </a:xfrm>
                <a:custGeom>
                  <a:avLst/>
                  <a:gdLst>
                    <a:gd name="connsiteX0" fmla="*/ 51326 w 56385"/>
                    <a:gd name="connsiteY0" fmla="*/ 72100 h 72100"/>
                    <a:gd name="connsiteX1" fmla="*/ 5789 w 56385"/>
                    <a:gd name="connsiteY1" fmla="*/ 57554 h 72100"/>
                    <a:gd name="connsiteX2" fmla="*/ 97 w 56385"/>
                    <a:gd name="connsiteY2" fmla="*/ 48067 h 72100"/>
                    <a:gd name="connsiteX3" fmla="*/ 12114 w 56385"/>
                    <a:gd name="connsiteY3" fmla="*/ 0 h 72100"/>
                    <a:gd name="connsiteX4" fmla="*/ 27925 w 56385"/>
                    <a:gd name="connsiteY4" fmla="*/ 3795 h 72100"/>
                    <a:gd name="connsiteX5" fmla="*/ 17806 w 56385"/>
                    <a:gd name="connsiteY5" fmla="*/ 44272 h 72100"/>
                    <a:gd name="connsiteX6" fmla="*/ 56386 w 56385"/>
                    <a:gd name="connsiteY6" fmla="*/ 56921 h 72100"/>
                    <a:gd name="connsiteX7" fmla="*/ 51326 w 56385"/>
                    <a:gd name="connsiteY7" fmla="*/ 72100 h 72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385" h="72100">
                      <a:moveTo>
                        <a:pt x="51326" y="72100"/>
                      </a:moveTo>
                      <a:lnTo>
                        <a:pt x="5789" y="57554"/>
                      </a:lnTo>
                      <a:cubicBezTo>
                        <a:pt x="1994" y="56289"/>
                        <a:pt x="-536" y="51862"/>
                        <a:pt x="97" y="48067"/>
                      </a:cubicBezTo>
                      <a:lnTo>
                        <a:pt x="12114" y="0"/>
                      </a:lnTo>
                      <a:lnTo>
                        <a:pt x="27925" y="3795"/>
                      </a:lnTo>
                      <a:lnTo>
                        <a:pt x="17806" y="44272"/>
                      </a:lnTo>
                      <a:lnTo>
                        <a:pt x="56386" y="56921"/>
                      </a:lnTo>
                      <a:lnTo>
                        <a:pt x="51326" y="7210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grpSp>
        <p:nvGrpSpPr>
          <p:cNvPr id="39" name="Group 38">
            <a:extLst>
              <a:ext uri="{FF2B5EF4-FFF2-40B4-BE49-F238E27FC236}">
                <a16:creationId xmlns:a16="http://schemas.microsoft.com/office/drawing/2014/main" id="{9E9982EC-34C8-4F60-816A-C4A39E886099}"/>
              </a:ext>
            </a:extLst>
          </p:cNvPr>
          <p:cNvGrpSpPr/>
          <p:nvPr/>
        </p:nvGrpSpPr>
        <p:grpSpPr>
          <a:xfrm>
            <a:off x="5463093" y="3527622"/>
            <a:ext cx="758008" cy="2475217"/>
            <a:chOff x="4922073" y="3703187"/>
            <a:chExt cx="758008" cy="2475217"/>
          </a:xfrm>
        </p:grpSpPr>
        <p:sp>
          <p:nvSpPr>
            <p:cNvPr id="222" name="Rounded Rectangle 37">
              <a:extLst>
                <a:ext uri="{FF2B5EF4-FFF2-40B4-BE49-F238E27FC236}">
                  <a16:creationId xmlns:a16="http://schemas.microsoft.com/office/drawing/2014/main" id="{F942D06B-AD3B-4B8C-935B-9E54A6562D7D}"/>
                </a:ext>
              </a:extLst>
            </p:cNvPr>
            <p:cNvSpPr/>
            <p:nvPr/>
          </p:nvSpPr>
          <p:spPr>
            <a:xfrm>
              <a:off x="4922073"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Log</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Monitoring</a:t>
              </a:r>
            </a:p>
          </p:txBody>
        </p:sp>
        <p:cxnSp>
          <p:nvCxnSpPr>
            <p:cNvPr id="223" name="Straight Connector 222">
              <a:extLst>
                <a:ext uri="{FF2B5EF4-FFF2-40B4-BE49-F238E27FC236}">
                  <a16:creationId xmlns:a16="http://schemas.microsoft.com/office/drawing/2014/main" id="{07FEA3D0-13BD-4223-B063-BAF026EB384F}"/>
                </a:ext>
              </a:extLst>
            </p:cNvPr>
            <p:cNvCxnSpPr>
              <a:cxnSpLocks/>
            </p:cNvCxnSpPr>
            <p:nvPr/>
          </p:nvCxnSpPr>
          <p:spPr bwMode="gray">
            <a:xfrm>
              <a:off x="5301076"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24" name="Oval 223">
              <a:extLst>
                <a:ext uri="{FF2B5EF4-FFF2-40B4-BE49-F238E27FC236}">
                  <a16:creationId xmlns:a16="http://schemas.microsoft.com/office/drawing/2014/main" id="{7CA7A697-78B9-4EC1-8BA5-798F2570CB93}"/>
                </a:ext>
              </a:extLst>
            </p:cNvPr>
            <p:cNvSpPr/>
            <p:nvPr/>
          </p:nvSpPr>
          <p:spPr>
            <a:xfrm rot="10800000">
              <a:off x="5061016"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grpSp>
          <p:nvGrpSpPr>
            <p:cNvPr id="296" name="Picture Placeholder 89" descr="Filtered Data&#10;">
              <a:extLst>
                <a:ext uri="{FF2B5EF4-FFF2-40B4-BE49-F238E27FC236}">
                  <a16:creationId xmlns:a16="http://schemas.microsoft.com/office/drawing/2014/main" id="{52AFA1DD-FE7C-4922-A3B5-6AB2A58481C1}"/>
                </a:ext>
              </a:extLst>
            </p:cNvPr>
            <p:cNvGrpSpPr>
              <a:grpSpLocks noChangeAspect="1"/>
            </p:cNvGrpSpPr>
            <p:nvPr/>
          </p:nvGrpSpPr>
          <p:grpSpPr>
            <a:xfrm>
              <a:off x="5163916" y="5354825"/>
              <a:ext cx="274320" cy="273180"/>
              <a:chOff x="7128581" y="1952373"/>
              <a:chExt cx="598263" cy="595777"/>
            </a:xfrm>
            <a:solidFill>
              <a:schemeClr val="tx1"/>
            </a:solidFill>
          </p:grpSpPr>
          <p:sp>
            <p:nvSpPr>
              <p:cNvPr id="297" name="Picture Placeholder 89">
                <a:extLst>
                  <a:ext uri="{FF2B5EF4-FFF2-40B4-BE49-F238E27FC236}">
                    <a16:creationId xmlns:a16="http://schemas.microsoft.com/office/drawing/2014/main" id="{F9C2B044-F36C-47C1-9A34-372E3FD1730A}"/>
                  </a:ext>
                </a:extLst>
              </p:cNvPr>
              <p:cNvSpPr/>
              <p:nvPr/>
            </p:nvSpPr>
            <p:spPr>
              <a:xfrm>
                <a:off x="7314912" y="1952373"/>
                <a:ext cx="229427" cy="595777"/>
              </a:xfrm>
              <a:custGeom>
                <a:avLst/>
                <a:gdLst>
                  <a:gd name="connsiteX0" fmla="*/ 58941 w 229427"/>
                  <a:gd name="connsiteY0" fmla="*/ 595777 h 595777"/>
                  <a:gd name="connsiteX1" fmla="*/ 0 w 229427"/>
                  <a:gd name="connsiteY1" fmla="*/ 595777 h 595777"/>
                  <a:gd name="connsiteX2" fmla="*/ 0 w 229427"/>
                  <a:gd name="connsiteY2" fmla="*/ 576804 h 595777"/>
                  <a:gd name="connsiteX3" fmla="*/ 48167 w 229427"/>
                  <a:gd name="connsiteY3" fmla="*/ 576804 h 595777"/>
                  <a:gd name="connsiteX4" fmla="*/ 207879 w 229427"/>
                  <a:gd name="connsiteY4" fmla="*/ 297889 h 595777"/>
                  <a:gd name="connsiteX5" fmla="*/ 48167 w 229427"/>
                  <a:gd name="connsiteY5" fmla="*/ 18974 h 595777"/>
                  <a:gd name="connsiteX6" fmla="*/ 0 w 229427"/>
                  <a:gd name="connsiteY6" fmla="*/ 18974 h 595777"/>
                  <a:gd name="connsiteX7" fmla="*/ 0 w 229427"/>
                  <a:gd name="connsiteY7" fmla="*/ 0 h 595777"/>
                  <a:gd name="connsiteX8" fmla="*/ 58941 w 229427"/>
                  <a:gd name="connsiteY8" fmla="*/ 0 h 595777"/>
                  <a:gd name="connsiteX9" fmla="*/ 229428 w 229427"/>
                  <a:gd name="connsiteY9" fmla="*/ 297889 h 595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427" h="595777">
                    <a:moveTo>
                      <a:pt x="58941" y="595777"/>
                    </a:moveTo>
                    <a:lnTo>
                      <a:pt x="0" y="595777"/>
                    </a:lnTo>
                    <a:lnTo>
                      <a:pt x="0" y="576804"/>
                    </a:lnTo>
                    <a:lnTo>
                      <a:pt x="48167" y="576804"/>
                    </a:lnTo>
                    <a:lnTo>
                      <a:pt x="207879" y="297889"/>
                    </a:lnTo>
                    <a:lnTo>
                      <a:pt x="48167" y="18974"/>
                    </a:lnTo>
                    <a:lnTo>
                      <a:pt x="0" y="18974"/>
                    </a:lnTo>
                    <a:lnTo>
                      <a:pt x="0" y="0"/>
                    </a:lnTo>
                    <a:lnTo>
                      <a:pt x="58941" y="0"/>
                    </a:lnTo>
                    <a:lnTo>
                      <a:pt x="229428" y="297889"/>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298" name="Picture Placeholder 89">
                <a:extLst>
                  <a:ext uri="{FF2B5EF4-FFF2-40B4-BE49-F238E27FC236}">
                    <a16:creationId xmlns:a16="http://schemas.microsoft.com/office/drawing/2014/main" id="{EFF174B1-9BCD-4261-9BC0-59A9F7B8573E}"/>
                  </a:ext>
                </a:extLst>
              </p:cNvPr>
              <p:cNvGrpSpPr/>
              <p:nvPr/>
            </p:nvGrpSpPr>
            <p:grpSpPr>
              <a:xfrm>
                <a:off x="7253435" y="2016251"/>
                <a:ext cx="348033" cy="35417"/>
                <a:chOff x="7253435" y="2016251"/>
                <a:chExt cx="348033" cy="35417"/>
              </a:xfrm>
              <a:grpFill/>
            </p:grpSpPr>
            <p:sp>
              <p:nvSpPr>
                <p:cNvPr id="335" name="Picture Placeholder 89">
                  <a:extLst>
                    <a:ext uri="{FF2B5EF4-FFF2-40B4-BE49-F238E27FC236}">
                      <a16:creationId xmlns:a16="http://schemas.microsoft.com/office/drawing/2014/main" id="{1891BAA0-9E20-434A-AE8B-F8D8BCE199DB}"/>
                    </a:ext>
                  </a:extLst>
                </p:cNvPr>
                <p:cNvSpPr/>
                <p:nvPr/>
              </p:nvSpPr>
              <p:spPr>
                <a:xfrm>
                  <a:off x="7253435"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6" name="Picture Placeholder 89">
                  <a:extLst>
                    <a:ext uri="{FF2B5EF4-FFF2-40B4-BE49-F238E27FC236}">
                      <a16:creationId xmlns:a16="http://schemas.microsoft.com/office/drawing/2014/main" id="{D8B17F51-E5C0-4739-B7D0-BB777D7D4390}"/>
                    </a:ext>
                  </a:extLst>
                </p:cNvPr>
                <p:cNvSpPr/>
                <p:nvPr/>
              </p:nvSpPr>
              <p:spPr>
                <a:xfrm>
                  <a:off x="7315545"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7" name="Picture Placeholder 89">
                  <a:extLst>
                    <a:ext uri="{FF2B5EF4-FFF2-40B4-BE49-F238E27FC236}">
                      <a16:creationId xmlns:a16="http://schemas.microsoft.com/office/drawing/2014/main" id="{6EBB41C5-E411-46A7-8454-547A671831FB}"/>
                    </a:ext>
                  </a:extLst>
                </p:cNvPr>
                <p:cNvSpPr/>
                <p:nvPr/>
              </p:nvSpPr>
              <p:spPr>
                <a:xfrm>
                  <a:off x="7378290"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8" name="Picture Placeholder 89">
                  <a:extLst>
                    <a:ext uri="{FF2B5EF4-FFF2-40B4-BE49-F238E27FC236}">
                      <a16:creationId xmlns:a16="http://schemas.microsoft.com/office/drawing/2014/main" id="{F343DBFA-E8A0-4D65-B28E-B481D4970C91}"/>
                    </a:ext>
                  </a:extLst>
                </p:cNvPr>
                <p:cNvSpPr/>
                <p:nvPr/>
              </p:nvSpPr>
              <p:spPr>
                <a:xfrm>
                  <a:off x="7503144"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9" name="Picture Placeholder 89">
                  <a:extLst>
                    <a:ext uri="{FF2B5EF4-FFF2-40B4-BE49-F238E27FC236}">
                      <a16:creationId xmlns:a16="http://schemas.microsoft.com/office/drawing/2014/main" id="{B91553CF-6DB6-4BA0-8EED-03CEFE150BBF}"/>
                    </a:ext>
                  </a:extLst>
                </p:cNvPr>
                <p:cNvSpPr/>
                <p:nvPr/>
              </p:nvSpPr>
              <p:spPr>
                <a:xfrm>
                  <a:off x="7565254"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299" name="Picture Placeholder 89">
                <a:extLst>
                  <a:ext uri="{FF2B5EF4-FFF2-40B4-BE49-F238E27FC236}">
                    <a16:creationId xmlns:a16="http://schemas.microsoft.com/office/drawing/2014/main" id="{C4362ED3-41CD-4C17-9117-02113D8EE1AF}"/>
                  </a:ext>
                </a:extLst>
              </p:cNvPr>
              <p:cNvGrpSpPr/>
              <p:nvPr/>
            </p:nvGrpSpPr>
            <p:grpSpPr>
              <a:xfrm>
                <a:off x="7315545" y="2102898"/>
                <a:ext cx="348033" cy="35417"/>
                <a:chOff x="7315545" y="2102898"/>
                <a:chExt cx="348033" cy="35417"/>
              </a:xfrm>
              <a:grpFill/>
            </p:grpSpPr>
            <p:sp>
              <p:nvSpPr>
                <p:cNvPr id="332" name="Picture Placeholder 89">
                  <a:extLst>
                    <a:ext uri="{FF2B5EF4-FFF2-40B4-BE49-F238E27FC236}">
                      <a16:creationId xmlns:a16="http://schemas.microsoft.com/office/drawing/2014/main" id="{626F258A-2B3E-4443-8737-FA4075B5F4A5}"/>
                    </a:ext>
                  </a:extLst>
                </p:cNvPr>
                <p:cNvSpPr/>
                <p:nvPr/>
              </p:nvSpPr>
              <p:spPr>
                <a:xfrm>
                  <a:off x="7315545" y="2102898"/>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3" name="Picture Placeholder 89">
                  <a:extLst>
                    <a:ext uri="{FF2B5EF4-FFF2-40B4-BE49-F238E27FC236}">
                      <a16:creationId xmlns:a16="http://schemas.microsoft.com/office/drawing/2014/main" id="{C923F183-5471-4900-A785-D65A44F82249}"/>
                    </a:ext>
                  </a:extLst>
                </p:cNvPr>
                <p:cNvSpPr/>
                <p:nvPr/>
              </p:nvSpPr>
              <p:spPr>
                <a:xfrm>
                  <a:off x="7378290" y="2102898"/>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4" name="Picture Placeholder 89">
                  <a:extLst>
                    <a:ext uri="{FF2B5EF4-FFF2-40B4-BE49-F238E27FC236}">
                      <a16:creationId xmlns:a16="http://schemas.microsoft.com/office/drawing/2014/main" id="{61903FB3-22F5-4AFA-B292-82D544DD70B6}"/>
                    </a:ext>
                  </a:extLst>
                </p:cNvPr>
                <p:cNvSpPr/>
                <p:nvPr/>
              </p:nvSpPr>
              <p:spPr>
                <a:xfrm>
                  <a:off x="7627364" y="2102898"/>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300" name="Picture Placeholder 89">
                <a:extLst>
                  <a:ext uri="{FF2B5EF4-FFF2-40B4-BE49-F238E27FC236}">
                    <a16:creationId xmlns:a16="http://schemas.microsoft.com/office/drawing/2014/main" id="{19BE9330-3C8F-4314-A858-5EC9458C8CAB}"/>
                  </a:ext>
                </a:extLst>
              </p:cNvPr>
              <p:cNvGrpSpPr/>
              <p:nvPr/>
            </p:nvGrpSpPr>
            <p:grpSpPr>
              <a:xfrm>
                <a:off x="7191959" y="2189545"/>
                <a:ext cx="534753" cy="35417"/>
                <a:chOff x="7191959" y="2189545"/>
                <a:chExt cx="534753" cy="35417"/>
              </a:xfrm>
              <a:grpFill/>
            </p:grpSpPr>
            <p:sp>
              <p:nvSpPr>
                <p:cNvPr id="325" name="Picture Placeholder 89">
                  <a:extLst>
                    <a:ext uri="{FF2B5EF4-FFF2-40B4-BE49-F238E27FC236}">
                      <a16:creationId xmlns:a16="http://schemas.microsoft.com/office/drawing/2014/main" id="{312CA598-9371-4FF0-A826-91FFA9B0F731}"/>
                    </a:ext>
                  </a:extLst>
                </p:cNvPr>
                <p:cNvSpPr/>
                <p:nvPr/>
              </p:nvSpPr>
              <p:spPr>
                <a:xfrm>
                  <a:off x="7253435"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26" name="Picture Placeholder 89">
                  <a:extLst>
                    <a:ext uri="{FF2B5EF4-FFF2-40B4-BE49-F238E27FC236}">
                      <a16:creationId xmlns:a16="http://schemas.microsoft.com/office/drawing/2014/main" id="{606415EE-B65A-40EC-A23D-1D13E0C5CA41}"/>
                    </a:ext>
                  </a:extLst>
                </p:cNvPr>
                <p:cNvSpPr/>
                <p:nvPr/>
              </p:nvSpPr>
              <p:spPr>
                <a:xfrm>
                  <a:off x="7191959"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27" name="Picture Placeholder 89">
                  <a:extLst>
                    <a:ext uri="{FF2B5EF4-FFF2-40B4-BE49-F238E27FC236}">
                      <a16:creationId xmlns:a16="http://schemas.microsoft.com/office/drawing/2014/main" id="{D35DEB1C-9F72-4B3C-843F-0ADD2D5FE53F}"/>
                    </a:ext>
                  </a:extLst>
                </p:cNvPr>
                <p:cNvSpPr/>
                <p:nvPr/>
              </p:nvSpPr>
              <p:spPr>
                <a:xfrm>
                  <a:off x="7315545"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28" name="Picture Placeholder 89">
                  <a:extLst>
                    <a:ext uri="{FF2B5EF4-FFF2-40B4-BE49-F238E27FC236}">
                      <a16:creationId xmlns:a16="http://schemas.microsoft.com/office/drawing/2014/main" id="{61AB677B-2D27-4C93-98C6-193F9C28B7A9}"/>
                    </a:ext>
                  </a:extLst>
                </p:cNvPr>
                <p:cNvSpPr/>
                <p:nvPr/>
              </p:nvSpPr>
              <p:spPr>
                <a:xfrm>
                  <a:off x="7378290"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29" name="Picture Placeholder 89">
                  <a:extLst>
                    <a:ext uri="{FF2B5EF4-FFF2-40B4-BE49-F238E27FC236}">
                      <a16:creationId xmlns:a16="http://schemas.microsoft.com/office/drawing/2014/main" id="{EA3D1878-56FE-4454-997D-70A8AFA88751}"/>
                    </a:ext>
                  </a:extLst>
                </p:cNvPr>
                <p:cNvSpPr/>
                <p:nvPr/>
              </p:nvSpPr>
              <p:spPr>
                <a:xfrm>
                  <a:off x="7440400"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0" name="Picture Placeholder 89">
                  <a:extLst>
                    <a:ext uri="{FF2B5EF4-FFF2-40B4-BE49-F238E27FC236}">
                      <a16:creationId xmlns:a16="http://schemas.microsoft.com/office/drawing/2014/main" id="{8432DA26-5DB4-4B6E-A20F-11FCE1D22590}"/>
                    </a:ext>
                  </a:extLst>
                </p:cNvPr>
                <p:cNvSpPr/>
                <p:nvPr/>
              </p:nvSpPr>
              <p:spPr>
                <a:xfrm>
                  <a:off x="7627364"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1" name="Picture Placeholder 89">
                  <a:extLst>
                    <a:ext uri="{FF2B5EF4-FFF2-40B4-BE49-F238E27FC236}">
                      <a16:creationId xmlns:a16="http://schemas.microsoft.com/office/drawing/2014/main" id="{0BD7AB13-4709-4803-9F71-12365CF3AAE7}"/>
                    </a:ext>
                  </a:extLst>
                </p:cNvPr>
                <p:cNvSpPr/>
                <p:nvPr/>
              </p:nvSpPr>
              <p:spPr>
                <a:xfrm>
                  <a:off x="7690108"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301" name="Picture Placeholder 89">
                <a:extLst>
                  <a:ext uri="{FF2B5EF4-FFF2-40B4-BE49-F238E27FC236}">
                    <a16:creationId xmlns:a16="http://schemas.microsoft.com/office/drawing/2014/main" id="{24C3032B-FCD3-43ED-A991-72F0F623C5A2}"/>
                  </a:ext>
                </a:extLst>
              </p:cNvPr>
              <p:cNvGrpSpPr/>
              <p:nvPr/>
            </p:nvGrpSpPr>
            <p:grpSpPr>
              <a:xfrm>
                <a:off x="7128581" y="2275560"/>
                <a:ext cx="473148" cy="35417"/>
                <a:chOff x="7128581" y="2275560"/>
                <a:chExt cx="473148" cy="35417"/>
              </a:xfrm>
              <a:grpFill/>
            </p:grpSpPr>
            <p:sp>
              <p:nvSpPr>
                <p:cNvPr id="317" name="Picture Placeholder 89">
                  <a:extLst>
                    <a:ext uri="{FF2B5EF4-FFF2-40B4-BE49-F238E27FC236}">
                      <a16:creationId xmlns:a16="http://schemas.microsoft.com/office/drawing/2014/main" id="{79D54625-1E03-4BB4-A3B0-EDB6F23D232F}"/>
                    </a:ext>
                  </a:extLst>
                </p:cNvPr>
                <p:cNvSpPr/>
                <p:nvPr/>
              </p:nvSpPr>
              <p:spPr>
                <a:xfrm>
                  <a:off x="7253435"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18" name="Picture Placeholder 89">
                  <a:extLst>
                    <a:ext uri="{FF2B5EF4-FFF2-40B4-BE49-F238E27FC236}">
                      <a16:creationId xmlns:a16="http://schemas.microsoft.com/office/drawing/2014/main" id="{F5A86BA6-1AF3-46DE-BA87-AEBC08071D70}"/>
                    </a:ext>
                  </a:extLst>
                </p:cNvPr>
                <p:cNvSpPr/>
                <p:nvPr/>
              </p:nvSpPr>
              <p:spPr>
                <a:xfrm>
                  <a:off x="7191325"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19" name="Picture Placeholder 89">
                  <a:extLst>
                    <a:ext uri="{FF2B5EF4-FFF2-40B4-BE49-F238E27FC236}">
                      <a16:creationId xmlns:a16="http://schemas.microsoft.com/office/drawing/2014/main" id="{CD354873-AC0B-4412-A2FC-6A050E21CE55}"/>
                    </a:ext>
                  </a:extLst>
                </p:cNvPr>
                <p:cNvSpPr/>
                <p:nvPr/>
              </p:nvSpPr>
              <p:spPr>
                <a:xfrm>
                  <a:off x="7128581"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20" name="Picture Placeholder 89">
                  <a:extLst>
                    <a:ext uri="{FF2B5EF4-FFF2-40B4-BE49-F238E27FC236}">
                      <a16:creationId xmlns:a16="http://schemas.microsoft.com/office/drawing/2014/main" id="{0E6C507A-9129-44EF-8633-930F73F3B2DB}"/>
                    </a:ext>
                  </a:extLst>
                </p:cNvPr>
                <p:cNvSpPr/>
                <p:nvPr/>
              </p:nvSpPr>
              <p:spPr>
                <a:xfrm>
                  <a:off x="7315545"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21" name="Picture Placeholder 89">
                  <a:extLst>
                    <a:ext uri="{FF2B5EF4-FFF2-40B4-BE49-F238E27FC236}">
                      <a16:creationId xmlns:a16="http://schemas.microsoft.com/office/drawing/2014/main" id="{06F486B1-012E-4489-9C48-22957E25648A}"/>
                    </a:ext>
                  </a:extLst>
                </p:cNvPr>
                <p:cNvSpPr/>
                <p:nvPr/>
              </p:nvSpPr>
              <p:spPr>
                <a:xfrm>
                  <a:off x="7378290"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22" name="Picture Placeholder 89">
                  <a:extLst>
                    <a:ext uri="{FF2B5EF4-FFF2-40B4-BE49-F238E27FC236}">
                      <a16:creationId xmlns:a16="http://schemas.microsoft.com/office/drawing/2014/main" id="{CC570EC1-AE80-4933-B0A5-7E11E324616F}"/>
                    </a:ext>
                  </a:extLst>
                </p:cNvPr>
                <p:cNvSpPr/>
                <p:nvPr/>
              </p:nvSpPr>
              <p:spPr>
                <a:xfrm>
                  <a:off x="7440400"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23" name="Picture Placeholder 89">
                  <a:extLst>
                    <a:ext uri="{FF2B5EF4-FFF2-40B4-BE49-F238E27FC236}">
                      <a16:creationId xmlns:a16="http://schemas.microsoft.com/office/drawing/2014/main" id="{1C7ED8BA-36B8-4B5B-A65C-6DD1655CFD65}"/>
                    </a:ext>
                  </a:extLst>
                </p:cNvPr>
                <p:cNvSpPr/>
                <p:nvPr/>
              </p:nvSpPr>
              <p:spPr>
                <a:xfrm>
                  <a:off x="7503144"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24" name="Picture Placeholder 89">
                  <a:extLst>
                    <a:ext uri="{FF2B5EF4-FFF2-40B4-BE49-F238E27FC236}">
                      <a16:creationId xmlns:a16="http://schemas.microsoft.com/office/drawing/2014/main" id="{D3A162EB-C016-4850-92B5-1EBD3792B441}"/>
                    </a:ext>
                  </a:extLst>
                </p:cNvPr>
                <p:cNvSpPr/>
                <p:nvPr/>
              </p:nvSpPr>
              <p:spPr>
                <a:xfrm>
                  <a:off x="7565254"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302" name="Picture Placeholder 89">
                <a:extLst>
                  <a:ext uri="{FF2B5EF4-FFF2-40B4-BE49-F238E27FC236}">
                    <a16:creationId xmlns:a16="http://schemas.microsoft.com/office/drawing/2014/main" id="{089863D8-14EE-4ED3-A8FF-49AE80EE7F13}"/>
                  </a:ext>
                </a:extLst>
              </p:cNvPr>
              <p:cNvGrpSpPr/>
              <p:nvPr/>
            </p:nvGrpSpPr>
            <p:grpSpPr>
              <a:xfrm>
                <a:off x="7191325" y="2362207"/>
                <a:ext cx="535388" cy="35417"/>
                <a:chOff x="7191325" y="2362207"/>
                <a:chExt cx="535388" cy="35417"/>
              </a:xfrm>
              <a:grpFill/>
            </p:grpSpPr>
            <p:sp>
              <p:nvSpPr>
                <p:cNvPr id="310" name="Picture Placeholder 89">
                  <a:extLst>
                    <a:ext uri="{FF2B5EF4-FFF2-40B4-BE49-F238E27FC236}">
                      <a16:creationId xmlns:a16="http://schemas.microsoft.com/office/drawing/2014/main" id="{E93E5577-70E3-4E5C-B928-C810F3E5F8B6}"/>
                    </a:ext>
                  </a:extLst>
                </p:cNvPr>
                <p:cNvSpPr/>
                <p:nvPr/>
              </p:nvSpPr>
              <p:spPr>
                <a:xfrm>
                  <a:off x="7253435"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11" name="Picture Placeholder 89">
                  <a:extLst>
                    <a:ext uri="{FF2B5EF4-FFF2-40B4-BE49-F238E27FC236}">
                      <a16:creationId xmlns:a16="http://schemas.microsoft.com/office/drawing/2014/main" id="{2BED8447-6BDF-4817-851A-A02EFCE5631B}"/>
                    </a:ext>
                  </a:extLst>
                </p:cNvPr>
                <p:cNvSpPr/>
                <p:nvPr/>
              </p:nvSpPr>
              <p:spPr>
                <a:xfrm>
                  <a:off x="7191325"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12" name="Picture Placeholder 89">
                  <a:extLst>
                    <a:ext uri="{FF2B5EF4-FFF2-40B4-BE49-F238E27FC236}">
                      <a16:creationId xmlns:a16="http://schemas.microsoft.com/office/drawing/2014/main" id="{1CA4A340-B941-485B-8228-B167BC09FCF4}"/>
                    </a:ext>
                  </a:extLst>
                </p:cNvPr>
                <p:cNvSpPr/>
                <p:nvPr/>
              </p:nvSpPr>
              <p:spPr>
                <a:xfrm>
                  <a:off x="7315545"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13" name="Picture Placeholder 89">
                  <a:extLst>
                    <a:ext uri="{FF2B5EF4-FFF2-40B4-BE49-F238E27FC236}">
                      <a16:creationId xmlns:a16="http://schemas.microsoft.com/office/drawing/2014/main" id="{38F31B82-5513-4411-95BA-AB50DB58BE9A}"/>
                    </a:ext>
                  </a:extLst>
                </p:cNvPr>
                <p:cNvSpPr/>
                <p:nvPr/>
              </p:nvSpPr>
              <p:spPr>
                <a:xfrm>
                  <a:off x="7378290"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14" name="Picture Placeholder 89">
                  <a:extLst>
                    <a:ext uri="{FF2B5EF4-FFF2-40B4-BE49-F238E27FC236}">
                      <a16:creationId xmlns:a16="http://schemas.microsoft.com/office/drawing/2014/main" id="{8BF8FBE8-54A4-4BE2-8424-D6EA1270F944}"/>
                    </a:ext>
                  </a:extLst>
                </p:cNvPr>
                <p:cNvSpPr/>
                <p:nvPr/>
              </p:nvSpPr>
              <p:spPr>
                <a:xfrm>
                  <a:off x="7503144"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15" name="Picture Placeholder 89">
                  <a:extLst>
                    <a:ext uri="{FF2B5EF4-FFF2-40B4-BE49-F238E27FC236}">
                      <a16:creationId xmlns:a16="http://schemas.microsoft.com/office/drawing/2014/main" id="{AAA5866A-38ED-48C1-9FD3-C83A0B4B5E06}"/>
                    </a:ext>
                  </a:extLst>
                </p:cNvPr>
                <p:cNvSpPr/>
                <p:nvPr/>
              </p:nvSpPr>
              <p:spPr>
                <a:xfrm>
                  <a:off x="7565254"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16" name="Picture Placeholder 89">
                  <a:extLst>
                    <a:ext uri="{FF2B5EF4-FFF2-40B4-BE49-F238E27FC236}">
                      <a16:creationId xmlns:a16="http://schemas.microsoft.com/office/drawing/2014/main" id="{8ADC0B4F-CB73-4164-921D-AD454ADD3979}"/>
                    </a:ext>
                  </a:extLst>
                </p:cNvPr>
                <p:cNvSpPr/>
                <p:nvPr/>
              </p:nvSpPr>
              <p:spPr>
                <a:xfrm>
                  <a:off x="7690108"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303" name="Picture Placeholder 89">
                <a:extLst>
                  <a:ext uri="{FF2B5EF4-FFF2-40B4-BE49-F238E27FC236}">
                    <a16:creationId xmlns:a16="http://schemas.microsoft.com/office/drawing/2014/main" id="{EC539271-5924-4382-BA1B-758A9E21EF4B}"/>
                  </a:ext>
                </a:extLst>
              </p:cNvPr>
              <p:cNvGrpSpPr/>
              <p:nvPr/>
            </p:nvGrpSpPr>
            <p:grpSpPr>
              <a:xfrm>
                <a:off x="7253435" y="2448854"/>
                <a:ext cx="410273" cy="35417"/>
                <a:chOff x="7253435" y="2448854"/>
                <a:chExt cx="410273" cy="35417"/>
              </a:xfrm>
              <a:grpFill/>
            </p:grpSpPr>
            <p:sp>
              <p:nvSpPr>
                <p:cNvPr id="304" name="Picture Placeholder 89">
                  <a:extLst>
                    <a:ext uri="{FF2B5EF4-FFF2-40B4-BE49-F238E27FC236}">
                      <a16:creationId xmlns:a16="http://schemas.microsoft.com/office/drawing/2014/main" id="{36EB4CF0-822E-434C-8936-54CCB53E8338}"/>
                    </a:ext>
                  </a:extLst>
                </p:cNvPr>
                <p:cNvSpPr/>
                <p:nvPr/>
              </p:nvSpPr>
              <p:spPr>
                <a:xfrm>
                  <a:off x="7253435"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05" name="Picture Placeholder 89">
                  <a:extLst>
                    <a:ext uri="{FF2B5EF4-FFF2-40B4-BE49-F238E27FC236}">
                      <a16:creationId xmlns:a16="http://schemas.microsoft.com/office/drawing/2014/main" id="{97ABC2F2-217E-40B3-8AA3-3CB9C6ED44D0}"/>
                    </a:ext>
                  </a:extLst>
                </p:cNvPr>
                <p:cNvSpPr/>
                <p:nvPr/>
              </p:nvSpPr>
              <p:spPr>
                <a:xfrm>
                  <a:off x="7315545"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06" name="Picture Placeholder 89">
                  <a:extLst>
                    <a:ext uri="{FF2B5EF4-FFF2-40B4-BE49-F238E27FC236}">
                      <a16:creationId xmlns:a16="http://schemas.microsoft.com/office/drawing/2014/main" id="{157F5D1A-D853-4155-BEBE-377438085CEE}"/>
                    </a:ext>
                  </a:extLst>
                </p:cNvPr>
                <p:cNvSpPr/>
                <p:nvPr/>
              </p:nvSpPr>
              <p:spPr>
                <a:xfrm>
                  <a:off x="7378290"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07" name="Picture Placeholder 89">
                  <a:extLst>
                    <a:ext uri="{FF2B5EF4-FFF2-40B4-BE49-F238E27FC236}">
                      <a16:creationId xmlns:a16="http://schemas.microsoft.com/office/drawing/2014/main" id="{D4BA70F0-02C9-4742-AE32-593B1FE7896F}"/>
                    </a:ext>
                  </a:extLst>
                </p:cNvPr>
                <p:cNvSpPr/>
                <p:nvPr/>
              </p:nvSpPr>
              <p:spPr>
                <a:xfrm>
                  <a:off x="7503144"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08" name="Picture Placeholder 89">
                  <a:extLst>
                    <a:ext uri="{FF2B5EF4-FFF2-40B4-BE49-F238E27FC236}">
                      <a16:creationId xmlns:a16="http://schemas.microsoft.com/office/drawing/2014/main" id="{0092328D-B07A-43BF-B6A4-AD4C9F93D185}"/>
                    </a:ext>
                  </a:extLst>
                </p:cNvPr>
                <p:cNvSpPr/>
                <p:nvPr/>
              </p:nvSpPr>
              <p:spPr>
                <a:xfrm>
                  <a:off x="7565254"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09" name="Picture Placeholder 89">
                  <a:extLst>
                    <a:ext uri="{FF2B5EF4-FFF2-40B4-BE49-F238E27FC236}">
                      <a16:creationId xmlns:a16="http://schemas.microsoft.com/office/drawing/2014/main" id="{7B74B25F-451D-43B3-AC47-2EABA0CC7C5C}"/>
                    </a:ext>
                  </a:extLst>
                </p:cNvPr>
                <p:cNvSpPr/>
                <p:nvPr/>
              </p:nvSpPr>
              <p:spPr>
                <a:xfrm>
                  <a:off x="7627364"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grpSp>
        <p:nvGrpSpPr>
          <p:cNvPr id="18" name="Group 17">
            <a:extLst>
              <a:ext uri="{FF2B5EF4-FFF2-40B4-BE49-F238E27FC236}">
                <a16:creationId xmlns:a16="http://schemas.microsoft.com/office/drawing/2014/main" id="{95667FE4-9B4C-4D57-A3EF-1D89C2E0D95B}"/>
              </a:ext>
            </a:extLst>
          </p:cNvPr>
          <p:cNvGrpSpPr/>
          <p:nvPr/>
        </p:nvGrpSpPr>
        <p:grpSpPr>
          <a:xfrm>
            <a:off x="8146291" y="1261010"/>
            <a:ext cx="758008" cy="1317802"/>
            <a:chOff x="8233691" y="1436575"/>
            <a:chExt cx="758008" cy="1317802"/>
          </a:xfrm>
        </p:grpSpPr>
        <p:cxnSp>
          <p:nvCxnSpPr>
            <p:cNvPr id="238" name="Straight Connector 237">
              <a:extLst>
                <a:ext uri="{FF2B5EF4-FFF2-40B4-BE49-F238E27FC236}">
                  <a16:creationId xmlns:a16="http://schemas.microsoft.com/office/drawing/2014/main" id="{FBDEBFCB-BC09-4D62-A8A4-A816265CE2D0}"/>
                </a:ext>
              </a:extLst>
            </p:cNvPr>
            <p:cNvCxnSpPr>
              <a:cxnSpLocks/>
            </p:cNvCxnSpPr>
            <p:nvPr/>
          </p:nvCxnSpPr>
          <p:spPr bwMode="gray">
            <a:xfrm flipV="1">
              <a:off x="8612692" y="2388712"/>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39" name="Oval 238">
              <a:extLst>
                <a:ext uri="{FF2B5EF4-FFF2-40B4-BE49-F238E27FC236}">
                  <a16:creationId xmlns:a16="http://schemas.microsoft.com/office/drawing/2014/main" id="{4F37F6F5-15D2-47F0-8F7B-59CBE55DC096}"/>
                </a:ext>
              </a:extLst>
            </p:cNvPr>
            <p:cNvSpPr/>
            <p:nvPr/>
          </p:nvSpPr>
          <p:spPr>
            <a:xfrm>
              <a:off x="8372632"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240" name="Rounded Rectangle 37">
              <a:extLst>
                <a:ext uri="{FF2B5EF4-FFF2-40B4-BE49-F238E27FC236}">
                  <a16:creationId xmlns:a16="http://schemas.microsoft.com/office/drawing/2014/main" id="{A4DE08E7-56D0-4820-80D6-501452429FA4}"/>
                </a:ext>
              </a:extLst>
            </p:cNvPr>
            <p:cNvSpPr/>
            <p:nvPr/>
          </p:nvSpPr>
          <p:spPr>
            <a:xfrm>
              <a:off x="8233691"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High</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Availability</a:t>
              </a:r>
            </a:p>
          </p:txBody>
        </p:sp>
        <p:grpSp>
          <p:nvGrpSpPr>
            <p:cNvPr id="341" name="Picture Placeholder 76" descr="vSAN HCI Mesh&#10;">
              <a:extLst>
                <a:ext uri="{FF2B5EF4-FFF2-40B4-BE49-F238E27FC236}">
                  <a16:creationId xmlns:a16="http://schemas.microsoft.com/office/drawing/2014/main" id="{5874C21B-B535-4BDD-9C11-C56EABA6BC2A}"/>
                </a:ext>
              </a:extLst>
            </p:cNvPr>
            <p:cNvGrpSpPr>
              <a:grpSpLocks noChangeAspect="1"/>
            </p:cNvGrpSpPr>
            <p:nvPr/>
          </p:nvGrpSpPr>
          <p:grpSpPr>
            <a:xfrm>
              <a:off x="8475798" y="2006160"/>
              <a:ext cx="274320" cy="254154"/>
              <a:chOff x="3176259" y="5196894"/>
              <a:chExt cx="585025" cy="542018"/>
            </a:xfrm>
            <a:solidFill>
              <a:schemeClr val="tx1"/>
            </a:solidFill>
          </p:grpSpPr>
          <p:sp>
            <p:nvSpPr>
              <p:cNvPr id="342" name="Picture Placeholder 76">
                <a:extLst>
                  <a:ext uri="{FF2B5EF4-FFF2-40B4-BE49-F238E27FC236}">
                    <a16:creationId xmlns:a16="http://schemas.microsoft.com/office/drawing/2014/main" id="{EB2E0C9C-C028-48BF-AA3C-07AAE4842764}"/>
                  </a:ext>
                </a:extLst>
              </p:cNvPr>
              <p:cNvSpPr/>
              <p:nvPr/>
            </p:nvSpPr>
            <p:spPr>
              <a:xfrm>
                <a:off x="3178157" y="5197527"/>
                <a:ext cx="166336" cy="99928"/>
              </a:xfrm>
              <a:custGeom>
                <a:avLst/>
                <a:gdLst>
                  <a:gd name="connsiteX0" fmla="*/ 82852 w 166336"/>
                  <a:gd name="connsiteY0" fmla="*/ 53127 h 99928"/>
                  <a:gd name="connsiteX1" fmla="*/ 150525 w 166336"/>
                  <a:gd name="connsiteY1" fmla="*/ 43007 h 99928"/>
                  <a:gd name="connsiteX2" fmla="*/ 150525 w 166336"/>
                  <a:gd name="connsiteY2" fmla="*/ 70203 h 99928"/>
                  <a:gd name="connsiteX3" fmla="*/ 83485 w 166336"/>
                  <a:gd name="connsiteY3" fmla="*/ 82220 h 99928"/>
                  <a:gd name="connsiteX4" fmla="*/ 16444 w 166336"/>
                  <a:gd name="connsiteY4" fmla="*/ 70203 h 99928"/>
                  <a:gd name="connsiteX5" fmla="*/ 16444 w 166336"/>
                  <a:gd name="connsiteY5" fmla="*/ 52494 h 99928"/>
                  <a:gd name="connsiteX6" fmla="*/ 632 w 166336"/>
                  <a:gd name="connsiteY6" fmla="*/ 52494 h 99928"/>
                  <a:gd name="connsiteX7" fmla="*/ 632 w 166336"/>
                  <a:gd name="connsiteY7" fmla="*/ 71468 h 99928"/>
                  <a:gd name="connsiteX8" fmla="*/ 83485 w 166336"/>
                  <a:gd name="connsiteY8" fmla="*/ 98031 h 99928"/>
                  <a:gd name="connsiteX9" fmla="*/ 150525 w 166336"/>
                  <a:gd name="connsiteY9" fmla="*/ 88544 h 99928"/>
                  <a:gd name="connsiteX10" fmla="*/ 150525 w 166336"/>
                  <a:gd name="connsiteY10" fmla="*/ 99929 h 99928"/>
                  <a:gd name="connsiteX11" fmla="*/ 166337 w 166336"/>
                  <a:gd name="connsiteY11" fmla="*/ 99929 h 99928"/>
                  <a:gd name="connsiteX12" fmla="*/ 166337 w 166336"/>
                  <a:gd name="connsiteY12" fmla="*/ 80322 h 99928"/>
                  <a:gd name="connsiteX13" fmla="*/ 162542 w 166336"/>
                  <a:gd name="connsiteY13" fmla="*/ 80322 h 99928"/>
                  <a:gd name="connsiteX14" fmla="*/ 166337 w 166336"/>
                  <a:gd name="connsiteY14" fmla="*/ 71468 h 99928"/>
                  <a:gd name="connsiteX15" fmla="*/ 166337 w 166336"/>
                  <a:gd name="connsiteY15" fmla="*/ 36683 h 99928"/>
                  <a:gd name="connsiteX16" fmla="*/ 166337 w 166336"/>
                  <a:gd name="connsiteY16" fmla="*/ 27828 h 99928"/>
                  <a:gd name="connsiteX17" fmla="*/ 165705 w 166336"/>
                  <a:gd name="connsiteY17" fmla="*/ 27828 h 99928"/>
                  <a:gd name="connsiteX18" fmla="*/ 165705 w 166336"/>
                  <a:gd name="connsiteY18" fmla="*/ 26563 h 99928"/>
                  <a:gd name="connsiteX19" fmla="*/ 82852 w 166336"/>
                  <a:gd name="connsiteY19" fmla="*/ 0 h 99928"/>
                  <a:gd name="connsiteX20" fmla="*/ 0 w 166336"/>
                  <a:gd name="connsiteY20" fmla="*/ 26563 h 99928"/>
                  <a:gd name="connsiteX21" fmla="*/ 82852 w 166336"/>
                  <a:gd name="connsiteY21" fmla="*/ 53127 h 99928"/>
                  <a:gd name="connsiteX22" fmla="*/ 82852 w 166336"/>
                  <a:gd name="connsiteY22" fmla="*/ 15812 h 99928"/>
                  <a:gd name="connsiteX23" fmla="*/ 149261 w 166336"/>
                  <a:gd name="connsiteY23" fmla="*/ 26563 h 99928"/>
                  <a:gd name="connsiteX24" fmla="*/ 82852 w 166336"/>
                  <a:gd name="connsiteY24" fmla="*/ 37315 h 99928"/>
                  <a:gd name="connsiteX25" fmla="*/ 16444 w 166336"/>
                  <a:gd name="connsiteY25" fmla="*/ 26563 h 99928"/>
                  <a:gd name="connsiteX26" fmla="*/ 82852 w 166336"/>
                  <a:gd name="connsiteY26" fmla="*/ 15812 h 99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6336" h="99928">
                    <a:moveTo>
                      <a:pt x="82852" y="53127"/>
                    </a:moveTo>
                    <a:cubicBezTo>
                      <a:pt x="89177" y="53127"/>
                      <a:pt x="127757" y="52494"/>
                      <a:pt x="150525" y="43007"/>
                    </a:cubicBezTo>
                    <a:cubicBezTo>
                      <a:pt x="150525" y="53127"/>
                      <a:pt x="150525" y="65143"/>
                      <a:pt x="150525" y="70203"/>
                    </a:cubicBezTo>
                    <a:cubicBezTo>
                      <a:pt x="146731" y="74630"/>
                      <a:pt x="123330" y="82220"/>
                      <a:pt x="83485" y="82220"/>
                    </a:cubicBezTo>
                    <a:cubicBezTo>
                      <a:pt x="43007" y="82220"/>
                      <a:pt x="20239" y="74630"/>
                      <a:pt x="16444" y="70203"/>
                    </a:cubicBezTo>
                    <a:lnTo>
                      <a:pt x="16444" y="52494"/>
                    </a:lnTo>
                    <a:lnTo>
                      <a:pt x="632" y="52494"/>
                    </a:lnTo>
                    <a:lnTo>
                      <a:pt x="632" y="71468"/>
                    </a:lnTo>
                    <a:cubicBezTo>
                      <a:pt x="632" y="97399"/>
                      <a:pt x="75263" y="98031"/>
                      <a:pt x="83485" y="98031"/>
                    </a:cubicBezTo>
                    <a:cubicBezTo>
                      <a:pt x="89177" y="98031"/>
                      <a:pt x="128389" y="97399"/>
                      <a:pt x="150525" y="88544"/>
                    </a:cubicBezTo>
                    <a:lnTo>
                      <a:pt x="150525" y="99929"/>
                    </a:lnTo>
                    <a:lnTo>
                      <a:pt x="166337" y="99929"/>
                    </a:lnTo>
                    <a:lnTo>
                      <a:pt x="166337" y="80322"/>
                    </a:lnTo>
                    <a:lnTo>
                      <a:pt x="162542" y="80322"/>
                    </a:lnTo>
                    <a:cubicBezTo>
                      <a:pt x="165072" y="77793"/>
                      <a:pt x="166337" y="74630"/>
                      <a:pt x="166337" y="71468"/>
                    </a:cubicBezTo>
                    <a:cubicBezTo>
                      <a:pt x="166337" y="67041"/>
                      <a:pt x="166337" y="48067"/>
                      <a:pt x="166337" y="36683"/>
                    </a:cubicBezTo>
                    <a:lnTo>
                      <a:pt x="166337" y="27828"/>
                    </a:lnTo>
                    <a:lnTo>
                      <a:pt x="165705" y="27828"/>
                    </a:lnTo>
                    <a:cubicBezTo>
                      <a:pt x="165705" y="27196"/>
                      <a:pt x="165705" y="27196"/>
                      <a:pt x="165705" y="26563"/>
                    </a:cubicBezTo>
                    <a:cubicBezTo>
                      <a:pt x="165705" y="632"/>
                      <a:pt x="91074" y="0"/>
                      <a:pt x="82852" y="0"/>
                    </a:cubicBezTo>
                    <a:cubicBezTo>
                      <a:pt x="74630" y="0"/>
                      <a:pt x="0" y="632"/>
                      <a:pt x="0" y="26563"/>
                    </a:cubicBezTo>
                    <a:cubicBezTo>
                      <a:pt x="0" y="52494"/>
                      <a:pt x="73998" y="53127"/>
                      <a:pt x="82852" y="53127"/>
                    </a:cubicBezTo>
                    <a:close/>
                    <a:moveTo>
                      <a:pt x="82852" y="15812"/>
                    </a:moveTo>
                    <a:cubicBezTo>
                      <a:pt x="120800" y="15812"/>
                      <a:pt x="142936" y="22769"/>
                      <a:pt x="149261" y="26563"/>
                    </a:cubicBezTo>
                    <a:cubicBezTo>
                      <a:pt x="143568" y="30991"/>
                      <a:pt x="120800" y="37315"/>
                      <a:pt x="82852" y="37315"/>
                    </a:cubicBezTo>
                    <a:cubicBezTo>
                      <a:pt x="44905" y="37315"/>
                      <a:pt x="22769" y="30358"/>
                      <a:pt x="16444" y="26563"/>
                    </a:cubicBezTo>
                    <a:cubicBezTo>
                      <a:pt x="22136" y="22136"/>
                      <a:pt x="44905" y="15812"/>
                      <a:pt x="82852" y="1581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3" name="Picture Placeholder 76">
                <a:extLst>
                  <a:ext uri="{FF2B5EF4-FFF2-40B4-BE49-F238E27FC236}">
                    <a16:creationId xmlns:a16="http://schemas.microsoft.com/office/drawing/2014/main" id="{C9EDA778-49FE-4139-9962-F1F537A379D4}"/>
                  </a:ext>
                </a:extLst>
              </p:cNvPr>
              <p:cNvSpPr/>
              <p:nvPr/>
            </p:nvSpPr>
            <p:spPr>
              <a:xfrm>
                <a:off x="3178157" y="5296823"/>
                <a:ext cx="39212" cy="42374"/>
              </a:xfrm>
              <a:custGeom>
                <a:avLst/>
                <a:gdLst>
                  <a:gd name="connsiteX0" fmla="*/ 15812 w 39212"/>
                  <a:gd name="connsiteY0" fmla="*/ 18974 h 42374"/>
                  <a:gd name="connsiteX1" fmla="*/ 15812 w 39212"/>
                  <a:gd name="connsiteY1" fmla="*/ 0 h 42374"/>
                  <a:gd name="connsiteX2" fmla="*/ 0 w 39212"/>
                  <a:gd name="connsiteY2" fmla="*/ 0 h 42374"/>
                  <a:gd name="connsiteX3" fmla="*/ 0 w 39212"/>
                  <a:gd name="connsiteY3" fmla="*/ 19606 h 42374"/>
                  <a:gd name="connsiteX4" fmla="*/ 36050 w 39212"/>
                  <a:gd name="connsiteY4" fmla="*/ 42375 h 42374"/>
                  <a:gd name="connsiteX5" fmla="*/ 39213 w 39212"/>
                  <a:gd name="connsiteY5" fmla="*/ 26563 h 42374"/>
                  <a:gd name="connsiteX6" fmla="*/ 15812 w 39212"/>
                  <a:gd name="connsiteY6" fmla="*/ 18974 h 42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212" h="42374">
                    <a:moveTo>
                      <a:pt x="15812" y="18974"/>
                    </a:moveTo>
                    <a:lnTo>
                      <a:pt x="15812" y="0"/>
                    </a:lnTo>
                    <a:lnTo>
                      <a:pt x="0" y="0"/>
                    </a:lnTo>
                    <a:lnTo>
                      <a:pt x="0" y="19606"/>
                    </a:lnTo>
                    <a:cubicBezTo>
                      <a:pt x="0" y="30358"/>
                      <a:pt x="12017" y="37948"/>
                      <a:pt x="36050" y="42375"/>
                    </a:cubicBezTo>
                    <a:lnTo>
                      <a:pt x="39213" y="26563"/>
                    </a:lnTo>
                    <a:cubicBezTo>
                      <a:pt x="23401" y="24033"/>
                      <a:pt x="17076" y="20239"/>
                      <a:pt x="15812" y="1897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4" name="Picture Placeholder 76">
                <a:extLst>
                  <a:ext uri="{FF2B5EF4-FFF2-40B4-BE49-F238E27FC236}">
                    <a16:creationId xmlns:a16="http://schemas.microsoft.com/office/drawing/2014/main" id="{D029DED5-B34C-4053-A72F-4573CAA63812}"/>
                  </a:ext>
                </a:extLst>
              </p:cNvPr>
              <p:cNvSpPr/>
              <p:nvPr/>
            </p:nvSpPr>
            <p:spPr>
              <a:xfrm>
                <a:off x="3178157" y="5344258"/>
                <a:ext cx="37947" cy="42374"/>
              </a:xfrm>
              <a:custGeom>
                <a:avLst/>
                <a:gdLst>
                  <a:gd name="connsiteX0" fmla="*/ 0 w 37947"/>
                  <a:gd name="connsiteY0" fmla="*/ 0 h 42374"/>
                  <a:gd name="connsiteX1" fmla="*/ 0 w 37947"/>
                  <a:gd name="connsiteY1" fmla="*/ 19606 h 42374"/>
                  <a:gd name="connsiteX2" fmla="*/ 34785 w 37947"/>
                  <a:gd name="connsiteY2" fmla="*/ 42375 h 42374"/>
                  <a:gd name="connsiteX3" fmla="*/ 37948 w 37947"/>
                  <a:gd name="connsiteY3" fmla="*/ 26563 h 42374"/>
                  <a:gd name="connsiteX4" fmla="*/ 15812 w 37947"/>
                  <a:gd name="connsiteY4" fmla="*/ 18974 h 42374"/>
                  <a:gd name="connsiteX5" fmla="*/ 15812 w 37947"/>
                  <a:gd name="connsiteY5" fmla="*/ 0 h 42374"/>
                  <a:gd name="connsiteX6" fmla="*/ 0 w 37947"/>
                  <a:gd name="connsiteY6" fmla="*/ 0 h 42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947" h="42374">
                    <a:moveTo>
                      <a:pt x="0" y="0"/>
                    </a:moveTo>
                    <a:lnTo>
                      <a:pt x="0" y="19606"/>
                    </a:lnTo>
                    <a:cubicBezTo>
                      <a:pt x="0" y="30358"/>
                      <a:pt x="11384" y="37315"/>
                      <a:pt x="34785" y="42375"/>
                    </a:cubicBezTo>
                    <a:lnTo>
                      <a:pt x="37948" y="26563"/>
                    </a:lnTo>
                    <a:cubicBezTo>
                      <a:pt x="23401" y="23401"/>
                      <a:pt x="17709" y="20239"/>
                      <a:pt x="15812" y="18974"/>
                    </a:cubicBezTo>
                    <a:lnTo>
                      <a:pt x="15812" y="0"/>
                    </a:lnTo>
                    <a:lnTo>
                      <a:pt x="0"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5" name="Picture Placeholder 76">
                <a:extLst>
                  <a:ext uri="{FF2B5EF4-FFF2-40B4-BE49-F238E27FC236}">
                    <a16:creationId xmlns:a16="http://schemas.microsoft.com/office/drawing/2014/main" id="{C168B8DF-2EF7-4A81-86BA-A492236B8DD2}"/>
                  </a:ext>
                </a:extLst>
              </p:cNvPr>
              <p:cNvSpPr/>
              <p:nvPr/>
            </p:nvSpPr>
            <p:spPr>
              <a:xfrm>
                <a:off x="3412799" y="5341095"/>
                <a:ext cx="36682" cy="36682"/>
              </a:xfrm>
              <a:custGeom>
                <a:avLst/>
                <a:gdLst>
                  <a:gd name="connsiteX0" fmla="*/ 18341 w 36682"/>
                  <a:gd name="connsiteY0" fmla="*/ 0 h 36682"/>
                  <a:gd name="connsiteX1" fmla="*/ 0 w 36682"/>
                  <a:gd name="connsiteY1" fmla="*/ 18341 h 36682"/>
                  <a:gd name="connsiteX2" fmla="*/ 18341 w 36682"/>
                  <a:gd name="connsiteY2" fmla="*/ 36683 h 36682"/>
                  <a:gd name="connsiteX3" fmla="*/ 36683 w 36682"/>
                  <a:gd name="connsiteY3" fmla="*/ 18341 h 36682"/>
                  <a:gd name="connsiteX4" fmla="*/ 18341 w 36682"/>
                  <a:gd name="connsiteY4" fmla="*/ 0 h 36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82" h="36682">
                    <a:moveTo>
                      <a:pt x="18341" y="0"/>
                    </a:moveTo>
                    <a:cubicBezTo>
                      <a:pt x="8222" y="0"/>
                      <a:pt x="0" y="8222"/>
                      <a:pt x="0" y="18341"/>
                    </a:cubicBezTo>
                    <a:cubicBezTo>
                      <a:pt x="0" y="28461"/>
                      <a:pt x="8222" y="36683"/>
                      <a:pt x="18341" y="36683"/>
                    </a:cubicBezTo>
                    <a:cubicBezTo>
                      <a:pt x="28461" y="36683"/>
                      <a:pt x="36683" y="28461"/>
                      <a:pt x="36683" y="18341"/>
                    </a:cubicBezTo>
                    <a:cubicBezTo>
                      <a:pt x="36683" y="8222"/>
                      <a:pt x="27828" y="0"/>
                      <a:pt x="18341"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6" name="Picture Placeholder 76">
                <a:extLst>
                  <a:ext uri="{FF2B5EF4-FFF2-40B4-BE49-F238E27FC236}">
                    <a16:creationId xmlns:a16="http://schemas.microsoft.com/office/drawing/2014/main" id="{1E8BA1C5-BC6A-43CD-BB85-83B684466D9A}"/>
                  </a:ext>
                </a:extLst>
              </p:cNvPr>
              <p:cNvSpPr/>
              <p:nvPr/>
            </p:nvSpPr>
            <p:spPr>
              <a:xfrm>
                <a:off x="3261641" y="5340463"/>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7" name="Picture Placeholder 76">
                <a:extLst>
                  <a:ext uri="{FF2B5EF4-FFF2-40B4-BE49-F238E27FC236}">
                    <a16:creationId xmlns:a16="http://schemas.microsoft.com/office/drawing/2014/main" id="{10364E3A-763A-4AE5-89AA-6746897000BE}"/>
                  </a:ext>
                </a:extLst>
              </p:cNvPr>
              <p:cNvSpPr/>
              <p:nvPr/>
            </p:nvSpPr>
            <p:spPr>
              <a:xfrm>
                <a:off x="3286940" y="5340463"/>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8" name="Picture Placeholder 76">
                <a:extLst>
                  <a:ext uri="{FF2B5EF4-FFF2-40B4-BE49-F238E27FC236}">
                    <a16:creationId xmlns:a16="http://schemas.microsoft.com/office/drawing/2014/main" id="{D9AC8942-361E-47FC-8BAF-23FB07D3DFE2}"/>
                  </a:ext>
                </a:extLst>
              </p:cNvPr>
              <p:cNvSpPr/>
              <p:nvPr/>
            </p:nvSpPr>
            <p:spPr>
              <a:xfrm>
                <a:off x="3312238" y="5340463"/>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9" name="Picture Placeholder 76">
                <a:extLst>
                  <a:ext uri="{FF2B5EF4-FFF2-40B4-BE49-F238E27FC236}">
                    <a16:creationId xmlns:a16="http://schemas.microsoft.com/office/drawing/2014/main" id="{DE94B5D8-8A32-4AB7-BB1C-62B533C6BAF5}"/>
                  </a:ext>
                </a:extLst>
              </p:cNvPr>
              <p:cNvSpPr/>
              <p:nvPr/>
            </p:nvSpPr>
            <p:spPr>
              <a:xfrm>
                <a:off x="3336904" y="5340463"/>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0" name="Picture Placeholder 76">
                <a:extLst>
                  <a:ext uri="{FF2B5EF4-FFF2-40B4-BE49-F238E27FC236}">
                    <a16:creationId xmlns:a16="http://schemas.microsoft.com/office/drawing/2014/main" id="{C138BF64-5C8B-42E3-B980-851732196B4F}"/>
                  </a:ext>
                </a:extLst>
              </p:cNvPr>
              <p:cNvSpPr/>
              <p:nvPr/>
            </p:nvSpPr>
            <p:spPr>
              <a:xfrm>
                <a:off x="3362202" y="5340463"/>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1" name="Picture Placeholder 76">
                <a:extLst>
                  <a:ext uri="{FF2B5EF4-FFF2-40B4-BE49-F238E27FC236}">
                    <a16:creationId xmlns:a16="http://schemas.microsoft.com/office/drawing/2014/main" id="{FE24E81D-5BC4-4A35-B42E-ACA36CFBB50D}"/>
                  </a:ext>
                </a:extLst>
              </p:cNvPr>
              <p:cNvSpPr/>
              <p:nvPr/>
            </p:nvSpPr>
            <p:spPr>
              <a:xfrm>
                <a:off x="3594948" y="5404341"/>
                <a:ext cx="165710" cy="314965"/>
              </a:xfrm>
              <a:custGeom>
                <a:avLst/>
                <a:gdLst>
                  <a:gd name="connsiteX0" fmla="*/ 94237 w 165710"/>
                  <a:gd name="connsiteY0" fmla="*/ 122065 h 314965"/>
                  <a:gd name="connsiteX1" fmla="*/ 94237 w 165710"/>
                  <a:gd name="connsiteY1" fmla="*/ 0 h 314965"/>
                  <a:gd name="connsiteX2" fmla="*/ 78425 w 165710"/>
                  <a:gd name="connsiteY2" fmla="*/ 0 h 314965"/>
                  <a:gd name="connsiteX3" fmla="*/ 78425 w 165710"/>
                  <a:gd name="connsiteY3" fmla="*/ 122065 h 314965"/>
                  <a:gd name="connsiteX4" fmla="*/ 0 w 165710"/>
                  <a:gd name="connsiteY4" fmla="*/ 148628 h 314965"/>
                  <a:gd name="connsiteX5" fmla="*/ 82852 w 165710"/>
                  <a:gd name="connsiteY5" fmla="*/ 175191 h 314965"/>
                  <a:gd name="connsiteX6" fmla="*/ 149893 w 165710"/>
                  <a:gd name="connsiteY6" fmla="*/ 165705 h 314965"/>
                  <a:gd name="connsiteX7" fmla="*/ 149893 w 165710"/>
                  <a:gd name="connsiteY7" fmla="*/ 192900 h 314965"/>
                  <a:gd name="connsiteX8" fmla="*/ 82852 w 165710"/>
                  <a:gd name="connsiteY8" fmla="*/ 204917 h 314965"/>
                  <a:gd name="connsiteX9" fmla="*/ 15812 w 165710"/>
                  <a:gd name="connsiteY9" fmla="*/ 192900 h 314965"/>
                  <a:gd name="connsiteX10" fmla="*/ 16444 w 165710"/>
                  <a:gd name="connsiteY10" fmla="*/ 174559 h 314965"/>
                  <a:gd name="connsiteX11" fmla="*/ 632 w 165710"/>
                  <a:gd name="connsiteY11" fmla="*/ 173927 h 314965"/>
                  <a:gd name="connsiteX12" fmla="*/ 0 w 165710"/>
                  <a:gd name="connsiteY12" fmla="*/ 193533 h 314965"/>
                  <a:gd name="connsiteX13" fmla="*/ 82852 w 165710"/>
                  <a:gd name="connsiteY13" fmla="*/ 220096 h 314965"/>
                  <a:gd name="connsiteX14" fmla="*/ 149893 w 165710"/>
                  <a:gd name="connsiteY14" fmla="*/ 210609 h 314965"/>
                  <a:gd name="connsiteX15" fmla="*/ 149893 w 165710"/>
                  <a:gd name="connsiteY15" fmla="*/ 240335 h 314965"/>
                  <a:gd name="connsiteX16" fmla="*/ 99296 w 165710"/>
                  <a:gd name="connsiteY16" fmla="*/ 251719 h 314965"/>
                  <a:gd name="connsiteX17" fmla="*/ 99929 w 165710"/>
                  <a:gd name="connsiteY17" fmla="*/ 267531 h 314965"/>
                  <a:gd name="connsiteX18" fmla="*/ 149893 w 165710"/>
                  <a:gd name="connsiteY18" fmla="*/ 258044 h 314965"/>
                  <a:gd name="connsiteX19" fmla="*/ 149893 w 165710"/>
                  <a:gd name="connsiteY19" fmla="*/ 287769 h 314965"/>
                  <a:gd name="connsiteX20" fmla="*/ 99296 w 165710"/>
                  <a:gd name="connsiteY20" fmla="*/ 299154 h 314965"/>
                  <a:gd name="connsiteX21" fmla="*/ 99929 w 165710"/>
                  <a:gd name="connsiteY21" fmla="*/ 314965 h 314965"/>
                  <a:gd name="connsiteX22" fmla="*/ 165705 w 165710"/>
                  <a:gd name="connsiteY22" fmla="*/ 288402 h 314965"/>
                  <a:gd name="connsiteX23" fmla="*/ 165705 w 165710"/>
                  <a:gd name="connsiteY23" fmla="*/ 249822 h 314965"/>
                  <a:gd name="connsiteX24" fmla="*/ 161910 w 165710"/>
                  <a:gd name="connsiteY24" fmla="*/ 249822 h 314965"/>
                  <a:gd name="connsiteX25" fmla="*/ 165705 w 165710"/>
                  <a:gd name="connsiteY25" fmla="*/ 240967 h 314965"/>
                  <a:gd name="connsiteX26" fmla="*/ 165705 w 165710"/>
                  <a:gd name="connsiteY26" fmla="*/ 202387 h 314965"/>
                  <a:gd name="connsiteX27" fmla="*/ 161910 w 165710"/>
                  <a:gd name="connsiteY27" fmla="*/ 202387 h 314965"/>
                  <a:gd name="connsiteX28" fmla="*/ 165705 w 165710"/>
                  <a:gd name="connsiteY28" fmla="*/ 193533 h 314965"/>
                  <a:gd name="connsiteX29" fmla="*/ 165705 w 165710"/>
                  <a:gd name="connsiteY29" fmla="*/ 154953 h 314965"/>
                  <a:gd name="connsiteX30" fmla="*/ 163807 w 165710"/>
                  <a:gd name="connsiteY30" fmla="*/ 154953 h 314965"/>
                  <a:gd name="connsiteX31" fmla="*/ 165705 w 165710"/>
                  <a:gd name="connsiteY31" fmla="*/ 148628 h 314965"/>
                  <a:gd name="connsiteX32" fmla="*/ 94237 w 165710"/>
                  <a:gd name="connsiteY32" fmla="*/ 122065 h 314965"/>
                  <a:gd name="connsiteX33" fmla="*/ 82852 w 165710"/>
                  <a:gd name="connsiteY33" fmla="*/ 159380 h 314965"/>
                  <a:gd name="connsiteX34" fmla="*/ 16444 w 165710"/>
                  <a:gd name="connsiteY34" fmla="*/ 148628 h 314965"/>
                  <a:gd name="connsiteX35" fmla="*/ 82852 w 165710"/>
                  <a:gd name="connsiteY35" fmla="*/ 137876 h 314965"/>
                  <a:gd name="connsiteX36" fmla="*/ 149261 w 165710"/>
                  <a:gd name="connsiteY36" fmla="*/ 148628 h 314965"/>
                  <a:gd name="connsiteX37" fmla="*/ 82852 w 165710"/>
                  <a:gd name="connsiteY37" fmla="*/ 159380 h 31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5710" h="314965">
                    <a:moveTo>
                      <a:pt x="94237" y="122065"/>
                    </a:moveTo>
                    <a:lnTo>
                      <a:pt x="94237" y="0"/>
                    </a:lnTo>
                    <a:lnTo>
                      <a:pt x="78425" y="0"/>
                    </a:lnTo>
                    <a:lnTo>
                      <a:pt x="78425" y="122065"/>
                    </a:lnTo>
                    <a:cubicBezTo>
                      <a:pt x="60084" y="122697"/>
                      <a:pt x="0" y="125227"/>
                      <a:pt x="0" y="148628"/>
                    </a:cubicBezTo>
                    <a:cubicBezTo>
                      <a:pt x="0" y="174559"/>
                      <a:pt x="74630" y="175191"/>
                      <a:pt x="82852" y="175191"/>
                    </a:cubicBezTo>
                    <a:cubicBezTo>
                      <a:pt x="88544" y="175191"/>
                      <a:pt x="127757" y="174559"/>
                      <a:pt x="149893" y="165705"/>
                    </a:cubicBezTo>
                    <a:lnTo>
                      <a:pt x="149893" y="192900"/>
                    </a:lnTo>
                    <a:cubicBezTo>
                      <a:pt x="146098" y="197328"/>
                      <a:pt x="122697" y="204917"/>
                      <a:pt x="82852" y="204917"/>
                    </a:cubicBezTo>
                    <a:cubicBezTo>
                      <a:pt x="42375" y="204917"/>
                      <a:pt x="19606" y="197328"/>
                      <a:pt x="15812" y="192900"/>
                    </a:cubicBezTo>
                    <a:cubicBezTo>
                      <a:pt x="15812" y="187841"/>
                      <a:pt x="16444" y="174559"/>
                      <a:pt x="16444" y="174559"/>
                    </a:cubicBezTo>
                    <a:lnTo>
                      <a:pt x="632" y="173927"/>
                    </a:lnTo>
                    <a:cubicBezTo>
                      <a:pt x="632" y="173927"/>
                      <a:pt x="0" y="188473"/>
                      <a:pt x="0" y="193533"/>
                    </a:cubicBezTo>
                    <a:cubicBezTo>
                      <a:pt x="0" y="219464"/>
                      <a:pt x="74630" y="220096"/>
                      <a:pt x="82852" y="220096"/>
                    </a:cubicBezTo>
                    <a:cubicBezTo>
                      <a:pt x="88544" y="220096"/>
                      <a:pt x="127757" y="219464"/>
                      <a:pt x="149893" y="210609"/>
                    </a:cubicBezTo>
                    <a:lnTo>
                      <a:pt x="149893" y="240335"/>
                    </a:lnTo>
                    <a:cubicBezTo>
                      <a:pt x="146731" y="243497"/>
                      <a:pt x="131552" y="249822"/>
                      <a:pt x="99296" y="251719"/>
                    </a:cubicBezTo>
                    <a:lnTo>
                      <a:pt x="99929" y="267531"/>
                    </a:lnTo>
                    <a:cubicBezTo>
                      <a:pt x="111945" y="266898"/>
                      <a:pt x="134714" y="264368"/>
                      <a:pt x="149893" y="258044"/>
                    </a:cubicBezTo>
                    <a:lnTo>
                      <a:pt x="149893" y="287769"/>
                    </a:lnTo>
                    <a:cubicBezTo>
                      <a:pt x="146731" y="290932"/>
                      <a:pt x="131552" y="297256"/>
                      <a:pt x="99296" y="299154"/>
                    </a:cubicBezTo>
                    <a:lnTo>
                      <a:pt x="99929" y="314965"/>
                    </a:lnTo>
                    <a:cubicBezTo>
                      <a:pt x="119535" y="313700"/>
                      <a:pt x="165705" y="308640"/>
                      <a:pt x="165705" y="288402"/>
                    </a:cubicBezTo>
                    <a:lnTo>
                      <a:pt x="165705" y="249822"/>
                    </a:lnTo>
                    <a:lnTo>
                      <a:pt x="161910" y="249822"/>
                    </a:lnTo>
                    <a:cubicBezTo>
                      <a:pt x="164440" y="247292"/>
                      <a:pt x="165705" y="244130"/>
                      <a:pt x="165705" y="240967"/>
                    </a:cubicBezTo>
                    <a:lnTo>
                      <a:pt x="165705" y="202387"/>
                    </a:lnTo>
                    <a:lnTo>
                      <a:pt x="161910" y="202387"/>
                    </a:lnTo>
                    <a:cubicBezTo>
                      <a:pt x="164440" y="199857"/>
                      <a:pt x="165705" y="196695"/>
                      <a:pt x="165705" y="193533"/>
                    </a:cubicBezTo>
                    <a:lnTo>
                      <a:pt x="165705" y="154953"/>
                    </a:lnTo>
                    <a:lnTo>
                      <a:pt x="163807" y="154953"/>
                    </a:lnTo>
                    <a:cubicBezTo>
                      <a:pt x="165072" y="153055"/>
                      <a:pt x="165705" y="150525"/>
                      <a:pt x="165705" y="148628"/>
                    </a:cubicBezTo>
                    <a:cubicBezTo>
                      <a:pt x="166337" y="127757"/>
                      <a:pt x="117638" y="122697"/>
                      <a:pt x="94237" y="122065"/>
                    </a:cubicBezTo>
                    <a:close/>
                    <a:moveTo>
                      <a:pt x="82852" y="159380"/>
                    </a:moveTo>
                    <a:cubicBezTo>
                      <a:pt x="44905" y="159380"/>
                      <a:pt x="22769" y="152423"/>
                      <a:pt x="16444" y="148628"/>
                    </a:cubicBezTo>
                    <a:cubicBezTo>
                      <a:pt x="22136" y="144201"/>
                      <a:pt x="44905" y="137876"/>
                      <a:pt x="82852" y="137876"/>
                    </a:cubicBezTo>
                    <a:cubicBezTo>
                      <a:pt x="120800" y="137876"/>
                      <a:pt x="142936" y="144833"/>
                      <a:pt x="149261" y="148628"/>
                    </a:cubicBezTo>
                    <a:cubicBezTo>
                      <a:pt x="143568" y="153055"/>
                      <a:pt x="120800" y="159380"/>
                      <a:pt x="82852" y="15938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2" name="Picture Placeholder 76">
                <a:extLst>
                  <a:ext uri="{FF2B5EF4-FFF2-40B4-BE49-F238E27FC236}">
                    <a16:creationId xmlns:a16="http://schemas.microsoft.com/office/drawing/2014/main" id="{D5BAF6F1-A3FD-41CC-8187-4F4E372775AF}"/>
                  </a:ext>
                </a:extLst>
              </p:cNvPr>
              <p:cNvSpPr/>
              <p:nvPr/>
            </p:nvSpPr>
            <p:spPr>
              <a:xfrm>
                <a:off x="3429876" y="5640881"/>
                <a:ext cx="252351" cy="93604"/>
              </a:xfrm>
              <a:custGeom>
                <a:avLst/>
                <a:gdLst>
                  <a:gd name="connsiteX0" fmla="*/ 0 w 252351"/>
                  <a:gd name="connsiteY0" fmla="*/ 93604 h 93604"/>
                  <a:gd name="connsiteX1" fmla="*/ 252352 w 252351"/>
                  <a:gd name="connsiteY1" fmla="*/ 93604 h 93604"/>
                  <a:gd name="connsiteX2" fmla="*/ 252352 w 252351"/>
                  <a:gd name="connsiteY2" fmla="*/ 0 h 93604"/>
                  <a:gd name="connsiteX3" fmla="*/ 0 w 252351"/>
                  <a:gd name="connsiteY3" fmla="*/ 0 h 93604"/>
                  <a:gd name="connsiteX4" fmla="*/ 0 w 252351"/>
                  <a:gd name="connsiteY4" fmla="*/ 93604 h 93604"/>
                  <a:gd name="connsiteX5" fmla="*/ 15812 w 252351"/>
                  <a:gd name="connsiteY5" fmla="*/ 15812 h 93604"/>
                  <a:gd name="connsiteX6" fmla="*/ 236540 w 252351"/>
                  <a:gd name="connsiteY6" fmla="*/ 15812 h 93604"/>
                  <a:gd name="connsiteX7" fmla="*/ 236540 w 252351"/>
                  <a:gd name="connsiteY7" fmla="*/ 77793 h 93604"/>
                  <a:gd name="connsiteX8" fmla="*/ 15812 w 252351"/>
                  <a:gd name="connsiteY8" fmla="*/ 77793 h 93604"/>
                  <a:gd name="connsiteX9" fmla="*/ 15812 w 252351"/>
                  <a:gd name="connsiteY9" fmla="*/ 15812 h 93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2351" h="93604">
                    <a:moveTo>
                      <a:pt x="0" y="93604"/>
                    </a:moveTo>
                    <a:lnTo>
                      <a:pt x="252352" y="93604"/>
                    </a:lnTo>
                    <a:lnTo>
                      <a:pt x="252352" y="0"/>
                    </a:lnTo>
                    <a:lnTo>
                      <a:pt x="0" y="0"/>
                    </a:lnTo>
                    <a:lnTo>
                      <a:pt x="0" y="93604"/>
                    </a:lnTo>
                    <a:close/>
                    <a:moveTo>
                      <a:pt x="15812" y="15812"/>
                    </a:moveTo>
                    <a:lnTo>
                      <a:pt x="236540" y="15812"/>
                    </a:lnTo>
                    <a:lnTo>
                      <a:pt x="236540" y="77793"/>
                    </a:lnTo>
                    <a:lnTo>
                      <a:pt x="15812" y="77793"/>
                    </a:lnTo>
                    <a:lnTo>
                      <a:pt x="15812" y="1581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3" name="Picture Placeholder 76">
                <a:extLst>
                  <a:ext uri="{FF2B5EF4-FFF2-40B4-BE49-F238E27FC236}">
                    <a16:creationId xmlns:a16="http://schemas.microsoft.com/office/drawing/2014/main" id="{58644F80-4B77-4894-A3DA-45607155F29D}"/>
                  </a:ext>
                </a:extLst>
              </p:cNvPr>
              <p:cNvSpPr/>
              <p:nvPr/>
            </p:nvSpPr>
            <p:spPr>
              <a:xfrm>
                <a:off x="3607597" y="5669975"/>
                <a:ext cx="36682" cy="36682"/>
              </a:xfrm>
              <a:custGeom>
                <a:avLst/>
                <a:gdLst>
                  <a:gd name="connsiteX0" fmla="*/ 18341 w 36682"/>
                  <a:gd name="connsiteY0" fmla="*/ 0 h 36682"/>
                  <a:gd name="connsiteX1" fmla="*/ 0 w 36682"/>
                  <a:gd name="connsiteY1" fmla="*/ 18341 h 36682"/>
                  <a:gd name="connsiteX2" fmla="*/ 18341 w 36682"/>
                  <a:gd name="connsiteY2" fmla="*/ 36683 h 36682"/>
                  <a:gd name="connsiteX3" fmla="*/ 36683 w 36682"/>
                  <a:gd name="connsiteY3" fmla="*/ 18341 h 36682"/>
                  <a:gd name="connsiteX4" fmla="*/ 18341 w 36682"/>
                  <a:gd name="connsiteY4" fmla="*/ 0 h 36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82" h="36682">
                    <a:moveTo>
                      <a:pt x="18341" y="0"/>
                    </a:moveTo>
                    <a:cubicBezTo>
                      <a:pt x="8222" y="0"/>
                      <a:pt x="0" y="8222"/>
                      <a:pt x="0" y="18341"/>
                    </a:cubicBezTo>
                    <a:cubicBezTo>
                      <a:pt x="0" y="28461"/>
                      <a:pt x="8222" y="36683"/>
                      <a:pt x="18341" y="36683"/>
                    </a:cubicBezTo>
                    <a:cubicBezTo>
                      <a:pt x="28461" y="36683"/>
                      <a:pt x="36683" y="28461"/>
                      <a:pt x="36683" y="18341"/>
                    </a:cubicBezTo>
                    <a:cubicBezTo>
                      <a:pt x="36683" y="8222"/>
                      <a:pt x="27828" y="0"/>
                      <a:pt x="18341"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4" name="Picture Placeholder 76">
                <a:extLst>
                  <a:ext uri="{FF2B5EF4-FFF2-40B4-BE49-F238E27FC236}">
                    <a16:creationId xmlns:a16="http://schemas.microsoft.com/office/drawing/2014/main" id="{4E41626D-CE31-4E2C-B3C8-DD163E4C4D19}"/>
                  </a:ext>
                </a:extLst>
              </p:cNvPr>
              <p:cNvSpPr/>
              <p:nvPr/>
            </p:nvSpPr>
            <p:spPr>
              <a:xfrm>
                <a:off x="3461499" y="5669342"/>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5" name="Picture Placeholder 76">
                <a:extLst>
                  <a:ext uri="{FF2B5EF4-FFF2-40B4-BE49-F238E27FC236}">
                    <a16:creationId xmlns:a16="http://schemas.microsoft.com/office/drawing/2014/main" id="{BEA52E58-B39E-42B4-B1BF-620CBC7A77AC}"/>
                  </a:ext>
                </a:extLst>
              </p:cNvPr>
              <p:cNvSpPr/>
              <p:nvPr/>
            </p:nvSpPr>
            <p:spPr>
              <a:xfrm>
                <a:off x="3486797" y="5669342"/>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6" name="Picture Placeholder 76">
                <a:extLst>
                  <a:ext uri="{FF2B5EF4-FFF2-40B4-BE49-F238E27FC236}">
                    <a16:creationId xmlns:a16="http://schemas.microsoft.com/office/drawing/2014/main" id="{E25EA74E-4E39-4F9D-9FB0-7F57B1C8744A}"/>
                  </a:ext>
                </a:extLst>
              </p:cNvPr>
              <p:cNvSpPr/>
              <p:nvPr/>
            </p:nvSpPr>
            <p:spPr>
              <a:xfrm>
                <a:off x="3512095" y="5669342"/>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7" name="Picture Placeholder 76">
                <a:extLst>
                  <a:ext uri="{FF2B5EF4-FFF2-40B4-BE49-F238E27FC236}">
                    <a16:creationId xmlns:a16="http://schemas.microsoft.com/office/drawing/2014/main" id="{CA7F20F5-6C8A-40C6-A68E-CE3A9F552559}"/>
                  </a:ext>
                </a:extLst>
              </p:cNvPr>
              <p:cNvSpPr/>
              <p:nvPr/>
            </p:nvSpPr>
            <p:spPr>
              <a:xfrm>
                <a:off x="3537394" y="5669342"/>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8" name="Picture Placeholder 76">
                <a:extLst>
                  <a:ext uri="{FF2B5EF4-FFF2-40B4-BE49-F238E27FC236}">
                    <a16:creationId xmlns:a16="http://schemas.microsoft.com/office/drawing/2014/main" id="{7F256F3B-AFE9-4148-B622-9E837A20787F}"/>
                  </a:ext>
                </a:extLst>
              </p:cNvPr>
              <p:cNvSpPr/>
              <p:nvPr/>
            </p:nvSpPr>
            <p:spPr>
              <a:xfrm>
                <a:off x="3562692" y="5669342"/>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59" name="Picture Placeholder 76">
                <a:extLst>
                  <a:ext uri="{FF2B5EF4-FFF2-40B4-BE49-F238E27FC236}">
                    <a16:creationId xmlns:a16="http://schemas.microsoft.com/office/drawing/2014/main" id="{56A14552-1DB3-4AC7-A9F8-42A584F91F5B}"/>
                  </a:ext>
                </a:extLst>
              </p:cNvPr>
              <p:cNvSpPr/>
              <p:nvPr/>
            </p:nvSpPr>
            <p:spPr>
              <a:xfrm>
                <a:off x="3176259" y="5541585"/>
                <a:ext cx="237804" cy="197327"/>
              </a:xfrm>
              <a:custGeom>
                <a:avLst/>
                <a:gdLst>
                  <a:gd name="connsiteX0" fmla="*/ 172662 w 237804"/>
                  <a:gd name="connsiteY0" fmla="*/ 131552 h 197327"/>
                  <a:gd name="connsiteX1" fmla="*/ 168867 w 237804"/>
                  <a:gd name="connsiteY1" fmla="*/ 131552 h 197327"/>
                  <a:gd name="connsiteX2" fmla="*/ 172662 w 237804"/>
                  <a:gd name="connsiteY2" fmla="*/ 122065 h 197327"/>
                  <a:gd name="connsiteX3" fmla="*/ 172662 w 237804"/>
                  <a:gd name="connsiteY3" fmla="*/ 82852 h 197327"/>
                  <a:gd name="connsiteX4" fmla="*/ 168867 w 237804"/>
                  <a:gd name="connsiteY4" fmla="*/ 82852 h 197327"/>
                  <a:gd name="connsiteX5" fmla="*/ 172662 w 237804"/>
                  <a:gd name="connsiteY5" fmla="*/ 73365 h 197327"/>
                  <a:gd name="connsiteX6" fmla="*/ 172662 w 237804"/>
                  <a:gd name="connsiteY6" fmla="*/ 34153 h 197327"/>
                  <a:gd name="connsiteX7" fmla="*/ 170764 w 237804"/>
                  <a:gd name="connsiteY7" fmla="*/ 34153 h 197327"/>
                  <a:gd name="connsiteX8" fmla="*/ 172662 w 237804"/>
                  <a:gd name="connsiteY8" fmla="*/ 27196 h 197327"/>
                  <a:gd name="connsiteX9" fmla="*/ 86647 w 237804"/>
                  <a:gd name="connsiteY9" fmla="*/ 0 h 197327"/>
                  <a:gd name="connsiteX10" fmla="*/ 632 w 237804"/>
                  <a:gd name="connsiteY10" fmla="*/ 27196 h 197327"/>
                  <a:gd name="connsiteX11" fmla="*/ 86647 w 237804"/>
                  <a:gd name="connsiteY11" fmla="*/ 54392 h 197327"/>
                  <a:gd name="connsiteX12" fmla="*/ 156850 w 237804"/>
                  <a:gd name="connsiteY12" fmla="*/ 44272 h 197327"/>
                  <a:gd name="connsiteX13" fmla="*/ 156850 w 237804"/>
                  <a:gd name="connsiteY13" fmla="*/ 72100 h 197327"/>
                  <a:gd name="connsiteX14" fmla="*/ 86647 w 237804"/>
                  <a:gd name="connsiteY14" fmla="*/ 84117 h 197327"/>
                  <a:gd name="connsiteX15" fmla="*/ 15812 w 237804"/>
                  <a:gd name="connsiteY15" fmla="*/ 71468 h 197327"/>
                  <a:gd name="connsiteX16" fmla="*/ 15812 w 237804"/>
                  <a:gd name="connsiteY16" fmla="*/ 53127 h 197327"/>
                  <a:gd name="connsiteX17" fmla="*/ 0 w 237804"/>
                  <a:gd name="connsiteY17" fmla="*/ 53127 h 197327"/>
                  <a:gd name="connsiteX18" fmla="*/ 0 w 237804"/>
                  <a:gd name="connsiteY18" fmla="*/ 72100 h 197327"/>
                  <a:gd name="connsiteX19" fmla="*/ 86647 w 237804"/>
                  <a:gd name="connsiteY19" fmla="*/ 99296 h 197327"/>
                  <a:gd name="connsiteX20" fmla="*/ 156850 w 237804"/>
                  <a:gd name="connsiteY20" fmla="*/ 89177 h 197327"/>
                  <a:gd name="connsiteX21" fmla="*/ 156850 w 237804"/>
                  <a:gd name="connsiteY21" fmla="*/ 120167 h 197327"/>
                  <a:gd name="connsiteX22" fmla="*/ 86647 w 237804"/>
                  <a:gd name="connsiteY22" fmla="*/ 132184 h 197327"/>
                  <a:gd name="connsiteX23" fmla="*/ 15812 w 237804"/>
                  <a:gd name="connsiteY23" fmla="*/ 119535 h 197327"/>
                  <a:gd name="connsiteX24" fmla="*/ 15812 w 237804"/>
                  <a:gd name="connsiteY24" fmla="*/ 101194 h 197327"/>
                  <a:gd name="connsiteX25" fmla="*/ 0 w 237804"/>
                  <a:gd name="connsiteY25" fmla="*/ 101194 h 197327"/>
                  <a:gd name="connsiteX26" fmla="*/ 0 w 237804"/>
                  <a:gd name="connsiteY26" fmla="*/ 120167 h 197327"/>
                  <a:gd name="connsiteX27" fmla="*/ 86647 w 237804"/>
                  <a:gd name="connsiteY27" fmla="*/ 147363 h 197327"/>
                  <a:gd name="connsiteX28" fmla="*/ 156850 w 237804"/>
                  <a:gd name="connsiteY28" fmla="*/ 137244 h 197327"/>
                  <a:gd name="connsiteX29" fmla="*/ 156850 w 237804"/>
                  <a:gd name="connsiteY29" fmla="*/ 170132 h 197327"/>
                  <a:gd name="connsiteX30" fmla="*/ 86647 w 237804"/>
                  <a:gd name="connsiteY30" fmla="*/ 182149 h 197327"/>
                  <a:gd name="connsiteX31" fmla="*/ 15812 w 237804"/>
                  <a:gd name="connsiteY31" fmla="*/ 169499 h 197327"/>
                  <a:gd name="connsiteX32" fmla="*/ 15812 w 237804"/>
                  <a:gd name="connsiteY32" fmla="*/ 151158 h 197327"/>
                  <a:gd name="connsiteX33" fmla="*/ 0 w 237804"/>
                  <a:gd name="connsiteY33" fmla="*/ 151158 h 197327"/>
                  <a:gd name="connsiteX34" fmla="*/ 0 w 237804"/>
                  <a:gd name="connsiteY34" fmla="*/ 170132 h 197327"/>
                  <a:gd name="connsiteX35" fmla="*/ 86647 w 237804"/>
                  <a:gd name="connsiteY35" fmla="*/ 197328 h 197327"/>
                  <a:gd name="connsiteX36" fmla="*/ 172662 w 237804"/>
                  <a:gd name="connsiteY36" fmla="*/ 170132 h 197327"/>
                  <a:gd name="connsiteX37" fmla="*/ 172662 w 237804"/>
                  <a:gd name="connsiteY37" fmla="*/ 155585 h 197327"/>
                  <a:gd name="connsiteX38" fmla="*/ 237805 w 237804"/>
                  <a:gd name="connsiteY38" fmla="*/ 155585 h 197327"/>
                  <a:gd name="connsiteX39" fmla="*/ 237805 w 237804"/>
                  <a:gd name="connsiteY39" fmla="*/ 139774 h 197327"/>
                  <a:gd name="connsiteX40" fmla="*/ 172662 w 237804"/>
                  <a:gd name="connsiteY40" fmla="*/ 139774 h 197327"/>
                  <a:gd name="connsiteX41" fmla="*/ 172662 w 237804"/>
                  <a:gd name="connsiteY41" fmla="*/ 131552 h 197327"/>
                  <a:gd name="connsiteX42" fmla="*/ 86647 w 237804"/>
                  <a:gd name="connsiteY42" fmla="*/ 39213 h 197327"/>
                  <a:gd name="connsiteX43" fmla="*/ 17709 w 237804"/>
                  <a:gd name="connsiteY43" fmla="*/ 27828 h 197327"/>
                  <a:gd name="connsiteX44" fmla="*/ 86647 w 237804"/>
                  <a:gd name="connsiteY44" fmla="*/ 16444 h 197327"/>
                  <a:gd name="connsiteX45" fmla="*/ 155585 w 237804"/>
                  <a:gd name="connsiteY45" fmla="*/ 27828 h 197327"/>
                  <a:gd name="connsiteX46" fmla="*/ 86647 w 237804"/>
                  <a:gd name="connsiteY46" fmla="*/ 39213 h 197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37804" h="197327">
                    <a:moveTo>
                      <a:pt x="172662" y="131552"/>
                    </a:moveTo>
                    <a:lnTo>
                      <a:pt x="168867" y="131552"/>
                    </a:lnTo>
                    <a:cubicBezTo>
                      <a:pt x="171397" y="129022"/>
                      <a:pt x="172662" y="125860"/>
                      <a:pt x="172662" y="122065"/>
                    </a:cubicBezTo>
                    <a:lnTo>
                      <a:pt x="172662" y="82852"/>
                    </a:lnTo>
                    <a:lnTo>
                      <a:pt x="168867" y="82852"/>
                    </a:lnTo>
                    <a:cubicBezTo>
                      <a:pt x="171397" y="80322"/>
                      <a:pt x="172662" y="77160"/>
                      <a:pt x="172662" y="73365"/>
                    </a:cubicBezTo>
                    <a:lnTo>
                      <a:pt x="172662" y="34153"/>
                    </a:lnTo>
                    <a:lnTo>
                      <a:pt x="170764" y="34153"/>
                    </a:lnTo>
                    <a:cubicBezTo>
                      <a:pt x="172029" y="32255"/>
                      <a:pt x="172662" y="29726"/>
                      <a:pt x="172662" y="27196"/>
                    </a:cubicBezTo>
                    <a:cubicBezTo>
                      <a:pt x="172662" y="632"/>
                      <a:pt x="95501" y="0"/>
                      <a:pt x="86647" y="0"/>
                    </a:cubicBezTo>
                    <a:cubicBezTo>
                      <a:pt x="77793" y="0"/>
                      <a:pt x="632" y="632"/>
                      <a:pt x="632" y="27196"/>
                    </a:cubicBezTo>
                    <a:cubicBezTo>
                      <a:pt x="632" y="53759"/>
                      <a:pt x="77793" y="54392"/>
                      <a:pt x="86647" y="54392"/>
                    </a:cubicBezTo>
                    <a:cubicBezTo>
                      <a:pt x="92972" y="54392"/>
                      <a:pt x="133449" y="53759"/>
                      <a:pt x="156850" y="44272"/>
                    </a:cubicBezTo>
                    <a:lnTo>
                      <a:pt x="156850" y="72100"/>
                    </a:lnTo>
                    <a:cubicBezTo>
                      <a:pt x="153055" y="76528"/>
                      <a:pt x="129022" y="84117"/>
                      <a:pt x="86647" y="84117"/>
                    </a:cubicBezTo>
                    <a:cubicBezTo>
                      <a:pt x="46170" y="84117"/>
                      <a:pt x="20239" y="76528"/>
                      <a:pt x="15812" y="71468"/>
                    </a:cubicBezTo>
                    <a:lnTo>
                      <a:pt x="15812" y="53127"/>
                    </a:lnTo>
                    <a:lnTo>
                      <a:pt x="0" y="53127"/>
                    </a:lnTo>
                    <a:lnTo>
                      <a:pt x="0" y="72100"/>
                    </a:lnTo>
                    <a:cubicBezTo>
                      <a:pt x="0" y="98664"/>
                      <a:pt x="77793" y="99296"/>
                      <a:pt x="86647" y="99296"/>
                    </a:cubicBezTo>
                    <a:cubicBezTo>
                      <a:pt x="92972" y="99296"/>
                      <a:pt x="133449" y="98664"/>
                      <a:pt x="156850" y="89177"/>
                    </a:cubicBezTo>
                    <a:lnTo>
                      <a:pt x="156850" y="120167"/>
                    </a:lnTo>
                    <a:cubicBezTo>
                      <a:pt x="153055" y="124595"/>
                      <a:pt x="129022" y="132184"/>
                      <a:pt x="86647" y="132184"/>
                    </a:cubicBezTo>
                    <a:cubicBezTo>
                      <a:pt x="46170" y="132184"/>
                      <a:pt x="20239" y="124595"/>
                      <a:pt x="15812" y="119535"/>
                    </a:cubicBezTo>
                    <a:lnTo>
                      <a:pt x="15812" y="101194"/>
                    </a:lnTo>
                    <a:lnTo>
                      <a:pt x="0" y="101194"/>
                    </a:lnTo>
                    <a:lnTo>
                      <a:pt x="0" y="120167"/>
                    </a:lnTo>
                    <a:cubicBezTo>
                      <a:pt x="0" y="146731"/>
                      <a:pt x="77793" y="147363"/>
                      <a:pt x="86647" y="147363"/>
                    </a:cubicBezTo>
                    <a:cubicBezTo>
                      <a:pt x="92972" y="147363"/>
                      <a:pt x="133449" y="146731"/>
                      <a:pt x="156850" y="137244"/>
                    </a:cubicBezTo>
                    <a:lnTo>
                      <a:pt x="156850" y="170132"/>
                    </a:lnTo>
                    <a:cubicBezTo>
                      <a:pt x="153055" y="174559"/>
                      <a:pt x="129022" y="182149"/>
                      <a:pt x="86647" y="182149"/>
                    </a:cubicBezTo>
                    <a:cubicBezTo>
                      <a:pt x="46170" y="182149"/>
                      <a:pt x="20239" y="174559"/>
                      <a:pt x="15812" y="169499"/>
                    </a:cubicBezTo>
                    <a:lnTo>
                      <a:pt x="15812" y="151158"/>
                    </a:lnTo>
                    <a:lnTo>
                      <a:pt x="0" y="151158"/>
                    </a:lnTo>
                    <a:lnTo>
                      <a:pt x="0" y="170132"/>
                    </a:lnTo>
                    <a:cubicBezTo>
                      <a:pt x="0" y="196695"/>
                      <a:pt x="77793" y="197328"/>
                      <a:pt x="86647" y="197328"/>
                    </a:cubicBezTo>
                    <a:cubicBezTo>
                      <a:pt x="95501" y="197328"/>
                      <a:pt x="172662" y="196695"/>
                      <a:pt x="172662" y="170132"/>
                    </a:cubicBezTo>
                    <a:lnTo>
                      <a:pt x="172662" y="155585"/>
                    </a:lnTo>
                    <a:lnTo>
                      <a:pt x="237805" y="155585"/>
                    </a:lnTo>
                    <a:lnTo>
                      <a:pt x="237805" y="139774"/>
                    </a:lnTo>
                    <a:lnTo>
                      <a:pt x="172662" y="139774"/>
                    </a:lnTo>
                    <a:lnTo>
                      <a:pt x="172662" y="131552"/>
                    </a:lnTo>
                    <a:close/>
                    <a:moveTo>
                      <a:pt x="86647" y="39213"/>
                    </a:moveTo>
                    <a:cubicBezTo>
                      <a:pt x="46802" y="39213"/>
                      <a:pt x="23401" y="32255"/>
                      <a:pt x="17709" y="27828"/>
                    </a:cubicBezTo>
                    <a:cubicBezTo>
                      <a:pt x="23401" y="23401"/>
                      <a:pt x="47435" y="16444"/>
                      <a:pt x="86647" y="16444"/>
                    </a:cubicBezTo>
                    <a:cubicBezTo>
                      <a:pt x="125860" y="16444"/>
                      <a:pt x="149893" y="23401"/>
                      <a:pt x="155585" y="27828"/>
                    </a:cubicBezTo>
                    <a:cubicBezTo>
                      <a:pt x="149893" y="32255"/>
                      <a:pt x="126492" y="39213"/>
                      <a:pt x="86647" y="39213"/>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60" name="Picture Placeholder 76">
                <a:extLst>
                  <a:ext uri="{FF2B5EF4-FFF2-40B4-BE49-F238E27FC236}">
                    <a16:creationId xmlns:a16="http://schemas.microsoft.com/office/drawing/2014/main" id="{DBC73C7B-CB28-4998-8EC2-EB26B04FF6AE}"/>
                  </a:ext>
                </a:extLst>
              </p:cNvPr>
              <p:cNvSpPr/>
              <p:nvPr/>
            </p:nvSpPr>
            <p:spPr>
              <a:xfrm>
                <a:off x="3494387" y="5196894"/>
                <a:ext cx="266898" cy="197327"/>
              </a:xfrm>
              <a:custGeom>
                <a:avLst/>
                <a:gdLst>
                  <a:gd name="connsiteX0" fmla="*/ 266898 w 266898"/>
                  <a:gd name="connsiteY0" fmla="*/ 27196 h 197327"/>
                  <a:gd name="connsiteX1" fmla="*/ 180884 w 266898"/>
                  <a:gd name="connsiteY1" fmla="*/ 0 h 197327"/>
                  <a:gd name="connsiteX2" fmla="*/ 94869 w 266898"/>
                  <a:gd name="connsiteY2" fmla="*/ 27196 h 197327"/>
                  <a:gd name="connsiteX3" fmla="*/ 180884 w 266898"/>
                  <a:gd name="connsiteY3" fmla="*/ 54392 h 197327"/>
                  <a:gd name="connsiteX4" fmla="*/ 251087 w 266898"/>
                  <a:gd name="connsiteY4" fmla="*/ 44272 h 197327"/>
                  <a:gd name="connsiteX5" fmla="*/ 251087 w 266898"/>
                  <a:gd name="connsiteY5" fmla="*/ 72100 h 197327"/>
                  <a:gd name="connsiteX6" fmla="*/ 180884 w 266898"/>
                  <a:gd name="connsiteY6" fmla="*/ 84117 h 197327"/>
                  <a:gd name="connsiteX7" fmla="*/ 110680 w 266898"/>
                  <a:gd name="connsiteY7" fmla="*/ 72100 h 197327"/>
                  <a:gd name="connsiteX8" fmla="*/ 110680 w 266898"/>
                  <a:gd name="connsiteY8" fmla="*/ 53759 h 197327"/>
                  <a:gd name="connsiteX9" fmla="*/ 94869 w 266898"/>
                  <a:gd name="connsiteY9" fmla="*/ 53759 h 197327"/>
                  <a:gd name="connsiteX10" fmla="*/ 94869 w 266898"/>
                  <a:gd name="connsiteY10" fmla="*/ 72733 h 197327"/>
                  <a:gd name="connsiteX11" fmla="*/ 180884 w 266898"/>
                  <a:gd name="connsiteY11" fmla="*/ 99929 h 197327"/>
                  <a:gd name="connsiteX12" fmla="*/ 251087 w 266898"/>
                  <a:gd name="connsiteY12" fmla="*/ 89809 h 197327"/>
                  <a:gd name="connsiteX13" fmla="*/ 251087 w 266898"/>
                  <a:gd name="connsiteY13" fmla="*/ 120800 h 197327"/>
                  <a:gd name="connsiteX14" fmla="*/ 180884 w 266898"/>
                  <a:gd name="connsiteY14" fmla="*/ 132817 h 197327"/>
                  <a:gd name="connsiteX15" fmla="*/ 110680 w 266898"/>
                  <a:gd name="connsiteY15" fmla="*/ 120800 h 197327"/>
                  <a:gd name="connsiteX16" fmla="*/ 110680 w 266898"/>
                  <a:gd name="connsiteY16" fmla="*/ 101826 h 197327"/>
                  <a:gd name="connsiteX17" fmla="*/ 94869 w 266898"/>
                  <a:gd name="connsiteY17" fmla="*/ 101826 h 197327"/>
                  <a:gd name="connsiteX18" fmla="*/ 94869 w 266898"/>
                  <a:gd name="connsiteY18" fmla="*/ 121432 h 197327"/>
                  <a:gd name="connsiteX19" fmla="*/ 180884 w 266898"/>
                  <a:gd name="connsiteY19" fmla="*/ 148628 h 197327"/>
                  <a:gd name="connsiteX20" fmla="*/ 251087 w 266898"/>
                  <a:gd name="connsiteY20" fmla="*/ 138509 h 197327"/>
                  <a:gd name="connsiteX21" fmla="*/ 251087 w 266898"/>
                  <a:gd name="connsiteY21" fmla="*/ 169499 h 197327"/>
                  <a:gd name="connsiteX22" fmla="*/ 180884 w 266898"/>
                  <a:gd name="connsiteY22" fmla="*/ 181516 h 197327"/>
                  <a:gd name="connsiteX23" fmla="*/ 110680 w 266898"/>
                  <a:gd name="connsiteY23" fmla="*/ 169499 h 197327"/>
                  <a:gd name="connsiteX24" fmla="*/ 110680 w 266898"/>
                  <a:gd name="connsiteY24" fmla="*/ 149893 h 197327"/>
                  <a:gd name="connsiteX25" fmla="*/ 104356 w 266898"/>
                  <a:gd name="connsiteY25" fmla="*/ 149893 h 197327"/>
                  <a:gd name="connsiteX26" fmla="*/ 104356 w 266898"/>
                  <a:gd name="connsiteY26" fmla="*/ 149893 h 197327"/>
                  <a:gd name="connsiteX27" fmla="*/ 0 w 266898"/>
                  <a:gd name="connsiteY27" fmla="*/ 149893 h 197327"/>
                  <a:gd name="connsiteX28" fmla="*/ 0 w 266898"/>
                  <a:gd name="connsiteY28" fmla="*/ 165705 h 197327"/>
                  <a:gd name="connsiteX29" fmla="*/ 94869 w 266898"/>
                  <a:gd name="connsiteY29" fmla="*/ 165705 h 197327"/>
                  <a:gd name="connsiteX30" fmla="*/ 94869 w 266898"/>
                  <a:gd name="connsiteY30" fmla="*/ 170132 h 197327"/>
                  <a:gd name="connsiteX31" fmla="*/ 180884 w 266898"/>
                  <a:gd name="connsiteY31" fmla="*/ 197328 h 197327"/>
                  <a:gd name="connsiteX32" fmla="*/ 266898 w 266898"/>
                  <a:gd name="connsiteY32" fmla="*/ 170132 h 197327"/>
                  <a:gd name="connsiteX33" fmla="*/ 266898 w 266898"/>
                  <a:gd name="connsiteY33" fmla="*/ 130919 h 197327"/>
                  <a:gd name="connsiteX34" fmla="*/ 263103 w 266898"/>
                  <a:gd name="connsiteY34" fmla="*/ 130919 h 197327"/>
                  <a:gd name="connsiteX35" fmla="*/ 266898 w 266898"/>
                  <a:gd name="connsiteY35" fmla="*/ 121432 h 197327"/>
                  <a:gd name="connsiteX36" fmla="*/ 266898 w 266898"/>
                  <a:gd name="connsiteY36" fmla="*/ 82220 h 197327"/>
                  <a:gd name="connsiteX37" fmla="*/ 263103 w 266898"/>
                  <a:gd name="connsiteY37" fmla="*/ 82220 h 197327"/>
                  <a:gd name="connsiteX38" fmla="*/ 266898 w 266898"/>
                  <a:gd name="connsiteY38" fmla="*/ 72733 h 197327"/>
                  <a:gd name="connsiteX39" fmla="*/ 266898 w 266898"/>
                  <a:gd name="connsiteY39" fmla="*/ 34153 h 197327"/>
                  <a:gd name="connsiteX40" fmla="*/ 265001 w 266898"/>
                  <a:gd name="connsiteY40" fmla="*/ 34153 h 197327"/>
                  <a:gd name="connsiteX41" fmla="*/ 266898 w 266898"/>
                  <a:gd name="connsiteY41" fmla="*/ 27196 h 197327"/>
                  <a:gd name="connsiteX42" fmla="*/ 180884 w 266898"/>
                  <a:gd name="connsiteY42" fmla="*/ 39213 h 197327"/>
                  <a:gd name="connsiteX43" fmla="*/ 111945 w 266898"/>
                  <a:gd name="connsiteY43" fmla="*/ 27828 h 197327"/>
                  <a:gd name="connsiteX44" fmla="*/ 180884 w 266898"/>
                  <a:gd name="connsiteY44" fmla="*/ 16444 h 197327"/>
                  <a:gd name="connsiteX45" fmla="*/ 249822 w 266898"/>
                  <a:gd name="connsiteY45" fmla="*/ 27828 h 197327"/>
                  <a:gd name="connsiteX46" fmla="*/ 180884 w 266898"/>
                  <a:gd name="connsiteY46" fmla="*/ 39213 h 197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66898" h="197327">
                    <a:moveTo>
                      <a:pt x="266898" y="27196"/>
                    </a:moveTo>
                    <a:cubicBezTo>
                      <a:pt x="266898" y="632"/>
                      <a:pt x="189738" y="0"/>
                      <a:pt x="180884" y="0"/>
                    </a:cubicBezTo>
                    <a:cubicBezTo>
                      <a:pt x="172029" y="0"/>
                      <a:pt x="94869" y="632"/>
                      <a:pt x="94869" y="27196"/>
                    </a:cubicBezTo>
                    <a:cubicBezTo>
                      <a:pt x="94869" y="53759"/>
                      <a:pt x="172029" y="54392"/>
                      <a:pt x="180884" y="54392"/>
                    </a:cubicBezTo>
                    <a:cubicBezTo>
                      <a:pt x="187208" y="54392"/>
                      <a:pt x="227686" y="53759"/>
                      <a:pt x="251087" y="44272"/>
                    </a:cubicBezTo>
                    <a:lnTo>
                      <a:pt x="251087" y="72100"/>
                    </a:lnTo>
                    <a:cubicBezTo>
                      <a:pt x="247292" y="76528"/>
                      <a:pt x="223258" y="84117"/>
                      <a:pt x="180884" y="84117"/>
                    </a:cubicBezTo>
                    <a:cubicBezTo>
                      <a:pt x="138509" y="84117"/>
                      <a:pt x="114475" y="75895"/>
                      <a:pt x="110680" y="72100"/>
                    </a:cubicBezTo>
                    <a:cubicBezTo>
                      <a:pt x="110680" y="66408"/>
                      <a:pt x="110680" y="53759"/>
                      <a:pt x="110680" y="53759"/>
                    </a:cubicBezTo>
                    <a:lnTo>
                      <a:pt x="94869" y="53759"/>
                    </a:lnTo>
                    <a:cubicBezTo>
                      <a:pt x="94869" y="53759"/>
                      <a:pt x="94869" y="68306"/>
                      <a:pt x="94869" y="72733"/>
                    </a:cubicBezTo>
                    <a:cubicBezTo>
                      <a:pt x="94869" y="99296"/>
                      <a:pt x="172029" y="99929"/>
                      <a:pt x="180884" y="99929"/>
                    </a:cubicBezTo>
                    <a:cubicBezTo>
                      <a:pt x="187208" y="99929"/>
                      <a:pt x="227686" y="99296"/>
                      <a:pt x="251087" y="89809"/>
                    </a:cubicBezTo>
                    <a:lnTo>
                      <a:pt x="251087" y="120800"/>
                    </a:lnTo>
                    <a:cubicBezTo>
                      <a:pt x="247292" y="125227"/>
                      <a:pt x="223258" y="132817"/>
                      <a:pt x="180884" y="132817"/>
                    </a:cubicBezTo>
                    <a:cubicBezTo>
                      <a:pt x="138509" y="132817"/>
                      <a:pt x="114475" y="124595"/>
                      <a:pt x="110680" y="120800"/>
                    </a:cubicBezTo>
                    <a:cubicBezTo>
                      <a:pt x="110680" y="115108"/>
                      <a:pt x="110680" y="101826"/>
                      <a:pt x="110680" y="101826"/>
                    </a:cubicBezTo>
                    <a:lnTo>
                      <a:pt x="94869" y="101826"/>
                    </a:lnTo>
                    <a:cubicBezTo>
                      <a:pt x="94869" y="101826"/>
                      <a:pt x="94869" y="116373"/>
                      <a:pt x="94869" y="121432"/>
                    </a:cubicBezTo>
                    <a:cubicBezTo>
                      <a:pt x="94869" y="147996"/>
                      <a:pt x="172029" y="148628"/>
                      <a:pt x="180884" y="148628"/>
                    </a:cubicBezTo>
                    <a:cubicBezTo>
                      <a:pt x="187208" y="148628"/>
                      <a:pt x="227686" y="147996"/>
                      <a:pt x="251087" y="138509"/>
                    </a:cubicBezTo>
                    <a:lnTo>
                      <a:pt x="251087" y="169499"/>
                    </a:lnTo>
                    <a:cubicBezTo>
                      <a:pt x="247292" y="173926"/>
                      <a:pt x="223258" y="181516"/>
                      <a:pt x="180884" y="181516"/>
                    </a:cubicBezTo>
                    <a:cubicBezTo>
                      <a:pt x="138509" y="181516"/>
                      <a:pt x="114475" y="173294"/>
                      <a:pt x="110680" y="169499"/>
                    </a:cubicBezTo>
                    <a:cubicBezTo>
                      <a:pt x="110680" y="163807"/>
                      <a:pt x="110680" y="149893"/>
                      <a:pt x="110680" y="149893"/>
                    </a:cubicBezTo>
                    <a:lnTo>
                      <a:pt x="104356" y="149893"/>
                    </a:lnTo>
                    <a:lnTo>
                      <a:pt x="104356" y="149893"/>
                    </a:lnTo>
                    <a:lnTo>
                      <a:pt x="0" y="149893"/>
                    </a:lnTo>
                    <a:lnTo>
                      <a:pt x="0" y="165705"/>
                    </a:lnTo>
                    <a:lnTo>
                      <a:pt x="94869" y="165705"/>
                    </a:lnTo>
                    <a:cubicBezTo>
                      <a:pt x="94869" y="167602"/>
                      <a:pt x="94869" y="169499"/>
                      <a:pt x="94869" y="170132"/>
                    </a:cubicBezTo>
                    <a:cubicBezTo>
                      <a:pt x="94869" y="196695"/>
                      <a:pt x="172029" y="197328"/>
                      <a:pt x="180884" y="197328"/>
                    </a:cubicBezTo>
                    <a:cubicBezTo>
                      <a:pt x="189738" y="197328"/>
                      <a:pt x="266898" y="196695"/>
                      <a:pt x="266898" y="170132"/>
                    </a:cubicBezTo>
                    <a:lnTo>
                      <a:pt x="266898" y="130919"/>
                    </a:lnTo>
                    <a:lnTo>
                      <a:pt x="263103" y="130919"/>
                    </a:lnTo>
                    <a:cubicBezTo>
                      <a:pt x="265633" y="128389"/>
                      <a:pt x="266898" y="125227"/>
                      <a:pt x="266898" y="121432"/>
                    </a:cubicBezTo>
                    <a:lnTo>
                      <a:pt x="266898" y="82220"/>
                    </a:lnTo>
                    <a:lnTo>
                      <a:pt x="263103" y="82220"/>
                    </a:lnTo>
                    <a:cubicBezTo>
                      <a:pt x="265633" y="79690"/>
                      <a:pt x="266898" y="76528"/>
                      <a:pt x="266898" y="72733"/>
                    </a:cubicBezTo>
                    <a:lnTo>
                      <a:pt x="266898" y="34153"/>
                    </a:lnTo>
                    <a:lnTo>
                      <a:pt x="265001" y="34153"/>
                    </a:lnTo>
                    <a:cubicBezTo>
                      <a:pt x="266266" y="32255"/>
                      <a:pt x="266898" y="29726"/>
                      <a:pt x="266898" y="27196"/>
                    </a:cubicBezTo>
                    <a:close/>
                    <a:moveTo>
                      <a:pt x="180884" y="39213"/>
                    </a:moveTo>
                    <a:cubicBezTo>
                      <a:pt x="141039" y="39213"/>
                      <a:pt x="117638" y="32255"/>
                      <a:pt x="111945" y="27828"/>
                    </a:cubicBezTo>
                    <a:cubicBezTo>
                      <a:pt x="117638" y="23401"/>
                      <a:pt x="141671" y="16444"/>
                      <a:pt x="180884" y="16444"/>
                    </a:cubicBezTo>
                    <a:cubicBezTo>
                      <a:pt x="220096" y="16444"/>
                      <a:pt x="244130" y="23401"/>
                      <a:pt x="249822" y="27828"/>
                    </a:cubicBezTo>
                    <a:cubicBezTo>
                      <a:pt x="244130" y="32255"/>
                      <a:pt x="220096" y="39213"/>
                      <a:pt x="180884" y="39213"/>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61" name="Picture Placeholder 76">
                <a:extLst>
                  <a:ext uri="{FF2B5EF4-FFF2-40B4-BE49-F238E27FC236}">
                    <a16:creationId xmlns:a16="http://schemas.microsoft.com/office/drawing/2014/main" id="{DD3F98A5-A746-48CF-8156-3145B1458D6E}"/>
                  </a:ext>
                </a:extLst>
              </p:cNvPr>
              <p:cNvSpPr/>
              <p:nvPr/>
            </p:nvSpPr>
            <p:spPr>
              <a:xfrm>
                <a:off x="3229386" y="5312002"/>
                <a:ext cx="252984" cy="216933"/>
              </a:xfrm>
              <a:custGeom>
                <a:avLst/>
                <a:gdLst>
                  <a:gd name="connsiteX0" fmla="*/ 40477 w 252984"/>
                  <a:gd name="connsiteY0" fmla="*/ 216934 h 216933"/>
                  <a:gd name="connsiteX1" fmla="*/ 40477 w 252984"/>
                  <a:gd name="connsiteY1" fmla="*/ 93604 h 216933"/>
                  <a:gd name="connsiteX2" fmla="*/ 252984 w 252984"/>
                  <a:gd name="connsiteY2" fmla="*/ 93604 h 216933"/>
                  <a:gd name="connsiteX3" fmla="*/ 252984 w 252984"/>
                  <a:gd name="connsiteY3" fmla="*/ 0 h 216933"/>
                  <a:gd name="connsiteX4" fmla="*/ 0 w 252984"/>
                  <a:gd name="connsiteY4" fmla="*/ 0 h 216933"/>
                  <a:gd name="connsiteX5" fmla="*/ 0 w 252984"/>
                  <a:gd name="connsiteY5" fmla="*/ 93604 h 216933"/>
                  <a:gd name="connsiteX6" fmla="*/ 24033 w 252984"/>
                  <a:gd name="connsiteY6" fmla="*/ 93604 h 216933"/>
                  <a:gd name="connsiteX7" fmla="*/ 24033 w 252984"/>
                  <a:gd name="connsiteY7" fmla="*/ 216934 h 216933"/>
                  <a:gd name="connsiteX8" fmla="*/ 40477 w 252984"/>
                  <a:gd name="connsiteY8" fmla="*/ 216934 h 216933"/>
                  <a:gd name="connsiteX9" fmla="*/ 15812 w 252984"/>
                  <a:gd name="connsiteY9" fmla="*/ 15812 h 216933"/>
                  <a:gd name="connsiteX10" fmla="*/ 236540 w 252984"/>
                  <a:gd name="connsiteY10" fmla="*/ 15812 h 216933"/>
                  <a:gd name="connsiteX11" fmla="*/ 236540 w 252984"/>
                  <a:gd name="connsiteY11" fmla="*/ 77793 h 216933"/>
                  <a:gd name="connsiteX12" fmla="*/ 15812 w 252984"/>
                  <a:gd name="connsiteY12" fmla="*/ 77793 h 216933"/>
                  <a:gd name="connsiteX13" fmla="*/ 15812 w 252984"/>
                  <a:gd name="connsiteY13" fmla="*/ 15812 h 216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2984" h="216933">
                    <a:moveTo>
                      <a:pt x="40477" y="216934"/>
                    </a:moveTo>
                    <a:lnTo>
                      <a:pt x="40477" y="93604"/>
                    </a:lnTo>
                    <a:lnTo>
                      <a:pt x="252984" y="93604"/>
                    </a:lnTo>
                    <a:lnTo>
                      <a:pt x="252984" y="0"/>
                    </a:lnTo>
                    <a:lnTo>
                      <a:pt x="0" y="0"/>
                    </a:lnTo>
                    <a:lnTo>
                      <a:pt x="0" y="93604"/>
                    </a:lnTo>
                    <a:lnTo>
                      <a:pt x="24033" y="93604"/>
                    </a:lnTo>
                    <a:lnTo>
                      <a:pt x="24033" y="216934"/>
                    </a:lnTo>
                    <a:lnTo>
                      <a:pt x="40477" y="216934"/>
                    </a:lnTo>
                    <a:close/>
                    <a:moveTo>
                      <a:pt x="15812" y="15812"/>
                    </a:moveTo>
                    <a:lnTo>
                      <a:pt x="236540" y="15812"/>
                    </a:lnTo>
                    <a:lnTo>
                      <a:pt x="236540" y="77793"/>
                    </a:lnTo>
                    <a:lnTo>
                      <a:pt x="15812" y="77793"/>
                    </a:lnTo>
                    <a:lnTo>
                      <a:pt x="15812" y="1581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24" name="Group 23">
            <a:extLst>
              <a:ext uri="{FF2B5EF4-FFF2-40B4-BE49-F238E27FC236}">
                <a16:creationId xmlns:a16="http://schemas.microsoft.com/office/drawing/2014/main" id="{3CED9DB8-F0EA-4C9C-B73A-A13D9F85C632}"/>
              </a:ext>
            </a:extLst>
          </p:cNvPr>
          <p:cNvGrpSpPr/>
          <p:nvPr/>
        </p:nvGrpSpPr>
        <p:grpSpPr>
          <a:xfrm>
            <a:off x="2171258" y="3527622"/>
            <a:ext cx="758008" cy="2475217"/>
            <a:chOff x="2879918" y="3703187"/>
            <a:chExt cx="758008" cy="2475217"/>
          </a:xfrm>
        </p:grpSpPr>
        <p:cxnSp>
          <p:nvCxnSpPr>
            <p:cNvPr id="81" name="Straight Connector 80">
              <a:extLst>
                <a:ext uri="{FF2B5EF4-FFF2-40B4-BE49-F238E27FC236}">
                  <a16:creationId xmlns:a16="http://schemas.microsoft.com/office/drawing/2014/main" id="{63D7B52C-DEDD-D944-9517-A76FD4701057}"/>
                </a:ext>
              </a:extLst>
            </p:cNvPr>
            <p:cNvCxnSpPr>
              <a:cxnSpLocks/>
            </p:cNvCxnSpPr>
            <p:nvPr/>
          </p:nvCxnSpPr>
          <p:spPr bwMode="gray">
            <a:xfrm>
              <a:off x="3260152"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D9C4D265-B1EF-F542-A661-5958C3DF7D9F}"/>
                </a:ext>
              </a:extLst>
            </p:cNvPr>
            <p:cNvSpPr/>
            <p:nvPr/>
          </p:nvSpPr>
          <p:spPr>
            <a:xfrm rot="10800000">
              <a:off x="3020093"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96" name="Rounded Rectangle 38">
              <a:extLst>
                <a:ext uri="{FF2B5EF4-FFF2-40B4-BE49-F238E27FC236}">
                  <a16:creationId xmlns:a16="http://schemas.microsoft.com/office/drawing/2014/main" id="{7E19578D-A1DC-F345-84A1-F33560040E87}"/>
                </a:ext>
              </a:extLst>
            </p:cNvPr>
            <p:cNvSpPr/>
            <p:nvPr/>
          </p:nvSpPr>
          <p:spPr>
            <a:xfrm>
              <a:off x="2879918"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sym typeface="Arial"/>
                </a:rPr>
                <a:t>Data-in-Transit</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sym typeface="Arial"/>
                </a:rPr>
                <a:t>Encryption</a:t>
              </a:r>
              <a:endPar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endParaRPr>
            </a:p>
          </p:txBody>
        </p:sp>
        <p:grpSp>
          <p:nvGrpSpPr>
            <p:cNvPr id="362" name="Group 361" descr="NSX/SDN Controller&#10;">
              <a:extLst>
                <a:ext uri="{FF2B5EF4-FFF2-40B4-BE49-F238E27FC236}">
                  <a16:creationId xmlns:a16="http://schemas.microsoft.com/office/drawing/2014/main" id="{4C78E345-80B2-4442-9B5E-822C078559A9}"/>
                </a:ext>
              </a:extLst>
            </p:cNvPr>
            <p:cNvGrpSpPr>
              <a:grpSpLocks noChangeAspect="1"/>
            </p:cNvGrpSpPr>
            <p:nvPr/>
          </p:nvGrpSpPr>
          <p:grpSpPr>
            <a:xfrm>
              <a:off x="3125618" y="5353132"/>
              <a:ext cx="274320" cy="274320"/>
              <a:chOff x="4485843" y="1946681"/>
              <a:chExt cx="600837" cy="600837"/>
            </a:xfrm>
            <a:solidFill>
              <a:schemeClr val="tx1"/>
            </a:solidFill>
          </p:grpSpPr>
          <p:sp>
            <p:nvSpPr>
              <p:cNvPr id="363" name="Picture Placeholder 91">
                <a:extLst>
                  <a:ext uri="{FF2B5EF4-FFF2-40B4-BE49-F238E27FC236}">
                    <a16:creationId xmlns:a16="http://schemas.microsoft.com/office/drawing/2014/main" id="{D9578990-8EBC-4AB9-BB87-2A00DE3983E1}"/>
                  </a:ext>
                </a:extLst>
              </p:cNvPr>
              <p:cNvSpPr/>
              <p:nvPr/>
            </p:nvSpPr>
            <p:spPr>
              <a:xfrm>
                <a:off x="4485843" y="1946681"/>
                <a:ext cx="600837" cy="600837"/>
              </a:xfrm>
              <a:custGeom>
                <a:avLst/>
                <a:gdLst>
                  <a:gd name="connsiteX0" fmla="*/ 300419 w 600837"/>
                  <a:gd name="connsiteY0" fmla="*/ 15812 h 600837"/>
                  <a:gd name="connsiteX1" fmla="*/ 585026 w 600837"/>
                  <a:gd name="connsiteY1" fmla="*/ 300419 h 600837"/>
                  <a:gd name="connsiteX2" fmla="*/ 300419 w 600837"/>
                  <a:gd name="connsiteY2" fmla="*/ 585026 h 600837"/>
                  <a:gd name="connsiteX3" fmla="*/ 15812 w 600837"/>
                  <a:gd name="connsiteY3" fmla="*/ 300419 h 600837"/>
                  <a:gd name="connsiteX4" fmla="*/ 300419 w 600837"/>
                  <a:gd name="connsiteY4" fmla="*/ 15812 h 600837"/>
                  <a:gd name="connsiteX5" fmla="*/ 300419 w 600837"/>
                  <a:gd name="connsiteY5" fmla="*/ 0 h 600837"/>
                  <a:gd name="connsiteX6" fmla="*/ 0 w 600837"/>
                  <a:gd name="connsiteY6" fmla="*/ 300419 h 600837"/>
                  <a:gd name="connsiteX7" fmla="*/ 300419 w 600837"/>
                  <a:gd name="connsiteY7" fmla="*/ 600837 h 600837"/>
                  <a:gd name="connsiteX8" fmla="*/ 600837 w 600837"/>
                  <a:gd name="connsiteY8" fmla="*/ 300419 h 600837"/>
                  <a:gd name="connsiteX9" fmla="*/ 300419 w 600837"/>
                  <a:gd name="connsiteY9" fmla="*/ 0 h 6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0837" h="600837">
                    <a:moveTo>
                      <a:pt x="300419" y="15812"/>
                    </a:moveTo>
                    <a:cubicBezTo>
                      <a:pt x="457603" y="15812"/>
                      <a:pt x="585026" y="143234"/>
                      <a:pt x="585026" y="300419"/>
                    </a:cubicBezTo>
                    <a:cubicBezTo>
                      <a:pt x="585026" y="457603"/>
                      <a:pt x="457603" y="585026"/>
                      <a:pt x="300419" y="585026"/>
                    </a:cubicBezTo>
                    <a:cubicBezTo>
                      <a:pt x="143234" y="585026"/>
                      <a:pt x="15812" y="457603"/>
                      <a:pt x="15812" y="300419"/>
                    </a:cubicBezTo>
                    <a:cubicBezTo>
                      <a:pt x="15986" y="143307"/>
                      <a:pt x="143307" y="15986"/>
                      <a:pt x="300419" y="15812"/>
                    </a:cubicBezTo>
                    <a:moveTo>
                      <a:pt x="300419" y="0"/>
                    </a:moveTo>
                    <a:cubicBezTo>
                      <a:pt x="134502" y="0"/>
                      <a:pt x="0" y="134502"/>
                      <a:pt x="0" y="300419"/>
                    </a:cubicBezTo>
                    <a:cubicBezTo>
                      <a:pt x="0" y="466335"/>
                      <a:pt x="134502" y="600837"/>
                      <a:pt x="300419" y="600837"/>
                    </a:cubicBezTo>
                    <a:cubicBezTo>
                      <a:pt x="466335" y="600837"/>
                      <a:pt x="600837" y="466335"/>
                      <a:pt x="600837" y="300419"/>
                    </a:cubicBezTo>
                    <a:cubicBezTo>
                      <a:pt x="600837" y="134502"/>
                      <a:pt x="466335" y="0"/>
                      <a:pt x="300419"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64" name="Picture Placeholder 91">
                <a:extLst>
                  <a:ext uri="{FF2B5EF4-FFF2-40B4-BE49-F238E27FC236}">
                    <a16:creationId xmlns:a16="http://schemas.microsoft.com/office/drawing/2014/main" id="{364B7ADD-21E1-4C79-B62B-948E35380BCD}"/>
                  </a:ext>
                </a:extLst>
              </p:cNvPr>
              <p:cNvSpPr/>
              <p:nvPr/>
            </p:nvSpPr>
            <p:spPr>
              <a:xfrm>
                <a:off x="4816872" y="2261456"/>
                <a:ext cx="94869" cy="94869"/>
              </a:xfrm>
              <a:custGeom>
                <a:avLst/>
                <a:gdLst>
                  <a:gd name="connsiteX0" fmla="*/ 94869 w 94869"/>
                  <a:gd name="connsiteY0" fmla="*/ 47434 h 94869"/>
                  <a:gd name="connsiteX1" fmla="*/ 47434 w 94869"/>
                  <a:gd name="connsiteY1" fmla="*/ 94869 h 94869"/>
                  <a:gd name="connsiteX2" fmla="*/ 0 w 94869"/>
                  <a:gd name="connsiteY2" fmla="*/ 47434 h 94869"/>
                  <a:gd name="connsiteX3" fmla="*/ 47434 w 94869"/>
                  <a:gd name="connsiteY3" fmla="*/ 0 h 94869"/>
                  <a:gd name="connsiteX4" fmla="*/ 94869 w 94869"/>
                  <a:gd name="connsiteY4" fmla="*/ 47434 h 94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69" h="94869">
                    <a:moveTo>
                      <a:pt x="94869" y="47434"/>
                    </a:moveTo>
                    <a:cubicBezTo>
                      <a:pt x="94869" y="73632"/>
                      <a:pt x="73632" y="94869"/>
                      <a:pt x="47434" y="94869"/>
                    </a:cubicBezTo>
                    <a:cubicBezTo>
                      <a:pt x="21237" y="94869"/>
                      <a:pt x="0" y="73632"/>
                      <a:pt x="0" y="47434"/>
                    </a:cubicBezTo>
                    <a:cubicBezTo>
                      <a:pt x="0" y="21237"/>
                      <a:pt x="21237" y="0"/>
                      <a:pt x="47434" y="0"/>
                    </a:cubicBezTo>
                    <a:cubicBezTo>
                      <a:pt x="73632" y="0"/>
                      <a:pt x="94869" y="21237"/>
                      <a:pt x="94869" y="4743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65" name="Picture Placeholder 91">
                <a:extLst>
                  <a:ext uri="{FF2B5EF4-FFF2-40B4-BE49-F238E27FC236}">
                    <a16:creationId xmlns:a16="http://schemas.microsoft.com/office/drawing/2014/main" id="{B7538D02-0193-45E8-B983-27FC17AC801E}"/>
                  </a:ext>
                </a:extLst>
              </p:cNvPr>
              <p:cNvSpPr/>
              <p:nvPr/>
            </p:nvSpPr>
            <p:spPr>
              <a:xfrm>
                <a:off x="4643894" y="2330015"/>
                <a:ext cx="94869" cy="94869"/>
              </a:xfrm>
              <a:custGeom>
                <a:avLst/>
                <a:gdLst>
                  <a:gd name="connsiteX0" fmla="*/ 94869 w 94869"/>
                  <a:gd name="connsiteY0" fmla="*/ 47435 h 94869"/>
                  <a:gd name="connsiteX1" fmla="*/ 47435 w 94869"/>
                  <a:gd name="connsiteY1" fmla="*/ 94869 h 94869"/>
                  <a:gd name="connsiteX2" fmla="*/ 0 w 94869"/>
                  <a:gd name="connsiteY2" fmla="*/ 47435 h 94869"/>
                  <a:gd name="connsiteX3" fmla="*/ 47435 w 94869"/>
                  <a:gd name="connsiteY3" fmla="*/ 0 h 94869"/>
                  <a:gd name="connsiteX4" fmla="*/ 94869 w 94869"/>
                  <a:gd name="connsiteY4" fmla="*/ 47435 h 94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69" h="94869">
                    <a:moveTo>
                      <a:pt x="94869" y="47435"/>
                    </a:moveTo>
                    <a:cubicBezTo>
                      <a:pt x="94869" y="73632"/>
                      <a:pt x="73632" y="94869"/>
                      <a:pt x="47435" y="94869"/>
                    </a:cubicBezTo>
                    <a:cubicBezTo>
                      <a:pt x="21237" y="94869"/>
                      <a:pt x="0" y="73632"/>
                      <a:pt x="0" y="47435"/>
                    </a:cubicBezTo>
                    <a:cubicBezTo>
                      <a:pt x="0" y="21237"/>
                      <a:pt x="21237" y="0"/>
                      <a:pt x="47435" y="0"/>
                    </a:cubicBezTo>
                    <a:cubicBezTo>
                      <a:pt x="73632" y="0"/>
                      <a:pt x="94869" y="21237"/>
                      <a:pt x="94869" y="47435"/>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66" name="Picture Placeholder 91">
                <a:extLst>
                  <a:ext uri="{FF2B5EF4-FFF2-40B4-BE49-F238E27FC236}">
                    <a16:creationId xmlns:a16="http://schemas.microsoft.com/office/drawing/2014/main" id="{E012BEF2-4E80-4B3E-8F6A-0609188CFFB6}"/>
                  </a:ext>
                </a:extLst>
              </p:cNvPr>
              <p:cNvSpPr/>
              <p:nvPr/>
            </p:nvSpPr>
            <p:spPr>
              <a:xfrm>
                <a:off x="4880751" y="2094044"/>
                <a:ext cx="94869" cy="94869"/>
              </a:xfrm>
              <a:custGeom>
                <a:avLst/>
                <a:gdLst>
                  <a:gd name="connsiteX0" fmla="*/ 94869 w 94869"/>
                  <a:gd name="connsiteY0" fmla="*/ 47434 h 94869"/>
                  <a:gd name="connsiteX1" fmla="*/ 47435 w 94869"/>
                  <a:gd name="connsiteY1" fmla="*/ 94869 h 94869"/>
                  <a:gd name="connsiteX2" fmla="*/ 0 w 94869"/>
                  <a:gd name="connsiteY2" fmla="*/ 47434 h 94869"/>
                  <a:gd name="connsiteX3" fmla="*/ 47435 w 94869"/>
                  <a:gd name="connsiteY3" fmla="*/ 0 h 94869"/>
                  <a:gd name="connsiteX4" fmla="*/ 94869 w 94869"/>
                  <a:gd name="connsiteY4" fmla="*/ 47434 h 94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69" h="94869">
                    <a:moveTo>
                      <a:pt x="94869" y="47434"/>
                    </a:moveTo>
                    <a:cubicBezTo>
                      <a:pt x="94869" y="73632"/>
                      <a:pt x="73632" y="94869"/>
                      <a:pt x="47435" y="94869"/>
                    </a:cubicBezTo>
                    <a:cubicBezTo>
                      <a:pt x="21237" y="94869"/>
                      <a:pt x="0" y="73632"/>
                      <a:pt x="0" y="47434"/>
                    </a:cubicBezTo>
                    <a:cubicBezTo>
                      <a:pt x="0" y="21237"/>
                      <a:pt x="21237" y="0"/>
                      <a:pt x="47435" y="0"/>
                    </a:cubicBezTo>
                    <a:cubicBezTo>
                      <a:pt x="73632" y="0"/>
                      <a:pt x="94869" y="21237"/>
                      <a:pt x="94869" y="4743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67" name="Picture Placeholder 91">
                <a:extLst>
                  <a:ext uri="{FF2B5EF4-FFF2-40B4-BE49-F238E27FC236}">
                    <a16:creationId xmlns:a16="http://schemas.microsoft.com/office/drawing/2014/main" id="{75321A79-8566-4D0E-A1D5-C8B37DC344E6}"/>
                  </a:ext>
                </a:extLst>
              </p:cNvPr>
              <p:cNvSpPr/>
              <p:nvPr/>
            </p:nvSpPr>
            <p:spPr>
              <a:xfrm>
                <a:off x="4635230" y="2086328"/>
                <a:ext cx="110680" cy="110680"/>
              </a:xfrm>
              <a:custGeom>
                <a:avLst/>
                <a:gdLst>
                  <a:gd name="connsiteX0" fmla="*/ 55340 w 110680"/>
                  <a:gd name="connsiteY0" fmla="*/ 15812 h 110680"/>
                  <a:gd name="connsiteX1" fmla="*/ 94869 w 110680"/>
                  <a:gd name="connsiteY1" fmla="*/ 55340 h 110680"/>
                  <a:gd name="connsiteX2" fmla="*/ 55340 w 110680"/>
                  <a:gd name="connsiteY2" fmla="*/ 94869 h 110680"/>
                  <a:gd name="connsiteX3" fmla="*/ 15812 w 110680"/>
                  <a:gd name="connsiteY3" fmla="*/ 55340 h 110680"/>
                  <a:gd name="connsiteX4" fmla="*/ 55340 w 110680"/>
                  <a:gd name="connsiteY4" fmla="*/ 15812 h 110680"/>
                  <a:gd name="connsiteX5" fmla="*/ 55340 w 110680"/>
                  <a:gd name="connsiteY5" fmla="*/ 0 h 110680"/>
                  <a:gd name="connsiteX6" fmla="*/ 0 w 110680"/>
                  <a:gd name="connsiteY6" fmla="*/ 55340 h 110680"/>
                  <a:gd name="connsiteX7" fmla="*/ 55340 w 110680"/>
                  <a:gd name="connsiteY7" fmla="*/ 110681 h 110680"/>
                  <a:gd name="connsiteX8" fmla="*/ 110681 w 110680"/>
                  <a:gd name="connsiteY8" fmla="*/ 55340 h 110680"/>
                  <a:gd name="connsiteX9" fmla="*/ 55340 w 110680"/>
                  <a:gd name="connsiteY9" fmla="*/ 0 h 110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680" h="110680">
                    <a:moveTo>
                      <a:pt x="55340" y="15812"/>
                    </a:moveTo>
                    <a:cubicBezTo>
                      <a:pt x="77172" y="15812"/>
                      <a:pt x="94869" y="33509"/>
                      <a:pt x="94869" y="55340"/>
                    </a:cubicBezTo>
                    <a:cubicBezTo>
                      <a:pt x="94869" y="77171"/>
                      <a:pt x="77172" y="94869"/>
                      <a:pt x="55340" y="94869"/>
                    </a:cubicBezTo>
                    <a:cubicBezTo>
                      <a:pt x="33509" y="94869"/>
                      <a:pt x="15812" y="77171"/>
                      <a:pt x="15812" y="55340"/>
                    </a:cubicBezTo>
                    <a:cubicBezTo>
                      <a:pt x="15812" y="33509"/>
                      <a:pt x="33509" y="15812"/>
                      <a:pt x="55340" y="15812"/>
                    </a:cubicBezTo>
                    <a:moveTo>
                      <a:pt x="55340" y="0"/>
                    </a:moveTo>
                    <a:cubicBezTo>
                      <a:pt x="24777" y="0"/>
                      <a:pt x="0" y="24777"/>
                      <a:pt x="0" y="55340"/>
                    </a:cubicBezTo>
                    <a:cubicBezTo>
                      <a:pt x="0" y="85904"/>
                      <a:pt x="24777" y="110681"/>
                      <a:pt x="55340" y="110681"/>
                    </a:cubicBezTo>
                    <a:cubicBezTo>
                      <a:pt x="85904" y="110681"/>
                      <a:pt x="110681" y="85904"/>
                      <a:pt x="110681" y="55340"/>
                    </a:cubicBezTo>
                    <a:cubicBezTo>
                      <a:pt x="110681" y="24777"/>
                      <a:pt x="85904" y="0"/>
                      <a:pt x="55340"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68" name="Picture Placeholder 91">
                <a:extLst>
                  <a:ext uri="{FF2B5EF4-FFF2-40B4-BE49-F238E27FC236}">
                    <a16:creationId xmlns:a16="http://schemas.microsoft.com/office/drawing/2014/main" id="{118A47CD-0374-44CF-869E-FEC16048440E}"/>
                  </a:ext>
                </a:extLst>
              </p:cNvPr>
              <p:cNvSpPr/>
              <p:nvPr/>
            </p:nvSpPr>
            <p:spPr>
              <a:xfrm>
                <a:off x="4685004" y="2214717"/>
                <a:ext cx="15811" cy="102648"/>
              </a:xfrm>
              <a:custGeom>
                <a:avLst/>
                <a:gdLst>
                  <a:gd name="connsiteX0" fmla="*/ 0 w 15811"/>
                  <a:gd name="connsiteY0" fmla="*/ 0 h 102648"/>
                  <a:gd name="connsiteX1" fmla="*/ 15812 w 15811"/>
                  <a:gd name="connsiteY1" fmla="*/ 0 h 102648"/>
                  <a:gd name="connsiteX2" fmla="*/ 15812 w 15811"/>
                  <a:gd name="connsiteY2" fmla="*/ 102648 h 102648"/>
                  <a:gd name="connsiteX3" fmla="*/ 0 w 15811"/>
                  <a:gd name="connsiteY3" fmla="*/ 102648 h 102648"/>
                </a:gdLst>
                <a:ahLst/>
                <a:cxnLst>
                  <a:cxn ang="0">
                    <a:pos x="connsiteX0" y="connsiteY0"/>
                  </a:cxn>
                  <a:cxn ang="0">
                    <a:pos x="connsiteX1" y="connsiteY1"/>
                  </a:cxn>
                  <a:cxn ang="0">
                    <a:pos x="connsiteX2" y="connsiteY2"/>
                  </a:cxn>
                  <a:cxn ang="0">
                    <a:pos x="connsiteX3" y="connsiteY3"/>
                  </a:cxn>
                </a:cxnLst>
                <a:rect l="l" t="t" r="r" b="b"/>
                <a:pathLst>
                  <a:path w="15811" h="102648">
                    <a:moveTo>
                      <a:pt x="0" y="0"/>
                    </a:moveTo>
                    <a:lnTo>
                      <a:pt x="15812" y="0"/>
                    </a:lnTo>
                    <a:lnTo>
                      <a:pt x="15812" y="102648"/>
                    </a:lnTo>
                    <a:lnTo>
                      <a:pt x="0" y="10264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69" name="Picture Placeholder 91">
                <a:extLst>
                  <a:ext uri="{FF2B5EF4-FFF2-40B4-BE49-F238E27FC236}">
                    <a16:creationId xmlns:a16="http://schemas.microsoft.com/office/drawing/2014/main" id="{69212696-B1B3-48D0-95B2-29529877F366}"/>
                  </a:ext>
                </a:extLst>
              </p:cNvPr>
              <p:cNvSpPr/>
              <p:nvPr/>
            </p:nvSpPr>
            <p:spPr>
              <a:xfrm>
                <a:off x="4763429" y="2135154"/>
                <a:ext cx="102648" cy="15811"/>
              </a:xfrm>
              <a:custGeom>
                <a:avLst/>
                <a:gdLst>
                  <a:gd name="connsiteX0" fmla="*/ 0 w 102648"/>
                  <a:gd name="connsiteY0" fmla="*/ 0 h 15811"/>
                  <a:gd name="connsiteX1" fmla="*/ 102648 w 102648"/>
                  <a:gd name="connsiteY1" fmla="*/ 0 h 15811"/>
                  <a:gd name="connsiteX2" fmla="*/ 102648 w 102648"/>
                  <a:gd name="connsiteY2" fmla="*/ 15811 h 15811"/>
                  <a:gd name="connsiteX3" fmla="*/ 0 w 102648"/>
                  <a:gd name="connsiteY3" fmla="*/ 15811 h 15811"/>
                </a:gdLst>
                <a:ahLst/>
                <a:cxnLst>
                  <a:cxn ang="0">
                    <a:pos x="connsiteX0" y="connsiteY0"/>
                  </a:cxn>
                  <a:cxn ang="0">
                    <a:pos x="connsiteX1" y="connsiteY1"/>
                  </a:cxn>
                  <a:cxn ang="0">
                    <a:pos x="connsiteX2" y="connsiteY2"/>
                  </a:cxn>
                  <a:cxn ang="0">
                    <a:pos x="connsiteX3" y="connsiteY3"/>
                  </a:cxn>
                </a:cxnLst>
                <a:rect l="l" t="t" r="r" b="b"/>
                <a:pathLst>
                  <a:path w="102648" h="15811">
                    <a:moveTo>
                      <a:pt x="0" y="0"/>
                    </a:moveTo>
                    <a:lnTo>
                      <a:pt x="102648" y="0"/>
                    </a:lnTo>
                    <a:lnTo>
                      <a:pt x="102648" y="15811"/>
                    </a:lnTo>
                    <a:lnTo>
                      <a:pt x="0" y="15811"/>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70" name="Picture Placeholder 91">
                <a:extLst>
                  <a:ext uri="{FF2B5EF4-FFF2-40B4-BE49-F238E27FC236}">
                    <a16:creationId xmlns:a16="http://schemas.microsoft.com/office/drawing/2014/main" id="{140F1C72-1C45-4006-87BE-29AC314EBCA6}"/>
                  </a:ext>
                </a:extLst>
              </p:cNvPr>
              <p:cNvSpPr/>
              <p:nvPr/>
            </p:nvSpPr>
            <p:spPr>
              <a:xfrm rot="-2700000">
                <a:off x="4776000" y="2177112"/>
                <a:ext cx="15811" cy="102648"/>
              </a:xfrm>
              <a:custGeom>
                <a:avLst/>
                <a:gdLst>
                  <a:gd name="connsiteX0" fmla="*/ 0 w 15811"/>
                  <a:gd name="connsiteY0" fmla="*/ 0 h 102648"/>
                  <a:gd name="connsiteX1" fmla="*/ 15812 w 15811"/>
                  <a:gd name="connsiteY1" fmla="*/ 0 h 102648"/>
                  <a:gd name="connsiteX2" fmla="*/ 15812 w 15811"/>
                  <a:gd name="connsiteY2" fmla="*/ 102648 h 102648"/>
                  <a:gd name="connsiteX3" fmla="*/ 0 w 15811"/>
                  <a:gd name="connsiteY3" fmla="*/ 102648 h 102648"/>
                </a:gdLst>
                <a:ahLst/>
                <a:cxnLst>
                  <a:cxn ang="0">
                    <a:pos x="connsiteX0" y="connsiteY0"/>
                  </a:cxn>
                  <a:cxn ang="0">
                    <a:pos x="connsiteX1" y="connsiteY1"/>
                  </a:cxn>
                  <a:cxn ang="0">
                    <a:pos x="connsiteX2" y="connsiteY2"/>
                  </a:cxn>
                  <a:cxn ang="0">
                    <a:pos x="connsiteX3" y="connsiteY3"/>
                  </a:cxn>
                </a:cxnLst>
                <a:rect l="l" t="t" r="r" b="b"/>
                <a:pathLst>
                  <a:path w="15811" h="102648">
                    <a:moveTo>
                      <a:pt x="0" y="0"/>
                    </a:moveTo>
                    <a:lnTo>
                      <a:pt x="15812" y="0"/>
                    </a:lnTo>
                    <a:lnTo>
                      <a:pt x="15812" y="102648"/>
                    </a:lnTo>
                    <a:lnTo>
                      <a:pt x="0" y="10264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38" name="Group 37">
            <a:extLst>
              <a:ext uri="{FF2B5EF4-FFF2-40B4-BE49-F238E27FC236}">
                <a16:creationId xmlns:a16="http://schemas.microsoft.com/office/drawing/2014/main" id="{41134C1F-D7B0-418F-9CB3-01F4FE1DCE3D}"/>
              </a:ext>
            </a:extLst>
          </p:cNvPr>
          <p:cNvGrpSpPr/>
          <p:nvPr/>
        </p:nvGrpSpPr>
        <p:grpSpPr>
          <a:xfrm>
            <a:off x="6588431" y="3527622"/>
            <a:ext cx="758008" cy="2475217"/>
            <a:chOff x="6055031" y="3703187"/>
            <a:chExt cx="758008" cy="2475217"/>
          </a:xfrm>
        </p:grpSpPr>
        <p:cxnSp>
          <p:nvCxnSpPr>
            <p:cNvPr id="371" name="Straight Connector 370">
              <a:extLst>
                <a:ext uri="{FF2B5EF4-FFF2-40B4-BE49-F238E27FC236}">
                  <a16:creationId xmlns:a16="http://schemas.microsoft.com/office/drawing/2014/main" id="{2B357730-66EE-4D05-9D42-5E9C15DB8882}"/>
                </a:ext>
              </a:extLst>
            </p:cNvPr>
            <p:cNvCxnSpPr>
              <a:cxnSpLocks/>
            </p:cNvCxnSpPr>
            <p:nvPr/>
          </p:nvCxnSpPr>
          <p:spPr bwMode="gray">
            <a:xfrm>
              <a:off x="6435266"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72" name="Oval 371">
              <a:extLst>
                <a:ext uri="{FF2B5EF4-FFF2-40B4-BE49-F238E27FC236}">
                  <a16:creationId xmlns:a16="http://schemas.microsoft.com/office/drawing/2014/main" id="{B7148998-8299-41F1-902E-51CFDF76B44B}"/>
                </a:ext>
              </a:extLst>
            </p:cNvPr>
            <p:cNvSpPr/>
            <p:nvPr/>
          </p:nvSpPr>
          <p:spPr>
            <a:xfrm rot="10800000">
              <a:off x="6195205"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373" name="Rounded Rectangle 38">
              <a:extLst>
                <a:ext uri="{FF2B5EF4-FFF2-40B4-BE49-F238E27FC236}">
                  <a16:creationId xmlns:a16="http://schemas.microsoft.com/office/drawing/2014/main" id="{373EF4DE-DB47-4129-8EA9-6EB0B85C7A4D}"/>
                </a:ext>
              </a:extLst>
            </p:cNvPr>
            <p:cNvSpPr/>
            <p:nvPr/>
          </p:nvSpPr>
          <p:spPr>
            <a:xfrm>
              <a:off x="6055031"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Code</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Signing</a:t>
              </a:r>
            </a:p>
          </p:txBody>
        </p:sp>
        <p:pic>
          <p:nvPicPr>
            <p:cNvPr id="375" name="Graphic 374">
              <a:extLst>
                <a:ext uri="{FF2B5EF4-FFF2-40B4-BE49-F238E27FC236}">
                  <a16:creationId xmlns:a16="http://schemas.microsoft.com/office/drawing/2014/main" id="{201DD3BF-E24E-43FA-BB73-773491515021}"/>
                </a:ext>
              </a:extLst>
            </p:cNvPr>
            <p:cNvPicPr>
              <a:picLocks noChangeAspect="1"/>
            </p:cNvPicPr>
            <p:nvPr/>
          </p:nvPicPr>
          <p:blipFill>
            <a:blip r:embed="rId19" cstate="email">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6281929" y="5338153"/>
              <a:ext cx="302147" cy="302147"/>
            </a:xfrm>
            <a:prstGeom prst="rect">
              <a:avLst/>
            </a:prstGeom>
          </p:spPr>
        </p:pic>
      </p:grpSp>
      <p:grpSp>
        <p:nvGrpSpPr>
          <p:cNvPr id="425" name="Group 424">
            <a:extLst>
              <a:ext uri="{FF2B5EF4-FFF2-40B4-BE49-F238E27FC236}">
                <a16:creationId xmlns:a16="http://schemas.microsoft.com/office/drawing/2014/main" id="{8ADED495-DFD1-B871-9E7A-95797ADDAA19}"/>
              </a:ext>
            </a:extLst>
          </p:cNvPr>
          <p:cNvGrpSpPr/>
          <p:nvPr/>
        </p:nvGrpSpPr>
        <p:grpSpPr>
          <a:xfrm>
            <a:off x="6062429" y="3523164"/>
            <a:ext cx="758008" cy="1303912"/>
            <a:chOff x="6062429" y="3523164"/>
            <a:chExt cx="758008" cy="1303912"/>
          </a:xfrm>
        </p:grpSpPr>
        <p:cxnSp>
          <p:nvCxnSpPr>
            <p:cNvPr id="202" name="Straight Connector 201">
              <a:extLst>
                <a:ext uri="{FF2B5EF4-FFF2-40B4-BE49-F238E27FC236}">
                  <a16:creationId xmlns:a16="http://schemas.microsoft.com/office/drawing/2014/main" id="{DCA3FBC8-2853-4807-87E8-853CD8F2D24B}"/>
                </a:ext>
              </a:extLst>
            </p:cNvPr>
            <p:cNvCxnSpPr>
              <a:cxnSpLocks/>
            </p:cNvCxnSpPr>
            <p:nvPr/>
          </p:nvCxnSpPr>
          <p:spPr bwMode="gray">
            <a:xfrm rot="10800000" flipV="1">
              <a:off x="6436085" y="3523164"/>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03" name="Oval 202">
              <a:extLst>
                <a:ext uri="{FF2B5EF4-FFF2-40B4-BE49-F238E27FC236}">
                  <a16:creationId xmlns:a16="http://schemas.microsoft.com/office/drawing/2014/main" id="{661637F9-4DB4-4EA6-A9AD-F69B7E84F73C}"/>
                </a:ext>
              </a:extLst>
            </p:cNvPr>
            <p:cNvSpPr/>
            <p:nvPr/>
          </p:nvSpPr>
          <p:spPr>
            <a:xfrm rot="10800000">
              <a:off x="6202071" y="3887260"/>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204" name="Rounded Rectangle 31">
              <a:extLst>
                <a:ext uri="{FF2B5EF4-FFF2-40B4-BE49-F238E27FC236}">
                  <a16:creationId xmlns:a16="http://schemas.microsoft.com/office/drawing/2014/main" id="{D7C2D375-0129-46F1-9C35-04F1149BC948}"/>
                </a:ext>
              </a:extLst>
            </p:cNvPr>
            <p:cNvSpPr/>
            <p:nvPr/>
          </p:nvSpPr>
          <p:spPr>
            <a:xfrm>
              <a:off x="6062429" y="4448072"/>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Intrusion</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Detection</a:t>
              </a:r>
            </a:p>
          </p:txBody>
        </p:sp>
        <p:grpSp>
          <p:nvGrpSpPr>
            <p:cNvPr id="376" name="Picture Placeholder 95" descr="Detections 3&#10;">
              <a:extLst>
                <a:ext uri="{FF2B5EF4-FFF2-40B4-BE49-F238E27FC236}">
                  <a16:creationId xmlns:a16="http://schemas.microsoft.com/office/drawing/2014/main" id="{5EDF3549-7B0A-44EF-9020-4B229CAB05BB}"/>
                </a:ext>
              </a:extLst>
            </p:cNvPr>
            <p:cNvGrpSpPr>
              <a:grpSpLocks noChangeAspect="1"/>
            </p:cNvGrpSpPr>
            <p:nvPr/>
          </p:nvGrpSpPr>
          <p:grpSpPr>
            <a:xfrm>
              <a:off x="6255780" y="3949239"/>
              <a:ext cx="365760" cy="366898"/>
              <a:chOff x="11081827" y="720438"/>
              <a:chExt cx="600204" cy="602073"/>
            </a:xfrm>
            <a:solidFill>
              <a:schemeClr val="tx1"/>
            </a:solidFill>
          </p:grpSpPr>
          <p:sp>
            <p:nvSpPr>
              <p:cNvPr id="377" name="Picture Placeholder 95">
                <a:extLst>
                  <a:ext uri="{FF2B5EF4-FFF2-40B4-BE49-F238E27FC236}">
                    <a16:creationId xmlns:a16="http://schemas.microsoft.com/office/drawing/2014/main" id="{9531753A-FF39-4D54-9BE7-FAAAF10B9F7D}"/>
                  </a:ext>
                </a:extLst>
              </p:cNvPr>
              <p:cNvSpPr/>
              <p:nvPr/>
            </p:nvSpPr>
            <p:spPr>
              <a:xfrm>
                <a:off x="11373392" y="1258515"/>
                <a:ext cx="15811" cy="62744"/>
              </a:xfrm>
              <a:custGeom>
                <a:avLst/>
                <a:gdLst>
                  <a:gd name="connsiteX0" fmla="*/ 0 w 15811"/>
                  <a:gd name="connsiteY0" fmla="*/ 0 h 62744"/>
                  <a:gd name="connsiteX1" fmla="*/ 15812 w 15811"/>
                  <a:gd name="connsiteY1" fmla="*/ 0 h 62744"/>
                  <a:gd name="connsiteX2" fmla="*/ 15812 w 15811"/>
                  <a:gd name="connsiteY2" fmla="*/ 62744 h 62744"/>
                  <a:gd name="connsiteX3" fmla="*/ 0 w 15811"/>
                  <a:gd name="connsiteY3" fmla="*/ 62744 h 62744"/>
                </a:gdLst>
                <a:ahLst/>
                <a:cxnLst>
                  <a:cxn ang="0">
                    <a:pos x="connsiteX0" y="connsiteY0"/>
                  </a:cxn>
                  <a:cxn ang="0">
                    <a:pos x="connsiteX1" y="connsiteY1"/>
                  </a:cxn>
                  <a:cxn ang="0">
                    <a:pos x="connsiteX2" y="connsiteY2"/>
                  </a:cxn>
                  <a:cxn ang="0">
                    <a:pos x="connsiteX3" y="connsiteY3"/>
                  </a:cxn>
                </a:cxnLst>
                <a:rect l="l" t="t" r="r" b="b"/>
                <a:pathLst>
                  <a:path w="15811" h="62744">
                    <a:moveTo>
                      <a:pt x="0" y="0"/>
                    </a:moveTo>
                    <a:lnTo>
                      <a:pt x="15812" y="0"/>
                    </a:lnTo>
                    <a:lnTo>
                      <a:pt x="15812" y="62744"/>
                    </a:lnTo>
                    <a:lnTo>
                      <a:pt x="0" y="627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378" name="Picture Placeholder 95">
                <a:extLst>
                  <a:ext uri="{FF2B5EF4-FFF2-40B4-BE49-F238E27FC236}">
                    <a16:creationId xmlns:a16="http://schemas.microsoft.com/office/drawing/2014/main" id="{98E5D8D7-105C-42EC-A6A5-2EB8F0C3E2A1}"/>
                  </a:ext>
                </a:extLst>
              </p:cNvPr>
              <p:cNvGrpSpPr/>
              <p:nvPr/>
            </p:nvGrpSpPr>
            <p:grpSpPr>
              <a:xfrm>
                <a:off x="11081827" y="720438"/>
                <a:ext cx="600204" cy="553805"/>
                <a:chOff x="11081827" y="720438"/>
                <a:chExt cx="600204" cy="553805"/>
              </a:xfrm>
              <a:grpFill/>
            </p:grpSpPr>
            <p:grpSp>
              <p:nvGrpSpPr>
                <p:cNvPr id="379" name="Picture Placeholder 95">
                  <a:extLst>
                    <a:ext uri="{FF2B5EF4-FFF2-40B4-BE49-F238E27FC236}">
                      <a16:creationId xmlns:a16="http://schemas.microsoft.com/office/drawing/2014/main" id="{1DAD3A0F-445D-4918-931F-E7E62A4182AA}"/>
                    </a:ext>
                  </a:extLst>
                </p:cNvPr>
                <p:cNvGrpSpPr/>
                <p:nvPr/>
              </p:nvGrpSpPr>
              <p:grpSpPr>
                <a:xfrm>
                  <a:off x="11252592" y="851999"/>
                  <a:ext cx="263103" cy="338137"/>
                  <a:chOff x="11252592" y="851999"/>
                  <a:chExt cx="263103" cy="338137"/>
                </a:xfrm>
                <a:grpFill/>
              </p:grpSpPr>
              <p:sp>
                <p:nvSpPr>
                  <p:cNvPr id="387" name="Picture Placeholder 95">
                    <a:extLst>
                      <a:ext uri="{FF2B5EF4-FFF2-40B4-BE49-F238E27FC236}">
                        <a16:creationId xmlns:a16="http://schemas.microsoft.com/office/drawing/2014/main" id="{7CB1153D-7EC8-4679-A820-0926CBDF52D7}"/>
                      </a:ext>
                    </a:extLst>
                  </p:cNvPr>
                  <p:cNvSpPr/>
                  <p:nvPr/>
                </p:nvSpPr>
                <p:spPr>
                  <a:xfrm>
                    <a:off x="11326589" y="1114014"/>
                    <a:ext cx="125859" cy="61476"/>
                  </a:xfrm>
                  <a:custGeom>
                    <a:avLst/>
                    <a:gdLst>
                      <a:gd name="connsiteX0" fmla="*/ 4427 w 125859"/>
                      <a:gd name="connsiteY0" fmla="*/ 61477 h 61476"/>
                      <a:gd name="connsiteX1" fmla="*/ 0 w 125859"/>
                      <a:gd name="connsiteY1" fmla="*/ 46266 h 61476"/>
                      <a:gd name="connsiteX2" fmla="*/ 67673 w 125859"/>
                      <a:gd name="connsiteY2" fmla="*/ 0 h 61476"/>
                      <a:gd name="connsiteX3" fmla="*/ 80955 w 125859"/>
                      <a:gd name="connsiteY3" fmla="*/ 0 h 61476"/>
                      <a:gd name="connsiteX4" fmla="*/ 125860 w 125859"/>
                      <a:gd name="connsiteY4" fmla="*/ 34858 h 61476"/>
                      <a:gd name="connsiteX5" fmla="*/ 120800 w 125859"/>
                      <a:gd name="connsiteY5" fmla="*/ 50068 h 61476"/>
                      <a:gd name="connsiteX6" fmla="*/ 73998 w 125859"/>
                      <a:gd name="connsiteY6" fmla="*/ 17746 h 61476"/>
                      <a:gd name="connsiteX7" fmla="*/ 4427 w 125859"/>
                      <a:gd name="connsiteY7" fmla="*/ 61477 h 6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859" h="61476">
                        <a:moveTo>
                          <a:pt x="4427" y="61477"/>
                        </a:moveTo>
                        <a:lnTo>
                          <a:pt x="0" y="46266"/>
                        </a:lnTo>
                        <a:cubicBezTo>
                          <a:pt x="632" y="46266"/>
                          <a:pt x="45537" y="32957"/>
                          <a:pt x="67673" y="0"/>
                        </a:cubicBezTo>
                        <a:lnTo>
                          <a:pt x="80955" y="0"/>
                        </a:lnTo>
                        <a:cubicBezTo>
                          <a:pt x="80955" y="0"/>
                          <a:pt x="97399" y="25351"/>
                          <a:pt x="125860" y="34858"/>
                        </a:cubicBezTo>
                        <a:lnTo>
                          <a:pt x="120800" y="50068"/>
                        </a:lnTo>
                        <a:cubicBezTo>
                          <a:pt x="98031" y="42463"/>
                          <a:pt x="82220" y="27252"/>
                          <a:pt x="73998" y="17746"/>
                        </a:cubicBezTo>
                        <a:cubicBezTo>
                          <a:pt x="47435" y="48801"/>
                          <a:pt x="6325" y="60843"/>
                          <a:pt x="4427" y="6147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8" name="Picture Placeholder 95">
                    <a:extLst>
                      <a:ext uri="{FF2B5EF4-FFF2-40B4-BE49-F238E27FC236}">
                        <a16:creationId xmlns:a16="http://schemas.microsoft.com/office/drawing/2014/main" id="{391AEFE5-5BE6-4254-8DE9-D1C01B86DF5E}"/>
                      </a:ext>
                    </a:extLst>
                  </p:cNvPr>
                  <p:cNvSpPr/>
                  <p:nvPr/>
                </p:nvSpPr>
                <p:spPr>
                  <a:xfrm>
                    <a:off x="11367067" y="1148872"/>
                    <a:ext cx="46169" cy="40561"/>
                  </a:xfrm>
                  <a:custGeom>
                    <a:avLst/>
                    <a:gdLst>
                      <a:gd name="connsiteX0" fmla="*/ 3795 w 46169"/>
                      <a:gd name="connsiteY0" fmla="*/ 40562 h 40561"/>
                      <a:gd name="connsiteX1" fmla="*/ 0 w 46169"/>
                      <a:gd name="connsiteY1" fmla="*/ 25351 h 40561"/>
                      <a:gd name="connsiteX2" fmla="*/ 32255 w 46169"/>
                      <a:gd name="connsiteY2" fmla="*/ 0 h 40561"/>
                      <a:gd name="connsiteX3" fmla="*/ 46170 w 46169"/>
                      <a:gd name="connsiteY3" fmla="*/ 7605 h 40561"/>
                      <a:gd name="connsiteX4" fmla="*/ 3795 w 46169"/>
                      <a:gd name="connsiteY4" fmla="*/ 40562 h 405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69" h="40561">
                        <a:moveTo>
                          <a:pt x="3795" y="40562"/>
                        </a:moveTo>
                        <a:lnTo>
                          <a:pt x="0" y="25351"/>
                        </a:lnTo>
                        <a:cubicBezTo>
                          <a:pt x="0" y="25351"/>
                          <a:pt x="20871" y="20281"/>
                          <a:pt x="32255" y="0"/>
                        </a:cubicBezTo>
                        <a:lnTo>
                          <a:pt x="46170" y="7605"/>
                        </a:lnTo>
                        <a:cubicBezTo>
                          <a:pt x="31623" y="34224"/>
                          <a:pt x="5060" y="40562"/>
                          <a:pt x="3795" y="4056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9" name="Picture Placeholder 95">
                    <a:extLst>
                      <a:ext uri="{FF2B5EF4-FFF2-40B4-BE49-F238E27FC236}">
                        <a16:creationId xmlns:a16="http://schemas.microsoft.com/office/drawing/2014/main" id="{B7FB7508-EAB7-47D8-987F-46E11A09B1FF}"/>
                      </a:ext>
                    </a:extLst>
                  </p:cNvPr>
                  <p:cNvSpPr/>
                  <p:nvPr/>
                </p:nvSpPr>
                <p:spPr>
                  <a:xfrm>
                    <a:off x="11413237" y="1082959"/>
                    <a:ext cx="67040" cy="51969"/>
                  </a:xfrm>
                  <a:custGeom>
                    <a:avLst/>
                    <a:gdLst>
                      <a:gd name="connsiteX0" fmla="*/ 63878 w 67040"/>
                      <a:gd name="connsiteY0" fmla="*/ 51970 h 51969"/>
                      <a:gd name="connsiteX1" fmla="*/ 0 w 67040"/>
                      <a:gd name="connsiteY1" fmla="*/ 5070 h 51969"/>
                      <a:gd name="connsiteX2" fmla="*/ 15179 w 67040"/>
                      <a:gd name="connsiteY2" fmla="*/ 0 h 51969"/>
                      <a:gd name="connsiteX3" fmla="*/ 67041 w 67040"/>
                      <a:gd name="connsiteY3" fmla="*/ 36759 h 51969"/>
                      <a:gd name="connsiteX4" fmla="*/ 63878 w 67040"/>
                      <a:gd name="connsiteY4" fmla="*/ 51970 h 519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40" h="51969">
                        <a:moveTo>
                          <a:pt x="63878" y="51970"/>
                        </a:moveTo>
                        <a:cubicBezTo>
                          <a:pt x="61981" y="51336"/>
                          <a:pt x="13282" y="43097"/>
                          <a:pt x="0" y="5070"/>
                        </a:cubicBezTo>
                        <a:lnTo>
                          <a:pt x="15179" y="0"/>
                        </a:lnTo>
                        <a:cubicBezTo>
                          <a:pt x="25931" y="29788"/>
                          <a:pt x="66408" y="36759"/>
                          <a:pt x="67041" y="36759"/>
                        </a:cubicBezTo>
                        <a:lnTo>
                          <a:pt x="63878" y="5197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90" name="Picture Placeholder 95">
                    <a:extLst>
                      <a:ext uri="{FF2B5EF4-FFF2-40B4-BE49-F238E27FC236}">
                        <a16:creationId xmlns:a16="http://schemas.microsoft.com/office/drawing/2014/main" id="{F22FE6D6-8E7A-4CF2-92A9-14D8A3791C9F}"/>
                      </a:ext>
                    </a:extLst>
                  </p:cNvPr>
                  <p:cNvSpPr/>
                  <p:nvPr/>
                </p:nvSpPr>
                <p:spPr>
                  <a:xfrm>
                    <a:off x="11258916" y="920426"/>
                    <a:ext cx="234010" cy="187883"/>
                  </a:xfrm>
                  <a:custGeom>
                    <a:avLst/>
                    <a:gdLst>
                      <a:gd name="connsiteX0" fmla="*/ 230848 w 234010"/>
                      <a:gd name="connsiteY0" fmla="*/ 187884 h 187883"/>
                      <a:gd name="connsiteX1" fmla="*/ 184678 w 234010"/>
                      <a:gd name="connsiteY1" fmla="*/ 139716 h 187883"/>
                      <a:gd name="connsiteX2" fmla="*/ 194165 w 234010"/>
                      <a:gd name="connsiteY2" fmla="*/ 112464 h 187883"/>
                      <a:gd name="connsiteX3" fmla="*/ 199857 w 234010"/>
                      <a:gd name="connsiteY3" fmla="*/ 51621 h 187883"/>
                      <a:gd name="connsiteX4" fmla="*/ 161910 w 234010"/>
                      <a:gd name="connsiteY4" fmla="*/ 19932 h 187883"/>
                      <a:gd name="connsiteX5" fmla="*/ 108151 w 234010"/>
                      <a:gd name="connsiteY5" fmla="*/ 22467 h 187883"/>
                      <a:gd name="connsiteX6" fmla="*/ 78425 w 234010"/>
                      <a:gd name="connsiteY6" fmla="*/ 68733 h 187883"/>
                      <a:gd name="connsiteX7" fmla="*/ 5060 w 234010"/>
                      <a:gd name="connsiteY7" fmla="*/ 147322 h 187883"/>
                      <a:gd name="connsiteX8" fmla="*/ 0 w 234010"/>
                      <a:gd name="connsiteY8" fmla="*/ 132111 h 187883"/>
                      <a:gd name="connsiteX9" fmla="*/ 63246 w 234010"/>
                      <a:gd name="connsiteY9" fmla="*/ 64297 h 187883"/>
                      <a:gd name="connsiteX10" fmla="*/ 100561 w 234010"/>
                      <a:gd name="connsiteY10" fmla="*/ 9158 h 187883"/>
                      <a:gd name="connsiteX11" fmla="*/ 166969 w 234010"/>
                      <a:gd name="connsiteY11" fmla="*/ 5355 h 187883"/>
                      <a:gd name="connsiteX12" fmla="*/ 214404 w 234010"/>
                      <a:gd name="connsiteY12" fmla="*/ 45917 h 187883"/>
                      <a:gd name="connsiteX13" fmla="*/ 208712 w 234010"/>
                      <a:gd name="connsiteY13" fmla="*/ 119436 h 187883"/>
                      <a:gd name="connsiteX14" fmla="*/ 200490 w 234010"/>
                      <a:gd name="connsiteY14" fmla="*/ 143519 h 187883"/>
                      <a:gd name="connsiteX15" fmla="*/ 234010 w 234010"/>
                      <a:gd name="connsiteY15" fmla="*/ 173307 h 187883"/>
                      <a:gd name="connsiteX16" fmla="*/ 230848 w 234010"/>
                      <a:gd name="connsiteY16" fmla="*/ 187884 h 18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4010" h="187883">
                        <a:moveTo>
                          <a:pt x="230848" y="187884"/>
                        </a:moveTo>
                        <a:cubicBezTo>
                          <a:pt x="212507" y="184081"/>
                          <a:pt x="178986" y="170138"/>
                          <a:pt x="184678" y="139716"/>
                        </a:cubicBezTo>
                        <a:cubicBezTo>
                          <a:pt x="186576" y="130210"/>
                          <a:pt x="190370" y="121337"/>
                          <a:pt x="194165" y="112464"/>
                        </a:cubicBezTo>
                        <a:cubicBezTo>
                          <a:pt x="202387" y="93451"/>
                          <a:pt x="209977" y="75071"/>
                          <a:pt x="199857" y="51621"/>
                        </a:cubicBezTo>
                        <a:cubicBezTo>
                          <a:pt x="194165" y="38312"/>
                          <a:pt x="179619" y="26270"/>
                          <a:pt x="161910" y="19932"/>
                        </a:cubicBezTo>
                        <a:cubicBezTo>
                          <a:pt x="142936" y="13595"/>
                          <a:pt x="123962" y="14228"/>
                          <a:pt x="108151" y="22467"/>
                        </a:cubicBezTo>
                        <a:cubicBezTo>
                          <a:pt x="87912" y="33242"/>
                          <a:pt x="83485" y="49720"/>
                          <a:pt x="78425" y="68733"/>
                        </a:cubicBezTo>
                        <a:cubicBezTo>
                          <a:pt x="70836" y="96620"/>
                          <a:pt x="61981" y="127675"/>
                          <a:pt x="5060" y="147322"/>
                        </a:cubicBezTo>
                        <a:lnTo>
                          <a:pt x="0" y="132111"/>
                        </a:lnTo>
                        <a:cubicBezTo>
                          <a:pt x="48699" y="115633"/>
                          <a:pt x="55657" y="90915"/>
                          <a:pt x="63246" y="64297"/>
                        </a:cubicBezTo>
                        <a:cubicBezTo>
                          <a:pt x="68938" y="44016"/>
                          <a:pt x="75263" y="23101"/>
                          <a:pt x="100561" y="9158"/>
                        </a:cubicBezTo>
                        <a:cubicBezTo>
                          <a:pt x="120167" y="-1616"/>
                          <a:pt x="143568" y="-2884"/>
                          <a:pt x="166969" y="5355"/>
                        </a:cubicBezTo>
                        <a:cubicBezTo>
                          <a:pt x="189106" y="12961"/>
                          <a:pt x="206814" y="28171"/>
                          <a:pt x="214404" y="45917"/>
                        </a:cubicBezTo>
                        <a:cubicBezTo>
                          <a:pt x="227053" y="75705"/>
                          <a:pt x="217566" y="98521"/>
                          <a:pt x="208712" y="119436"/>
                        </a:cubicBezTo>
                        <a:cubicBezTo>
                          <a:pt x="204917" y="127675"/>
                          <a:pt x="201755" y="135914"/>
                          <a:pt x="200490" y="143519"/>
                        </a:cubicBezTo>
                        <a:cubicBezTo>
                          <a:pt x="196695" y="165701"/>
                          <a:pt x="234010" y="173307"/>
                          <a:pt x="234010" y="173307"/>
                        </a:cubicBezTo>
                        <a:lnTo>
                          <a:pt x="230848" y="18788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91" name="Picture Placeholder 95">
                    <a:extLst>
                      <a:ext uri="{FF2B5EF4-FFF2-40B4-BE49-F238E27FC236}">
                        <a16:creationId xmlns:a16="http://schemas.microsoft.com/office/drawing/2014/main" id="{D21F653C-3323-4FEB-BDD2-9E74C5B4E55F}"/>
                      </a:ext>
                    </a:extLst>
                  </p:cNvPr>
                  <p:cNvSpPr/>
                  <p:nvPr/>
                </p:nvSpPr>
                <p:spPr>
                  <a:xfrm>
                    <a:off x="11266506" y="955461"/>
                    <a:ext cx="173239" cy="201015"/>
                  </a:xfrm>
                  <a:custGeom>
                    <a:avLst/>
                    <a:gdLst>
                      <a:gd name="connsiteX0" fmla="*/ 38580 w 173239"/>
                      <a:gd name="connsiteY0" fmla="*/ 201016 h 201015"/>
                      <a:gd name="connsiteX1" fmla="*/ 32255 w 173239"/>
                      <a:gd name="connsiteY1" fmla="*/ 186439 h 201015"/>
                      <a:gd name="connsiteX2" fmla="*/ 139774 w 173239"/>
                      <a:gd name="connsiteY2" fmla="*/ 97710 h 201015"/>
                      <a:gd name="connsiteX3" fmla="*/ 152423 w 173239"/>
                      <a:gd name="connsiteY3" fmla="*/ 27994 h 201015"/>
                      <a:gd name="connsiteX4" fmla="*/ 135346 w 173239"/>
                      <a:gd name="connsiteY4" fmla="*/ 16586 h 201015"/>
                      <a:gd name="connsiteX5" fmla="*/ 101194 w 173239"/>
                      <a:gd name="connsiteY5" fmla="*/ 52712 h 201015"/>
                      <a:gd name="connsiteX6" fmla="*/ 86647 w 173239"/>
                      <a:gd name="connsiteY6" fmla="*/ 85668 h 201015"/>
                      <a:gd name="connsiteX7" fmla="*/ 5060 w 173239"/>
                      <a:gd name="connsiteY7" fmla="*/ 146511 h 201015"/>
                      <a:gd name="connsiteX8" fmla="*/ 0 w 173239"/>
                      <a:gd name="connsiteY8" fmla="*/ 131300 h 201015"/>
                      <a:gd name="connsiteX9" fmla="*/ 73365 w 173239"/>
                      <a:gd name="connsiteY9" fmla="*/ 77429 h 201015"/>
                      <a:gd name="connsiteX10" fmla="*/ 87279 w 173239"/>
                      <a:gd name="connsiteY10" fmla="*/ 46374 h 201015"/>
                      <a:gd name="connsiteX11" fmla="*/ 137244 w 173239"/>
                      <a:gd name="connsiteY11" fmla="*/ 108 h 201015"/>
                      <a:gd name="connsiteX12" fmla="*/ 168234 w 173239"/>
                      <a:gd name="connsiteY12" fmla="*/ 20389 h 201015"/>
                      <a:gd name="connsiteX13" fmla="*/ 154320 w 173239"/>
                      <a:gd name="connsiteY13" fmla="*/ 105949 h 201015"/>
                      <a:gd name="connsiteX14" fmla="*/ 38580 w 173239"/>
                      <a:gd name="connsiteY14" fmla="*/ 201016 h 201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3239" h="201015">
                        <a:moveTo>
                          <a:pt x="38580" y="201016"/>
                        </a:moveTo>
                        <a:lnTo>
                          <a:pt x="32255" y="186439"/>
                        </a:lnTo>
                        <a:cubicBezTo>
                          <a:pt x="84117" y="163623"/>
                          <a:pt x="118902" y="125596"/>
                          <a:pt x="139774" y="97710"/>
                        </a:cubicBezTo>
                        <a:cubicBezTo>
                          <a:pt x="153055" y="79964"/>
                          <a:pt x="160645" y="46374"/>
                          <a:pt x="152423" y="27994"/>
                        </a:cubicBezTo>
                        <a:cubicBezTo>
                          <a:pt x="149261" y="21023"/>
                          <a:pt x="143568" y="17220"/>
                          <a:pt x="135346" y="16586"/>
                        </a:cubicBezTo>
                        <a:cubicBezTo>
                          <a:pt x="116373" y="15319"/>
                          <a:pt x="111313" y="26727"/>
                          <a:pt x="101194" y="52712"/>
                        </a:cubicBezTo>
                        <a:cubicBezTo>
                          <a:pt x="97399" y="62852"/>
                          <a:pt x="92972" y="74260"/>
                          <a:pt x="86647" y="85668"/>
                        </a:cubicBezTo>
                        <a:cubicBezTo>
                          <a:pt x="63878" y="126230"/>
                          <a:pt x="6957" y="145877"/>
                          <a:pt x="5060" y="146511"/>
                        </a:cubicBezTo>
                        <a:lnTo>
                          <a:pt x="0" y="131300"/>
                        </a:lnTo>
                        <a:cubicBezTo>
                          <a:pt x="632" y="131300"/>
                          <a:pt x="53127" y="112921"/>
                          <a:pt x="73365" y="77429"/>
                        </a:cubicBezTo>
                        <a:cubicBezTo>
                          <a:pt x="79058" y="67289"/>
                          <a:pt x="83485" y="56515"/>
                          <a:pt x="87279" y="46374"/>
                        </a:cubicBezTo>
                        <a:cubicBezTo>
                          <a:pt x="96766" y="21657"/>
                          <a:pt x="106253" y="-1793"/>
                          <a:pt x="137244" y="108"/>
                        </a:cubicBezTo>
                        <a:cubicBezTo>
                          <a:pt x="151158" y="742"/>
                          <a:pt x="161910" y="8347"/>
                          <a:pt x="168234" y="20389"/>
                        </a:cubicBezTo>
                        <a:cubicBezTo>
                          <a:pt x="179619" y="44473"/>
                          <a:pt x="170132" y="84401"/>
                          <a:pt x="154320" y="105949"/>
                        </a:cubicBezTo>
                        <a:cubicBezTo>
                          <a:pt x="130919" y="136371"/>
                          <a:pt x="93604" y="176932"/>
                          <a:pt x="38580" y="20101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92" name="Picture Placeholder 95">
                    <a:extLst>
                      <a:ext uri="{FF2B5EF4-FFF2-40B4-BE49-F238E27FC236}">
                        <a16:creationId xmlns:a16="http://schemas.microsoft.com/office/drawing/2014/main" id="{A8B7C22C-C94E-4EA0-8C41-5B962862BC45}"/>
                      </a:ext>
                    </a:extLst>
                  </p:cNvPr>
                  <p:cNvSpPr/>
                  <p:nvPr/>
                </p:nvSpPr>
                <p:spPr>
                  <a:xfrm>
                    <a:off x="11279155" y="998032"/>
                    <a:ext cx="125227" cy="131192"/>
                  </a:xfrm>
                  <a:custGeom>
                    <a:avLst/>
                    <a:gdLst>
                      <a:gd name="connsiteX0" fmla="*/ 5060 w 125227"/>
                      <a:gd name="connsiteY0" fmla="*/ 131192 h 131192"/>
                      <a:gd name="connsiteX1" fmla="*/ 0 w 125227"/>
                      <a:gd name="connsiteY1" fmla="*/ 115981 h 131192"/>
                      <a:gd name="connsiteX2" fmla="*/ 109416 w 125227"/>
                      <a:gd name="connsiteY2" fmla="*/ 0 h 131192"/>
                      <a:gd name="connsiteX3" fmla="*/ 125227 w 125227"/>
                      <a:gd name="connsiteY3" fmla="*/ 634 h 131192"/>
                      <a:gd name="connsiteX4" fmla="*/ 5060 w 125227"/>
                      <a:gd name="connsiteY4" fmla="*/ 131192 h 131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27" h="131192">
                        <a:moveTo>
                          <a:pt x="5060" y="131192"/>
                        </a:moveTo>
                        <a:lnTo>
                          <a:pt x="0" y="115981"/>
                        </a:lnTo>
                        <a:cubicBezTo>
                          <a:pt x="1265" y="115348"/>
                          <a:pt x="104988" y="77955"/>
                          <a:pt x="109416" y="0"/>
                        </a:cubicBezTo>
                        <a:lnTo>
                          <a:pt x="125227" y="634"/>
                        </a:lnTo>
                        <a:cubicBezTo>
                          <a:pt x="120167" y="89363"/>
                          <a:pt x="10119" y="129291"/>
                          <a:pt x="5060" y="13119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93" name="Picture Placeholder 95">
                    <a:extLst>
                      <a:ext uri="{FF2B5EF4-FFF2-40B4-BE49-F238E27FC236}">
                        <a16:creationId xmlns:a16="http://schemas.microsoft.com/office/drawing/2014/main" id="{B0CC83C3-5B78-42D7-8DF3-C2FACE64C745}"/>
                      </a:ext>
                    </a:extLst>
                  </p:cNvPr>
                  <p:cNvSpPr/>
                  <p:nvPr/>
                </p:nvSpPr>
                <p:spPr>
                  <a:xfrm>
                    <a:off x="11254489" y="886878"/>
                    <a:ext cx="260481" cy="187842"/>
                  </a:xfrm>
                  <a:custGeom>
                    <a:avLst/>
                    <a:gdLst>
                      <a:gd name="connsiteX0" fmla="*/ 240335 w 260481"/>
                      <a:gd name="connsiteY0" fmla="*/ 187842 h 187842"/>
                      <a:gd name="connsiteX1" fmla="*/ 226421 w 260481"/>
                      <a:gd name="connsiteY1" fmla="*/ 180871 h 187842"/>
                      <a:gd name="connsiteX2" fmla="*/ 239070 w 260481"/>
                      <a:gd name="connsiteY2" fmla="*/ 81367 h 187842"/>
                      <a:gd name="connsiteX3" fmla="*/ 187841 w 260481"/>
                      <a:gd name="connsiteY3" fmla="*/ 28130 h 187842"/>
                      <a:gd name="connsiteX4" fmla="*/ 73365 w 260481"/>
                      <a:gd name="connsiteY4" fmla="*/ 40806 h 187842"/>
                      <a:gd name="connsiteX5" fmla="*/ 47435 w 260481"/>
                      <a:gd name="connsiteY5" fmla="*/ 90240 h 187842"/>
                      <a:gd name="connsiteX6" fmla="*/ 0 w 260481"/>
                      <a:gd name="connsiteY6" fmla="*/ 138407 h 187842"/>
                      <a:gd name="connsiteX7" fmla="*/ 0 w 260481"/>
                      <a:gd name="connsiteY7" fmla="*/ 122563 h 187842"/>
                      <a:gd name="connsiteX8" fmla="*/ 32255 w 260481"/>
                      <a:gd name="connsiteY8" fmla="*/ 85170 h 187842"/>
                      <a:gd name="connsiteX9" fmla="*/ 61981 w 260481"/>
                      <a:gd name="connsiteY9" fmla="*/ 29398 h 187842"/>
                      <a:gd name="connsiteX10" fmla="*/ 193533 w 260481"/>
                      <a:gd name="connsiteY10" fmla="*/ 12919 h 187842"/>
                      <a:gd name="connsiteX11" fmla="*/ 253616 w 260481"/>
                      <a:gd name="connsiteY11" fmla="*/ 75663 h 187842"/>
                      <a:gd name="connsiteX12" fmla="*/ 240335 w 260481"/>
                      <a:gd name="connsiteY12" fmla="*/ 187842 h 18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0481" h="187842">
                        <a:moveTo>
                          <a:pt x="240335" y="187842"/>
                        </a:moveTo>
                        <a:lnTo>
                          <a:pt x="226421" y="180871"/>
                        </a:lnTo>
                        <a:cubicBezTo>
                          <a:pt x="245394" y="143478"/>
                          <a:pt x="249822" y="110521"/>
                          <a:pt x="239070" y="81367"/>
                        </a:cubicBezTo>
                        <a:cubicBezTo>
                          <a:pt x="228951" y="53481"/>
                          <a:pt x="205550" y="35102"/>
                          <a:pt x="187841" y="28130"/>
                        </a:cubicBezTo>
                        <a:cubicBezTo>
                          <a:pt x="161277" y="16722"/>
                          <a:pt x="110048" y="4046"/>
                          <a:pt x="73365" y="40806"/>
                        </a:cubicBezTo>
                        <a:cubicBezTo>
                          <a:pt x="59451" y="54749"/>
                          <a:pt x="53127" y="73128"/>
                          <a:pt x="47435" y="90240"/>
                        </a:cubicBezTo>
                        <a:cubicBezTo>
                          <a:pt x="39845" y="113690"/>
                          <a:pt x="31623" y="138407"/>
                          <a:pt x="0" y="138407"/>
                        </a:cubicBezTo>
                        <a:lnTo>
                          <a:pt x="0" y="122563"/>
                        </a:lnTo>
                        <a:cubicBezTo>
                          <a:pt x="18974" y="122563"/>
                          <a:pt x="24033" y="110521"/>
                          <a:pt x="32255" y="85170"/>
                        </a:cubicBezTo>
                        <a:cubicBezTo>
                          <a:pt x="38580" y="66790"/>
                          <a:pt x="44905" y="46510"/>
                          <a:pt x="61981" y="29398"/>
                        </a:cubicBezTo>
                        <a:cubicBezTo>
                          <a:pt x="105621" y="-14333"/>
                          <a:pt x="163175" y="244"/>
                          <a:pt x="193533" y="12919"/>
                        </a:cubicBezTo>
                        <a:cubicBezTo>
                          <a:pt x="203652" y="17356"/>
                          <a:pt x="238437" y="34468"/>
                          <a:pt x="253616" y="75663"/>
                        </a:cubicBezTo>
                        <a:cubicBezTo>
                          <a:pt x="266266" y="109254"/>
                          <a:pt x="261206" y="146646"/>
                          <a:pt x="240335" y="18784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94" name="Picture Placeholder 95">
                    <a:extLst>
                      <a:ext uri="{FF2B5EF4-FFF2-40B4-BE49-F238E27FC236}">
                        <a16:creationId xmlns:a16="http://schemas.microsoft.com/office/drawing/2014/main" id="{C9C1BABD-64B9-43B0-BEEF-12CC23CC9E9A}"/>
                      </a:ext>
                    </a:extLst>
                  </p:cNvPr>
                  <p:cNvSpPr/>
                  <p:nvPr/>
                </p:nvSpPr>
                <p:spPr>
                  <a:xfrm>
                    <a:off x="11252592" y="851999"/>
                    <a:ext cx="263103" cy="132723"/>
                  </a:xfrm>
                  <a:custGeom>
                    <a:avLst/>
                    <a:gdLst>
                      <a:gd name="connsiteX0" fmla="*/ 15812 w 263103"/>
                      <a:gd name="connsiteY0" fmla="*/ 132724 h 132723"/>
                      <a:gd name="connsiteX1" fmla="*/ 0 w 263103"/>
                      <a:gd name="connsiteY1" fmla="*/ 132724 h 132723"/>
                      <a:gd name="connsiteX2" fmla="*/ 91074 w 263103"/>
                      <a:gd name="connsiteY2" fmla="*/ 5968 h 132723"/>
                      <a:gd name="connsiteX3" fmla="*/ 263103 w 263103"/>
                      <a:gd name="connsiteY3" fmla="*/ 58572 h 132723"/>
                      <a:gd name="connsiteX4" fmla="*/ 250454 w 263103"/>
                      <a:gd name="connsiteY4" fmla="*/ 68079 h 132723"/>
                      <a:gd name="connsiteX5" fmla="*/ 94869 w 263103"/>
                      <a:gd name="connsiteY5" fmla="*/ 21179 h 132723"/>
                      <a:gd name="connsiteX6" fmla="*/ 15812 w 263103"/>
                      <a:gd name="connsiteY6" fmla="*/ 132724 h 13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3103" h="132723">
                        <a:moveTo>
                          <a:pt x="15812" y="132724"/>
                        </a:moveTo>
                        <a:lnTo>
                          <a:pt x="0" y="132724"/>
                        </a:lnTo>
                        <a:cubicBezTo>
                          <a:pt x="0" y="131456"/>
                          <a:pt x="2530" y="24982"/>
                          <a:pt x="91074" y="5968"/>
                        </a:cubicBezTo>
                        <a:cubicBezTo>
                          <a:pt x="185943" y="-14946"/>
                          <a:pt x="237173" y="23080"/>
                          <a:pt x="263103" y="58572"/>
                        </a:cubicBezTo>
                        <a:lnTo>
                          <a:pt x="250454" y="68079"/>
                        </a:lnTo>
                        <a:cubicBezTo>
                          <a:pt x="227686" y="36390"/>
                          <a:pt x="181516" y="2799"/>
                          <a:pt x="94869" y="21179"/>
                        </a:cubicBezTo>
                        <a:cubicBezTo>
                          <a:pt x="18341" y="37657"/>
                          <a:pt x="15812" y="128921"/>
                          <a:pt x="15812" y="13272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380" name="Picture Placeholder 95">
                  <a:extLst>
                    <a:ext uri="{FF2B5EF4-FFF2-40B4-BE49-F238E27FC236}">
                      <a16:creationId xmlns:a16="http://schemas.microsoft.com/office/drawing/2014/main" id="{3D317DA8-3840-42FC-B3E8-B2D7ADA061D2}"/>
                    </a:ext>
                  </a:extLst>
                </p:cNvPr>
                <p:cNvSpPr/>
                <p:nvPr/>
              </p:nvSpPr>
              <p:spPr>
                <a:xfrm>
                  <a:off x="11406912" y="768605"/>
                  <a:ext cx="227685" cy="228793"/>
                </a:xfrm>
                <a:custGeom>
                  <a:avLst/>
                  <a:gdLst>
                    <a:gd name="connsiteX0" fmla="*/ 227686 w 227685"/>
                    <a:gd name="connsiteY0" fmla="*/ 228794 h 228793"/>
                    <a:gd name="connsiteX1" fmla="*/ 0 w 227685"/>
                    <a:gd name="connsiteY1" fmla="*/ 0 h 228793"/>
                    <a:gd name="connsiteX2" fmla="*/ 0 w 227685"/>
                    <a:gd name="connsiteY2" fmla="*/ 15844 h 228793"/>
                    <a:gd name="connsiteX3" fmla="*/ 211874 w 227685"/>
                    <a:gd name="connsiteY3" fmla="*/ 228794 h 228793"/>
                    <a:gd name="connsiteX4" fmla="*/ 227686 w 227685"/>
                    <a:gd name="connsiteY4" fmla="*/ 228794 h 228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85" h="228793">
                      <a:moveTo>
                        <a:pt x="227686" y="228794"/>
                      </a:moveTo>
                      <a:cubicBezTo>
                        <a:pt x="216301" y="107742"/>
                        <a:pt x="120167" y="11408"/>
                        <a:pt x="0" y="0"/>
                      </a:cubicBezTo>
                      <a:lnTo>
                        <a:pt x="0" y="15844"/>
                      </a:lnTo>
                      <a:cubicBezTo>
                        <a:pt x="111945" y="27252"/>
                        <a:pt x="201122" y="116615"/>
                        <a:pt x="211874" y="228794"/>
                      </a:cubicBezTo>
                      <a:lnTo>
                        <a:pt x="227686" y="22879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1" name="Picture Placeholder 95">
                  <a:extLst>
                    <a:ext uri="{FF2B5EF4-FFF2-40B4-BE49-F238E27FC236}">
                      <a16:creationId xmlns:a16="http://schemas.microsoft.com/office/drawing/2014/main" id="{C383FA5A-C00A-4644-91BF-597B741BD9A1}"/>
                    </a:ext>
                  </a:extLst>
                </p:cNvPr>
                <p:cNvSpPr/>
                <p:nvPr/>
              </p:nvSpPr>
              <p:spPr>
                <a:xfrm>
                  <a:off x="11081827" y="1013243"/>
                  <a:ext cx="63878" cy="15844"/>
                </a:xfrm>
                <a:custGeom>
                  <a:avLst/>
                  <a:gdLst>
                    <a:gd name="connsiteX0" fmla="*/ 0 w 63878"/>
                    <a:gd name="connsiteY0" fmla="*/ 0 h 15844"/>
                    <a:gd name="connsiteX1" fmla="*/ 63878 w 63878"/>
                    <a:gd name="connsiteY1" fmla="*/ 0 h 15844"/>
                    <a:gd name="connsiteX2" fmla="*/ 63878 w 63878"/>
                    <a:gd name="connsiteY2" fmla="*/ 15844 h 15844"/>
                    <a:gd name="connsiteX3" fmla="*/ 0 w 63878"/>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3878" h="15844">
                      <a:moveTo>
                        <a:pt x="0" y="0"/>
                      </a:moveTo>
                      <a:lnTo>
                        <a:pt x="63878" y="0"/>
                      </a:lnTo>
                      <a:lnTo>
                        <a:pt x="63878"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2" name="Picture Placeholder 95">
                  <a:extLst>
                    <a:ext uri="{FF2B5EF4-FFF2-40B4-BE49-F238E27FC236}">
                      <a16:creationId xmlns:a16="http://schemas.microsoft.com/office/drawing/2014/main" id="{8EFF5777-6C41-41F2-8AFB-56DBB89F472D}"/>
                    </a:ext>
                  </a:extLst>
                </p:cNvPr>
                <p:cNvSpPr/>
                <p:nvPr/>
              </p:nvSpPr>
              <p:spPr>
                <a:xfrm>
                  <a:off x="11373392" y="720438"/>
                  <a:ext cx="15811" cy="63377"/>
                </a:xfrm>
                <a:custGeom>
                  <a:avLst/>
                  <a:gdLst>
                    <a:gd name="connsiteX0" fmla="*/ 0 w 15811"/>
                    <a:gd name="connsiteY0" fmla="*/ 0 h 63377"/>
                    <a:gd name="connsiteX1" fmla="*/ 15812 w 15811"/>
                    <a:gd name="connsiteY1" fmla="*/ 0 h 63377"/>
                    <a:gd name="connsiteX2" fmla="*/ 15812 w 15811"/>
                    <a:gd name="connsiteY2" fmla="*/ 63378 h 63377"/>
                    <a:gd name="connsiteX3" fmla="*/ 0 w 15811"/>
                    <a:gd name="connsiteY3" fmla="*/ 63378 h 63377"/>
                  </a:gdLst>
                  <a:ahLst/>
                  <a:cxnLst>
                    <a:cxn ang="0">
                      <a:pos x="connsiteX0" y="connsiteY0"/>
                    </a:cxn>
                    <a:cxn ang="0">
                      <a:pos x="connsiteX1" y="connsiteY1"/>
                    </a:cxn>
                    <a:cxn ang="0">
                      <a:pos x="connsiteX2" y="connsiteY2"/>
                    </a:cxn>
                    <a:cxn ang="0">
                      <a:pos x="connsiteX3" y="connsiteY3"/>
                    </a:cxn>
                  </a:cxnLst>
                  <a:rect l="l" t="t" r="r" b="b"/>
                  <a:pathLst>
                    <a:path w="15811" h="63377">
                      <a:moveTo>
                        <a:pt x="0" y="0"/>
                      </a:moveTo>
                      <a:lnTo>
                        <a:pt x="15812" y="0"/>
                      </a:lnTo>
                      <a:lnTo>
                        <a:pt x="15812" y="63378"/>
                      </a:lnTo>
                      <a:lnTo>
                        <a:pt x="0" y="6337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3" name="Picture Placeholder 95">
                  <a:extLst>
                    <a:ext uri="{FF2B5EF4-FFF2-40B4-BE49-F238E27FC236}">
                      <a16:creationId xmlns:a16="http://schemas.microsoft.com/office/drawing/2014/main" id="{08115888-F720-46C5-AAC4-8C2CC2C8259F}"/>
                    </a:ext>
                  </a:extLst>
                </p:cNvPr>
                <p:cNvSpPr/>
                <p:nvPr/>
              </p:nvSpPr>
              <p:spPr>
                <a:xfrm>
                  <a:off x="11619418" y="1013243"/>
                  <a:ext cx="62613" cy="15844"/>
                </a:xfrm>
                <a:custGeom>
                  <a:avLst/>
                  <a:gdLst>
                    <a:gd name="connsiteX0" fmla="*/ 0 w 62613"/>
                    <a:gd name="connsiteY0" fmla="*/ 0 h 15844"/>
                    <a:gd name="connsiteX1" fmla="*/ 62614 w 62613"/>
                    <a:gd name="connsiteY1" fmla="*/ 0 h 15844"/>
                    <a:gd name="connsiteX2" fmla="*/ 62614 w 62613"/>
                    <a:gd name="connsiteY2" fmla="*/ 15844 h 15844"/>
                    <a:gd name="connsiteX3" fmla="*/ 0 w 62613"/>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2613" h="15844">
                      <a:moveTo>
                        <a:pt x="0" y="0"/>
                      </a:moveTo>
                      <a:lnTo>
                        <a:pt x="62614" y="0"/>
                      </a:lnTo>
                      <a:lnTo>
                        <a:pt x="62614"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4" name="Picture Placeholder 95">
                  <a:extLst>
                    <a:ext uri="{FF2B5EF4-FFF2-40B4-BE49-F238E27FC236}">
                      <a16:creationId xmlns:a16="http://schemas.microsoft.com/office/drawing/2014/main" id="{F50F6095-1383-4C69-96AA-10AF35A6AF85}"/>
                    </a:ext>
                  </a:extLst>
                </p:cNvPr>
                <p:cNvSpPr/>
                <p:nvPr/>
              </p:nvSpPr>
              <p:spPr>
                <a:xfrm>
                  <a:off x="11405015" y="1043664"/>
                  <a:ext cx="229582" cy="229427"/>
                </a:xfrm>
                <a:custGeom>
                  <a:avLst/>
                  <a:gdLst>
                    <a:gd name="connsiteX0" fmla="*/ 213771 w 229582"/>
                    <a:gd name="connsiteY0" fmla="*/ 634 h 229427"/>
                    <a:gd name="connsiteX1" fmla="*/ 0 w 229582"/>
                    <a:gd name="connsiteY1" fmla="*/ 213583 h 229427"/>
                    <a:gd name="connsiteX2" fmla="*/ 0 w 229582"/>
                    <a:gd name="connsiteY2" fmla="*/ 229428 h 229427"/>
                    <a:gd name="connsiteX3" fmla="*/ 229583 w 229582"/>
                    <a:gd name="connsiteY3" fmla="*/ 0 h 229427"/>
                    <a:gd name="connsiteX4" fmla="*/ 213771 w 229582"/>
                    <a:gd name="connsiteY4" fmla="*/ 0 h 229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582" h="229427">
                      <a:moveTo>
                        <a:pt x="213771" y="634"/>
                      </a:moveTo>
                      <a:cubicBezTo>
                        <a:pt x="203020" y="113446"/>
                        <a:pt x="113210" y="203443"/>
                        <a:pt x="0" y="213583"/>
                      </a:cubicBezTo>
                      <a:lnTo>
                        <a:pt x="0" y="229428"/>
                      </a:lnTo>
                      <a:cubicBezTo>
                        <a:pt x="121432" y="218654"/>
                        <a:pt x="218199" y="121685"/>
                        <a:pt x="229583" y="0"/>
                      </a:cubicBezTo>
                      <a:lnTo>
                        <a:pt x="213771"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5" name="Picture Placeholder 95">
                  <a:extLst>
                    <a:ext uri="{FF2B5EF4-FFF2-40B4-BE49-F238E27FC236}">
                      <a16:creationId xmlns:a16="http://schemas.microsoft.com/office/drawing/2014/main" id="{047F626C-0EC2-4D61-ACE9-91F59A3DD6EE}"/>
                    </a:ext>
                  </a:extLst>
                </p:cNvPr>
                <p:cNvSpPr/>
                <p:nvPr/>
              </p:nvSpPr>
              <p:spPr>
                <a:xfrm>
                  <a:off x="11130527" y="769238"/>
                  <a:ext cx="225788" cy="228160"/>
                </a:xfrm>
                <a:custGeom>
                  <a:avLst/>
                  <a:gdLst>
                    <a:gd name="connsiteX0" fmla="*/ 0 w 225788"/>
                    <a:gd name="connsiteY0" fmla="*/ 228160 h 228160"/>
                    <a:gd name="connsiteX1" fmla="*/ 15812 w 225788"/>
                    <a:gd name="connsiteY1" fmla="*/ 228160 h 228160"/>
                    <a:gd name="connsiteX2" fmla="*/ 225788 w 225788"/>
                    <a:gd name="connsiteY2" fmla="*/ 15844 h 228160"/>
                    <a:gd name="connsiteX3" fmla="*/ 225788 w 225788"/>
                    <a:gd name="connsiteY3" fmla="*/ 0 h 228160"/>
                    <a:gd name="connsiteX4" fmla="*/ 0 w 225788"/>
                    <a:gd name="connsiteY4" fmla="*/ 228160 h 22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8" h="228160">
                      <a:moveTo>
                        <a:pt x="0" y="228160"/>
                      </a:moveTo>
                      <a:lnTo>
                        <a:pt x="15812" y="228160"/>
                      </a:lnTo>
                      <a:cubicBezTo>
                        <a:pt x="26563" y="116615"/>
                        <a:pt x="115108" y="27886"/>
                        <a:pt x="225788" y="15844"/>
                      </a:cubicBezTo>
                      <a:lnTo>
                        <a:pt x="225788" y="0"/>
                      </a:lnTo>
                      <a:cubicBezTo>
                        <a:pt x="106886" y="12042"/>
                        <a:pt x="11384" y="108376"/>
                        <a:pt x="0" y="22816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6" name="Picture Placeholder 95">
                  <a:extLst>
                    <a:ext uri="{FF2B5EF4-FFF2-40B4-BE49-F238E27FC236}">
                      <a16:creationId xmlns:a16="http://schemas.microsoft.com/office/drawing/2014/main" id="{E015ED5D-A1D1-4AD0-A47A-AC7980D27A65}"/>
                    </a:ext>
                  </a:extLst>
                </p:cNvPr>
                <p:cNvSpPr/>
                <p:nvPr/>
              </p:nvSpPr>
              <p:spPr>
                <a:xfrm>
                  <a:off x="11130527" y="1044298"/>
                  <a:ext cx="227685" cy="228793"/>
                </a:xfrm>
                <a:custGeom>
                  <a:avLst/>
                  <a:gdLst>
                    <a:gd name="connsiteX0" fmla="*/ 15812 w 227685"/>
                    <a:gd name="connsiteY0" fmla="*/ 0 h 228793"/>
                    <a:gd name="connsiteX1" fmla="*/ 0 w 227685"/>
                    <a:gd name="connsiteY1" fmla="*/ 0 h 228793"/>
                    <a:gd name="connsiteX2" fmla="*/ 227686 w 227685"/>
                    <a:gd name="connsiteY2" fmla="*/ 228794 h 228793"/>
                    <a:gd name="connsiteX3" fmla="*/ 227686 w 227685"/>
                    <a:gd name="connsiteY3" fmla="*/ 212950 h 228793"/>
                    <a:gd name="connsiteX4" fmla="*/ 15812 w 227685"/>
                    <a:gd name="connsiteY4" fmla="*/ 0 h 228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85" h="228793">
                      <a:moveTo>
                        <a:pt x="15812" y="0"/>
                      </a:moveTo>
                      <a:lnTo>
                        <a:pt x="0" y="0"/>
                      </a:lnTo>
                      <a:cubicBezTo>
                        <a:pt x="11384" y="120418"/>
                        <a:pt x="106886" y="217386"/>
                        <a:pt x="227686" y="228794"/>
                      </a:cubicBezTo>
                      <a:lnTo>
                        <a:pt x="227686" y="212950"/>
                      </a:lnTo>
                      <a:cubicBezTo>
                        <a:pt x="115740" y="201541"/>
                        <a:pt x="27196" y="111545"/>
                        <a:pt x="15812"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grpSp>
        <p:nvGrpSpPr>
          <p:cNvPr id="30" name="Group 29">
            <a:extLst>
              <a:ext uri="{FF2B5EF4-FFF2-40B4-BE49-F238E27FC236}">
                <a16:creationId xmlns:a16="http://schemas.microsoft.com/office/drawing/2014/main" id="{757BEE99-1A78-48D7-A13F-01FCF9DBB7E6}"/>
              </a:ext>
            </a:extLst>
          </p:cNvPr>
          <p:cNvGrpSpPr/>
          <p:nvPr/>
        </p:nvGrpSpPr>
        <p:grpSpPr>
          <a:xfrm>
            <a:off x="7122410" y="3520028"/>
            <a:ext cx="758008" cy="1305480"/>
            <a:chOff x="6640471" y="3695593"/>
            <a:chExt cx="758008" cy="1305480"/>
          </a:xfrm>
        </p:grpSpPr>
        <p:cxnSp>
          <p:nvCxnSpPr>
            <p:cNvPr id="119" name="Straight Connector 118">
              <a:extLst>
                <a:ext uri="{FF2B5EF4-FFF2-40B4-BE49-F238E27FC236}">
                  <a16:creationId xmlns:a16="http://schemas.microsoft.com/office/drawing/2014/main" id="{FF399BF3-9474-B847-AB36-6BE4F843D26F}"/>
                </a:ext>
              </a:extLst>
            </p:cNvPr>
            <p:cNvCxnSpPr>
              <a:cxnSpLocks/>
            </p:cNvCxnSpPr>
            <p:nvPr/>
          </p:nvCxnSpPr>
          <p:spPr bwMode="gray">
            <a:xfrm rot="10800000" flipV="1">
              <a:off x="7020173" y="369559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20" name="Oval 119">
              <a:extLst>
                <a:ext uri="{FF2B5EF4-FFF2-40B4-BE49-F238E27FC236}">
                  <a16:creationId xmlns:a16="http://schemas.microsoft.com/office/drawing/2014/main" id="{50A6BF1B-1C4A-884E-8E7C-EC5DB6885206}"/>
                </a:ext>
              </a:extLst>
            </p:cNvPr>
            <p:cNvSpPr/>
            <p:nvPr/>
          </p:nvSpPr>
          <p:spPr>
            <a:xfrm rot="10800000">
              <a:off x="6780113" y="406125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32" name="Rounded Rectangle 31">
              <a:extLst>
                <a:ext uri="{FF2B5EF4-FFF2-40B4-BE49-F238E27FC236}">
                  <a16:creationId xmlns:a16="http://schemas.microsoft.com/office/drawing/2014/main" id="{58E35201-52F3-374C-8129-5B38B9BFE232}"/>
                </a:ext>
              </a:extLst>
            </p:cNvPr>
            <p:cNvSpPr/>
            <p:nvPr/>
          </p:nvSpPr>
          <p:spPr>
            <a:xfrm>
              <a:off x="6640471" y="4622069"/>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Behavioral</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Analysis</a:t>
              </a:r>
            </a:p>
          </p:txBody>
        </p:sp>
        <p:grpSp>
          <p:nvGrpSpPr>
            <p:cNvPr id="395" name="Picture Placeholder 81" descr="Defense Secure&#10;">
              <a:extLst>
                <a:ext uri="{FF2B5EF4-FFF2-40B4-BE49-F238E27FC236}">
                  <a16:creationId xmlns:a16="http://schemas.microsoft.com/office/drawing/2014/main" id="{A83897B1-A31E-4CE8-A13B-E6CE2D01079B}"/>
                </a:ext>
              </a:extLst>
            </p:cNvPr>
            <p:cNvGrpSpPr>
              <a:grpSpLocks noChangeAspect="1"/>
            </p:cNvGrpSpPr>
            <p:nvPr/>
          </p:nvGrpSpPr>
          <p:grpSpPr>
            <a:xfrm>
              <a:off x="6907343" y="4179228"/>
              <a:ext cx="232985" cy="274320"/>
              <a:chOff x="9808294" y="719639"/>
              <a:chExt cx="509762" cy="600204"/>
            </a:xfrm>
            <a:solidFill>
              <a:schemeClr val="tx1"/>
            </a:solidFill>
          </p:grpSpPr>
          <p:sp>
            <p:nvSpPr>
              <p:cNvPr id="396" name="Picture Placeholder 81">
                <a:extLst>
                  <a:ext uri="{FF2B5EF4-FFF2-40B4-BE49-F238E27FC236}">
                    <a16:creationId xmlns:a16="http://schemas.microsoft.com/office/drawing/2014/main" id="{18E4D0A4-634C-4ADA-BDBC-C48A46F8CEE0}"/>
                  </a:ext>
                </a:extLst>
              </p:cNvPr>
              <p:cNvSpPr/>
              <p:nvPr/>
            </p:nvSpPr>
            <p:spPr>
              <a:xfrm>
                <a:off x="9970836" y="882814"/>
                <a:ext cx="184678" cy="274487"/>
              </a:xfrm>
              <a:custGeom>
                <a:avLst/>
                <a:gdLst>
                  <a:gd name="connsiteX0" fmla="*/ 146731 w 184678"/>
                  <a:gd name="connsiteY0" fmla="*/ 107518 h 274487"/>
                  <a:gd name="connsiteX1" fmla="*/ 146731 w 184678"/>
                  <a:gd name="connsiteY1" fmla="*/ 55024 h 274487"/>
                  <a:gd name="connsiteX2" fmla="*/ 96766 w 184678"/>
                  <a:gd name="connsiteY2" fmla="*/ 0 h 274487"/>
                  <a:gd name="connsiteX3" fmla="*/ 88544 w 184678"/>
                  <a:gd name="connsiteY3" fmla="*/ 0 h 274487"/>
                  <a:gd name="connsiteX4" fmla="*/ 38580 w 184678"/>
                  <a:gd name="connsiteY4" fmla="*/ 55024 h 274487"/>
                  <a:gd name="connsiteX5" fmla="*/ 38580 w 184678"/>
                  <a:gd name="connsiteY5" fmla="*/ 107518 h 274487"/>
                  <a:gd name="connsiteX6" fmla="*/ 0 w 184678"/>
                  <a:gd name="connsiteY6" fmla="*/ 182148 h 274487"/>
                  <a:gd name="connsiteX7" fmla="*/ 92339 w 184678"/>
                  <a:gd name="connsiteY7" fmla="*/ 274488 h 274487"/>
                  <a:gd name="connsiteX8" fmla="*/ 184678 w 184678"/>
                  <a:gd name="connsiteY8" fmla="*/ 182148 h 274487"/>
                  <a:gd name="connsiteX9" fmla="*/ 146731 w 184678"/>
                  <a:gd name="connsiteY9" fmla="*/ 107518 h 274487"/>
                  <a:gd name="connsiteX10" fmla="*/ 53759 w 184678"/>
                  <a:gd name="connsiteY10" fmla="*/ 55024 h 274487"/>
                  <a:gd name="connsiteX11" fmla="*/ 87912 w 184678"/>
                  <a:gd name="connsiteY11" fmla="*/ 15812 h 274487"/>
                  <a:gd name="connsiteX12" fmla="*/ 96134 w 184678"/>
                  <a:gd name="connsiteY12" fmla="*/ 15812 h 274487"/>
                  <a:gd name="connsiteX13" fmla="*/ 130287 w 184678"/>
                  <a:gd name="connsiteY13" fmla="*/ 55024 h 274487"/>
                  <a:gd name="connsiteX14" fmla="*/ 130287 w 184678"/>
                  <a:gd name="connsiteY14" fmla="*/ 98031 h 274487"/>
                  <a:gd name="connsiteX15" fmla="*/ 91707 w 184678"/>
                  <a:gd name="connsiteY15" fmla="*/ 89809 h 274487"/>
                  <a:gd name="connsiteX16" fmla="*/ 53127 w 184678"/>
                  <a:gd name="connsiteY16" fmla="*/ 98031 h 274487"/>
                  <a:gd name="connsiteX17" fmla="*/ 53127 w 184678"/>
                  <a:gd name="connsiteY17" fmla="*/ 55024 h 274487"/>
                  <a:gd name="connsiteX18" fmla="*/ 92339 w 184678"/>
                  <a:gd name="connsiteY18" fmla="*/ 258676 h 274487"/>
                  <a:gd name="connsiteX19" fmla="*/ 15812 w 184678"/>
                  <a:gd name="connsiteY19" fmla="*/ 182148 h 274487"/>
                  <a:gd name="connsiteX20" fmla="*/ 92339 w 184678"/>
                  <a:gd name="connsiteY20" fmla="*/ 105621 h 274487"/>
                  <a:gd name="connsiteX21" fmla="*/ 168867 w 184678"/>
                  <a:gd name="connsiteY21" fmla="*/ 182148 h 274487"/>
                  <a:gd name="connsiteX22" fmla="*/ 92339 w 184678"/>
                  <a:gd name="connsiteY22" fmla="*/ 258676 h 27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4678" h="274487">
                    <a:moveTo>
                      <a:pt x="146731" y="107518"/>
                    </a:moveTo>
                    <a:lnTo>
                      <a:pt x="146731" y="55024"/>
                    </a:lnTo>
                    <a:cubicBezTo>
                      <a:pt x="146731" y="24666"/>
                      <a:pt x="124595" y="0"/>
                      <a:pt x="96766" y="0"/>
                    </a:cubicBezTo>
                    <a:lnTo>
                      <a:pt x="88544" y="0"/>
                    </a:lnTo>
                    <a:cubicBezTo>
                      <a:pt x="61349" y="0"/>
                      <a:pt x="38580" y="24666"/>
                      <a:pt x="38580" y="55024"/>
                    </a:cubicBezTo>
                    <a:lnTo>
                      <a:pt x="38580" y="107518"/>
                    </a:lnTo>
                    <a:cubicBezTo>
                      <a:pt x="15179" y="124595"/>
                      <a:pt x="0" y="151790"/>
                      <a:pt x="0" y="182148"/>
                    </a:cubicBezTo>
                    <a:cubicBezTo>
                      <a:pt x="0" y="233378"/>
                      <a:pt x="41110" y="274488"/>
                      <a:pt x="92339" y="274488"/>
                    </a:cubicBezTo>
                    <a:cubicBezTo>
                      <a:pt x="143568" y="274488"/>
                      <a:pt x="184678" y="233378"/>
                      <a:pt x="184678" y="182148"/>
                    </a:cubicBezTo>
                    <a:cubicBezTo>
                      <a:pt x="184678" y="151158"/>
                      <a:pt x="169499" y="123962"/>
                      <a:pt x="146731" y="107518"/>
                    </a:cubicBezTo>
                    <a:close/>
                    <a:moveTo>
                      <a:pt x="53759" y="55024"/>
                    </a:moveTo>
                    <a:cubicBezTo>
                      <a:pt x="53759" y="33520"/>
                      <a:pt x="68938" y="15812"/>
                      <a:pt x="87912" y="15812"/>
                    </a:cubicBezTo>
                    <a:lnTo>
                      <a:pt x="96134" y="15812"/>
                    </a:lnTo>
                    <a:cubicBezTo>
                      <a:pt x="115108" y="15812"/>
                      <a:pt x="130287" y="33520"/>
                      <a:pt x="130287" y="55024"/>
                    </a:cubicBezTo>
                    <a:lnTo>
                      <a:pt x="130287" y="98031"/>
                    </a:lnTo>
                    <a:cubicBezTo>
                      <a:pt x="118902" y="92972"/>
                      <a:pt x="105621" y="89809"/>
                      <a:pt x="91707" y="89809"/>
                    </a:cubicBezTo>
                    <a:cubicBezTo>
                      <a:pt x="77793" y="89809"/>
                      <a:pt x="65143" y="92972"/>
                      <a:pt x="53127" y="98031"/>
                    </a:cubicBezTo>
                    <a:lnTo>
                      <a:pt x="53127" y="55024"/>
                    </a:lnTo>
                    <a:close/>
                    <a:moveTo>
                      <a:pt x="92339" y="258676"/>
                    </a:moveTo>
                    <a:cubicBezTo>
                      <a:pt x="49964" y="258676"/>
                      <a:pt x="15812" y="224523"/>
                      <a:pt x="15812" y="182148"/>
                    </a:cubicBezTo>
                    <a:cubicBezTo>
                      <a:pt x="15812" y="139774"/>
                      <a:pt x="49964" y="105621"/>
                      <a:pt x="92339" y="105621"/>
                    </a:cubicBezTo>
                    <a:cubicBezTo>
                      <a:pt x="134714" y="105621"/>
                      <a:pt x="168867" y="139774"/>
                      <a:pt x="168867" y="182148"/>
                    </a:cubicBezTo>
                    <a:cubicBezTo>
                      <a:pt x="168867" y="224523"/>
                      <a:pt x="134714" y="258676"/>
                      <a:pt x="92339" y="25867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97" name="Picture Placeholder 81">
                <a:extLst>
                  <a:ext uri="{FF2B5EF4-FFF2-40B4-BE49-F238E27FC236}">
                    <a16:creationId xmlns:a16="http://schemas.microsoft.com/office/drawing/2014/main" id="{C590845A-AA66-4E81-8DA5-326590A79632}"/>
                  </a:ext>
                </a:extLst>
              </p:cNvPr>
              <p:cNvSpPr/>
              <p:nvPr/>
            </p:nvSpPr>
            <p:spPr>
              <a:xfrm>
                <a:off x="10047996" y="1040929"/>
                <a:ext cx="29765" cy="48066"/>
              </a:xfrm>
              <a:custGeom>
                <a:avLst/>
                <a:gdLst>
                  <a:gd name="connsiteX0" fmla="*/ 15179 w 29765"/>
                  <a:gd name="connsiteY0" fmla="*/ 0 h 48066"/>
                  <a:gd name="connsiteX1" fmla="*/ 0 w 29765"/>
                  <a:gd name="connsiteY1" fmla="*/ 15179 h 48066"/>
                  <a:gd name="connsiteX2" fmla="*/ 7590 w 29765"/>
                  <a:gd name="connsiteY2" fmla="*/ 28461 h 48066"/>
                  <a:gd name="connsiteX3" fmla="*/ 7590 w 29765"/>
                  <a:gd name="connsiteY3" fmla="*/ 44272 h 48066"/>
                  <a:gd name="connsiteX4" fmla="*/ 11384 w 29765"/>
                  <a:gd name="connsiteY4" fmla="*/ 48067 h 48066"/>
                  <a:gd name="connsiteX5" fmla="*/ 18341 w 29765"/>
                  <a:gd name="connsiteY5" fmla="*/ 48067 h 48066"/>
                  <a:gd name="connsiteX6" fmla="*/ 22136 w 29765"/>
                  <a:gd name="connsiteY6" fmla="*/ 44272 h 48066"/>
                  <a:gd name="connsiteX7" fmla="*/ 22136 w 29765"/>
                  <a:gd name="connsiteY7" fmla="*/ 28461 h 48066"/>
                  <a:gd name="connsiteX8" fmla="*/ 29726 w 29765"/>
                  <a:gd name="connsiteY8" fmla="*/ 15179 h 48066"/>
                  <a:gd name="connsiteX9" fmla="*/ 15179 w 29765"/>
                  <a:gd name="connsiteY9" fmla="*/ 0 h 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765" h="48066">
                    <a:moveTo>
                      <a:pt x="15179" y="0"/>
                    </a:moveTo>
                    <a:cubicBezTo>
                      <a:pt x="6957" y="0"/>
                      <a:pt x="0" y="6957"/>
                      <a:pt x="0" y="15179"/>
                    </a:cubicBezTo>
                    <a:cubicBezTo>
                      <a:pt x="0" y="20871"/>
                      <a:pt x="3162" y="25931"/>
                      <a:pt x="7590" y="28461"/>
                    </a:cubicBezTo>
                    <a:lnTo>
                      <a:pt x="7590" y="44272"/>
                    </a:lnTo>
                    <a:cubicBezTo>
                      <a:pt x="7590" y="46802"/>
                      <a:pt x="9487" y="48067"/>
                      <a:pt x="11384" y="48067"/>
                    </a:cubicBezTo>
                    <a:lnTo>
                      <a:pt x="18341" y="48067"/>
                    </a:lnTo>
                    <a:cubicBezTo>
                      <a:pt x="20871" y="48067"/>
                      <a:pt x="22136" y="46170"/>
                      <a:pt x="22136" y="44272"/>
                    </a:cubicBezTo>
                    <a:lnTo>
                      <a:pt x="22136" y="28461"/>
                    </a:lnTo>
                    <a:cubicBezTo>
                      <a:pt x="26563" y="25931"/>
                      <a:pt x="29726" y="20871"/>
                      <a:pt x="29726" y="15179"/>
                    </a:cubicBezTo>
                    <a:cubicBezTo>
                      <a:pt x="30358" y="6957"/>
                      <a:pt x="23401" y="0"/>
                      <a:pt x="15179"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98" name="Picture Placeholder 81">
                <a:extLst>
                  <a:ext uri="{FF2B5EF4-FFF2-40B4-BE49-F238E27FC236}">
                    <a16:creationId xmlns:a16="http://schemas.microsoft.com/office/drawing/2014/main" id="{01C906C8-55AC-4447-B030-17038DD9382D}"/>
                  </a:ext>
                </a:extLst>
              </p:cNvPr>
              <p:cNvSpPr/>
              <p:nvPr/>
            </p:nvSpPr>
            <p:spPr>
              <a:xfrm>
                <a:off x="9808294" y="719639"/>
                <a:ext cx="509762" cy="600204"/>
              </a:xfrm>
              <a:custGeom>
                <a:avLst/>
                <a:gdLst>
                  <a:gd name="connsiteX0" fmla="*/ 254881 w 509762"/>
                  <a:gd name="connsiteY0" fmla="*/ 600205 h 600204"/>
                  <a:gd name="connsiteX1" fmla="*/ 246027 w 509762"/>
                  <a:gd name="connsiteY1" fmla="*/ 597042 h 600204"/>
                  <a:gd name="connsiteX2" fmla="*/ 0 w 509762"/>
                  <a:gd name="connsiteY2" fmla="*/ 264368 h 600204"/>
                  <a:gd name="connsiteX3" fmla="*/ 0 w 509762"/>
                  <a:gd name="connsiteY3" fmla="*/ 111313 h 600204"/>
                  <a:gd name="connsiteX4" fmla="*/ 18974 w 509762"/>
                  <a:gd name="connsiteY4" fmla="*/ 106253 h 600204"/>
                  <a:gd name="connsiteX5" fmla="*/ 134714 w 509762"/>
                  <a:gd name="connsiteY5" fmla="*/ 65143 h 600204"/>
                  <a:gd name="connsiteX6" fmla="*/ 240967 w 509762"/>
                  <a:gd name="connsiteY6" fmla="*/ 8854 h 600204"/>
                  <a:gd name="connsiteX7" fmla="*/ 254881 w 509762"/>
                  <a:gd name="connsiteY7" fmla="*/ 0 h 600204"/>
                  <a:gd name="connsiteX8" fmla="*/ 268796 w 509762"/>
                  <a:gd name="connsiteY8" fmla="*/ 8854 h 600204"/>
                  <a:gd name="connsiteX9" fmla="*/ 375049 w 509762"/>
                  <a:gd name="connsiteY9" fmla="*/ 65143 h 600204"/>
                  <a:gd name="connsiteX10" fmla="*/ 490789 w 509762"/>
                  <a:gd name="connsiteY10" fmla="*/ 106253 h 600204"/>
                  <a:gd name="connsiteX11" fmla="*/ 509763 w 509762"/>
                  <a:gd name="connsiteY11" fmla="*/ 111313 h 600204"/>
                  <a:gd name="connsiteX12" fmla="*/ 509763 w 509762"/>
                  <a:gd name="connsiteY12" fmla="*/ 264368 h 600204"/>
                  <a:gd name="connsiteX13" fmla="*/ 263103 w 509762"/>
                  <a:gd name="connsiteY13" fmla="*/ 597042 h 600204"/>
                  <a:gd name="connsiteX14" fmla="*/ 263103 w 509762"/>
                  <a:gd name="connsiteY14" fmla="*/ 597675 h 600204"/>
                  <a:gd name="connsiteX15" fmla="*/ 254881 w 509762"/>
                  <a:gd name="connsiteY15" fmla="*/ 600205 h 600204"/>
                  <a:gd name="connsiteX16" fmla="*/ 15812 w 509762"/>
                  <a:gd name="connsiteY16" fmla="*/ 123330 h 600204"/>
                  <a:gd name="connsiteX17" fmla="*/ 15812 w 509762"/>
                  <a:gd name="connsiteY17" fmla="*/ 264368 h 600204"/>
                  <a:gd name="connsiteX18" fmla="*/ 251719 w 509762"/>
                  <a:gd name="connsiteY18" fmla="*/ 582496 h 600204"/>
                  <a:gd name="connsiteX19" fmla="*/ 254881 w 509762"/>
                  <a:gd name="connsiteY19" fmla="*/ 583761 h 600204"/>
                  <a:gd name="connsiteX20" fmla="*/ 259941 w 509762"/>
                  <a:gd name="connsiteY20" fmla="*/ 581863 h 600204"/>
                  <a:gd name="connsiteX21" fmla="*/ 493951 w 509762"/>
                  <a:gd name="connsiteY21" fmla="*/ 264368 h 600204"/>
                  <a:gd name="connsiteX22" fmla="*/ 493951 w 509762"/>
                  <a:gd name="connsiteY22" fmla="*/ 123330 h 600204"/>
                  <a:gd name="connsiteX23" fmla="*/ 486362 w 509762"/>
                  <a:gd name="connsiteY23" fmla="*/ 121432 h 600204"/>
                  <a:gd name="connsiteX24" fmla="*/ 368724 w 509762"/>
                  <a:gd name="connsiteY24" fmla="*/ 79690 h 600204"/>
                  <a:gd name="connsiteX25" fmla="*/ 260574 w 509762"/>
                  <a:gd name="connsiteY25" fmla="*/ 22769 h 600204"/>
                  <a:gd name="connsiteX26" fmla="*/ 254881 w 509762"/>
                  <a:gd name="connsiteY26" fmla="*/ 18974 h 600204"/>
                  <a:gd name="connsiteX27" fmla="*/ 249822 w 509762"/>
                  <a:gd name="connsiteY27" fmla="*/ 22136 h 600204"/>
                  <a:gd name="connsiteX28" fmla="*/ 141671 w 509762"/>
                  <a:gd name="connsiteY28" fmla="*/ 79690 h 600204"/>
                  <a:gd name="connsiteX29" fmla="*/ 23401 w 509762"/>
                  <a:gd name="connsiteY29" fmla="*/ 121432 h 600204"/>
                  <a:gd name="connsiteX30" fmla="*/ 15812 w 509762"/>
                  <a:gd name="connsiteY30" fmla="*/ 123330 h 600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09762" h="600204">
                    <a:moveTo>
                      <a:pt x="254881" y="600205"/>
                    </a:moveTo>
                    <a:lnTo>
                      <a:pt x="246027" y="597042"/>
                    </a:lnTo>
                    <a:cubicBezTo>
                      <a:pt x="235908" y="593248"/>
                      <a:pt x="0" y="500908"/>
                      <a:pt x="0" y="264368"/>
                    </a:cubicBezTo>
                    <a:lnTo>
                      <a:pt x="0" y="111313"/>
                    </a:lnTo>
                    <a:lnTo>
                      <a:pt x="18974" y="106253"/>
                    </a:lnTo>
                    <a:cubicBezTo>
                      <a:pt x="58186" y="95501"/>
                      <a:pt x="97399" y="82220"/>
                      <a:pt x="134714" y="65143"/>
                    </a:cubicBezTo>
                    <a:cubicBezTo>
                      <a:pt x="171397" y="49332"/>
                      <a:pt x="207447" y="30358"/>
                      <a:pt x="240967" y="8854"/>
                    </a:cubicBezTo>
                    <a:lnTo>
                      <a:pt x="254881" y="0"/>
                    </a:lnTo>
                    <a:lnTo>
                      <a:pt x="268796" y="8854"/>
                    </a:lnTo>
                    <a:cubicBezTo>
                      <a:pt x="302948" y="30358"/>
                      <a:pt x="338366" y="49332"/>
                      <a:pt x="375049" y="65143"/>
                    </a:cubicBezTo>
                    <a:cubicBezTo>
                      <a:pt x="412364" y="81587"/>
                      <a:pt x="450944" y="95501"/>
                      <a:pt x="490789" y="106253"/>
                    </a:cubicBezTo>
                    <a:lnTo>
                      <a:pt x="509763" y="111313"/>
                    </a:lnTo>
                    <a:lnTo>
                      <a:pt x="509763" y="264368"/>
                    </a:lnTo>
                    <a:cubicBezTo>
                      <a:pt x="509763" y="496481"/>
                      <a:pt x="289667" y="587555"/>
                      <a:pt x="263103" y="597042"/>
                    </a:cubicBezTo>
                    <a:lnTo>
                      <a:pt x="263103" y="597675"/>
                    </a:lnTo>
                    <a:lnTo>
                      <a:pt x="254881" y="600205"/>
                    </a:lnTo>
                    <a:close/>
                    <a:moveTo>
                      <a:pt x="15812" y="123330"/>
                    </a:moveTo>
                    <a:lnTo>
                      <a:pt x="15812" y="264368"/>
                    </a:lnTo>
                    <a:cubicBezTo>
                      <a:pt x="15812" y="490789"/>
                      <a:pt x="242232" y="578701"/>
                      <a:pt x="251719" y="582496"/>
                    </a:cubicBezTo>
                    <a:lnTo>
                      <a:pt x="254881" y="583761"/>
                    </a:lnTo>
                    <a:lnTo>
                      <a:pt x="259941" y="581863"/>
                    </a:lnTo>
                    <a:cubicBezTo>
                      <a:pt x="273855" y="576804"/>
                      <a:pt x="493951" y="488259"/>
                      <a:pt x="493951" y="264368"/>
                    </a:cubicBezTo>
                    <a:lnTo>
                      <a:pt x="493951" y="123330"/>
                    </a:lnTo>
                    <a:lnTo>
                      <a:pt x="486362" y="121432"/>
                    </a:lnTo>
                    <a:cubicBezTo>
                      <a:pt x="446517" y="110681"/>
                      <a:pt x="406672" y="96766"/>
                      <a:pt x="368724" y="79690"/>
                    </a:cubicBezTo>
                    <a:cubicBezTo>
                      <a:pt x="331409" y="63246"/>
                      <a:pt x="294726" y="44272"/>
                      <a:pt x="260574" y="22769"/>
                    </a:cubicBezTo>
                    <a:lnTo>
                      <a:pt x="254881" y="18974"/>
                    </a:lnTo>
                    <a:lnTo>
                      <a:pt x="249822" y="22136"/>
                    </a:lnTo>
                    <a:cubicBezTo>
                      <a:pt x="215036" y="43640"/>
                      <a:pt x="178986" y="63246"/>
                      <a:pt x="141671" y="79690"/>
                    </a:cubicBezTo>
                    <a:cubicBezTo>
                      <a:pt x="103723" y="96766"/>
                      <a:pt x="63878" y="110681"/>
                      <a:pt x="23401" y="121432"/>
                    </a:cubicBezTo>
                    <a:lnTo>
                      <a:pt x="15812" y="12333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21" name="Group 20">
            <a:extLst>
              <a:ext uri="{FF2B5EF4-FFF2-40B4-BE49-F238E27FC236}">
                <a16:creationId xmlns:a16="http://schemas.microsoft.com/office/drawing/2014/main" id="{5E909D67-9C74-4BB4-80E1-44E051E8AFF7}"/>
              </a:ext>
            </a:extLst>
          </p:cNvPr>
          <p:cNvGrpSpPr/>
          <p:nvPr/>
        </p:nvGrpSpPr>
        <p:grpSpPr>
          <a:xfrm>
            <a:off x="579438" y="3521596"/>
            <a:ext cx="758008" cy="1305480"/>
            <a:chOff x="579438" y="3697161"/>
            <a:chExt cx="758008" cy="1305480"/>
          </a:xfrm>
        </p:grpSpPr>
        <p:cxnSp>
          <p:nvCxnSpPr>
            <p:cNvPr id="147" name="Straight Connector 146">
              <a:extLst>
                <a:ext uri="{FF2B5EF4-FFF2-40B4-BE49-F238E27FC236}">
                  <a16:creationId xmlns:a16="http://schemas.microsoft.com/office/drawing/2014/main" id="{2EF78CCA-E921-4E98-BFF5-F0823D9B8A90}"/>
                </a:ext>
              </a:extLst>
            </p:cNvPr>
            <p:cNvCxnSpPr>
              <a:cxnSpLocks/>
            </p:cNvCxnSpPr>
            <p:nvPr/>
          </p:nvCxnSpPr>
          <p:spPr bwMode="gray">
            <a:xfrm rot="10800000" flipV="1">
              <a:off x="959140" y="3697161"/>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48" name="Oval 147">
              <a:extLst>
                <a:ext uri="{FF2B5EF4-FFF2-40B4-BE49-F238E27FC236}">
                  <a16:creationId xmlns:a16="http://schemas.microsoft.com/office/drawing/2014/main" id="{621AF12C-7757-417F-962A-CF5986084FB3}"/>
                </a:ext>
              </a:extLst>
            </p:cNvPr>
            <p:cNvSpPr/>
            <p:nvPr/>
          </p:nvSpPr>
          <p:spPr>
            <a:xfrm rot="10800000">
              <a:off x="719080" y="4062825"/>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51" name="Rounded Rectangle 31">
              <a:extLst>
                <a:ext uri="{FF2B5EF4-FFF2-40B4-BE49-F238E27FC236}">
                  <a16:creationId xmlns:a16="http://schemas.microsoft.com/office/drawing/2014/main" id="{D6F68619-4FDA-4A83-B881-66499A7B1598}"/>
                </a:ext>
              </a:extLst>
            </p:cNvPr>
            <p:cNvSpPr/>
            <p:nvPr/>
          </p:nvSpPr>
          <p:spPr>
            <a:xfrm>
              <a:off x="579438" y="4623637"/>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Trusted</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Computing</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Base</a:t>
              </a:r>
            </a:p>
          </p:txBody>
        </p:sp>
        <p:grpSp>
          <p:nvGrpSpPr>
            <p:cNvPr id="399" name="Picture Placeholder 103" descr="Reliability&#10;">
              <a:extLst>
                <a:ext uri="{FF2B5EF4-FFF2-40B4-BE49-F238E27FC236}">
                  <a16:creationId xmlns:a16="http://schemas.microsoft.com/office/drawing/2014/main" id="{5EA58FE7-1AEC-4267-B1A0-5F4FB1FE441B}"/>
                </a:ext>
              </a:extLst>
            </p:cNvPr>
            <p:cNvGrpSpPr>
              <a:grpSpLocks noChangeAspect="1"/>
            </p:cNvGrpSpPr>
            <p:nvPr/>
          </p:nvGrpSpPr>
          <p:grpSpPr>
            <a:xfrm>
              <a:off x="846355" y="4118271"/>
              <a:ext cx="227829" cy="365761"/>
              <a:chOff x="3280734" y="4422087"/>
              <a:chExt cx="373862" cy="600205"/>
            </a:xfrm>
            <a:solidFill>
              <a:schemeClr val="tx1"/>
            </a:solidFill>
          </p:grpSpPr>
          <p:grpSp>
            <p:nvGrpSpPr>
              <p:cNvPr id="400" name="Picture Placeholder 103">
                <a:extLst>
                  <a:ext uri="{FF2B5EF4-FFF2-40B4-BE49-F238E27FC236}">
                    <a16:creationId xmlns:a16="http://schemas.microsoft.com/office/drawing/2014/main" id="{75879E17-9761-4D00-948B-0CE8344331B1}"/>
                  </a:ext>
                </a:extLst>
              </p:cNvPr>
              <p:cNvGrpSpPr/>
              <p:nvPr/>
            </p:nvGrpSpPr>
            <p:grpSpPr>
              <a:xfrm>
                <a:off x="3280734" y="4771838"/>
                <a:ext cx="373862" cy="250454"/>
                <a:chOff x="3280734" y="4771838"/>
                <a:chExt cx="373862" cy="250454"/>
              </a:xfrm>
              <a:grpFill/>
            </p:grpSpPr>
            <p:sp>
              <p:nvSpPr>
                <p:cNvPr id="403" name="Picture Placeholder 103">
                  <a:extLst>
                    <a:ext uri="{FF2B5EF4-FFF2-40B4-BE49-F238E27FC236}">
                      <a16:creationId xmlns:a16="http://schemas.microsoft.com/office/drawing/2014/main" id="{9F7438B3-BA9F-46BC-86B3-06E094B7F793}"/>
                    </a:ext>
                  </a:extLst>
                </p:cNvPr>
                <p:cNvSpPr/>
                <p:nvPr/>
              </p:nvSpPr>
              <p:spPr>
                <a:xfrm>
                  <a:off x="3280734" y="4774368"/>
                  <a:ext cx="178234" cy="247924"/>
                </a:xfrm>
                <a:custGeom>
                  <a:avLst/>
                  <a:gdLst>
                    <a:gd name="connsiteX0" fmla="*/ 122578 w 178234"/>
                    <a:gd name="connsiteY0" fmla="*/ 220729 h 247924"/>
                    <a:gd name="connsiteX1" fmla="*/ 101707 w 178234"/>
                    <a:gd name="connsiteY1" fmla="*/ 168867 h 247924"/>
                    <a:gd name="connsiteX2" fmla="*/ 97280 w 178234"/>
                    <a:gd name="connsiteY2" fmla="*/ 164440 h 247924"/>
                    <a:gd name="connsiteX3" fmla="*/ 94750 w 178234"/>
                    <a:gd name="connsiteY3" fmla="*/ 163807 h 247924"/>
                    <a:gd name="connsiteX4" fmla="*/ 90955 w 178234"/>
                    <a:gd name="connsiteY4" fmla="*/ 164440 h 247924"/>
                    <a:gd name="connsiteX5" fmla="*/ 28341 w 178234"/>
                    <a:gd name="connsiteY5" fmla="*/ 196695 h 247924"/>
                    <a:gd name="connsiteX6" fmla="*/ 101707 w 178234"/>
                    <a:gd name="connsiteY6" fmla="*/ 0 h 247924"/>
                    <a:gd name="connsiteX7" fmla="*/ 93485 w 178234"/>
                    <a:gd name="connsiteY7" fmla="*/ 1265 h 247924"/>
                    <a:gd name="connsiteX8" fmla="*/ 85263 w 178234"/>
                    <a:gd name="connsiteY8" fmla="*/ 2530 h 247924"/>
                    <a:gd name="connsiteX9" fmla="*/ 1146 w 178234"/>
                    <a:gd name="connsiteY9" fmla="*/ 212507 h 247924"/>
                    <a:gd name="connsiteX10" fmla="*/ 1778 w 178234"/>
                    <a:gd name="connsiteY10" fmla="*/ 221993 h 247924"/>
                    <a:gd name="connsiteX11" fmla="*/ 11265 w 178234"/>
                    <a:gd name="connsiteY11" fmla="*/ 223891 h 247924"/>
                    <a:gd name="connsiteX12" fmla="*/ 90323 w 178234"/>
                    <a:gd name="connsiteY12" fmla="*/ 183413 h 247924"/>
                    <a:gd name="connsiteX13" fmla="*/ 113091 w 178234"/>
                    <a:gd name="connsiteY13" fmla="*/ 242865 h 247924"/>
                    <a:gd name="connsiteX14" fmla="*/ 120048 w 178234"/>
                    <a:gd name="connsiteY14" fmla="*/ 247924 h 247924"/>
                    <a:gd name="connsiteX15" fmla="*/ 120681 w 178234"/>
                    <a:gd name="connsiteY15" fmla="*/ 247924 h 247924"/>
                    <a:gd name="connsiteX16" fmla="*/ 127638 w 178234"/>
                    <a:gd name="connsiteY16" fmla="*/ 244130 h 247924"/>
                    <a:gd name="connsiteX17" fmla="*/ 178234 w 178234"/>
                    <a:gd name="connsiteY17" fmla="*/ 133449 h 247924"/>
                    <a:gd name="connsiteX18" fmla="*/ 170012 w 178234"/>
                    <a:gd name="connsiteY18" fmla="*/ 107518 h 247924"/>
                    <a:gd name="connsiteX19" fmla="*/ 122578 w 178234"/>
                    <a:gd name="connsiteY19" fmla="*/ 220729 h 247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8234" h="247924">
                      <a:moveTo>
                        <a:pt x="122578" y="220729"/>
                      </a:moveTo>
                      <a:cubicBezTo>
                        <a:pt x="116253" y="203652"/>
                        <a:pt x="109296" y="185943"/>
                        <a:pt x="101707" y="168867"/>
                      </a:cubicBezTo>
                      <a:cubicBezTo>
                        <a:pt x="101074" y="166969"/>
                        <a:pt x="99177" y="165072"/>
                        <a:pt x="97280" y="164440"/>
                      </a:cubicBezTo>
                      <a:cubicBezTo>
                        <a:pt x="96647" y="164440"/>
                        <a:pt x="95382" y="163807"/>
                        <a:pt x="94750" y="163807"/>
                      </a:cubicBezTo>
                      <a:cubicBezTo>
                        <a:pt x="93485" y="163807"/>
                        <a:pt x="92220" y="163807"/>
                        <a:pt x="90955" y="164440"/>
                      </a:cubicBezTo>
                      <a:cubicBezTo>
                        <a:pt x="70084" y="175191"/>
                        <a:pt x="49213" y="185943"/>
                        <a:pt x="28341" y="196695"/>
                      </a:cubicBezTo>
                      <a:cubicBezTo>
                        <a:pt x="63759" y="134082"/>
                        <a:pt x="88425" y="67041"/>
                        <a:pt x="101707" y="0"/>
                      </a:cubicBezTo>
                      <a:cubicBezTo>
                        <a:pt x="99177" y="0"/>
                        <a:pt x="96015" y="632"/>
                        <a:pt x="93485" y="1265"/>
                      </a:cubicBezTo>
                      <a:cubicBezTo>
                        <a:pt x="90955" y="1897"/>
                        <a:pt x="87793" y="2530"/>
                        <a:pt x="85263" y="2530"/>
                      </a:cubicBezTo>
                      <a:cubicBezTo>
                        <a:pt x="70084" y="73998"/>
                        <a:pt x="41623" y="145466"/>
                        <a:pt x="1146" y="212507"/>
                      </a:cubicBezTo>
                      <a:cubicBezTo>
                        <a:pt x="-752" y="215669"/>
                        <a:pt x="-119" y="219464"/>
                        <a:pt x="1778" y="221993"/>
                      </a:cubicBezTo>
                      <a:cubicBezTo>
                        <a:pt x="4308" y="224523"/>
                        <a:pt x="8103" y="225156"/>
                        <a:pt x="11265" y="223891"/>
                      </a:cubicBezTo>
                      <a:cubicBezTo>
                        <a:pt x="37828" y="210609"/>
                        <a:pt x="64392" y="197328"/>
                        <a:pt x="90323" y="183413"/>
                      </a:cubicBezTo>
                      <a:cubicBezTo>
                        <a:pt x="99177" y="203020"/>
                        <a:pt x="106766" y="223258"/>
                        <a:pt x="113091" y="242865"/>
                      </a:cubicBezTo>
                      <a:cubicBezTo>
                        <a:pt x="114356" y="246027"/>
                        <a:pt x="116886" y="247924"/>
                        <a:pt x="120048" y="247924"/>
                      </a:cubicBezTo>
                      <a:cubicBezTo>
                        <a:pt x="120048" y="247924"/>
                        <a:pt x="120681" y="247924"/>
                        <a:pt x="120681" y="247924"/>
                      </a:cubicBezTo>
                      <a:cubicBezTo>
                        <a:pt x="123210" y="247924"/>
                        <a:pt x="126373" y="246659"/>
                        <a:pt x="127638" y="244130"/>
                      </a:cubicBezTo>
                      <a:cubicBezTo>
                        <a:pt x="147876" y="208712"/>
                        <a:pt x="164953" y="171397"/>
                        <a:pt x="178234" y="133449"/>
                      </a:cubicBezTo>
                      <a:cubicBezTo>
                        <a:pt x="175705" y="125227"/>
                        <a:pt x="172542" y="116373"/>
                        <a:pt x="170012" y="107518"/>
                      </a:cubicBezTo>
                      <a:cubicBezTo>
                        <a:pt x="157996" y="146098"/>
                        <a:pt x="142184" y="184046"/>
                        <a:pt x="122578" y="22072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04" name="Picture Placeholder 103">
                  <a:extLst>
                    <a:ext uri="{FF2B5EF4-FFF2-40B4-BE49-F238E27FC236}">
                      <a16:creationId xmlns:a16="http://schemas.microsoft.com/office/drawing/2014/main" id="{00B3CF7F-8EFC-43E6-82C7-44FD95323B06}"/>
                    </a:ext>
                  </a:extLst>
                </p:cNvPr>
                <p:cNvSpPr/>
                <p:nvPr/>
              </p:nvSpPr>
              <p:spPr>
                <a:xfrm>
                  <a:off x="3454542" y="4771838"/>
                  <a:ext cx="200055" cy="242864"/>
                </a:xfrm>
                <a:custGeom>
                  <a:avLst/>
                  <a:gdLst>
                    <a:gd name="connsiteX0" fmla="*/ 115740 w 200055"/>
                    <a:gd name="connsiteY0" fmla="*/ 632 h 242864"/>
                    <a:gd name="connsiteX1" fmla="*/ 99296 w 200055"/>
                    <a:gd name="connsiteY1" fmla="*/ 0 h 242864"/>
                    <a:gd name="connsiteX2" fmla="*/ 171397 w 200055"/>
                    <a:gd name="connsiteY2" fmla="*/ 194798 h 242864"/>
                    <a:gd name="connsiteX3" fmla="*/ 111313 w 200055"/>
                    <a:gd name="connsiteY3" fmla="*/ 164440 h 242864"/>
                    <a:gd name="connsiteX4" fmla="*/ 104988 w 200055"/>
                    <a:gd name="connsiteY4" fmla="*/ 163807 h 242864"/>
                    <a:gd name="connsiteX5" fmla="*/ 100561 w 200055"/>
                    <a:gd name="connsiteY5" fmla="*/ 168234 h 242864"/>
                    <a:gd name="connsiteX6" fmla="*/ 82852 w 200055"/>
                    <a:gd name="connsiteY6" fmla="*/ 215036 h 242864"/>
                    <a:gd name="connsiteX7" fmla="*/ 15812 w 200055"/>
                    <a:gd name="connsiteY7" fmla="*/ 17709 h 242864"/>
                    <a:gd name="connsiteX8" fmla="*/ 8854 w 200055"/>
                    <a:gd name="connsiteY8" fmla="*/ 15179 h 242864"/>
                    <a:gd name="connsiteX9" fmla="*/ 0 w 200055"/>
                    <a:gd name="connsiteY9" fmla="*/ 18974 h 242864"/>
                    <a:gd name="connsiteX10" fmla="*/ 78425 w 200055"/>
                    <a:gd name="connsiteY10" fmla="*/ 239070 h 242864"/>
                    <a:gd name="connsiteX11" fmla="*/ 85382 w 200055"/>
                    <a:gd name="connsiteY11" fmla="*/ 242865 h 242864"/>
                    <a:gd name="connsiteX12" fmla="*/ 86015 w 200055"/>
                    <a:gd name="connsiteY12" fmla="*/ 242865 h 242864"/>
                    <a:gd name="connsiteX13" fmla="*/ 92972 w 200055"/>
                    <a:gd name="connsiteY13" fmla="*/ 237173 h 242864"/>
                    <a:gd name="connsiteX14" fmla="*/ 112578 w 200055"/>
                    <a:gd name="connsiteY14" fmla="*/ 182149 h 242864"/>
                    <a:gd name="connsiteX15" fmla="*/ 188473 w 200055"/>
                    <a:gd name="connsiteY15" fmla="*/ 220096 h 242864"/>
                    <a:gd name="connsiteX16" fmla="*/ 197960 w 200055"/>
                    <a:gd name="connsiteY16" fmla="*/ 218199 h 242864"/>
                    <a:gd name="connsiteX17" fmla="*/ 199225 w 200055"/>
                    <a:gd name="connsiteY17" fmla="*/ 208712 h 242864"/>
                    <a:gd name="connsiteX18" fmla="*/ 115740 w 200055"/>
                    <a:gd name="connsiteY18" fmla="*/ 632 h 24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0055" h="242864">
                      <a:moveTo>
                        <a:pt x="115740" y="632"/>
                      </a:moveTo>
                      <a:cubicBezTo>
                        <a:pt x="110681" y="1265"/>
                        <a:pt x="104988" y="632"/>
                        <a:pt x="99296" y="0"/>
                      </a:cubicBezTo>
                      <a:cubicBezTo>
                        <a:pt x="112578" y="66408"/>
                        <a:pt x="137244" y="132184"/>
                        <a:pt x="171397" y="194798"/>
                      </a:cubicBezTo>
                      <a:cubicBezTo>
                        <a:pt x="151158" y="184678"/>
                        <a:pt x="130919" y="174559"/>
                        <a:pt x="111313" y="164440"/>
                      </a:cubicBezTo>
                      <a:cubicBezTo>
                        <a:pt x="109416" y="163175"/>
                        <a:pt x="106886" y="163175"/>
                        <a:pt x="104988" y="163807"/>
                      </a:cubicBezTo>
                      <a:cubicBezTo>
                        <a:pt x="103091" y="164440"/>
                        <a:pt x="101194" y="166337"/>
                        <a:pt x="100561" y="168234"/>
                      </a:cubicBezTo>
                      <a:cubicBezTo>
                        <a:pt x="94237" y="184046"/>
                        <a:pt x="88544" y="199857"/>
                        <a:pt x="82852" y="215036"/>
                      </a:cubicBezTo>
                      <a:cubicBezTo>
                        <a:pt x="49332" y="151790"/>
                        <a:pt x="26563" y="84750"/>
                        <a:pt x="15812" y="17709"/>
                      </a:cubicBezTo>
                      <a:cubicBezTo>
                        <a:pt x="13282" y="16444"/>
                        <a:pt x="10752" y="15179"/>
                        <a:pt x="8854" y="15179"/>
                      </a:cubicBezTo>
                      <a:cubicBezTo>
                        <a:pt x="6957" y="15179"/>
                        <a:pt x="3795" y="17076"/>
                        <a:pt x="0" y="18974"/>
                      </a:cubicBezTo>
                      <a:cubicBezTo>
                        <a:pt x="12017" y="94237"/>
                        <a:pt x="38580" y="168867"/>
                        <a:pt x="78425" y="239070"/>
                      </a:cubicBezTo>
                      <a:cubicBezTo>
                        <a:pt x="79690" y="241600"/>
                        <a:pt x="82220" y="242865"/>
                        <a:pt x="85382" y="242865"/>
                      </a:cubicBezTo>
                      <a:cubicBezTo>
                        <a:pt x="85382" y="242865"/>
                        <a:pt x="86015" y="242865"/>
                        <a:pt x="86015" y="242865"/>
                      </a:cubicBezTo>
                      <a:cubicBezTo>
                        <a:pt x="89177" y="242232"/>
                        <a:pt x="91707" y="240335"/>
                        <a:pt x="92972" y="237173"/>
                      </a:cubicBezTo>
                      <a:cubicBezTo>
                        <a:pt x="98664" y="218831"/>
                        <a:pt x="104988" y="200490"/>
                        <a:pt x="112578" y="182149"/>
                      </a:cubicBezTo>
                      <a:cubicBezTo>
                        <a:pt x="137876" y="194798"/>
                        <a:pt x="163175" y="208079"/>
                        <a:pt x="188473" y="220096"/>
                      </a:cubicBezTo>
                      <a:cubicBezTo>
                        <a:pt x="191635" y="221361"/>
                        <a:pt x="195430" y="220729"/>
                        <a:pt x="197960" y="218199"/>
                      </a:cubicBezTo>
                      <a:cubicBezTo>
                        <a:pt x="200490" y="215669"/>
                        <a:pt x="200490" y="211874"/>
                        <a:pt x="199225" y="208712"/>
                      </a:cubicBezTo>
                      <a:cubicBezTo>
                        <a:pt x="158747" y="142936"/>
                        <a:pt x="130919" y="71468"/>
                        <a:pt x="115740" y="63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401" name="Picture Placeholder 103">
                <a:extLst>
                  <a:ext uri="{FF2B5EF4-FFF2-40B4-BE49-F238E27FC236}">
                    <a16:creationId xmlns:a16="http://schemas.microsoft.com/office/drawing/2014/main" id="{135F7370-BE34-47B4-B0CF-2801E6F0A69C}"/>
                  </a:ext>
                </a:extLst>
              </p:cNvPr>
              <p:cNvSpPr/>
              <p:nvPr/>
            </p:nvSpPr>
            <p:spPr>
              <a:xfrm>
                <a:off x="3286307" y="4422087"/>
                <a:ext cx="346587" cy="349116"/>
              </a:xfrm>
              <a:custGeom>
                <a:avLst/>
                <a:gdLst>
                  <a:gd name="connsiteX0" fmla="*/ 137876 w 346588"/>
                  <a:gd name="connsiteY0" fmla="*/ 15812 h 349117"/>
                  <a:gd name="connsiteX1" fmla="*/ 148628 w 346588"/>
                  <a:gd name="connsiteY1" fmla="*/ 20239 h 349117"/>
                  <a:gd name="connsiteX2" fmla="*/ 173927 w 346588"/>
                  <a:gd name="connsiteY2" fmla="*/ 27828 h 349117"/>
                  <a:gd name="connsiteX3" fmla="*/ 199225 w 346588"/>
                  <a:gd name="connsiteY3" fmla="*/ 20239 h 349117"/>
                  <a:gd name="connsiteX4" fmla="*/ 209977 w 346588"/>
                  <a:gd name="connsiteY4" fmla="*/ 15812 h 349117"/>
                  <a:gd name="connsiteX5" fmla="*/ 218199 w 346588"/>
                  <a:gd name="connsiteY5" fmla="*/ 24666 h 349117"/>
                  <a:gd name="connsiteX6" fmla="*/ 236540 w 346588"/>
                  <a:gd name="connsiteY6" fmla="*/ 42375 h 349117"/>
                  <a:gd name="connsiteX7" fmla="*/ 261838 w 346588"/>
                  <a:gd name="connsiteY7" fmla="*/ 46802 h 349117"/>
                  <a:gd name="connsiteX8" fmla="*/ 273223 w 346588"/>
                  <a:gd name="connsiteY8" fmla="*/ 48067 h 349117"/>
                  <a:gd name="connsiteX9" fmla="*/ 276385 w 346588"/>
                  <a:gd name="connsiteY9" fmla="*/ 59451 h 349117"/>
                  <a:gd name="connsiteX10" fmla="*/ 285872 w 346588"/>
                  <a:gd name="connsiteY10" fmla="*/ 83485 h 349117"/>
                  <a:gd name="connsiteX11" fmla="*/ 306743 w 346588"/>
                  <a:gd name="connsiteY11" fmla="*/ 98664 h 349117"/>
                  <a:gd name="connsiteX12" fmla="*/ 316862 w 346588"/>
                  <a:gd name="connsiteY12" fmla="*/ 104988 h 349117"/>
                  <a:gd name="connsiteX13" fmla="*/ 314965 w 346588"/>
                  <a:gd name="connsiteY13" fmla="*/ 116373 h 349117"/>
                  <a:gd name="connsiteX14" fmla="*/ 313068 w 346588"/>
                  <a:gd name="connsiteY14" fmla="*/ 142304 h 349117"/>
                  <a:gd name="connsiteX15" fmla="*/ 325717 w 346588"/>
                  <a:gd name="connsiteY15" fmla="*/ 164440 h 349117"/>
                  <a:gd name="connsiteX16" fmla="*/ 332674 w 346588"/>
                  <a:gd name="connsiteY16" fmla="*/ 174559 h 349117"/>
                  <a:gd name="connsiteX17" fmla="*/ 325717 w 346588"/>
                  <a:gd name="connsiteY17" fmla="*/ 184678 h 349117"/>
                  <a:gd name="connsiteX18" fmla="*/ 313068 w 346588"/>
                  <a:gd name="connsiteY18" fmla="*/ 206814 h 349117"/>
                  <a:gd name="connsiteX19" fmla="*/ 314965 w 346588"/>
                  <a:gd name="connsiteY19" fmla="*/ 232745 h 349117"/>
                  <a:gd name="connsiteX20" fmla="*/ 316862 w 346588"/>
                  <a:gd name="connsiteY20" fmla="*/ 244130 h 349117"/>
                  <a:gd name="connsiteX21" fmla="*/ 306743 w 346588"/>
                  <a:gd name="connsiteY21" fmla="*/ 250454 h 349117"/>
                  <a:gd name="connsiteX22" fmla="*/ 285872 w 346588"/>
                  <a:gd name="connsiteY22" fmla="*/ 265633 h 349117"/>
                  <a:gd name="connsiteX23" fmla="*/ 276385 w 346588"/>
                  <a:gd name="connsiteY23" fmla="*/ 289667 h 349117"/>
                  <a:gd name="connsiteX24" fmla="*/ 273223 w 346588"/>
                  <a:gd name="connsiteY24" fmla="*/ 301051 h 349117"/>
                  <a:gd name="connsiteX25" fmla="*/ 261838 w 346588"/>
                  <a:gd name="connsiteY25" fmla="*/ 302316 h 349117"/>
                  <a:gd name="connsiteX26" fmla="*/ 236540 w 346588"/>
                  <a:gd name="connsiteY26" fmla="*/ 306743 h 349117"/>
                  <a:gd name="connsiteX27" fmla="*/ 218199 w 346588"/>
                  <a:gd name="connsiteY27" fmla="*/ 324452 h 349117"/>
                  <a:gd name="connsiteX28" fmla="*/ 209977 w 346588"/>
                  <a:gd name="connsiteY28" fmla="*/ 333306 h 349117"/>
                  <a:gd name="connsiteX29" fmla="*/ 199225 w 346588"/>
                  <a:gd name="connsiteY29" fmla="*/ 328879 h 349117"/>
                  <a:gd name="connsiteX30" fmla="*/ 173927 w 346588"/>
                  <a:gd name="connsiteY30" fmla="*/ 321290 h 349117"/>
                  <a:gd name="connsiteX31" fmla="*/ 148628 w 346588"/>
                  <a:gd name="connsiteY31" fmla="*/ 328879 h 349117"/>
                  <a:gd name="connsiteX32" fmla="*/ 137876 w 346588"/>
                  <a:gd name="connsiteY32" fmla="*/ 333306 h 349117"/>
                  <a:gd name="connsiteX33" fmla="*/ 129654 w 346588"/>
                  <a:gd name="connsiteY33" fmla="*/ 324452 h 349117"/>
                  <a:gd name="connsiteX34" fmla="*/ 111313 w 346588"/>
                  <a:gd name="connsiteY34" fmla="*/ 306743 h 349117"/>
                  <a:gd name="connsiteX35" fmla="*/ 86015 w 346588"/>
                  <a:gd name="connsiteY35" fmla="*/ 302316 h 349117"/>
                  <a:gd name="connsiteX36" fmla="*/ 74630 w 346588"/>
                  <a:gd name="connsiteY36" fmla="*/ 301051 h 349117"/>
                  <a:gd name="connsiteX37" fmla="*/ 71468 w 346588"/>
                  <a:gd name="connsiteY37" fmla="*/ 289667 h 349117"/>
                  <a:gd name="connsiteX38" fmla="*/ 61981 w 346588"/>
                  <a:gd name="connsiteY38" fmla="*/ 265633 h 349117"/>
                  <a:gd name="connsiteX39" fmla="*/ 41110 w 346588"/>
                  <a:gd name="connsiteY39" fmla="*/ 250454 h 349117"/>
                  <a:gd name="connsiteX40" fmla="*/ 30991 w 346588"/>
                  <a:gd name="connsiteY40" fmla="*/ 244130 h 349117"/>
                  <a:gd name="connsiteX41" fmla="*/ 32888 w 346588"/>
                  <a:gd name="connsiteY41" fmla="*/ 232745 h 349117"/>
                  <a:gd name="connsiteX42" fmla="*/ 34785 w 346588"/>
                  <a:gd name="connsiteY42" fmla="*/ 206814 h 349117"/>
                  <a:gd name="connsiteX43" fmla="*/ 22136 w 346588"/>
                  <a:gd name="connsiteY43" fmla="*/ 184678 h 349117"/>
                  <a:gd name="connsiteX44" fmla="*/ 15179 w 346588"/>
                  <a:gd name="connsiteY44" fmla="*/ 174559 h 349117"/>
                  <a:gd name="connsiteX45" fmla="*/ 22136 w 346588"/>
                  <a:gd name="connsiteY45" fmla="*/ 164440 h 349117"/>
                  <a:gd name="connsiteX46" fmla="*/ 34785 w 346588"/>
                  <a:gd name="connsiteY46" fmla="*/ 142304 h 349117"/>
                  <a:gd name="connsiteX47" fmla="*/ 32888 w 346588"/>
                  <a:gd name="connsiteY47" fmla="*/ 116373 h 349117"/>
                  <a:gd name="connsiteX48" fmla="*/ 30991 w 346588"/>
                  <a:gd name="connsiteY48" fmla="*/ 104988 h 349117"/>
                  <a:gd name="connsiteX49" fmla="*/ 41110 w 346588"/>
                  <a:gd name="connsiteY49" fmla="*/ 98664 h 349117"/>
                  <a:gd name="connsiteX50" fmla="*/ 61981 w 346588"/>
                  <a:gd name="connsiteY50" fmla="*/ 83485 h 349117"/>
                  <a:gd name="connsiteX51" fmla="*/ 71468 w 346588"/>
                  <a:gd name="connsiteY51" fmla="*/ 59451 h 349117"/>
                  <a:gd name="connsiteX52" fmla="*/ 74630 w 346588"/>
                  <a:gd name="connsiteY52" fmla="*/ 48067 h 349117"/>
                  <a:gd name="connsiteX53" fmla="*/ 86015 w 346588"/>
                  <a:gd name="connsiteY53" fmla="*/ 46802 h 349117"/>
                  <a:gd name="connsiteX54" fmla="*/ 111313 w 346588"/>
                  <a:gd name="connsiteY54" fmla="*/ 42375 h 349117"/>
                  <a:gd name="connsiteX55" fmla="*/ 129654 w 346588"/>
                  <a:gd name="connsiteY55" fmla="*/ 24666 h 349117"/>
                  <a:gd name="connsiteX56" fmla="*/ 137876 w 346588"/>
                  <a:gd name="connsiteY56" fmla="*/ 15812 h 349117"/>
                  <a:gd name="connsiteX57" fmla="*/ 209344 w 346588"/>
                  <a:gd name="connsiteY57" fmla="*/ 0 h 349117"/>
                  <a:gd name="connsiteX58" fmla="*/ 173294 w 346588"/>
                  <a:gd name="connsiteY58" fmla="*/ 11384 h 349117"/>
                  <a:gd name="connsiteX59" fmla="*/ 137244 w 346588"/>
                  <a:gd name="connsiteY59" fmla="*/ 0 h 349117"/>
                  <a:gd name="connsiteX60" fmla="*/ 134082 w 346588"/>
                  <a:gd name="connsiteY60" fmla="*/ 632 h 349117"/>
                  <a:gd name="connsiteX61" fmla="*/ 103723 w 346588"/>
                  <a:gd name="connsiteY61" fmla="*/ 28461 h 349117"/>
                  <a:gd name="connsiteX62" fmla="*/ 63878 w 346588"/>
                  <a:gd name="connsiteY62" fmla="*/ 36050 h 349117"/>
                  <a:gd name="connsiteX63" fmla="*/ 49332 w 346588"/>
                  <a:gd name="connsiteY63" fmla="*/ 73998 h 349117"/>
                  <a:gd name="connsiteX64" fmla="*/ 16444 w 346588"/>
                  <a:gd name="connsiteY64" fmla="*/ 98031 h 349117"/>
                  <a:gd name="connsiteX65" fmla="*/ 19606 w 346588"/>
                  <a:gd name="connsiteY65" fmla="*/ 138509 h 349117"/>
                  <a:gd name="connsiteX66" fmla="*/ 0 w 346588"/>
                  <a:gd name="connsiteY66" fmla="*/ 174559 h 349117"/>
                  <a:gd name="connsiteX67" fmla="*/ 19606 w 346588"/>
                  <a:gd name="connsiteY67" fmla="*/ 210609 h 349117"/>
                  <a:gd name="connsiteX68" fmla="*/ 16444 w 346588"/>
                  <a:gd name="connsiteY68" fmla="*/ 251087 h 349117"/>
                  <a:gd name="connsiteX69" fmla="*/ 49332 w 346588"/>
                  <a:gd name="connsiteY69" fmla="*/ 275120 h 349117"/>
                  <a:gd name="connsiteX70" fmla="*/ 63878 w 346588"/>
                  <a:gd name="connsiteY70" fmla="*/ 313068 h 349117"/>
                  <a:gd name="connsiteX71" fmla="*/ 103723 w 346588"/>
                  <a:gd name="connsiteY71" fmla="*/ 320657 h 349117"/>
                  <a:gd name="connsiteX72" fmla="*/ 134082 w 346588"/>
                  <a:gd name="connsiteY72" fmla="*/ 348485 h 349117"/>
                  <a:gd name="connsiteX73" fmla="*/ 137244 w 346588"/>
                  <a:gd name="connsiteY73" fmla="*/ 349118 h 349117"/>
                  <a:gd name="connsiteX74" fmla="*/ 173294 w 346588"/>
                  <a:gd name="connsiteY74" fmla="*/ 337734 h 349117"/>
                  <a:gd name="connsiteX75" fmla="*/ 209344 w 346588"/>
                  <a:gd name="connsiteY75" fmla="*/ 349118 h 349117"/>
                  <a:gd name="connsiteX76" fmla="*/ 212507 w 346588"/>
                  <a:gd name="connsiteY76" fmla="*/ 348485 h 349117"/>
                  <a:gd name="connsiteX77" fmla="*/ 242865 w 346588"/>
                  <a:gd name="connsiteY77" fmla="*/ 320657 h 349117"/>
                  <a:gd name="connsiteX78" fmla="*/ 282710 w 346588"/>
                  <a:gd name="connsiteY78" fmla="*/ 313068 h 349117"/>
                  <a:gd name="connsiteX79" fmla="*/ 297256 w 346588"/>
                  <a:gd name="connsiteY79" fmla="*/ 275120 h 349117"/>
                  <a:gd name="connsiteX80" fmla="*/ 330144 w 346588"/>
                  <a:gd name="connsiteY80" fmla="*/ 251087 h 349117"/>
                  <a:gd name="connsiteX81" fmla="*/ 326982 w 346588"/>
                  <a:gd name="connsiteY81" fmla="*/ 210609 h 349117"/>
                  <a:gd name="connsiteX82" fmla="*/ 346588 w 346588"/>
                  <a:gd name="connsiteY82" fmla="*/ 174559 h 349117"/>
                  <a:gd name="connsiteX83" fmla="*/ 326982 w 346588"/>
                  <a:gd name="connsiteY83" fmla="*/ 138509 h 349117"/>
                  <a:gd name="connsiteX84" fmla="*/ 330144 w 346588"/>
                  <a:gd name="connsiteY84" fmla="*/ 98031 h 349117"/>
                  <a:gd name="connsiteX85" fmla="*/ 297256 w 346588"/>
                  <a:gd name="connsiteY85" fmla="*/ 73998 h 349117"/>
                  <a:gd name="connsiteX86" fmla="*/ 282710 w 346588"/>
                  <a:gd name="connsiteY86" fmla="*/ 36050 h 349117"/>
                  <a:gd name="connsiteX87" fmla="*/ 242865 w 346588"/>
                  <a:gd name="connsiteY87" fmla="*/ 28461 h 349117"/>
                  <a:gd name="connsiteX88" fmla="*/ 212507 w 346588"/>
                  <a:gd name="connsiteY88" fmla="*/ 632 h 349117"/>
                  <a:gd name="connsiteX89" fmla="*/ 209344 w 346588"/>
                  <a:gd name="connsiteY89" fmla="*/ 0 h 349117"/>
                  <a:gd name="connsiteX90" fmla="*/ 209344 w 346588"/>
                  <a:gd name="connsiteY90" fmla="*/ 0 h 349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6588" h="349117">
                    <a:moveTo>
                      <a:pt x="137876" y="15812"/>
                    </a:moveTo>
                    <a:cubicBezTo>
                      <a:pt x="139774" y="15812"/>
                      <a:pt x="144833" y="18341"/>
                      <a:pt x="148628" y="20239"/>
                    </a:cubicBezTo>
                    <a:cubicBezTo>
                      <a:pt x="156218" y="23401"/>
                      <a:pt x="164440" y="27828"/>
                      <a:pt x="173927" y="27828"/>
                    </a:cubicBezTo>
                    <a:cubicBezTo>
                      <a:pt x="183413" y="27828"/>
                      <a:pt x="191635" y="24033"/>
                      <a:pt x="199225" y="20239"/>
                    </a:cubicBezTo>
                    <a:cubicBezTo>
                      <a:pt x="202387" y="18341"/>
                      <a:pt x="207447" y="16444"/>
                      <a:pt x="209977" y="15812"/>
                    </a:cubicBezTo>
                    <a:cubicBezTo>
                      <a:pt x="211874" y="17076"/>
                      <a:pt x="215669" y="21504"/>
                      <a:pt x="218199" y="24666"/>
                    </a:cubicBezTo>
                    <a:cubicBezTo>
                      <a:pt x="223258" y="30991"/>
                      <a:pt x="228318" y="37948"/>
                      <a:pt x="236540" y="42375"/>
                    </a:cubicBezTo>
                    <a:cubicBezTo>
                      <a:pt x="244762" y="46802"/>
                      <a:pt x="254249" y="46802"/>
                      <a:pt x="261838" y="46802"/>
                    </a:cubicBezTo>
                    <a:cubicBezTo>
                      <a:pt x="265633" y="46802"/>
                      <a:pt x="271325" y="46802"/>
                      <a:pt x="273223" y="48067"/>
                    </a:cubicBezTo>
                    <a:cubicBezTo>
                      <a:pt x="274488" y="49964"/>
                      <a:pt x="275753" y="55656"/>
                      <a:pt x="276385" y="59451"/>
                    </a:cubicBezTo>
                    <a:cubicBezTo>
                      <a:pt x="278282" y="67041"/>
                      <a:pt x="279547" y="76528"/>
                      <a:pt x="285872" y="83485"/>
                    </a:cubicBezTo>
                    <a:cubicBezTo>
                      <a:pt x="291564" y="91074"/>
                      <a:pt x="299786" y="94869"/>
                      <a:pt x="306743" y="98664"/>
                    </a:cubicBezTo>
                    <a:cubicBezTo>
                      <a:pt x="309905" y="100561"/>
                      <a:pt x="315598" y="103091"/>
                      <a:pt x="316862" y="104988"/>
                    </a:cubicBezTo>
                    <a:cubicBezTo>
                      <a:pt x="317495" y="106886"/>
                      <a:pt x="315598" y="112578"/>
                      <a:pt x="314965" y="116373"/>
                    </a:cubicBezTo>
                    <a:cubicBezTo>
                      <a:pt x="313068" y="123962"/>
                      <a:pt x="311170" y="133449"/>
                      <a:pt x="313068" y="142304"/>
                    </a:cubicBezTo>
                    <a:cubicBezTo>
                      <a:pt x="314965" y="151158"/>
                      <a:pt x="320657" y="158115"/>
                      <a:pt x="325717" y="164440"/>
                    </a:cubicBezTo>
                    <a:cubicBezTo>
                      <a:pt x="328247" y="167602"/>
                      <a:pt x="332042" y="172662"/>
                      <a:pt x="332674" y="174559"/>
                    </a:cubicBezTo>
                    <a:cubicBezTo>
                      <a:pt x="332674" y="176456"/>
                      <a:pt x="328247" y="181516"/>
                      <a:pt x="325717" y="184678"/>
                    </a:cubicBezTo>
                    <a:cubicBezTo>
                      <a:pt x="320657" y="191003"/>
                      <a:pt x="314965" y="197960"/>
                      <a:pt x="313068" y="206814"/>
                    </a:cubicBezTo>
                    <a:cubicBezTo>
                      <a:pt x="311170" y="216301"/>
                      <a:pt x="313068" y="225156"/>
                      <a:pt x="314965" y="232745"/>
                    </a:cubicBezTo>
                    <a:cubicBezTo>
                      <a:pt x="315598" y="236540"/>
                      <a:pt x="317495" y="242232"/>
                      <a:pt x="316862" y="244130"/>
                    </a:cubicBezTo>
                    <a:cubicBezTo>
                      <a:pt x="315598" y="246027"/>
                      <a:pt x="309905" y="248557"/>
                      <a:pt x="306743" y="250454"/>
                    </a:cubicBezTo>
                    <a:cubicBezTo>
                      <a:pt x="299786" y="254249"/>
                      <a:pt x="291564" y="258044"/>
                      <a:pt x="285872" y="265633"/>
                    </a:cubicBezTo>
                    <a:cubicBezTo>
                      <a:pt x="280180" y="273223"/>
                      <a:pt x="278282" y="282077"/>
                      <a:pt x="276385" y="289667"/>
                    </a:cubicBezTo>
                    <a:cubicBezTo>
                      <a:pt x="275753" y="293461"/>
                      <a:pt x="274488" y="299154"/>
                      <a:pt x="273223" y="301051"/>
                    </a:cubicBezTo>
                    <a:cubicBezTo>
                      <a:pt x="271325" y="301683"/>
                      <a:pt x="265001" y="302316"/>
                      <a:pt x="261838" y="302316"/>
                    </a:cubicBezTo>
                    <a:cubicBezTo>
                      <a:pt x="253616" y="302316"/>
                      <a:pt x="244762" y="302948"/>
                      <a:pt x="236540" y="306743"/>
                    </a:cubicBezTo>
                    <a:cubicBezTo>
                      <a:pt x="228318" y="311170"/>
                      <a:pt x="222626" y="318127"/>
                      <a:pt x="218199" y="324452"/>
                    </a:cubicBezTo>
                    <a:cubicBezTo>
                      <a:pt x="215669" y="327614"/>
                      <a:pt x="211874" y="332042"/>
                      <a:pt x="209977" y="333306"/>
                    </a:cubicBezTo>
                    <a:cubicBezTo>
                      <a:pt x="208079" y="333306"/>
                      <a:pt x="203020" y="330777"/>
                      <a:pt x="199225" y="328879"/>
                    </a:cubicBezTo>
                    <a:cubicBezTo>
                      <a:pt x="191635" y="325717"/>
                      <a:pt x="183413" y="321290"/>
                      <a:pt x="173927" y="321290"/>
                    </a:cubicBezTo>
                    <a:cubicBezTo>
                      <a:pt x="164440" y="321290"/>
                      <a:pt x="156218" y="325084"/>
                      <a:pt x="148628" y="328879"/>
                    </a:cubicBezTo>
                    <a:cubicBezTo>
                      <a:pt x="145466" y="330777"/>
                      <a:pt x="140406" y="332674"/>
                      <a:pt x="137876" y="333306"/>
                    </a:cubicBezTo>
                    <a:cubicBezTo>
                      <a:pt x="135979" y="332042"/>
                      <a:pt x="132184" y="327614"/>
                      <a:pt x="129654" y="324452"/>
                    </a:cubicBezTo>
                    <a:cubicBezTo>
                      <a:pt x="124595" y="318127"/>
                      <a:pt x="119535" y="311170"/>
                      <a:pt x="111313" y="306743"/>
                    </a:cubicBezTo>
                    <a:cubicBezTo>
                      <a:pt x="103091" y="302316"/>
                      <a:pt x="93604" y="302316"/>
                      <a:pt x="86015" y="302316"/>
                    </a:cubicBezTo>
                    <a:cubicBezTo>
                      <a:pt x="82220" y="302316"/>
                      <a:pt x="76528" y="302316"/>
                      <a:pt x="74630" y="301051"/>
                    </a:cubicBezTo>
                    <a:cubicBezTo>
                      <a:pt x="73365" y="299154"/>
                      <a:pt x="72100" y="293461"/>
                      <a:pt x="71468" y="289667"/>
                    </a:cubicBezTo>
                    <a:cubicBezTo>
                      <a:pt x="69571" y="282077"/>
                      <a:pt x="68306" y="272590"/>
                      <a:pt x="61981" y="265633"/>
                    </a:cubicBezTo>
                    <a:cubicBezTo>
                      <a:pt x="56289" y="258044"/>
                      <a:pt x="48067" y="254249"/>
                      <a:pt x="41110" y="250454"/>
                    </a:cubicBezTo>
                    <a:cubicBezTo>
                      <a:pt x="37948" y="248557"/>
                      <a:pt x="32255" y="246027"/>
                      <a:pt x="30991" y="244130"/>
                    </a:cubicBezTo>
                    <a:cubicBezTo>
                      <a:pt x="30358" y="242232"/>
                      <a:pt x="32255" y="236540"/>
                      <a:pt x="32888" y="232745"/>
                    </a:cubicBezTo>
                    <a:cubicBezTo>
                      <a:pt x="34785" y="225156"/>
                      <a:pt x="36683" y="215669"/>
                      <a:pt x="34785" y="206814"/>
                    </a:cubicBezTo>
                    <a:cubicBezTo>
                      <a:pt x="32888" y="197960"/>
                      <a:pt x="27196" y="191003"/>
                      <a:pt x="22136" y="184678"/>
                    </a:cubicBezTo>
                    <a:cubicBezTo>
                      <a:pt x="19606" y="181516"/>
                      <a:pt x="15812" y="176456"/>
                      <a:pt x="15179" y="174559"/>
                    </a:cubicBezTo>
                    <a:cubicBezTo>
                      <a:pt x="15179" y="172662"/>
                      <a:pt x="19606" y="167602"/>
                      <a:pt x="22136" y="164440"/>
                    </a:cubicBezTo>
                    <a:cubicBezTo>
                      <a:pt x="27196" y="158115"/>
                      <a:pt x="32888" y="151158"/>
                      <a:pt x="34785" y="142304"/>
                    </a:cubicBezTo>
                    <a:cubicBezTo>
                      <a:pt x="36683" y="132817"/>
                      <a:pt x="34785" y="123962"/>
                      <a:pt x="32888" y="116373"/>
                    </a:cubicBezTo>
                    <a:cubicBezTo>
                      <a:pt x="32255" y="112578"/>
                      <a:pt x="30358" y="106886"/>
                      <a:pt x="30991" y="104988"/>
                    </a:cubicBezTo>
                    <a:cubicBezTo>
                      <a:pt x="32255" y="103091"/>
                      <a:pt x="37948" y="100561"/>
                      <a:pt x="41110" y="98664"/>
                    </a:cubicBezTo>
                    <a:cubicBezTo>
                      <a:pt x="48067" y="94869"/>
                      <a:pt x="56289" y="91074"/>
                      <a:pt x="61981" y="83485"/>
                    </a:cubicBezTo>
                    <a:cubicBezTo>
                      <a:pt x="67673" y="75895"/>
                      <a:pt x="69571" y="67041"/>
                      <a:pt x="71468" y="59451"/>
                    </a:cubicBezTo>
                    <a:cubicBezTo>
                      <a:pt x="72100" y="55656"/>
                      <a:pt x="73365" y="49964"/>
                      <a:pt x="74630" y="48067"/>
                    </a:cubicBezTo>
                    <a:cubicBezTo>
                      <a:pt x="76528" y="47434"/>
                      <a:pt x="82852" y="46802"/>
                      <a:pt x="86015" y="46802"/>
                    </a:cubicBezTo>
                    <a:cubicBezTo>
                      <a:pt x="94237" y="46802"/>
                      <a:pt x="103091" y="46170"/>
                      <a:pt x="111313" y="42375"/>
                    </a:cubicBezTo>
                    <a:cubicBezTo>
                      <a:pt x="119535" y="37948"/>
                      <a:pt x="125227" y="30991"/>
                      <a:pt x="129654" y="24666"/>
                    </a:cubicBezTo>
                    <a:cubicBezTo>
                      <a:pt x="132184" y="22136"/>
                      <a:pt x="135979" y="17076"/>
                      <a:pt x="137876" y="15812"/>
                    </a:cubicBezTo>
                    <a:moveTo>
                      <a:pt x="209344" y="0"/>
                    </a:moveTo>
                    <a:cubicBezTo>
                      <a:pt x="197960" y="0"/>
                      <a:pt x="185311" y="11384"/>
                      <a:pt x="173294" y="11384"/>
                    </a:cubicBezTo>
                    <a:cubicBezTo>
                      <a:pt x="161910" y="11384"/>
                      <a:pt x="148628" y="0"/>
                      <a:pt x="137244" y="0"/>
                    </a:cubicBezTo>
                    <a:cubicBezTo>
                      <a:pt x="135979" y="0"/>
                      <a:pt x="134714" y="0"/>
                      <a:pt x="134082" y="632"/>
                    </a:cubicBezTo>
                    <a:cubicBezTo>
                      <a:pt x="121432" y="3795"/>
                      <a:pt x="115108" y="22769"/>
                      <a:pt x="103723" y="28461"/>
                    </a:cubicBezTo>
                    <a:cubicBezTo>
                      <a:pt x="92339" y="34153"/>
                      <a:pt x="73365" y="27828"/>
                      <a:pt x="63878" y="36050"/>
                    </a:cubicBezTo>
                    <a:cubicBezTo>
                      <a:pt x="54392" y="44272"/>
                      <a:pt x="56921" y="63878"/>
                      <a:pt x="49332" y="73998"/>
                    </a:cubicBezTo>
                    <a:cubicBezTo>
                      <a:pt x="41742" y="84117"/>
                      <a:pt x="21504" y="86647"/>
                      <a:pt x="16444" y="98031"/>
                    </a:cubicBezTo>
                    <a:cubicBezTo>
                      <a:pt x="11384" y="109416"/>
                      <a:pt x="22136" y="126492"/>
                      <a:pt x="19606" y="138509"/>
                    </a:cubicBezTo>
                    <a:cubicBezTo>
                      <a:pt x="17076" y="150525"/>
                      <a:pt x="0" y="161277"/>
                      <a:pt x="0" y="174559"/>
                    </a:cubicBezTo>
                    <a:cubicBezTo>
                      <a:pt x="0" y="187208"/>
                      <a:pt x="17076" y="198592"/>
                      <a:pt x="19606" y="210609"/>
                    </a:cubicBezTo>
                    <a:cubicBezTo>
                      <a:pt x="22136" y="223258"/>
                      <a:pt x="11384" y="240335"/>
                      <a:pt x="16444" y="251087"/>
                    </a:cubicBezTo>
                    <a:cubicBezTo>
                      <a:pt x="21504" y="262471"/>
                      <a:pt x="41742" y="265001"/>
                      <a:pt x="49332" y="275120"/>
                    </a:cubicBezTo>
                    <a:cubicBezTo>
                      <a:pt x="56921" y="285239"/>
                      <a:pt x="54392" y="305478"/>
                      <a:pt x="63878" y="313068"/>
                    </a:cubicBezTo>
                    <a:cubicBezTo>
                      <a:pt x="73365" y="321290"/>
                      <a:pt x="92972" y="314965"/>
                      <a:pt x="103723" y="320657"/>
                    </a:cubicBezTo>
                    <a:cubicBezTo>
                      <a:pt x="115108" y="326349"/>
                      <a:pt x="121432" y="345323"/>
                      <a:pt x="134082" y="348485"/>
                    </a:cubicBezTo>
                    <a:cubicBezTo>
                      <a:pt x="135346" y="348485"/>
                      <a:pt x="136611" y="349118"/>
                      <a:pt x="137244" y="349118"/>
                    </a:cubicBezTo>
                    <a:cubicBezTo>
                      <a:pt x="148628" y="349118"/>
                      <a:pt x="161277" y="337734"/>
                      <a:pt x="173294" y="337734"/>
                    </a:cubicBezTo>
                    <a:cubicBezTo>
                      <a:pt x="184678" y="337734"/>
                      <a:pt x="197960" y="349118"/>
                      <a:pt x="209344" y="349118"/>
                    </a:cubicBezTo>
                    <a:cubicBezTo>
                      <a:pt x="210609" y="349118"/>
                      <a:pt x="211874" y="349118"/>
                      <a:pt x="212507" y="348485"/>
                    </a:cubicBezTo>
                    <a:cubicBezTo>
                      <a:pt x="225156" y="345323"/>
                      <a:pt x="231480" y="326349"/>
                      <a:pt x="242865" y="320657"/>
                    </a:cubicBezTo>
                    <a:cubicBezTo>
                      <a:pt x="254249" y="314965"/>
                      <a:pt x="273223" y="321290"/>
                      <a:pt x="282710" y="313068"/>
                    </a:cubicBezTo>
                    <a:cubicBezTo>
                      <a:pt x="292197" y="304846"/>
                      <a:pt x="289667" y="285239"/>
                      <a:pt x="297256" y="275120"/>
                    </a:cubicBezTo>
                    <a:cubicBezTo>
                      <a:pt x="304846" y="265001"/>
                      <a:pt x="325084" y="262471"/>
                      <a:pt x="330144" y="251087"/>
                    </a:cubicBezTo>
                    <a:cubicBezTo>
                      <a:pt x="335204" y="239702"/>
                      <a:pt x="324452" y="222626"/>
                      <a:pt x="326982" y="210609"/>
                    </a:cubicBezTo>
                    <a:cubicBezTo>
                      <a:pt x="329512" y="198592"/>
                      <a:pt x="346588" y="187841"/>
                      <a:pt x="346588" y="174559"/>
                    </a:cubicBezTo>
                    <a:cubicBezTo>
                      <a:pt x="346588" y="161910"/>
                      <a:pt x="329512" y="150525"/>
                      <a:pt x="326982" y="138509"/>
                    </a:cubicBezTo>
                    <a:cubicBezTo>
                      <a:pt x="324452" y="125860"/>
                      <a:pt x="335204" y="108783"/>
                      <a:pt x="330144" y="98031"/>
                    </a:cubicBezTo>
                    <a:cubicBezTo>
                      <a:pt x="325084" y="86647"/>
                      <a:pt x="304846" y="84117"/>
                      <a:pt x="297256" y="73998"/>
                    </a:cubicBezTo>
                    <a:cubicBezTo>
                      <a:pt x="289667" y="63878"/>
                      <a:pt x="292197" y="43640"/>
                      <a:pt x="282710" y="36050"/>
                    </a:cubicBezTo>
                    <a:cubicBezTo>
                      <a:pt x="273223" y="27828"/>
                      <a:pt x="253616" y="34153"/>
                      <a:pt x="242865" y="28461"/>
                    </a:cubicBezTo>
                    <a:cubicBezTo>
                      <a:pt x="231480" y="22769"/>
                      <a:pt x="225156" y="3795"/>
                      <a:pt x="212507" y="632"/>
                    </a:cubicBezTo>
                    <a:cubicBezTo>
                      <a:pt x="211874" y="632"/>
                      <a:pt x="210609" y="0"/>
                      <a:pt x="209344" y="0"/>
                    </a:cubicBezTo>
                    <a:lnTo>
                      <a:pt x="209344"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02" name="Picture Placeholder 103">
                <a:extLst>
                  <a:ext uri="{FF2B5EF4-FFF2-40B4-BE49-F238E27FC236}">
                    <a16:creationId xmlns:a16="http://schemas.microsoft.com/office/drawing/2014/main" id="{C67C57FA-4905-4275-AD16-B9E3EC97B240}"/>
                  </a:ext>
                </a:extLst>
              </p:cNvPr>
              <p:cNvSpPr/>
              <p:nvPr/>
            </p:nvSpPr>
            <p:spPr>
              <a:xfrm>
                <a:off x="3347656" y="4488496"/>
                <a:ext cx="221361" cy="220728"/>
              </a:xfrm>
              <a:custGeom>
                <a:avLst/>
                <a:gdLst>
                  <a:gd name="connsiteX0" fmla="*/ 110048 w 221361"/>
                  <a:gd name="connsiteY0" fmla="*/ 220729 h 220728"/>
                  <a:gd name="connsiteX1" fmla="*/ 102459 w 221361"/>
                  <a:gd name="connsiteY1" fmla="*/ 213139 h 220728"/>
                  <a:gd name="connsiteX2" fmla="*/ 110048 w 221361"/>
                  <a:gd name="connsiteY2" fmla="*/ 205550 h 220728"/>
                  <a:gd name="connsiteX3" fmla="*/ 204917 w 221361"/>
                  <a:gd name="connsiteY3" fmla="*/ 110681 h 220728"/>
                  <a:gd name="connsiteX4" fmla="*/ 110048 w 221361"/>
                  <a:gd name="connsiteY4" fmla="*/ 15812 h 220728"/>
                  <a:gd name="connsiteX5" fmla="*/ 15179 w 221361"/>
                  <a:gd name="connsiteY5" fmla="*/ 110681 h 220728"/>
                  <a:gd name="connsiteX6" fmla="*/ 7590 w 221361"/>
                  <a:gd name="connsiteY6" fmla="*/ 118270 h 220728"/>
                  <a:gd name="connsiteX7" fmla="*/ 0 w 221361"/>
                  <a:gd name="connsiteY7" fmla="*/ 110681 h 220728"/>
                  <a:gd name="connsiteX8" fmla="*/ 110681 w 221361"/>
                  <a:gd name="connsiteY8" fmla="*/ 0 h 220728"/>
                  <a:gd name="connsiteX9" fmla="*/ 221361 w 221361"/>
                  <a:gd name="connsiteY9" fmla="*/ 110681 h 220728"/>
                  <a:gd name="connsiteX10" fmla="*/ 110048 w 221361"/>
                  <a:gd name="connsiteY10" fmla="*/ 220729 h 22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361" h="220728">
                    <a:moveTo>
                      <a:pt x="110048" y="220729"/>
                    </a:moveTo>
                    <a:cubicBezTo>
                      <a:pt x="105621" y="220729"/>
                      <a:pt x="102459" y="216934"/>
                      <a:pt x="102459" y="213139"/>
                    </a:cubicBezTo>
                    <a:cubicBezTo>
                      <a:pt x="102459" y="209344"/>
                      <a:pt x="106253" y="205550"/>
                      <a:pt x="110048" y="205550"/>
                    </a:cubicBezTo>
                    <a:cubicBezTo>
                      <a:pt x="162542" y="205550"/>
                      <a:pt x="204917" y="163175"/>
                      <a:pt x="204917" y="110681"/>
                    </a:cubicBezTo>
                    <a:cubicBezTo>
                      <a:pt x="204917" y="58186"/>
                      <a:pt x="162542" y="15812"/>
                      <a:pt x="110048" y="15812"/>
                    </a:cubicBezTo>
                    <a:cubicBezTo>
                      <a:pt x="57554" y="15812"/>
                      <a:pt x="15179" y="58186"/>
                      <a:pt x="15179" y="110681"/>
                    </a:cubicBezTo>
                    <a:cubicBezTo>
                      <a:pt x="15179" y="115108"/>
                      <a:pt x="11384" y="118270"/>
                      <a:pt x="7590" y="118270"/>
                    </a:cubicBezTo>
                    <a:cubicBezTo>
                      <a:pt x="3795" y="118270"/>
                      <a:pt x="0" y="114475"/>
                      <a:pt x="0" y="110681"/>
                    </a:cubicBezTo>
                    <a:cubicBezTo>
                      <a:pt x="0" y="49964"/>
                      <a:pt x="49964" y="0"/>
                      <a:pt x="110681" y="0"/>
                    </a:cubicBezTo>
                    <a:cubicBezTo>
                      <a:pt x="171397" y="0"/>
                      <a:pt x="221361" y="49964"/>
                      <a:pt x="221361" y="110681"/>
                    </a:cubicBezTo>
                    <a:cubicBezTo>
                      <a:pt x="221361" y="171397"/>
                      <a:pt x="171397" y="220729"/>
                      <a:pt x="110048" y="22072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36" name="Group 35">
            <a:extLst>
              <a:ext uri="{FF2B5EF4-FFF2-40B4-BE49-F238E27FC236}">
                <a16:creationId xmlns:a16="http://schemas.microsoft.com/office/drawing/2014/main" id="{71B35372-16D3-473F-A124-CE921398AB9A}"/>
              </a:ext>
            </a:extLst>
          </p:cNvPr>
          <p:cNvGrpSpPr/>
          <p:nvPr/>
        </p:nvGrpSpPr>
        <p:grpSpPr>
          <a:xfrm>
            <a:off x="8854379" y="3534551"/>
            <a:ext cx="758008" cy="2475217"/>
            <a:chOff x="8549193" y="3703187"/>
            <a:chExt cx="758008" cy="2475217"/>
          </a:xfrm>
        </p:grpSpPr>
        <p:sp>
          <p:nvSpPr>
            <p:cNvPr id="255" name="Rounded Rectangle 37">
              <a:extLst>
                <a:ext uri="{FF2B5EF4-FFF2-40B4-BE49-F238E27FC236}">
                  <a16:creationId xmlns:a16="http://schemas.microsoft.com/office/drawing/2014/main" id="{BF0156AA-7F56-45C5-A2A5-68E778B2FD19}"/>
                </a:ext>
              </a:extLst>
            </p:cNvPr>
            <p:cNvSpPr/>
            <p:nvPr/>
          </p:nvSpPr>
          <p:spPr>
            <a:xfrm>
              <a:off x="8549193"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Stretched</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Cluster</a:t>
              </a:r>
            </a:p>
          </p:txBody>
        </p:sp>
        <p:cxnSp>
          <p:nvCxnSpPr>
            <p:cNvPr id="256" name="Straight Connector 255">
              <a:extLst>
                <a:ext uri="{FF2B5EF4-FFF2-40B4-BE49-F238E27FC236}">
                  <a16:creationId xmlns:a16="http://schemas.microsoft.com/office/drawing/2014/main" id="{55C27944-3AE3-455C-BAAB-BC536154A3F2}"/>
                </a:ext>
              </a:extLst>
            </p:cNvPr>
            <p:cNvCxnSpPr>
              <a:cxnSpLocks/>
            </p:cNvCxnSpPr>
            <p:nvPr/>
          </p:nvCxnSpPr>
          <p:spPr bwMode="gray">
            <a:xfrm>
              <a:off x="8928196"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57" name="Oval 256">
              <a:extLst>
                <a:ext uri="{FF2B5EF4-FFF2-40B4-BE49-F238E27FC236}">
                  <a16:creationId xmlns:a16="http://schemas.microsoft.com/office/drawing/2014/main" id="{44BA4A56-91F1-4A56-8576-365BD3B3F8B5}"/>
                </a:ext>
              </a:extLst>
            </p:cNvPr>
            <p:cNvSpPr/>
            <p:nvPr/>
          </p:nvSpPr>
          <p:spPr>
            <a:xfrm rot="10800000">
              <a:off x="8688136"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pic>
          <p:nvPicPr>
            <p:cNvPr id="405" name="Picture Placeholder 104" descr="Agile Storage Ops&#10;">
              <a:extLst>
                <a:ext uri="{FF2B5EF4-FFF2-40B4-BE49-F238E27FC236}">
                  <a16:creationId xmlns:a16="http://schemas.microsoft.com/office/drawing/2014/main" id="{8D78A9DB-9D01-4E20-82E4-9112F9CEECC4}"/>
                </a:ext>
              </a:extLst>
            </p:cNvPr>
            <p:cNvPicPr>
              <a:picLocks noChangeAspect="1"/>
            </p:cNvPicPr>
            <p:nvPr/>
          </p:nvPicPr>
          <p:blipFill rotWithShape="1">
            <a:blip r:embed="rId21">
              <a:extLst>
                <a:ext uri="{96DAC541-7B7A-43D3-8B79-37D633B846F1}">
                  <asvg:svgBlip xmlns:asvg="http://schemas.microsoft.com/office/drawing/2016/SVG/main" r:embed="rId22"/>
                </a:ext>
              </a:extLst>
            </a:blip>
            <a:srcRect/>
            <a:stretch/>
          </p:blipFill>
          <p:spPr>
            <a:xfrm>
              <a:off x="8752936" y="5296935"/>
              <a:ext cx="365760" cy="365760"/>
            </a:xfrm>
            <a:prstGeom prst="rect">
              <a:avLst/>
            </a:prstGeom>
          </p:spPr>
        </p:pic>
      </p:grpSp>
      <p:grpSp>
        <p:nvGrpSpPr>
          <p:cNvPr id="17" name="Group 16">
            <a:extLst>
              <a:ext uri="{FF2B5EF4-FFF2-40B4-BE49-F238E27FC236}">
                <a16:creationId xmlns:a16="http://schemas.microsoft.com/office/drawing/2014/main" id="{D69B5998-AB5B-47EE-B6B9-3C61259178C8}"/>
              </a:ext>
            </a:extLst>
          </p:cNvPr>
          <p:cNvGrpSpPr/>
          <p:nvPr/>
        </p:nvGrpSpPr>
        <p:grpSpPr>
          <a:xfrm>
            <a:off x="7092013" y="1261010"/>
            <a:ext cx="758008" cy="1317802"/>
            <a:chOff x="7319291" y="1436575"/>
            <a:chExt cx="758008" cy="1317802"/>
          </a:xfrm>
        </p:grpSpPr>
        <p:cxnSp>
          <p:nvCxnSpPr>
            <p:cNvPr id="135" name="Straight Connector 134">
              <a:extLst>
                <a:ext uri="{FF2B5EF4-FFF2-40B4-BE49-F238E27FC236}">
                  <a16:creationId xmlns:a16="http://schemas.microsoft.com/office/drawing/2014/main" id="{CFF84FC6-FB70-4FAB-BE81-A6F5FF9A7353}"/>
                </a:ext>
              </a:extLst>
            </p:cNvPr>
            <p:cNvCxnSpPr>
              <a:cxnSpLocks/>
            </p:cNvCxnSpPr>
            <p:nvPr/>
          </p:nvCxnSpPr>
          <p:spPr bwMode="gray">
            <a:xfrm flipV="1">
              <a:off x="7698292" y="2388712"/>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36" name="Oval 135">
              <a:extLst>
                <a:ext uri="{FF2B5EF4-FFF2-40B4-BE49-F238E27FC236}">
                  <a16:creationId xmlns:a16="http://schemas.microsoft.com/office/drawing/2014/main" id="{A550CAE0-7E36-494C-9E65-297FCB693FD1}"/>
                </a:ext>
              </a:extLst>
            </p:cNvPr>
            <p:cNvSpPr/>
            <p:nvPr/>
          </p:nvSpPr>
          <p:spPr>
            <a:xfrm>
              <a:off x="7458232"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137" name="Rounded Rectangle 37">
              <a:extLst>
                <a:ext uri="{FF2B5EF4-FFF2-40B4-BE49-F238E27FC236}">
                  <a16:creationId xmlns:a16="http://schemas.microsoft.com/office/drawing/2014/main" id="{6333FD56-40A0-41E0-A6A5-446A721B51A5}"/>
                </a:ext>
              </a:extLst>
            </p:cNvPr>
            <p:cNvSpPr/>
            <p:nvPr/>
          </p:nvSpPr>
          <p:spPr>
            <a:xfrm>
              <a:off x="7319291"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rPr>
                <a:t>HCX</a:t>
              </a:r>
            </a:p>
          </p:txBody>
        </p:sp>
        <p:grpSp>
          <p:nvGrpSpPr>
            <p:cNvPr id="413" name="Group 412" descr="Multiple apps&#10;">
              <a:extLst>
                <a:ext uri="{FF2B5EF4-FFF2-40B4-BE49-F238E27FC236}">
                  <a16:creationId xmlns:a16="http://schemas.microsoft.com/office/drawing/2014/main" id="{186C8234-8A3C-4160-B5C6-CFDCD9649E0B}"/>
                </a:ext>
              </a:extLst>
            </p:cNvPr>
            <p:cNvGrpSpPr>
              <a:grpSpLocks noChangeAspect="1"/>
            </p:cNvGrpSpPr>
            <p:nvPr/>
          </p:nvGrpSpPr>
          <p:grpSpPr>
            <a:xfrm>
              <a:off x="7561230" y="2002791"/>
              <a:ext cx="274320" cy="271874"/>
              <a:chOff x="5805988" y="720881"/>
              <a:chExt cx="597276" cy="591949"/>
            </a:xfrm>
            <a:solidFill>
              <a:schemeClr val="tx1"/>
            </a:solidFill>
          </p:grpSpPr>
          <p:sp>
            <p:nvSpPr>
              <p:cNvPr id="414" name="Picture Placeholder 78">
                <a:extLst>
                  <a:ext uri="{FF2B5EF4-FFF2-40B4-BE49-F238E27FC236}">
                    <a16:creationId xmlns:a16="http://schemas.microsoft.com/office/drawing/2014/main" id="{DE97760C-C048-4FC2-B3A9-7CDBA9196765}"/>
                  </a:ext>
                </a:extLst>
              </p:cNvPr>
              <p:cNvSpPr/>
              <p:nvPr/>
            </p:nvSpPr>
            <p:spPr>
              <a:xfrm>
                <a:off x="5906360" y="1003800"/>
                <a:ext cx="96133" cy="95827"/>
              </a:xfrm>
              <a:custGeom>
                <a:avLst/>
                <a:gdLst>
                  <a:gd name="connsiteX0" fmla="*/ 75010 w 96133"/>
                  <a:gd name="connsiteY0" fmla="*/ 74089 h 95827"/>
                  <a:gd name="connsiteX1" fmla="*/ 21440 w 96133"/>
                  <a:gd name="connsiteY1" fmla="*/ 74089 h 95827"/>
                  <a:gd name="connsiteX2" fmla="*/ 11764 w 96133"/>
                  <a:gd name="connsiteY2" fmla="*/ 95827 h 95827"/>
                  <a:gd name="connsiteX3" fmla="*/ 0 w 96133"/>
                  <a:gd name="connsiteY3" fmla="*/ 95827 h 95827"/>
                  <a:gd name="connsiteX4" fmla="*/ 42122 w 96133"/>
                  <a:gd name="connsiteY4" fmla="*/ 0 h 95827"/>
                  <a:gd name="connsiteX5" fmla="*/ 54012 w 96133"/>
                  <a:gd name="connsiteY5" fmla="*/ 0 h 95827"/>
                  <a:gd name="connsiteX6" fmla="*/ 96134 w 96133"/>
                  <a:gd name="connsiteY6" fmla="*/ 95827 h 95827"/>
                  <a:gd name="connsiteX7" fmla="*/ 84307 w 96133"/>
                  <a:gd name="connsiteY7" fmla="*/ 95827 h 95827"/>
                  <a:gd name="connsiteX8" fmla="*/ 70583 w 96133"/>
                  <a:gd name="connsiteY8" fmla="*/ 63758 h 95827"/>
                  <a:gd name="connsiteX9" fmla="*/ 48446 w 96133"/>
                  <a:gd name="connsiteY9" fmla="*/ 13056 h 95827"/>
                  <a:gd name="connsiteX10" fmla="*/ 26184 w 96133"/>
                  <a:gd name="connsiteY10" fmla="*/ 63758 h 9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133" h="95827">
                    <a:moveTo>
                      <a:pt x="75010" y="74089"/>
                    </a:moveTo>
                    <a:lnTo>
                      <a:pt x="21440" y="74089"/>
                    </a:lnTo>
                    <a:lnTo>
                      <a:pt x="11764" y="95827"/>
                    </a:lnTo>
                    <a:lnTo>
                      <a:pt x="0" y="95827"/>
                    </a:lnTo>
                    <a:lnTo>
                      <a:pt x="42122" y="0"/>
                    </a:lnTo>
                    <a:lnTo>
                      <a:pt x="54012" y="0"/>
                    </a:lnTo>
                    <a:lnTo>
                      <a:pt x="96134" y="95827"/>
                    </a:lnTo>
                    <a:lnTo>
                      <a:pt x="84307" y="95827"/>
                    </a:lnTo>
                    <a:close/>
                    <a:moveTo>
                      <a:pt x="70583" y="63758"/>
                    </a:moveTo>
                    <a:lnTo>
                      <a:pt x="48446" y="13056"/>
                    </a:lnTo>
                    <a:lnTo>
                      <a:pt x="26184" y="6375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15" name="Picture Placeholder 78">
                <a:extLst>
                  <a:ext uri="{FF2B5EF4-FFF2-40B4-BE49-F238E27FC236}">
                    <a16:creationId xmlns:a16="http://schemas.microsoft.com/office/drawing/2014/main" id="{D72466C5-4A26-46F1-9744-91BB5A88BFEC}"/>
                  </a:ext>
                </a:extLst>
              </p:cNvPr>
              <p:cNvSpPr/>
              <p:nvPr/>
            </p:nvSpPr>
            <p:spPr>
              <a:xfrm>
                <a:off x="6022100" y="1003800"/>
                <a:ext cx="74061" cy="95890"/>
              </a:xfrm>
              <a:custGeom>
                <a:avLst/>
                <a:gdLst>
                  <a:gd name="connsiteX0" fmla="*/ 0 w 74061"/>
                  <a:gd name="connsiteY0" fmla="*/ 0 h 95890"/>
                  <a:gd name="connsiteX1" fmla="*/ 38833 w 74061"/>
                  <a:gd name="connsiteY1" fmla="*/ 0 h 95890"/>
                  <a:gd name="connsiteX2" fmla="*/ 74061 w 74061"/>
                  <a:gd name="connsiteY2" fmla="*/ 30675 h 95890"/>
                  <a:gd name="connsiteX3" fmla="*/ 38833 w 74061"/>
                  <a:gd name="connsiteY3" fmla="*/ 61413 h 95890"/>
                  <a:gd name="connsiteX4" fmla="*/ 10878 w 74061"/>
                  <a:gd name="connsiteY4" fmla="*/ 61413 h 95890"/>
                  <a:gd name="connsiteX5" fmla="*/ 10878 w 74061"/>
                  <a:gd name="connsiteY5" fmla="*/ 95891 h 95890"/>
                  <a:gd name="connsiteX6" fmla="*/ 0 w 74061"/>
                  <a:gd name="connsiteY6" fmla="*/ 95891 h 95890"/>
                  <a:gd name="connsiteX7" fmla="*/ 36872 w 74061"/>
                  <a:gd name="connsiteY7" fmla="*/ 50702 h 95890"/>
                  <a:gd name="connsiteX8" fmla="*/ 63056 w 74061"/>
                  <a:gd name="connsiteY8" fmla="*/ 30358 h 95890"/>
                  <a:gd name="connsiteX9" fmla="*/ 36872 w 74061"/>
                  <a:gd name="connsiteY9" fmla="*/ 10014 h 95890"/>
                  <a:gd name="connsiteX10" fmla="*/ 10878 w 74061"/>
                  <a:gd name="connsiteY10" fmla="*/ 10014 h 95890"/>
                  <a:gd name="connsiteX11" fmla="*/ 10878 w 74061"/>
                  <a:gd name="connsiteY11" fmla="*/ 50702 h 95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061" h="95890">
                    <a:moveTo>
                      <a:pt x="0" y="0"/>
                    </a:moveTo>
                    <a:lnTo>
                      <a:pt x="38833" y="0"/>
                    </a:lnTo>
                    <a:cubicBezTo>
                      <a:pt x="58629" y="0"/>
                      <a:pt x="74061" y="12676"/>
                      <a:pt x="74061" y="30675"/>
                    </a:cubicBezTo>
                    <a:cubicBezTo>
                      <a:pt x="74061" y="48674"/>
                      <a:pt x="58629" y="61413"/>
                      <a:pt x="38833" y="61413"/>
                    </a:cubicBezTo>
                    <a:lnTo>
                      <a:pt x="10878" y="61413"/>
                    </a:lnTo>
                    <a:lnTo>
                      <a:pt x="10878" y="95891"/>
                    </a:lnTo>
                    <a:lnTo>
                      <a:pt x="0" y="95891"/>
                    </a:lnTo>
                    <a:close/>
                    <a:moveTo>
                      <a:pt x="36872" y="50702"/>
                    </a:moveTo>
                    <a:cubicBezTo>
                      <a:pt x="52494" y="50702"/>
                      <a:pt x="63056" y="43224"/>
                      <a:pt x="63056" y="30358"/>
                    </a:cubicBezTo>
                    <a:cubicBezTo>
                      <a:pt x="63056" y="17492"/>
                      <a:pt x="52494" y="10014"/>
                      <a:pt x="36872" y="10014"/>
                    </a:cubicBezTo>
                    <a:lnTo>
                      <a:pt x="10878" y="10014"/>
                    </a:lnTo>
                    <a:lnTo>
                      <a:pt x="10878" y="5070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16" name="Picture Placeholder 78">
                <a:extLst>
                  <a:ext uri="{FF2B5EF4-FFF2-40B4-BE49-F238E27FC236}">
                    <a16:creationId xmlns:a16="http://schemas.microsoft.com/office/drawing/2014/main" id="{29361A32-35C9-4DD7-A959-D4A8564284A9}"/>
                  </a:ext>
                </a:extLst>
              </p:cNvPr>
              <p:cNvSpPr/>
              <p:nvPr/>
            </p:nvSpPr>
            <p:spPr>
              <a:xfrm>
                <a:off x="6115894" y="1003800"/>
                <a:ext cx="74061" cy="95890"/>
              </a:xfrm>
              <a:custGeom>
                <a:avLst/>
                <a:gdLst>
                  <a:gd name="connsiteX0" fmla="*/ 0 w 74061"/>
                  <a:gd name="connsiteY0" fmla="*/ 0 h 95890"/>
                  <a:gd name="connsiteX1" fmla="*/ 38833 w 74061"/>
                  <a:gd name="connsiteY1" fmla="*/ 0 h 95890"/>
                  <a:gd name="connsiteX2" fmla="*/ 74061 w 74061"/>
                  <a:gd name="connsiteY2" fmla="*/ 30675 h 95890"/>
                  <a:gd name="connsiteX3" fmla="*/ 38833 w 74061"/>
                  <a:gd name="connsiteY3" fmla="*/ 61413 h 95890"/>
                  <a:gd name="connsiteX4" fmla="*/ 10942 w 74061"/>
                  <a:gd name="connsiteY4" fmla="*/ 61413 h 95890"/>
                  <a:gd name="connsiteX5" fmla="*/ 10942 w 74061"/>
                  <a:gd name="connsiteY5" fmla="*/ 95891 h 95890"/>
                  <a:gd name="connsiteX6" fmla="*/ 0 w 74061"/>
                  <a:gd name="connsiteY6" fmla="*/ 95891 h 95890"/>
                  <a:gd name="connsiteX7" fmla="*/ 36872 w 74061"/>
                  <a:gd name="connsiteY7" fmla="*/ 50702 h 95890"/>
                  <a:gd name="connsiteX8" fmla="*/ 63056 w 74061"/>
                  <a:gd name="connsiteY8" fmla="*/ 30358 h 95890"/>
                  <a:gd name="connsiteX9" fmla="*/ 36872 w 74061"/>
                  <a:gd name="connsiteY9" fmla="*/ 10014 h 95890"/>
                  <a:gd name="connsiteX10" fmla="*/ 10942 w 74061"/>
                  <a:gd name="connsiteY10" fmla="*/ 10014 h 95890"/>
                  <a:gd name="connsiteX11" fmla="*/ 10942 w 74061"/>
                  <a:gd name="connsiteY11" fmla="*/ 50702 h 95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061" h="95890">
                    <a:moveTo>
                      <a:pt x="0" y="0"/>
                    </a:moveTo>
                    <a:lnTo>
                      <a:pt x="38833" y="0"/>
                    </a:lnTo>
                    <a:cubicBezTo>
                      <a:pt x="58566" y="0"/>
                      <a:pt x="74061" y="12676"/>
                      <a:pt x="74061" y="30675"/>
                    </a:cubicBezTo>
                    <a:cubicBezTo>
                      <a:pt x="74061" y="48674"/>
                      <a:pt x="58566" y="61413"/>
                      <a:pt x="38833" y="61413"/>
                    </a:cubicBezTo>
                    <a:lnTo>
                      <a:pt x="10942" y="61413"/>
                    </a:lnTo>
                    <a:lnTo>
                      <a:pt x="10942" y="95891"/>
                    </a:lnTo>
                    <a:lnTo>
                      <a:pt x="0" y="95891"/>
                    </a:lnTo>
                    <a:close/>
                    <a:moveTo>
                      <a:pt x="36872" y="50702"/>
                    </a:moveTo>
                    <a:cubicBezTo>
                      <a:pt x="52431" y="50702"/>
                      <a:pt x="63056" y="43224"/>
                      <a:pt x="63056" y="30358"/>
                    </a:cubicBezTo>
                    <a:cubicBezTo>
                      <a:pt x="63056" y="17492"/>
                      <a:pt x="52431" y="10014"/>
                      <a:pt x="36872" y="10014"/>
                    </a:cubicBezTo>
                    <a:lnTo>
                      <a:pt x="10942" y="10014"/>
                    </a:lnTo>
                    <a:lnTo>
                      <a:pt x="10942" y="5070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17" name="Picture Placeholder 78">
                <a:extLst>
                  <a:ext uri="{FF2B5EF4-FFF2-40B4-BE49-F238E27FC236}">
                    <a16:creationId xmlns:a16="http://schemas.microsoft.com/office/drawing/2014/main" id="{94291142-52CE-4933-AE49-3EFD8D6228FA}"/>
                  </a:ext>
                </a:extLst>
              </p:cNvPr>
              <p:cNvSpPr/>
              <p:nvPr/>
            </p:nvSpPr>
            <p:spPr>
              <a:xfrm>
                <a:off x="5805988" y="821652"/>
                <a:ext cx="490156" cy="491178"/>
              </a:xfrm>
              <a:custGeom>
                <a:avLst/>
                <a:gdLst>
                  <a:gd name="connsiteX0" fmla="*/ 452715 w 490156"/>
                  <a:gd name="connsiteY0" fmla="*/ 15844 h 491178"/>
                  <a:gd name="connsiteX1" fmla="*/ 474345 w 490156"/>
                  <a:gd name="connsiteY1" fmla="*/ 37520 h 491178"/>
                  <a:gd name="connsiteX2" fmla="*/ 474345 w 490156"/>
                  <a:gd name="connsiteY2" fmla="*/ 453659 h 491178"/>
                  <a:gd name="connsiteX3" fmla="*/ 452715 w 490156"/>
                  <a:gd name="connsiteY3" fmla="*/ 475334 h 491178"/>
                  <a:gd name="connsiteX4" fmla="*/ 37442 w 490156"/>
                  <a:gd name="connsiteY4" fmla="*/ 475334 h 491178"/>
                  <a:gd name="connsiteX5" fmla="*/ 15812 w 490156"/>
                  <a:gd name="connsiteY5" fmla="*/ 453659 h 491178"/>
                  <a:gd name="connsiteX6" fmla="*/ 15812 w 490156"/>
                  <a:gd name="connsiteY6" fmla="*/ 37520 h 491178"/>
                  <a:gd name="connsiteX7" fmla="*/ 37442 w 490156"/>
                  <a:gd name="connsiteY7" fmla="*/ 15844 h 491178"/>
                  <a:gd name="connsiteX8" fmla="*/ 452715 w 490156"/>
                  <a:gd name="connsiteY8" fmla="*/ 15844 h 491178"/>
                  <a:gd name="connsiteX9" fmla="*/ 452715 w 490156"/>
                  <a:gd name="connsiteY9" fmla="*/ 0 h 491178"/>
                  <a:gd name="connsiteX10" fmla="*/ 37442 w 490156"/>
                  <a:gd name="connsiteY10" fmla="*/ 0 h 491178"/>
                  <a:gd name="connsiteX11" fmla="*/ 0 w 490156"/>
                  <a:gd name="connsiteY11" fmla="*/ 37520 h 491178"/>
                  <a:gd name="connsiteX12" fmla="*/ 0 w 490156"/>
                  <a:gd name="connsiteY12" fmla="*/ 453659 h 491178"/>
                  <a:gd name="connsiteX13" fmla="*/ 37442 w 490156"/>
                  <a:gd name="connsiteY13" fmla="*/ 491178 h 491178"/>
                  <a:gd name="connsiteX14" fmla="*/ 452715 w 490156"/>
                  <a:gd name="connsiteY14" fmla="*/ 491178 h 491178"/>
                  <a:gd name="connsiteX15" fmla="*/ 490156 w 490156"/>
                  <a:gd name="connsiteY15" fmla="*/ 453659 h 491178"/>
                  <a:gd name="connsiteX16" fmla="*/ 490156 w 490156"/>
                  <a:gd name="connsiteY16" fmla="*/ 37520 h 491178"/>
                  <a:gd name="connsiteX17" fmla="*/ 452715 w 490156"/>
                  <a:gd name="connsiteY17" fmla="*/ 0 h 49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90156" h="491178">
                    <a:moveTo>
                      <a:pt x="452715" y="15844"/>
                    </a:moveTo>
                    <a:cubicBezTo>
                      <a:pt x="464661" y="15844"/>
                      <a:pt x="474345" y="25549"/>
                      <a:pt x="474345" y="37520"/>
                    </a:cubicBezTo>
                    <a:lnTo>
                      <a:pt x="474345" y="453659"/>
                    </a:lnTo>
                    <a:cubicBezTo>
                      <a:pt x="474345" y="465631"/>
                      <a:pt x="464661" y="475334"/>
                      <a:pt x="452715" y="475334"/>
                    </a:cubicBezTo>
                    <a:lnTo>
                      <a:pt x="37442" y="475334"/>
                    </a:lnTo>
                    <a:cubicBezTo>
                      <a:pt x="25496" y="475334"/>
                      <a:pt x="15812" y="465631"/>
                      <a:pt x="15812" y="453659"/>
                    </a:cubicBezTo>
                    <a:lnTo>
                      <a:pt x="15812" y="37520"/>
                    </a:lnTo>
                    <a:cubicBezTo>
                      <a:pt x="15812" y="25549"/>
                      <a:pt x="25496" y="15844"/>
                      <a:pt x="37442" y="15844"/>
                    </a:cubicBezTo>
                    <a:lnTo>
                      <a:pt x="452715" y="15844"/>
                    </a:lnTo>
                    <a:moveTo>
                      <a:pt x="452715" y="0"/>
                    </a:moveTo>
                    <a:lnTo>
                      <a:pt x="37442" y="0"/>
                    </a:lnTo>
                    <a:cubicBezTo>
                      <a:pt x="16763" y="0"/>
                      <a:pt x="0" y="16798"/>
                      <a:pt x="0" y="37520"/>
                    </a:cubicBezTo>
                    <a:lnTo>
                      <a:pt x="0" y="453659"/>
                    </a:lnTo>
                    <a:cubicBezTo>
                      <a:pt x="0" y="474383"/>
                      <a:pt x="16763" y="491178"/>
                      <a:pt x="37442" y="491178"/>
                    </a:cubicBezTo>
                    <a:lnTo>
                      <a:pt x="452715" y="491178"/>
                    </a:lnTo>
                    <a:cubicBezTo>
                      <a:pt x="473393" y="491178"/>
                      <a:pt x="490156" y="474383"/>
                      <a:pt x="490156" y="453659"/>
                    </a:cubicBezTo>
                    <a:lnTo>
                      <a:pt x="490156" y="37520"/>
                    </a:lnTo>
                    <a:cubicBezTo>
                      <a:pt x="490156" y="16798"/>
                      <a:pt x="473393" y="0"/>
                      <a:pt x="452715"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18" name="Picture Placeholder 78">
                <a:extLst>
                  <a:ext uri="{FF2B5EF4-FFF2-40B4-BE49-F238E27FC236}">
                    <a16:creationId xmlns:a16="http://schemas.microsoft.com/office/drawing/2014/main" id="{3D49ED3C-577D-453C-BCDA-9532F0695AC8}"/>
                  </a:ext>
                </a:extLst>
              </p:cNvPr>
              <p:cNvSpPr/>
              <p:nvPr/>
            </p:nvSpPr>
            <p:spPr>
              <a:xfrm>
                <a:off x="5862214" y="771267"/>
                <a:ext cx="486595" cy="491241"/>
              </a:xfrm>
              <a:custGeom>
                <a:avLst/>
                <a:gdLst>
                  <a:gd name="connsiteX0" fmla="*/ 461696 w 486595"/>
                  <a:gd name="connsiteY0" fmla="*/ 491242 h 491241"/>
                  <a:gd name="connsiteX1" fmla="*/ 454739 w 486595"/>
                  <a:gd name="connsiteY1" fmla="*/ 477045 h 491241"/>
                  <a:gd name="connsiteX2" fmla="*/ 470740 w 486595"/>
                  <a:gd name="connsiteY2" fmla="*/ 451187 h 491241"/>
                  <a:gd name="connsiteX3" fmla="*/ 470740 w 486595"/>
                  <a:gd name="connsiteY3" fmla="*/ 44555 h 491241"/>
                  <a:gd name="connsiteX4" fmla="*/ 441900 w 486595"/>
                  <a:gd name="connsiteY4" fmla="*/ 15844 h 491241"/>
                  <a:gd name="connsiteX5" fmla="*/ 39023 w 486595"/>
                  <a:gd name="connsiteY5" fmla="*/ 15844 h 491241"/>
                  <a:gd name="connsiteX6" fmla="*/ 15242 w 486595"/>
                  <a:gd name="connsiteY6" fmla="*/ 30548 h 491241"/>
                  <a:gd name="connsiteX7" fmla="*/ 0 w 486595"/>
                  <a:gd name="connsiteY7" fmla="*/ 26429 h 491241"/>
                  <a:gd name="connsiteX8" fmla="*/ 39023 w 486595"/>
                  <a:gd name="connsiteY8" fmla="*/ 0 h 491241"/>
                  <a:gd name="connsiteX9" fmla="*/ 442279 w 486595"/>
                  <a:gd name="connsiteY9" fmla="*/ 0 h 491241"/>
                  <a:gd name="connsiteX10" fmla="*/ 486551 w 486595"/>
                  <a:gd name="connsiteY10" fmla="*/ 44808 h 491241"/>
                  <a:gd name="connsiteX11" fmla="*/ 486551 w 486595"/>
                  <a:gd name="connsiteY11" fmla="*/ 451187 h 491241"/>
                  <a:gd name="connsiteX12" fmla="*/ 461696 w 486595"/>
                  <a:gd name="connsiteY12" fmla="*/ 491242 h 491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6595" h="491241">
                    <a:moveTo>
                      <a:pt x="461696" y="491242"/>
                    </a:moveTo>
                    <a:lnTo>
                      <a:pt x="454739" y="477045"/>
                    </a:lnTo>
                    <a:cubicBezTo>
                      <a:pt x="464577" y="472211"/>
                      <a:pt x="470792" y="462167"/>
                      <a:pt x="470740" y="451187"/>
                    </a:cubicBezTo>
                    <a:lnTo>
                      <a:pt x="470740" y="44555"/>
                    </a:lnTo>
                    <a:cubicBezTo>
                      <a:pt x="471309" y="24020"/>
                      <a:pt x="467261" y="17049"/>
                      <a:pt x="441900" y="15844"/>
                    </a:cubicBezTo>
                    <a:lnTo>
                      <a:pt x="39023" y="15844"/>
                    </a:lnTo>
                    <a:cubicBezTo>
                      <a:pt x="22516" y="15844"/>
                      <a:pt x="17772" y="21232"/>
                      <a:pt x="15242" y="30548"/>
                    </a:cubicBezTo>
                    <a:lnTo>
                      <a:pt x="0" y="26429"/>
                    </a:lnTo>
                    <a:cubicBezTo>
                      <a:pt x="6325" y="2725"/>
                      <a:pt x="25298" y="0"/>
                      <a:pt x="39023" y="0"/>
                    </a:cubicBezTo>
                    <a:lnTo>
                      <a:pt x="442279" y="0"/>
                    </a:lnTo>
                    <a:cubicBezTo>
                      <a:pt x="475167" y="1521"/>
                      <a:pt x="487437" y="14133"/>
                      <a:pt x="486551" y="44808"/>
                    </a:cubicBezTo>
                    <a:lnTo>
                      <a:pt x="486551" y="451187"/>
                    </a:lnTo>
                    <a:cubicBezTo>
                      <a:pt x="486622" y="468211"/>
                      <a:pt x="476964" y="483775"/>
                      <a:pt x="461696" y="49124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19" name="Picture Placeholder 78">
                <a:extLst>
                  <a:ext uri="{FF2B5EF4-FFF2-40B4-BE49-F238E27FC236}">
                    <a16:creationId xmlns:a16="http://schemas.microsoft.com/office/drawing/2014/main" id="{C5C27582-8F41-4DD2-B100-1D86749C9730}"/>
                  </a:ext>
                </a:extLst>
              </p:cNvPr>
              <p:cNvSpPr/>
              <p:nvPr/>
            </p:nvSpPr>
            <p:spPr>
              <a:xfrm>
                <a:off x="5916669" y="720881"/>
                <a:ext cx="486595" cy="491304"/>
              </a:xfrm>
              <a:custGeom>
                <a:avLst/>
                <a:gdLst>
                  <a:gd name="connsiteX0" fmla="*/ 461696 w 486595"/>
                  <a:gd name="connsiteY0" fmla="*/ 491305 h 491304"/>
                  <a:gd name="connsiteX1" fmla="*/ 454739 w 486595"/>
                  <a:gd name="connsiteY1" fmla="*/ 477425 h 491304"/>
                  <a:gd name="connsiteX2" fmla="*/ 470677 w 486595"/>
                  <a:gd name="connsiteY2" fmla="*/ 451567 h 491304"/>
                  <a:gd name="connsiteX3" fmla="*/ 470677 w 486595"/>
                  <a:gd name="connsiteY3" fmla="*/ 44618 h 491304"/>
                  <a:gd name="connsiteX4" fmla="*/ 441900 w 486595"/>
                  <a:gd name="connsiteY4" fmla="*/ 15844 h 491304"/>
                  <a:gd name="connsiteX5" fmla="*/ 39023 w 486595"/>
                  <a:gd name="connsiteY5" fmla="*/ 15844 h 491304"/>
                  <a:gd name="connsiteX6" fmla="*/ 15242 w 486595"/>
                  <a:gd name="connsiteY6" fmla="*/ 30548 h 491304"/>
                  <a:gd name="connsiteX7" fmla="*/ 0 w 486595"/>
                  <a:gd name="connsiteY7" fmla="*/ 26365 h 491304"/>
                  <a:gd name="connsiteX8" fmla="*/ 39023 w 486595"/>
                  <a:gd name="connsiteY8" fmla="*/ 0 h 491304"/>
                  <a:gd name="connsiteX9" fmla="*/ 442279 w 486595"/>
                  <a:gd name="connsiteY9" fmla="*/ 0 h 491304"/>
                  <a:gd name="connsiteX10" fmla="*/ 486551 w 486595"/>
                  <a:gd name="connsiteY10" fmla="*/ 44808 h 491304"/>
                  <a:gd name="connsiteX11" fmla="*/ 486551 w 486595"/>
                  <a:gd name="connsiteY11" fmla="*/ 451250 h 491304"/>
                  <a:gd name="connsiteX12" fmla="*/ 461696 w 486595"/>
                  <a:gd name="connsiteY12" fmla="*/ 491305 h 49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6595" h="491304">
                    <a:moveTo>
                      <a:pt x="461696" y="491305"/>
                    </a:moveTo>
                    <a:lnTo>
                      <a:pt x="454739" y="477425"/>
                    </a:lnTo>
                    <a:cubicBezTo>
                      <a:pt x="464561" y="472585"/>
                      <a:pt x="470759" y="462537"/>
                      <a:pt x="470677" y="451567"/>
                    </a:cubicBezTo>
                    <a:lnTo>
                      <a:pt x="470677" y="44618"/>
                    </a:lnTo>
                    <a:cubicBezTo>
                      <a:pt x="471309" y="24020"/>
                      <a:pt x="467261" y="17112"/>
                      <a:pt x="441900" y="15844"/>
                    </a:cubicBezTo>
                    <a:lnTo>
                      <a:pt x="39023" y="15844"/>
                    </a:lnTo>
                    <a:cubicBezTo>
                      <a:pt x="22516" y="15844"/>
                      <a:pt x="17772" y="21232"/>
                      <a:pt x="15242" y="30548"/>
                    </a:cubicBezTo>
                    <a:lnTo>
                      <a:pt x="0" y="26365"/>
                    </a:lnTo>
                    <a:cubicBezTo>
                      <a:pt x="6325" y="2725"/>
                      <a:pt x="25298" y="0"/>
                      <a:pt x="39023" y="0"/>
                    </a:cubicBezTo>
                    <a:lnTo>
                      <a:pt x="442279" y="0"/>
                    </a:lnTo>
                    <a:cubicBezTo>
                      <a:pt x="475167" y="1521"/>
                      <a:pt x="487437" y="14070"/>
                      <a:pt x="486551" y="44808"/>
                    </a:cubicBezTo>
                    <a:lnTo>
                      <a:pt x="486551" y="451250"/>
                    </a:lnTo>
                    <a:cubicBezTo>
                      <a:pt x="486621" y="468275"/>
                      <a:pt x="476963" y="483838"/>
                      <a:pt x="461696" y="491305"/>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2" name="Group 1">
            <a:extLst>
              <a:ext uri="{FF2B5EF4-FFF2-40B4-BE49-F238E27FC236}">
                <a16:creationId xmlns:a16="http://schemas.microsoft.com/office/drawing/2014/main" id="{D4C469C8-BD7B-6F20-DB05-532D959C5D33}"/>
              </a:ext>
            </a:extLst>
          </p:cNvPr>
          <p:cNvGrpSpPr/>
          <p:nvPr/>
        </p:nvGrpSpPr>
        <p:grpSpPr>
          <a:xfrm>
            <a:off x="4438837" y="3527622"/>
            <a:ext cx="758008" cy="2475217"/>
            <a:chOff x="4922073" y="3703187"/>
            <a:chExt cx="758008" cy="2475217"/>
          </a:xfrm>
        </p:grpSpPr>
        <p:sp>
          <p:nvSpPr>
            <p:cNvPr id="4" name="Rounded Rectangle 37">
              <a:extLst>
                <a:ext uri="{FF2B5EF4-FFF2-40B4-BE49-F238E27FC236}">
                  <a16:creationId xmlns:a16="http://schemas.microsoft.com/office/drawing/2014/main" id="{07E7C173-C0F2-7F57-A3B2-0AAB1B4416A4}"/>
                </a:ext>
              </a:extLst>
            </p:cNvPr>
            <p:cNvSpPr/>
            <p:nvPr/>
          </p:nvSpPr>
          <p:spPr>
            <a:xfrm>
              <a:off x="4922073"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Network</a:t>
              </a:r>
              <a:b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br>
              <a:r>
                <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Arial"/>
                </a:rPr>
                <a:t>Monitoring</a:t>
              </a:r>
            </a:p>
          </p:txBody>
        </p:sp>
        <p:cxnSp>
          <p:nvCxnSpPr>
            <p:cNvPr id="5" name="Straight Connector 4">
              <a:extLst>
                <a:ext uri="{FF2B5EF4-FFF2-40B4-BE49-F238E27FC236}">
                  <a16:creationId xmlns:a16="http://schemas.microsoft.com/office/drawing/2014/main" id="{12002B94-A21B-AAB2-EB73-1783F50ED3D5}"/>
                </a:ext>
              </a:extLst>
            </p:cNvPr>
            <p:cNvCxnSpPr>
              <a:cxnSpLocks/>
            </p:cNvCxnSpPr>
            <p:nvPr/>
          </p:nvCxnSpPr>
          <p:spPr bwMode="gray">
            <a:xfrm>
              <a:off x="5301076"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F1865FF7-02DE-E82E-CAD8-A30CF1FAC193}"/>
                </a:ext>
              </a:extLst>
            </p:cNvPr>
            <p:cNvSpPr/>
            <p:nvPr/>
          </p:nvSpPr>
          <p:spPr>
            <a:xfrm rot="10800000">
              <a:off x="5061016"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grpSp>
          <p:nvGrpSpPr>
            <p:cNvPr id="7" name="Picture Placeholder 89" descr="Filtered Data&#10;">
              <a:extLst>
                <a:ext uri="{FF2B5EF4-FFF2-40B4-BE49-F238E27FC236}">
                  <a16:creationId xmlns:a16="http://schemas.microsoft.com/office/drawing/2014/main" id="{FC3771C5-9622-5EDD-BAB2-4C3CD3C05ECC}"/>
                </a:ext>
              </a:extLst>
            </p:cNvPr>
            <p:cNvGrpSpPr>
              <a:grpSpLocks noChangeAspect="1"/>
            </p:cNvGrpSpPr>
            <p:nvPr/>
          </p:nvGrpSpPr>
          <p:grpSpPr>
            <a:xfrm>
              <a:off x="5163916" y="5354825"/>
              <a:ext cx="274320" cy="273180"/>
              <a:chOff x="7128581" y="1952373"/>
              <a:chExt cx="598263" cy="595777"/>
            </a:xfrm>
            <a:solidFill>
              <a:schemeClr val="tx1"/>
            </a:solidFill>
          </p:grpSpPr>
          <p:sp>
            <p:nvSpPr>
              <p:cNvPr id="8" name="Picture Placeholder 89">
                <a:extLst>
                  <a:ext uri="{FF2B5EF4-FFF2-40B4-BE49-F238E27FC236}">
                    <a16:creationId xmlns:a16="http://schemas.microsoft.com/office/drawing/2014/main" id="{A76F6A8B-75BD-8B76-BAD6-307FC8DEB7C2}"/>
                  </a:ext>
                </a:extLst>
              </p:cNvPr>
              <p:cNvSpPr/>
              <p:nvPr/>
            </p:nvSpPr>
            <p:spPr>
              <a:xfrm>
                <a:off x="7314912" y="1952373"/>
                <a:ext cx="229427" cy="595777"/>
              </a:xfrm>
              <a:custGeom>
                <a:avLst/>
                <a:gdLst>
                  <a:gd name="connsiteX0" fmla="*/ 58941 w 229427"/>
                  <a:gd name="connsiteY0" fmla="*/ 595777 h 595777"/>
                  <a:gd name="connsiteX1" fmla="*/ 0 w 229427"/>
                  <a:gd name="connsiteY1" fmla="*/ 595777 h 595777"/>
                  <a:gd name="connsiteX2" fmla="*/ 0 w 229427"/>
                  <a:gd name="connsiteY2" fmla="*/ 576804 h 595777"/>
                  <a:gd name="connsiteX3" fmla="*/ 48167 w 229427"/>
                  <a:gd name="connsiteY3" fmla="*/ 576804 h 595777"/>
                  <a:gd name="connsiteX4" fmla="*/ 207879 w 229427"/>
                  <a:gd name="connsiteY4" fmla="*/ 297889 h 595777"/>
                  <a:gd name="connsiteX5" fmla="*/ 48167 w 229427"/>
                  <a:gd name="connsiteY5" fmla="*/ 18974 h 595777"/>
                  <a:gd name="connsiteX6" fmla="*/ 0 w 229427"/>
                  <a:gd name="connsiteY6" fmla="*/ 18974 h 595777"/>
                  <a:gd name="connsiteX7" fmla="*/ 0 w 229427"/>
                  <a:gd name="connsiteY7" fmla="*/ 0 h 595777"/>
                  <a:gd name="connsiteX8" fmla="*/ 58941 w 229427"/>
                  <a:gd name="connsiteY8" fmla="*/ 0 h 595777"/>
                  <a:gd name="connsiteX9" fmla="*/ 229428 w 229427"/>
                  <a:gd name="connsiteY9" fmla="*/ 297889 h 595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427" h="595777">
                    <a:moveTo>
                      <a:pt x="58941" y="595777"/>
                    </a:moveTo>
                    <a:lnTo>
                      <a:pt x="0" y="595777"/>
                    </a:lnTo>
                    <a:lnTo>
                      <a:pt x="0" y="576804"/>
                    </a:lnTo>
                    <a:lnTo>
                      <a:pt x="48167" y="576804"/>
                    </a:lnTo>
                    <a:lnTo>
                      <a:pt x="207879" y="297889"/>
                    </a:lnTo>
                    <a:lnTo>
                      <a:pt x="48167" y="18974"/>
                    </a:lnTo>
                    <a:lnTo>
                      <a:pt x="0" y="18974"/>
                    </a:lnTo>
                    <a:lnTo>
                      <a:pt x="0" y="0"/>
                    </a:lnTo>
                    <a:lnTo>
                      <a:pt x="58941" y="0"/>
                    </a:lnTo>
                    <a:lnTo>
                      <a:pt x="229428" y="297889"/>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9" name="Picture Placeholder 89">
                <a:extLst>
                  <a:ext uri="{FF2B5EF4-FFF2-40B4-BE49-F238E27FC236}">
                    <a16:creationId xmlns:a16="http://schemas.microsoft.com/office/drawing/2014/main" id="{B0716079-BE0E-E257-43CC-2E5A8A82A893}"/>
                  </a:ext>
                </a:extLst>
              </p:cNvPr>
              <p:cNvGrpSpPr/>
              <p:nvPr/>
            </p:nvGrpSpPr>
            <p:grpSpPr>
              <a:xfrm>
                <a:off x="7253435" y="2016251"/>
                <a:ext cx="348033" cy="35417"/>
                <a:chOff x="7253435" y="2016251"/>
                <a:chExt cx="348033" cy="35417"/>
              </a:xfrm>
              <a:grpFill/>
            </p:grpSpPr>
            <p:sp>
              <p:nvSpPr>
                <p:cNvPr id="123" name="Picture Placeholder 89">
                  <a:extLst>
                    <a:ext uri="{FF2B5EF4-FFF2-40B4-BE49-F238E27FC236}">
                      <a16:creationId xmlns:a16="http://schemas.microsoft.com/office/drawing/2014/main" id="{D9DEC41E-E723-1FF9-433C-3CBEFEECBBD5}"/>
                    </a:ext>
                  </a:extLst>
                </p:cNvPr>
                <p:cNvSpPr/>
                <p:nvPr/>
              </p:nvSpPr>
              <p:spPr>
                <a:xfrm>
                  <a:off x="7253435"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42" name="Picture Placeholder 89">
                  <a:extLst>
                    <a:ext uri="{FF2B5EF4-FFF2-40B4-BE49-F238E27FC236}">
                      <a16:creationId xmlns:a16="http://schemas.microsoft.com/office/drawing/2014/main" id="{DFA59C45-619F-EF5A-C6CA-7B56471747D3}"/>
                    </a:ext>
                  </a:extLst>
                </p:cNvPr>
                <p:cNvSpPr/>
                <p:nvPr/>
              </p:nvSpPr>
              <p:spPr>
                <a:xfrm>
                  <a:off x="7315545"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45" name="Picture Placeholder 89">
                  <a:extLst>
                    <a:ext uri="{FF2B5EF4-FFF2-40B4-BE49-F238E27FC236}">
                      <a16:creationId xmlns:a16="http://schemas.microsoft.com/office/drawing/2014/main" id="{59FEA1BA-408A-3659-95DA-52662B08100A}"/>
                    </a:ext>
                  </a:extLst>
                </p:cNvPr>
                <p:cNvSpPr/>
                <p:nvPr/>
              </p:nvSpPr>
              <p:spPr>
                <a:xfrm>
                  <a:off x="7378290"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46" name="Picture Placeholder 89">
                  <a:extLst>
                    <a:ext uri="{FF2B5EF4-FFF2-40B4-BE49-F238E27FC236}">
                      <a16:creationId xmlns:a16="http://schemas.microsoft.com/office/drawing/2014/main" id="{26B22EBE-E2F0-1350-B8FB-ED9D9E0C330C}"/>
                    </a:ext>
                  </a:extLst>
                </p:cNvPr>
                <p:cNvSpPr/>
                <p:nvPr/>
              </p:nvSpPr>
              <p:spPr>
                <a:xfrm>
                  <a:off x="7503144"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50" name="Picture Placeholder 89">
                  <a:extLst>
                    <a:ext uri="{FF2B5EF4-FFF2-40B4-BE49-F238E27FC236}">
                      <a16:creationId xmlns:a16="http://schemas.microsoft.com/office/drawing/2014/main" id="{E35BFB9C-CEB8-FD44-FEBD-A80A9F3C07A6}"/>
                    </a:ext>
                  </a:extLst>
                </p:cNvPr>
                <p:cNvSpPr/>
                <p:nvPr/>
              </p:nvSpPr>
              <p:spPr>
                <a:xfrm>
                  <a:off x="7565254"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10" name="Picture Placeholder 89">
                <a:extLst>
                  <a:ext uri="{FF2B5EF4-FFF2-40B4-BE49-F238E27FC236}">
                    <a16:creationId xmlns:a16="http://schemas.microsoft.com/office/drawing/2014/main" id="{EDB673E4-86E1-B770-9700-B100F60718A6}"/>
                  </a:ext>
                </a:extLst>
              </p:cNvPr>
              <p:cNvGrpSpPr/>
              <p:nvPr/>
            </p:nvGrpSpPr>
            <p:grpSpPr>
              <a:xfrm>
                <a:off x="7315545" y="2102898"/>
                <a:ext cx="348033" cy="35417"/>
                <a:chOff x="7315545" y="2102898"/>
                <a:chExt cx="348033" cy="35417"/>
              </a:xfrm>
              <a:grpFill/>
            </p:grpSpPr>
            <p:sp>
              <p:nvSpPr>
                <p:cNvPr id="115" name="Picture Placeholder 89">
                  <a:extLst>
                    <a:ext uri="{FF2B5EF4-FFF2-40B4-BE49-F238E27FC236}">
                      <a16:creationId xmlns:a16="http://schemas.microsoft.com/office/drawing/2014/main" id="{D1009DCA-E213-D3BE-35F6-2FCFE09F0214}"/>
                    </a:ext>
                  </a:extLst>
                </p:cNvPr>
                <p:cNvSpPr/>
                <p:nvPr/>
              </p:nvSpPr>
              <p:spPr>
                <a:xfrm>
                  <a:off x="7315545" y="2102898"/>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16" name="Picture Placeholder 89">
                  <a:extLst>
                    <a:ext uri="{FF2B5EF4-FFF2-40B4-BE49-F238E27FC236}">
                      <a16:creationId xmlns:a16="http://schemas.microsoft.com/office/drawing/2014/main" id="{D35A2DD1-9162-DE56-6DBA-D6AD4ECC4CA8}"/>
                    </a:ext>
                  </a:extLst>
                </p:cNvPr>
                <p:cNvSpPr/>
                <p:nvPr/>
              </p:nvSpPr>
              <p:spPr>
                <a:xfrm>
                  <a:off x="7378290" y="2102898"/>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17" name="Picture Placeholder 89">
                  <a:extLst>
                    <a:ext uri="{FF2B5EF4-FFF2-40B4-BE49-F238E27FC236}">
                      <a16:creationId xmlns:a16="http://schemas.microsoft.com/office/drawing/2014/main" id="{6F29DE0D-9873-E7FA-7EAA-20C6608936D3}"/>
                    </a:ext>
                  </a:extLst>
                </p:cNvPr>
                <p:cNvSpPr/>
                <p:nvPr/>
              </p:nvSpPr>
              <p:spPr>
                <a:xfrm>
                  <a:off x="7627364" y="2102898"/>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41" name="Picture Placeholder 89">
                <a:extLst>
                  <a:ext uri="{FF2B5EF4-FFF2-40B4-BE49-F238E27FC236}">
                    <a16:creationId xmlns:a16="http://schemas.microsoft.com/office/drawing/2014/main" id="{5B59C08E-5808-552E-87FB-F791BBA2DC56}"/>
                  </a:ext>
                </a:extLst>
              </p:cNvPr>
              <p:cNvGrpSpPr/>
              <p:nvPr/>
            </p:nvGrpSpPr>
            <p:grpSpPr>
              <a:xfrm>
                <a:off x="7191959" y="2189545"/>
                <a:ext cx="534753" cy="35417"/>
                <a:chOff x="7191959" y="2189545"/>
                <a:chExt cx="534753" cy="35417"/>
              </a:xfrm>
              <a:grpFill/>
            </p:grpSpPr>
            <p:sp>
              <p:nvSpPr>
                <p:cNvPr id="107" name="Picture Placeholder 89">
                  <a:extLst>
                    <a:ext uri="{FF2B5EF4-FFF2-40B4-BE49-F238E27FC236}">
                      <a16:creationId xmlns:a16="http://schemas.microsoft.com/office/drawing/2014/main" id="{CAED774B-AD4D-4291-C410-D4444A696273}"/>
                    </a:ext>
                  </a:extLst>
                </p:cNvPr>
                <p:cNvSpPr/>
                <p:nvPr/>
              </p:nvSpPr>
              <p:spPr>
                <a:xfrm>
                  <a:off x="7253435"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09" name="Picture Placeholder 89">
                  <a:extLst>
                    <a:ext uri="{FF2B5EF4-FFF2-40B4-BE49-F238E27FC236}">
                      <a16:creationId xmlns:a16="http://schemas.microsoft.com/office/drawing/2014/main" id="{DACD70DA-12A7-CB69-DB4A-39FE248A2E11}"/>
                    </a:ext>
                  </a:extLst>
                </p:cNvPr>
                <p:cNvSpPr/>
                <p:nvPr/>
              </p:nvSpPr>
              <p:spPr>
                <a:xfrm>
                  <a:off x="7191959"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10" name="Picture Placeholder 89">
                  <a:extLst>
                    <a:ext uri="{FF2B5EF4-FFF2-40B4-BE49-F238E27FC236}">
                      <a16:creationId xmlns:a16="http://schemas.microsoft.com/office/drawing/2014/main" id="{852BCF33-7537-2D08-3635-B6B390A81118}"/>
                    </a:ext>
                  </a:extLst>
                </p:cNvPr>
                <p:cNvSpPr/>
                <p:nvPr/>
              </p:nvSpPr>
              <p:spPr>
                <a:xfrm>
                  <a:off x="7315545"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11" name="Picture Placeholder 89">
                  <a:extLst>
                    <a:ext uri="{FF2B5EF4-FFF2-40B4-BE49-F238E27FC236}">
                      <a16:creationId xmlns:a16="http://schemas.microsoft.com/office/drawing/2014/main" id="{885E376C-8500-CA28-C5DC-DD72FA1A229C}"/>
                    </a:ext>
                  </a:extLst>
                </p:cNvPr>
                <p:cNvSpPr/>
                <p:nvPr/>
              </p:nvSpPr>
              <p:spPr>
                <a:xfrm>
                  <a:off x="7378290"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12" name="Picture Placeholder 89">
                  <a:extLst>
                    <a:ext uri="{FF2B5EF4-FFF2-40B4-BE49-F238E27FC236}">
                      <a16:creationId xmlns:a16="http://schemas.microsoft.com/office/drawing/2014/main" id="{47707490-8B73-2B1B-F9BE-1E8A29563615}"/>
                    </a:ext>
                  </a:extLst>
                </p:cNvPr>
                <p:cNvSpPr/>
                <p:nvPr/>
              </p:nvSpPr>
              <p:spPr>
                <a:xfrm>
                  <a:off x="7440400"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13" name="Picture Placeholder 89">
                  <a:extLst>
                    <a:ext uri="{FF2B5EF4-FFF2-40B4-BE49-F238E27FC236}">
                      <a16:creationId xmlns:a16="http://schemas.microsoft.com/office/drawing/2014/main" id="{F0B3A87E-B9BB-EB35-B9B3-42B2163348E7}"/>
                    </a:ext>
                  </a:extLst>
                </p:cNvPr>
                <p:cNvSpPr/>
                <p:nvPr/>
              </p:nvSpPr>
              <p:spPr>
                <a:xfrm>
                  <a:off x="7627364"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14" name="Picture Placeholder 89">
                  <a:extLst>
                    <a:ext uri="{FF2B5EF4-FFF2-40B4-BE49-F238E27FC236}">
                      <a16:creationId xmlns:a16="http://schemas.microsoft.com/office/drawing/2014/main" id="{72C49B63-59CB-29B8-F48E-F6013C776E4E}"/>
                    </a:ext>
                  </a:extLst>
                </p:cNvPr>
                <p:cNvSpPr/>
                <p:nvPr/>
              </p:nvSpPr>
              <p:spPr>
                <a:xfrm>
                  <a:off x="7690108"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42" name="Picture Placeholder 89">
                <a:extLst>
                  <a:ext uri="{FF2B5EF4-FFF2-40B4-BE49-F238E27FC236}">
                    <a16:creationId xmlns:a16="http://schemas.microsoft.com/office/drawing/2014/main" id="{7C6D3DC2-D19D-4BC7-28CB-285A3EE0678A}"/>
                  </a:ext>
                </a:extLst>
              </p:cNvPr>
              <p:cNvGrpSpPr/>
              <p:nvPr/>
            </p:nvGrpSpPr>
            <p:grpSpPr>
              <a:xfrm>
                <a:off x="7128581" y="2275560"/>
                <a:ext cx="473148" cy="35417"/>
                <a:chOff x="7128581" y="2275560"/>
                <a:chExt cx="473148" cy="35417"/>
              </a:xfrm>
              <a:grpFill/>
            </p:grpSpPr>
            <p:sp>
              <p:nvSpPr>
                <p:cNvPr id="83" name="Picture Placeholder 89">
                  <a:extLst>
                    <a:ext uri="{FF2B5EF4-FFF2-40B4-BE49-F238E27FC236}">
                      <a16:creationId xmlns:a16="http://schemas.microsoft.com/office/drawing/2014/main" id="{AFC4EC05-DDFC-350C-0431-552679F73C23}"/>
                    </a:ext>
                  </a:extLst>
                </p:cNvPr>
                <p:cNvSpPr/>
                <p:nvPr/>
              </p:nvSpPr>
              <p:spPr>
                <a:xfrm>
                  <a:off x="7253435"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6" name="Picture Placeholder 89">
                  <a:extLst>
                    <a:ext uri="{FF2B5EF4-FFF2-40B4-BE49-F238E27FC236}">
                      <a16:creationId xmlns:a16="http://schemas.microsoft.com/office/drawing/2014/main" id="{C0FD0B37-06A7-E9F3-6FE0-8B3F5463F150}"/>
                    </a:ext>
                  </a:extLst>
                </p:cNvPr>
                <p:cNvSpPr/>
                <p:nvPr/>
              </p:nvSpPr>
              <p:spPr>
                <a:xfrm>
                  <a:off x="7191325"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7" name="Picture Placeholder 89">
                  <a:extLst>
                    <a:ext uri="{FF2B5EF4-FFF2-40B4-BE49-F238E27FC236}">
                      <a16:creationId xmlns:a16="http://schemas.microsoft.com/office/drawing/2014/main" id="{CC6B8443-0BCE-EE01-943E-6D9B32731F1A}"/>
                    </a:ext>
                  </a:extLst>
                </p:cNvPr>
                <p:cNvSpPr/>
                <p:nvPr/>
              </p:nvSpPr>
              <p:spPr>
                <a:xfrm>
                  <a:off x="7128581"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8" name="Picture Placeholder 89">
                  <a:extLst>
                    <a:ext uri="{FF2B5EF4-FFF2-40B4-BE49-F238E27FC236}">
                      <a16:creationId xmlns:a16="http://schemas.microsoft.com/office/drawing/2014/main" id="{2471D0DB-31CC-9748-99BA-AEA0ABB6782D}"/>
                    </a:ext>
                  </a:extLst>
                </p:cNvPr>
                <p:cNvSpPr/>
                <p:nvPr/>
              </p:nvSpPr>
              <p:spPr>
                <a:xfrm>
                  <a:off x="7315545"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9" name="Picture Placeholder 89">
                  <a:extLst>
                    <a:ext uri="{FF2B5EF4-FFF2-40B4-BE49-F238E27FC236}">
                      <a16:creationId xmlns:a16="http://schemas.microsoft.com/office/drawing/2014/main" id="{95644BA5-2EBB-54B2-5579-C8099C7710EB}"/>
                    </a:ext>
                  </a:extLst>
                </p:cNvPr>
                <p:cNvSpPr/>
                <p:nvPr/>
              </p:nvSpPr>
              <p:spPr>
                <a:xfrm>
                  <a:off x="7378290"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92" name="Picture Placeholder 89">
                  <a:extLst>
                    <a:ext uri="{FF2B5EF4-FFF2-40B4-BE49-F238E27FC236}">
                      <a16:creationId xmlns:a16="http://schemas.microsoft.com/office/drawing/2014/main" id="{8B14871F-0B91-5A04-A512-338AEF7E395E}"/>
                    </a:ext>
                  </a:extLst>
                </p:cNvPr>
                <p:cNvSpPr/>
                <p:nvPr/>
              </p:nvSpPr>
              <p:spPr>
                <a:xfrm>
                  <a:off x="7440400"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93" name="Picture Placeholder 89">
                  <a:extLst>
                    <a:ext uri="{FF2B5EF4-FFF2-40B4-BE49-F238E27FC236}">
                      <a16:creationId xmlns:a16="http://schemas.microsoft.com/office/drawing/2014/main" id="{32D82D9C-C427-90A3-B2C2-24AD2C9A36BA}"/>
                    </a:ext>
                  </a:extLst>
                </p:cNvPr>
                <p:cNvSpPr/>
                <p:nvPr/>
              </p:nvSpPr>
              <p:spPr>
                <a:xfrm>
                  <a:off x="7503144"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00" name="Picture Placeholder 89">
                  <a:extLst>
                    <a:ext uri="{FF2B5EF4-FFF2-40B4-BE49-F238E27FC236}">
                      <a16:creationId xmlns:a16="http://schemas.microsoft.com/office/drawing/2014/main" id="{A8D826CF-B674-4D6E-2248-D24A0908486F}"/>
                    </a:ext>
                  </a:extLst>
                </p:cNvPr>
                <p:cNvSpPr/>
                <p:nvPr/>
              </p:nvSpPr>
              <p:spPr>
                <a:xfrm>
                  <a:off x="7565254"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44" name="Picture Placeholder 89">
                <a:extLst>
                  <a:ext uri="{FF2B5EF4-FFF2-40B4-BE49-F238E27FC236}">
                    <a16:creationId xmlns:a16="http://schemas.microsoft.com/office/drawing/2014/main" id="{B3DB5FD8-57DF-FD2B-226F-89AA3B57A34E}"/>
                  </a:ext>
                </a:extLst>
              </p:cNvPr>
              <p:cNvGrpSpPr/>
              <p:nvPr/>
            </p:nvGrpSpPr>
            <p:grpSpPr>
              <a:xfrm>
                <a:off x="7191325" y="2362207"/>
                <a:ext cx="535388" cy="35417"/>
                <a:chOff x="7191325" y="2362207"/>
                <a:chExt cx="535388" cy="35417"/>
              </a:xfrm>
              <a:grpFill/>
            </p:grpSpPr>
            <p:sp>
              <p:nvSpPr>
                <p:cNvPr id="74" name="Picture Placeholder 89">
                  <a:extLst>
                    <a:ext uri="{FF2B5EF4-FFF2-40B4-BE49-F238E27FC236}">
                      <a16:creationId xmlns:a16="http://schemas.microsoft.com/office/drawing/2014/main" id="{D557A106-1B50-D17A-3002-DB9AD98462F9}"/>
                    </a:ext>
                  </a:extLst>
                </p:cNvPr>
                <p:cNvSpPr/>
                <p:nvPr/>
              </p:nvSpPr>
              <p:spPr>
                <a:xfrm>
                  <a:off x="7253435"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5" name="Picture Placeholder 89">
                  <a:extLst>
                    <a:ext uri="{FF2B5EF4-FFF2-40B4-BE49-F238E27FC236}">
                      <a16:creationId xmlns:a16="http://schemas.microsoft.com/office/drawing/2014/main" id="{BDBFE9F0-E5A3-212A-3715-098C03487208}"/>
                    </a:ext>
                  </a:extLst>
                </p:cNvPr>
                <p:cNvSpPr/>
                <p:nvPr/>
              </p:nvSpPr>
              <p:spPr>
                <a:xfrm>
                  <a:off x="7191325"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6" name="Picture Placeholder 89">
                  <a:extLst>
                    <a:ext uri="{FF2B5EF4-FFF2-40B4-BE49-F238E27FC236}">
                      <a16:creationId xmlns:a16="http://schemas.microsoft.com/office/drawing/2014/main" id="{8813612F-82F4-8D5F-DE31-68FF9C585C09}"/>
                    </a:ext>
                  </a:extLst>
                </p:cNvPr>
                <p:cNvSpPr/>
                <p:nvPr/>
              </p:nvSpPr>
              <p:spPr>
                <a:xfrm>
                  <a:off x="7315545"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7" name="Picture Placeholder 89">
                  <a:extLst>
                    <a:ext uri="{FF2B5EF4-FFF2-40B4-BE49-F238E27FC236}">
                      <a16:creationId xmlns:a16="http://schemas.microsoft.com/office/drawing/2014/main" id="{C73E60C3-2BEC-675B-3550-46AA7D645CDE}"/>
                    </a:ext>
                  </a:extLst>
                </p:cNvPr>
                <p:cNvSpPr/>
                <p:nvPr/>
              </p:nvSpPr>
              <p:spPr>
                <a:xfrm>
                  <a:off x="7378290"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8" name="Picture Placeholder 89">
                  <a:extLst>
                    <a:ext uri="{FF2B5EF4-FFF2-40B4-BE49-F238E27FC236}">
                      <a16:creationId xmlns:a16="http://schemas.microsoft.com/office/drawing/2014/main" id="{A8CC79D6-FF67-E485-1010-857F46C2E8AE}"/>
                    </a:ext>
                  </a:extLst>
                </p:cNvPr>
                <p:cNvSpPr/>
                <p:nvPr/>
              </p:nvSpPr>
              <p:spPr>
                <a:xfrm>
                  <a:off x="7503144"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9" name="Picture Placeholder 89">
                  <a:extLst>
                    <a:ext uri="{FF2B5EF4-FFF2-40B4-BE49-F238E27FC236}">
                      <a16:creationId xmlns:a16="http://schemas.microsoft.com/office/drawing/2014/main" id="{0A92FB16-A983-4278-8F97-243DBD291E19}"/>
                    </a:ext>
                  </a:extLst>
                </p:cNvPr>
                <p:cNvSpPr/>
                <p:nvPr/>
              </p:nvSpPr>
              <p:spPr>
                <a:xfrm>
                  <a:off x="7565254"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80" name="Picture Placeholder 89">
                  <a:extLst>
                    <a:ext uri="{FF2B5EF4-FFF2-40B4-BE49-F238E27FC236}">
                      <a16:creationId xmlns:a16="http://schemas.microsoft.com/office/drawing/2014/main" id="{68E4157F-878E-F2DD-7FFD-5DCA803A207A}"/>
                    </a:ext>
                  </a:extLst>
                </p:cNvPr>
                <p:cNvSpPr/>
                <p:nvPr/>
              </p:nvSpPr>
              <p:spPr>
                <a:xfrm>
                  <a:off x="7690108"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nvGrpSpPr>
              <p:cNvPr id="46" name="Picture Placeholder 89">
                <a:extLst>
                  <a:ext uri="{FF2B5EF4-FFF2-40B4-BE49-F238E27FC236}">
                    <a16:creationId xmlns:a16="http://schemas.microsoft.com/office/drawing/2014/main" id="{3281E1BD-704F-1F12-58F4-166E26EEB8A6}"/>
                  </a:ext>
                </a:extLst>
              </p:cNvPr>
              <p:cNvGrpSpPr/>
              <p:nvPr/>
            </p:nvGrpSpPr>
            <p:grpSpPr>
              <a:xfrm>
                <a:off x="7253435" y="2448854"/>
                <a:ext cx="410273" cy="35417"/>
                <a:chOff x="7253435" y="2448854"/>
                <a:chExt cx="410273" cy="35417"/>
              </a:xfrm>
              <a:grpFill/>
            </p:grpSpPr>
            <p:sp>
              <p:nvSpPr>
                <p:cNvPr id="47" name="Picture Placeholder 89">
                  <a:extLst>
                    <a:ext uri="{FF2B5EF4-FFF2-40B4-BE49-F238E27FC236}">
                      <a16:creationId xmlns:a16="http://schemas.microsoft.com/office/drawing/2014/main" id="{E49AB167-9202-0CF2-7F4D-65FFBA13B2E8}"/>
                    </a:ext>
                  </a:extLst>
                </p:cNvPr>
                <p:cNvSpPr/>
                <p:nvPr/>
              </p:nvSpPr>
              <p:spPr>
                <a:xfrm>
                  <a:off x="7253435"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8" name="Picture Placeholder 89">
                  <a:extLst>
                    <a:ext uri="{FF2B5EF4-FFF2-40B4-BE49-F238E27FC236}">
                      <a16:creationId xmlns:a16="http://schemas.microsoft.com/office/drawing/2014/main" id="{B271E19B-FAFE-FB59-22F9-A1B2ADE79C42}"/>
                    </a:ext>
                  </a:extLst>
                </p:cNvPr>
                <p:cNvSpPr/>
                <p:nvPr/>
              </p:nvSpPr>
              <p:spPr>
                <a:xfrm>
                  <a:off x="7315545"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9" name="Picture Placeholder 89">
                  <a:extLst>
                    <a:ext uri="{FF2B5EF4-FFF2-40B4-BE49-F238E27FC236}">
                      <a16:creationId xmlns:a16="http://schemas.microsoft.com/office/drawing/2014/main" id="{6B8F25A1-65E2-49DE-7EFD-93D0295D4E5D}"/>
                    </a:ext>
                  </a:extLst>
                </p:cNvPr>
                <p:cNvSpPr/>
                <p:nvPr/>
              </p:nvSpPr>
              <p:spPr>
                <a:xfrm>
                  <a:off x="7378290"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0" name="Picture Placeholder 89">
                  <a:extLst>
                    <a:ext uri="{FF2B5EF4-FFF2-40B4-BE49-F238E27FC236}">
                      <a16:creationId xmlns:a16="http://schemas.microsoft.com/office/drawing/2014/main" id="{2842C6A6-B1B0-1353-75E3-265747D25E31}"/>
                    </a:ext>
                  </a:extLst>
                </p:cNvPr>
                <p:cNvSpPr/>
                <p:nvPr/>
              </p:nvSpPr>
              <p:spPr>
                <a:xfrm>
                  <a:off x="7503144"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1" name="Picture Placeholder 89">
                  <a:extLst>
                    <a:ext uri="{FF2B5EF4-FFF2-40B4-BE49-F238E27FC236}">
                      <a16:creationId xmlns:a16="http://schemas.microsoft.com/office/drawing/2014/main" id="{9FB8034F-0973-F46C-478C-9D050DC32C2A}"/>
                    </a:ext>
                  </a:extLst>
                </p:cNvPr>
                <p:cNvSpPr/>
                <p:nvPr/>
              </p:nvSpPr>
              <p:spPr>
                <a:xfrm>
                  <a:off x="7565254"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73" name="Picture Placeholder 89">
                  <a:extLst>
                    <a:ext uri="{FF2B5EF4-FFF2-40B4-BE49-F238E27FC236}">
                      <a16:creationId xmlns:a16="http://schemas.microsoft.com/office/drawing/2014/main" id="{3B1B73DA-7ABB-CA79-6662-7B9432843DEA}"/>
                    </a:ext>
                  </a:extLst>
                </p:cNvPr>
                <p:cNvSpPr/>
                <p:nvPr/>
              </p:nvSpPr>
              <p:spPr>
                <a:xfrm>
                  <a:off x="7627364"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grpSp>
        <p:nvGrpSpPr>
          <p:cNvPr id="426" name="Group 425">
            <a:extLst>
              <a:ext uri="{FF2B5EF4-FFF2-40B4-BE49-F238E27FC236}">
                <a16:creationId xmlns:a16="http://schemas.microsoft.com/office/drawing/2014/main" id="{2252F21E-2B41-9E7F-991F-3F4B857DB158}"/>
              </a:ext>
            </a:extLst>
          </p:cNvPr>
          <p:cNvGrpSpPr/>
          <p:nvPr/>
        </p:nvGrpSpPr>
        <p:grpSpPr>
          <a:xfrm>
            <a:off x="9973774" y="3527622"/>
            <a:ext cx="758008" cy="2475217"/>
            <a:chOff x="9973774" y="3527622"/>
            <a:chExt cx="758008" cy="2475217"/>
          </a:xfrm>
        </p:grpSpPr>
        <p:cxnSp>
          <p:nvCxnSpPr>
            <p:cNvPr id="236" name="Straight Connector 235">
              <a:extLst>
                <a:ext uri="{FF2B5EF4-FFF2-40B4-BE49-F238E27FC236}">
                  <a16:creationId xmlns:a16="http://schemas.microsoft.com/office/drawing/2014/main" id="{CE3C15A7-1F82-31AF-DB28-FADB58B4E112}"/>
                </a:ext>
              </a:extLst>
            </p:cNvPr>
            <p:cNvCxnSpPr>
              <a:cxnSpLocks/>
            </p:cNvCxnSpPr>
            <p:nvPr/>
          </p:nvCxnSpPr>
          <p:spPr bwMode="gray">
            <a:xfrm>
              <a:off x="10354009" y="3527622"/>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37" name="Oval 236">
              <a:extLst>
                <a:ext uri="{FF2B5EF4-FFF2-40B4-BE49-F238E27FC236}">
                  <a16:creationId xmlns:a16="http://schemas.microsoft.com/office/drawing/2014/main" id="{7786D45F-DDE5-E56E-6310-39CE876ACE23}"/>
                </a:ext>
              </a:extLst>
            </p:cNvPr>
            <p:cNvSpPr/>
            <p:nvPr/>
          </p:nvSpPr>
          <p:spPr>
            <a:xfrm rot="10800000">
              <a:off x="10113948" y="5074102"/>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241" name="Rounded Rectangle 38">
              <a:extLst>
                <a:ext uri="{FF2B5EF4-FFF2-40B4-BE49-F238E27FC236}">
                  <a16:creationId xmlns:a16="http://schemas.microsoft.com/office/drawing/2014/main" id="{6BF3CDBF-274F-9CFC-1DF7-C05303EDA524}"/>
                </a:ext>
              </a:extLst>
            </p:cNvPr>
            <p:cNvSpPr/>
            <p:nvPr/>
          </p:nvSpPr>
          <p:spPr>
            <a:xfrm>
              <a:off x="9973774" y="562383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lang="en-US" sz="1100" kern="0" dirty="0">
                  <a:solidFill>
                    <a:srgbClr val="000001"/>
                  </a:solidFill>
                  <a:latin typeface="Arial" panose="020B0604020202020204" pitchFamily="34" charset="0"/>
                  <a:sym typeface="Arial"/>
                </a:rPr>
                <a:t>Isolated</a:t>
              </a:r>
              <a:br>
                <a:rPr lang="en-US" sz="1100" kern="0" dirty="0">
                  <a:solidFill>
                    <a:srgbClr val="000001"/>
                  </a:solidFill>
                  <a:latin typeface="Arial" panose="020B0604020202020204" pitchFamily="34" charset="0"/>
                  <a:sym typeface="Arial"/>
                </a:rPr>
              </a:br>
              <a:r>
                <a:rPr lang="en-US" sz="1100" kern="0" dirty="0">
                  <a:solidFill>
                    <a:srgbClr val="000001"/>
                  </a:solidFill>
                  <a:latin typeface="Arial" panose="020B0604020202020204" pitchFamily="34" charset="0"/>
                  <a:sym typeface="Arial"/>
                </a:rPr>
                <a:t>Recovery</a:t>
              </a:r>
              <a:endPar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grpSp>
          <p:nvGrpSpPr>
            <p:cNvPr id="243" name="Picture Placeholder 95" descr="Detections 3&#10;">
              <a:extLst>
                <a:ext uri="{FF2B5EF4-FFF2-40B4-BE49-F238E27FC236}">
                  <a16:creationId xmlns:a16="http://schemas.microsoft.com/office/drawing/2014/main" id="{57E582D9-1505-8F12-66E8-DAE9717A2812}"/>
                </a:ext>
              </a:extLst>
            </p:cNvPr>
            <p:cNvGrpSpPr>
              <a:grpSpLocks noChangeAspect="1"/>
            </p:cNvGrpSpPr>
            <p:nvPr/>
          </p:nvGrpSpPr>
          <p:grpSpPr>
            <a:xfrm>
              <a:off x="10173073" y="5134714"/>
              <a:ext cx="365760" cy="366898"/>
              <a:chOff x="11081827" y="720438"/>
              <a:chExt cx="600204" cy="602073"/>
            </a:xfrm>
            <a:solidFill>
              <a:schemeClr val="tx1"/>
            </a:solidFill>
          </p:grpSpPr>
          <p:sp>
            <p:nvSpPr>
              <p:cNvPr id="251" name="Picture Placeholder 95">
                <a:extLst>
                  <a:ext uri="{FF2B5EF4-FFF2-40B4-BE49-F238E27FC236}">
                    <a16:creationId xmlns:a16="http://schemas.microsoft.com/office/drawing/2014/main" id="{F2090ECB-EA23-0963-4177-1A9B4B91D06C}"/>
                  </a:ext>
                </a:extLst>
              </p:cNvPr>
              <p:cNvSpPr/>
              <p:nvPr/>
            </p:nvSpPr>
            <p:spPr>
              <a:xfrm>
                <a:off x="11373392" y="1258515"/>
                <a:ext cx="15811" cy="62744"/>
              </a:xfrm>
              <a:custGeom>
                <a:avLst/>
                <a:gdLst>
                  <a:gd name="connsiteX0" fmla="*/ 0 w 15811"/>
                  <a:gd name="connsiteY0" fmla="*/ 0 h 62744"/>
                  <a:gd name="connsiteX1" fmla="*/ 15812 w 15811"/>
                  <a:gd name="connsiteY1" fmla="*/ 0 h 62744"/>
                  <a:gd name="connsiteX2" fmla="*/ 15812 w 15811"/>
                  <a:gd name="connsiteY2" fmla="*/ 62744 h 62744"/>
                  <a:gd name="connsiteX3" fmla="*/ 0 w 15811"/>
                  <a:gd name="connsiteY3" fmla="*/ 62744 h 62744"/>
                </a:gdLst>
                <a:ahLst/>
                <a:cxnLst>
                  <a:cxn ang="0">
                    <a:pos x="connsiteX0" y="connsiteY0"/>
                  </a:cxn>
                  <a:cxn ang="0">
                    <a:pos x="connsiteX1" y="connsiteY1"/>
                  </a:cxn>
                  <a:cxn ang="0">
                    <a:pos x="connsiteX2" y="connsiteY2"/>
                  </a:cxn>
                  <a:cxn ang="0">
                    <a:pos x="connsiteX3" y="connsiteY3"/>
                  </a:cxn>
                </a:cxnLst>
                <a:rect l="l" t="t" r="r" b="b"/>
                <a:pathLst>
                  <a:path w="15811" h="62744">
                    <a:moveTo>
                      <a:pt x="0" y="0"/>
                    </a:moveTo>
                    <a:lnTo>
                      <a:pt x="15812" y="0"/>
                    </a:lnTo>
                    <a:lnTo>
                      <a:pt x="15812" y="62744"/>
                    </a:lnTo>
                    <a:lnTo>
                      <a:pt x="0" y="627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252" name="Picture Placeholder 95">
                <a:extLst>
                  <a:ext uri="{FF2B5EF4-FFF2-40B4-BE49-F238E27FC236}">
                    <a16:creationId xmlns:a16="http://schemas.microsoft.com/office/drawing/2014/main" id="{2E8541D2-DF9C-1C7F-6E78-3BB957E09F15}"/>
                  </a:ext>
                </a:extLst>
              </p:cNvPr>
              <p:cNvGrpSpPr/>
              <p:nvPr/>
            </p:nvGrpSpPr>
            <p:grpSpPr>
              <a:xfrm>
                <a:off x="11081827" y="720438"/>
                <a:ext cx="600204" cy="553805"/>
                <a:chOff x="11081827" y="720438"/>
                <a:chExt cx="600204" cy="553805"/>
              </a:xfrm>
              <a:grpFill/>
            </p:grpSpPr>
            <p:grpSp>
              <p:nvGrpSpPr>
                <p:cNvPr id="253" name="Picture Placeholder 95">
                  <a:extLst>
                    <a:ext uri="{FF2B5EF4-FFF2-40B4-BE49-F238E27FC236}">
                      <a16:creationId xmlns:a16="http://schemas.microsoft.com/office/drawing/2014/main" id="{5F78E296-68F8-184B-FFD1-09CA260D109A}"/>
                    </a:ext>
                  </a:extLst>
                </p:cNvPr>
                <p:cNvGrpSpPr/>
                <p:nvPr/>
              </p:nvGrpSpPr>
              <p:grpSpPr>
                <a:xfrm>
                  <a:off x="11252592" y="851999"/>
                  <a:ext cx="263103" cy="338137"/>
                  <a:chOff x="11252592" y="851999"/>
                  <a:chExt cx="263103" cy="338137"/>
                </a:xfrm>
                <a:grpFill/>
              </p:grpSpPr>
              <p:sp>
                <p:nvSpPr>
                  <p:cNvPr id="410" name="Picture Placeholder 95">
                    <a:extLst>
                      <a:ext uri="{FF2B5EF4-FFF2-40B4-BE49-F238E27FC236}">
                        <a16:creationId xmlns:a16="http://schemas.microsoft.com/office/drawing/2014/main" id="{FEF62AC3-E314-B9D8-0FD7-77629252ED3B}"/>
                      </a:ext>
                    </a:extLst>
                  </p:cNvPr>
                  <p:cNvSpPr/>
                  <p:nvPr/>
                </p:nvSpPr>
                <p:spPr>
                  <a:xfrm>
                    <a:off x="11326589" y="1114014"/>
                    <a:ext cx="125859" cy="61476"/>
                  </a:xfrm>
                  <a:custGeom>
                    <a:avLst/>
                    <a:gdLst>
                      <a:gd name="connsiteX0" fmla="*/ 4427 w 125859"/>
                      <a:gd name="connsiteY0" fmla="*/ 61477 h 61476"/>
                      <a:gd name="connsiteX1" fmla="*/ 0 w 125859"/>
                      <a:gd name="connsiteY1" fmla="*/ 46266 h 61476"/>
                      <a:gd name="connsiteX2" fmla="*/ 67673 w 125859"/>
                      <a:gd name="connsiteY2" fmla="*/ 0 h 61476"/>
                      <a:gd name="connsiteX3" fmla="*/ 80955 w 125859"/>
                      <a:gd name="connsiteY3" fmla="*/ 0 h 61476"/>
                      <a:gd name="connsiteX4" fmla="*/ 125860 w 125859"/>
                      <a:gd name="connsiteY4" fmla="*/ 34858 h 61476"/>
                      <a:gd name="connsiteX5" fmla="*/ 120800 w 125859"/>
                      <a:gd name="connsiteY5" fmla="*/ 50068 h 61476"/>
                      <a:gd name="connsiteX6" fmla="*/ 73998 w 125859"/>
                      <a:gd name="connsiteY6" fmla="*/ 17746 h 61476"/>
                      <a:gd name="connsiteX7" fmla="*/ 4427 w 125859"/>
                      <a:gd name="connsiteY7" fmla="*/ 61477 h 6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859" h="61476">
                        <a:moveTo>
                          <a:pt x="4427" y="61477"/>
                        </a:moveTo>
                        <a:lnTo>
                          <a:pt x="0" y="46266"/>
                        </a:lnTo>
                        <a:cubicBezTo>
                          <a:pt x="632" y="46266"/>
                          <a:pt x="45537" y="32957"/>
                          <a:pt x="67673" y="0"/>
                        </a:cubicBezTo>
                        <a:lnTo>
                          <a:pt x="80955" y="0"/>
                        </a:lnTo>
                        <a:cubicBezTo>
                          <a:pt x="80955" y="0"/>
                          <a:pt x="97399" y="25351"/>
                          <a:pt x="125860" y="34858"/>
                        </a:cubicBezTo>
                        <a:lnTo>
                          <a:pt x="120800" y="50068"/>
                        </a:lnTo>
                        <a:cubicBezTo>
                          <a:pt x="98031" y="42463"/>
                          <a:pt x="82220" y="27252"/>
                          <a:pt x="73998" y="17746"/>
                        </a:cubicBezTo>
                        <a:cubicBezTo>
                          <a:pt x="47435" y="48801"/>
                          <a:pt x="6325" y="60843"/>
                          <a:pt x="4427" y="6147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11" name="Picture Placeholder 95">
                    <a:extLst>
                      <a:ext uri="{FF2B5EF4-FFF2-40B4-BE49-F238E27FC236}">
                        <a16:creationId xmlns:a16="http://schemas.microsoft.com/office/drawing/2014/main" id="{BBB7E9A6-7E5A-1E31-F2CF-6F7EEE3D9332}"/>
                      </a:ext>
                    </a:extLst>
                  </p:cNvPr>
                  <p:cNvSpPr/>
                  <p:nvPr/>
                </p:nvSpPr>
                <p:spPr>
                  <a:xfrm>
                    <a:off x="11367067" y="1148872"/>
                    <a:ext cx="46169" cy="40561"/>
                  </a:xfrm>
                  <a:custGeom>
                    <a:avLst/>
                    <a:gdLst>
                      <a:gd name="connsiteX0" fmla="*/ 3795 w 46169"/>
                      <a:gd name="connsiteY0" fmla="*/ 40562 h 40561"/>
                      <a:gd name="connsiteX1" fmla="*/ 0 w 46169"/>
                      <a:gd name="connsiteY1" fmla="*/ 25351 h 40561"/>
                      <a:gd name="connsiteX2" fmla="*/ 32255 w 46169"/>
                      <a:gd name="connsiteY2" fmla="*/ 0 h 40561"/>
                      <a:gd name="connsiteX3" fmla="*/ 46170 w 46169"/>
                      <a:gd name="connsiteY3" fmla="*/ 7605 h 40561"/>
                      <a:gd name="connsiteX4" fmla="*/ 3795 w 46169"/>
                      <a:gd name="connsiteY4" fmla="*/ 40562 h 405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69" h="40561">
                        <a:moveTo>
                          <a:pt x="3795" y="40562"/>
                        </a:moveTo>
                        <a:lnTo>
                          <a:pt x="0" y="25351"/>
                        </a:lnTo>
                        <a:cubicBezTo>
                          <a:pt x="0" y="25351"/>
                          <a:pt x="20871" y="20281"/>
                          <a:pt x="32255" y="0"/>
                        </a:cubicBezTo>
                        <a:lnTo>
                          <a:pt x="46170" y="7605"/>
                        </a:lnTo>
                        <a:cubicBezTo>
                          <a:pt x="31623" y="34224"/>
                          <a:pt x="5060" y="40562"/>
                          <a:pt x="3795" y="4056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12" name="Picture Placeholder 95">
                    <a:extLst>
                      <a:ext uri="{FF2B5EF4-FFF2-40B4-BE49-F238E27FC236}">
                        <a16:creationId xmlns:a16="http://schemas.microsoft.com/office/drawing/2014/main" id="{7201EF8F-37BC-5037-4BE3-E2AFACA8DF64}"/>
                      </a:ext>
                    </a:extLst>
                  </p:cNvPr>
                  <p:cNvSpPr/>
                  <p:nvPr/>
                </p:nvSpPr>
                <p:spPr>
                  <a:xfrm>
                    <a:off x="11413237" y="1082959"/>
                    <a:ext cx="67040" cy="51969"/>
                  </a:xfrm>
                  <a:custGeom>
                    <a:avLst/>
                    <a:gdLst>
                      <a:gd name="connsiteX0" fmla="*/ 63878 w 67040"/>
                      <a:gd name="connsiteY0" fmla="*/ 51970 h 51969"/>
                      <a:gd name="connsiteX1" fmla="*/ 0 w 67040"/>
                      <a:gd name="connsiteY1" fmla="*/ 5070 h 51969"/>
                      <a:gd name="connsiteX2" fmla="*/ 15179 w 67040"/>
                      <a:gd name="connsiteY2" fmla="*/ 0 h 51969"/>
                      <a:gd name="connsiteX3" fmla="*/ 67041 w 67040"/>
                      <a:gd name="connsiteY3" fmla="*/ 36759 h 51969"/>
                      <a:gd name="connsiteX4" fmla="*/ 63878 w 67040"/>
                      <a:gd name="connsiteY4" fmla="*/ 51970 h 519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40" h="51969">
                        <a:moveTo>
                          <a:pt x="63878" y="51970"/>
                        </a:moveTo>
                        <a:cubicBezTo>
                          <a:pt x="61981" y="51336"/>
                          <a:pt x="13282" y="43097"/>
                          <a:pt x="0" y="5070"/>
                        </a:cubicBezTo>
                        <a:lnTo>
                          <a:pt x="15179" y="0"/>
                        </a:lnTo>
                        <a:cubicBezTo>
                          <a:pt x="25931" y="29788"/>
                          <a:pt x="66408" y="36759"/>
                          <a:pt x="67041" y="36759"/>
                        </a:cubicBezTo>
                        <a:lnTo>
                          <a:pt x="63878" y="5197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20" name="Picture Placeholder 95">
                    <a:extLst>
                      <a:ext uri="{FF2B5EF4-FFF2-40B4-BE49-F238E27FC236}">
                        <a16:creationId xmlns:a16="http://schemas.microsoft.com/office/drawing/2014/main" id="{DD7568EC-2E25-C08C-FFE1-8CA971B5A3AD}"/>
                      </a:ext>
                    </a:extLst>
                  </p:cNvPr>
                  <p:cNvSpPr/>
                  <p:nvPr/>
                </p:nvSpPr>
                <p:spPr>
                  <a:xfrm>
                    <a:off x="11258916" y="920426"/>
                    <a:ext cx="234010" cy="187883"/>
                  </a:xfrm>
                  <a:custGeom>
                    <a:avLst/>
                    <a:gdLst>
                      <a:gd name="connsiteX0" fmla="*/ 230848 w 234010"/>
                      <a:gd name="connsiteY0" fmla="*/ 187884 h 187883"/>
                      <a:gd name="connsiteX1" fmla="*/ 184678 w 234010"/>
                      <a:gd name="connsiteY1" fmla="*/ 139716 h 187883"/>
                      <a:gd name="connsiteX2" fmla="*/ 194165 w 234010"/>
                      <a:gd name="connsiteY2" fmla="*/ 112464 h 187883"/>
                      <a:gd name="connsiteX3" fmla="*/ 199857 w 234010"/>
                      <a:gd name="connsiteY3" fmla="*/ 51621 h 187883"/>
                      <a:gd name="connsiteX4" fmla="*/ 161910 w 234010"/>
                      <a:gd name="connsiteY4" fmla="*/ 19932 h 187883"/>
                      <a:gd name="connsiteX5" fmla="*/ 108151 w 234010"/>
                      <a:gd name="connsiteY5" fmla="*/ 22467 h 187883"/>
                      <a:gd name="connsiteX6" fmla="*/ 78425 w 234010"/>
                      <a:gd name="connsiteY6" fmla="*/ 68733 h 187883"/>
                      <a:gd name="connsiteX7" fmla="*/ 5060 w 234010"/>
                      <a:gd name="connsiteY7" fmla="*/ 147322 h 187883"/>
                      <a:gd name="connsiteX8" fmla="*/ 0 w 234010"/>
                      <a:gd name="connsiteY8" fmla="*/ 132111 h 187883"/>
                      <a:gd name="connsiteX9" fmla="*/ 63246 w 234010"/>
                      <a:gd name="connsiteY9" fmla="*/ 64297 h 187883"/>
                      <a:gd name="connsiteX10" fmla="*/ 100561 w 234010"/>
                      <a:gd name="connsiteY10" fmla="*/ 9158 h 187883"/>
                      <a:gd name="connsiteX11" fmla="*/ 166969 w 234010"/>
                      <a:gd name="connsiteY11" fmla="*/ 5355 h 187883"/>
                      <a:gd name="connsiteX12" fmla="*/ 214404 w 234010"/>
                      <a:gd name="connsiteY12" fmla="*/ 45917 h 187883"/>
                      <a:gd name="connsiteX13" fmla="*/ 208712 w 234010"/>
                      <a:gd name="connsiteY13" fmla="*/ 119436 h 187883"/>
                      <a:gd name="connsiteX14" fmla="*/ 200490 w 234010"/>
                      <a:gd name="connsiteY14" fmla="*/ 143519 h 187883"/>
                      <a:gd name="connsiteX15" fmla="*/ 234010 w 234010"/>
                      <a:gd name="connsiteY15" fmla="*/ 173307 h 187883"/>
                      <a:gd name="connsiteX16" fmla="*/ 230848 w 234010"/>
                      <a:gd name="connsiteY16" fmla="*/ 187884 h 18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4010" h="187883">
                        <a:moveTo>
                          <a:pt x="230848" y="187884"/>
                        </a:moveTo>
                        <a:cubicBezTo>
                          <a:pt x="212507" y="184081"/>
                          <a:pt x="178986" y="170138"/>
                          <a:pt x="184678" y="139716"/>
                        </a:cubicBezTo>
                        <a:cubicBezTo>
                          <a:pt x="186576" y="130210"/>
                          <a:pt x="190370" y="121337"/>
                          <a:pt x="194165" y="112464"/>
                        </a:cubicBezTo>
                        <a:cubicBezTo>
                          <a:pt x="202387" y="93451"/>
                          <a:pt x="209977" y="75071"/>
                          <a:pt x="199857" y="51621"/>
                        </a:cubicBezTo>
                        <a:cubicBezTo>
                          <a:pt x="194165" y="38312"/>
                          <a:pt x="179619" y="26270"/>
                          <a:pt x="161910" y="19932"/>
                        </a:cubicBezTo>
                        <a:cubicBezTo>
                          <a:pt x="142936" y="13595"/>
                          <a:pt x="123962" y="14228"/>
                          <a:pt x="108151" y="22467"/>
                        </a:cubicBezTo>
                        <a:cubicBezTo>
                          <a:pt x="87912" y="33242"/>
                          <a:pt x="83485" y="49720"/>
                          <a:pt x="78425" y="68733"/>
                        </a:cubicBezTo>
                        <a:cubicBezTo>
                          <a:pt x="70836" y="96620"/>
                          <a:pt x="61981" y="127675"/>
                          <a:pt x="5060" y="147322"/>
                        </a:cubicBezTo>
                        <a:lnTo>
                          <a:pt x="0" y="132111"/>
                        </a:lnTo>
                        <a:cubicBezTo>
                          <a:pt x="48699" y="115633"/>
                          <a:pt x="55657" y="90915"/>
                          <a:pt x="63246" y="64297"/>
                        </a:cubicBezTo>
                        <a:cubicBezTo>
                          <a:pt x="68938" y="44016"/>
                          <a:pt x="75263" y="23101"/>
                          <a:pt x="100561" y="9158"/>
                        </a:cubicBezTo>
                        <a:cubicBezTo>
                          <a:pt x="120167" y="-1616"/>
                          <a:pt x="143568" y="-2884"/>
                          <a:pt x="166969" y="5355"/>
                        </a:cubicBezTo>
                        <a:cubicBezTo>
                          <a:pt x="189106" y="12961"/>
                          <a:pt x="206814" y="28171"/>
                          <a:pt x="214404" y="45917"/>
                        </a:cubicBezTo>
                        <a:cubicBezTo>
                          <a:pt x="227053" y="75705"/>
                          <a:pt x="217566" y="98521"/>
                          <a:pt x="208712" y="119436"/>
                        </a:cubicBezTo>
                        <a:cubicBezTo>
                          <a:pt x="204917" y="127675"/>
                          <a:pt x="201755" y="135914"/>
                          <a:pt x="200490" y="143519"/>
                        </a:cubicBezTo>
                        <a:cubicBezTo>
                          <a:pt x="196695" y="165701"/>
                          <a:pt x="234010" y="173307"/>
                          <a:pt x="234010" y="173307"/>
                        </a:cubicBezTo>
                        <a:lnTo>
                          <a:pt x="230848" y="18788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21" name="Picture Placeholder 95">
                    <a:extLst>
                      <a:ext uri="{FF2B5EF4-FFF2-40B4-BE49-F238E27FC236}">
                        <a16:creationId xmlns:a16="http://schemas.microsoft.com/office/drawing/2014/main" id="{31207D80-1A28-D96E-6FBD-6158C3680EDB}"/>
                      </a:ext>
                    </a:extLst>
                  </p:cNvPr>
                  <p:cNvSpPr/>
                  <p:nvPr/>
                </p:nvSpPr>
                <p:spPr>
                  <a:xfrm>
                    <a:off x="11266506" y="955461"/>
                    <a:ext cx="173239" cy="201015"/>
                  </a:xfrm>
                  <a:custGeom>
                    <a:avLst/>
                    <a:gdLst>
                      <a:gd name="connsiteX0" fmla="*/ 38580 w 173239"/>
                      <a:gd name="connsiteY0" fmla="*/ 201016 h 201015"/>
                      <a:gd name="connsiteX1" fmla="*/ 32255 w 173239"/>
                      <a:gd name="connsiteY1" fmla="*/ 186439 h 201015"/>
                      <a:gd name="connsiteX2" fmla="*/ 139774 w 173239"/>
                      <a:gd name="connsiteY2" fmla="*/ 97710 h 201015"/>
                      <a:gd name="connsiteX3" fmla="*/ 152423 w 173239"/>
                      <a:gd name="connsiteY3" fmla="*/ 27994 h 201015"/>
                      <a:gd name="connsiteX4" fmla="*/ 135346 w 173239"/>
                      <a:gd name="connsiteY4" fmla="*/ 16586 h 201015"/>
                      <a:gd name="connsiteX5" fmla="*/ 101194 w 173239"/>
                      <a:gd name="connsiteY5" fmla="*/ 52712 h 201015"/>
                      <a:gd name="connsiteX6" fmla="*/ 86647 w 173239"/>
                      <a:gd name="connsiteY6" fmla="*/ 85668 h 201015"/>
                      <a:gd name="connsiteX7" fmla="*/ 5060 w 173239"/>
                      <a:gd name="connsiteY7" fmla="*/ 146511 h 201015"/>
                      <a:gd name="connsiteX8" fmla="*/ 0 w 173239"/>
                      <a:gd name="connsiteY8" fmla="*/ 131300 h 201015"/>
                      <a:gd name="connsiteX9" fmla="*/ 73365 w 173239"/>
                      <a:gd name="connsiteY9" fmla="*/ 77429 h 201015"/>
                      <a:gd name="connsiteX10" fmla="*/ 87279 w 173239"/>
                      <a:gd name="connsiteY10" fmla="*/ 46374 h 201015"/>
                      <a:gd name="connsiteX11" fmla="*/ 137244 w 173239"/>
                      <a:gd name="connsiteY11" fmla="*/ 108 h 201015"/>
                      <a:gd name="connsiteX12" fmla="*/ 168234 w 173239"/>
                      <a:gd name="connsiteY12" fmla="*/ 20389 h 201015"/>
                      <a:gd name="connsiteX13" fmla="*/ 154320 w 173239"/>
                      <a:gd name="connsiteY13" fmla="*/ 105949 h 201015"/>
                      <a:gd name="connsiteX14" fmla="*/ 38580 w 173239"/>
                      <a:gd name="connsiteY14" fmla="*/ 201016 h 201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3239" h="201015">
                        <a:moveTo>
                          <a:pt x="38580" y="201016"/>
                        </a:moveTo>
                        <a:lnTo>
                          <a:pt x="32255" y="186439"/>
                        </a:lnTo>
                        <a:cubicBezTo>
                          <a:pt x="84117" y="163623"/>
                          <a:pt x="118902" y="125596"/>
                          <a:pt x="139774" y="97710"/>
                        </a:cubicBezTo>
                        <a:cubicBezTo>
                          <a:pt x="153055" y="79964"/>
                          <a:pt x="160645" y="46374"/>
                          <a:pt x="152423" y="27994"/>
                        </a:cubicBezTo>
                        <a:cubicBezTo>
                          <a:pt x="149261" y="21023"/>
                          <a:pt x="143568" y="17220"/>
                          <a:pt x="135346" y="16586"/>
                        </a:cubicBezTo>
                        <a:cubicBezTo>
                          <a:pt x="116373" y="15319"/>
                          <a:pt x="111313" y="26727"/>
                          <a:pt x="101194" y="52712"/>
                        </a:cubicBezTo>
                        <a:cubicBezTo>
                          <a:pt x="97399" y="62852"/>
                          <a:pt x="92972" y="74260"/>
                          <a:pt x="86647" y="85668"/>
                        </a:cubicBezTo>
                        <a:cubicBezTo>
                          <a:pt x="63878" y="126230"/>
                          <a:pt x="6957" y="145877"/>
                          <a:pt x="5060" y="146511"/>
                        </a:cubicBezTo>
                        <a:lnTo>
                          <a:pt x="0" y="131300"/>
                        </a:lnTo>
                        <a:cubicBezTo>
                          <a:pt x="632" y="131300"/>
                          <a:pt x="53127" y="112921"/>
                          <a:pt x="73365" y="77429"/>
                        </a:cubicBezTo>
                        <a:cubicBezTo>
                          <a:pt x="79058" y="67289"/>
                          <a:pt x="83485" y="56515"/>
                          <a:pt x="87279" y="46374"/>
                        </a:cubicBezTo>
                        <a:cubicBezTo>
                          <a:pt x="96766" y="21657"/>
                          <a:pt x="106253" y="-1793"/>
                          <a:pt x="137244" y="108"/>
                        </a:cubicBezTo>
                        <a:cubicBezTo>
                          <a:pt x="151158" y="742"/>
                          <a:pt x="161910" y="8347"/>
                          <a:pt x="168234" y="20389"/>
                        </a:cubicBezTo>
                        <a:cubicBezTo>
                          <a:pt x="179619" y="44473"/>
                          <a:pt x="170132" y="84401"/>
                          <a:pt x="154320" y="105949"/>
                        </a:cubicBezTo>
                        <a:cubicBezTo>
                          <a:pt x="130919" y="136371"/>
                          <a:pt x="93604" y="176932"/>
                          <a:pt x="38580" y="20101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22" name="Picture Placeholder 95">
                    <a:extLst>
                      <a:ext uri="{FF2B5EF4-FFF2-40B4-BE49-F238E27FC236}">
                        <a16:creationId xmlns:a16="http://schemas.microsoft.com/office/drawing/2014/main" id="{CE1BC0AE-20E8-3CF2-4981-BC3F0E1EC3F9}"/>
                      </a:ext>
                    </a:extLst>
                  </p:cNvPr>
                  <p:cNvSpPr/>
                  <p:nvPr/>
                </p:nvSpPr>
                <p:spPr>
                  <a:xfrm>
                    <a:off x="11279155" y="998032"/>
                    <a:ext cx="125227" cy="131192"/>
                  </a:xfrm>
                  <a:custGeom>
                    <a:avLst/>
                    <a:gdLst>
                      <a:gd name="connsiteX0" fmla="*/ 5060 w 125227"/>
                      <a:gd name="connsiteY0" fmla="*/ 131192 h 131192"/>
                      <a:gd name="connsiteX1" fmla="*/ 0 w 125227"/>
                      <a:gd name="connsiteY1" fmla="*/ 115981 h 131192"/>
                      <a:gd name="connsiteX2" fmla="*/ 109416 w 125227"/>
                      <a:gd name="connsiteY2" fmla="*/ 0 h 131192"/>
                      <a:gd name="connsiteX3" fmla="*/ 125227 w 125227"/>
                      <a:gd name="connsiteY3" fmla="*/ 634 h 131192"/>
                      <a:gd name="connsiteX4" fmla="*/ 5060 w 125227"/>
                      <a:gd name="connsiteY4" fmla="*/ 131192 h 131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27" h="131192">
                        <a:moveTo>
                          <a:pt x="5060" y="131192"/>
                        </a:moveTo>
                        <a:lnTo>
                          <a:pt x="0" y="115981"/>
                        </a:lnTo>
                        <a:cubicBezTo>
                          <a:pt x="1265" y="115348"/>
                          <a:pt x="104988" y="77955"/>
                          <a:pt x="109416" y="0"/>
                        </a:cubicBezTo>
                        <a:lnTo>
                          <a:pt x="125227" y="634"/>
                        </a:lnTo>
                        <a:cubicBezTo>
                          <a:pt x="120167" y="89363"/>
                          <a:pt x="10119" y="129291"/>
                          <a:pt x="5060" y="13119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23" name="Picture Placeholder 95">
                    <a:extLst>
                      <a:ext uri="{FF2B5EF4-FFF2-40B4-BE49-F238E27FC236}">
                        <a16:creationId xmlns:a16="http://schemas.microsoft.com/office/drawing/2014/main" id="{33764010-7472-AD83-CCAB-D1F28AEEFCF2}"/>
                      </a:ext>
                    </a:extLst>
                  </p:cNvPr>
                  <p:cNvSpPr/>
                  <p:nvPr/>
                </p:nvSpPr>
                <p:spPr>
                  <a:xfrm>
                    <a:off x="11254489" y="886878"/>
                    <a:ext cx="260481" cy="187842"/>
                  </a:xfrm>
                  <a:custGeom>
                    <a:avLst/>
                    <a:gdLst>
                      <a:gd name="connsiteX0" fmla="*/ 240335 w 260481"/>
                      <a:gd name="connsiteY0" fmla="*/ 187842 h 187842"/>
                      <a:gd name="connsiteX1" fmla="*/ 226421 w 260481"/>
                      <a:gd name="connsiteY1" fmla="*/ 180871 h 187842"/>
                      <a:gd name="connsiteX2" fmla="*/ 239070 w 260481"/>
                      <a:gd name="connsiteY2" fmla="*/ 81367 h 187842"/>
                      <a:gd name="connsiteX3" fmla="*/ 187841 w 260481"/>
                      <a:gd name="connsiteY3" fmla="*/ 28130 h 187842"/>
                      <a:gd name="connsiteX4" fmla="*/ 73365 w 260481"/>
                      <a:gd name="connsiteY4" fmla="*/ 40806 h 187842"/>
                      <a:gd name="connsiteX5" fmla="*/ 47435 w 260481"/>
                      <a:gd name="connsiteY5" fmla="*/ 90240 h 187842"/>
                      <a:gd name="connsiteX6" fmla="*/ 0 w 260481"/>
                      <a:gd name="connsiteY6" fmla="*/ 138407 h 187842"/>
                      <a:gd name="connsiteX7" fmla="*/ 0 w 260481"/>
                      <a:gd name="connsiteY7" fmla="*/ 122563 h 187842"/>
                      <a:gd name="connsiteX8" fmla="*/ 32255 w 260481"/>
                      <a:gd name="connsiteY8" fmla="*/ 85170 h 187842"/>
                      <a:gd name="connsiteX9" fmla="*/ 61981 w 260481"/>
                      <a:gd name="connsiteY9" fmla="*/ 29398 h 187842"/>
                      <a:gd name="connsiteX10" fmla="*/ 193533 w 260481"/>
                      <a:gd name="connsiteY10" fmla="*/ 12919 h 187842"/>
                      <a:gd name="connsiteX11" fmla="*/ 253616 w 260481"/>
                      <a:gd name="connsiteY11" fmla="*/ 75663 h 187842"/>
                      <a:gd name="connsiteX12" fmla="*/ 240335 w 260481"/>
                      <a:gd name="connsiteY12" fmla="*/ 187842 h 18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0481" h="187842">
                        <a:moveTo>
                          <a:pt x="240335" y="187842"/>
                        </a:moveTo>
                        <a:lnTo>
                          <a:pt x="226421" y="180871"/>
                        </a:lnTo>
                        <a:cubicBezTo>
                          <a:pt x="245394" y="143478"/>
                          <a:pt x="249822" y="110521"/>
                          <a:pt x="239070" y="81367"/>
                        </a:cubicBezTo>
                        <a:cubicBezTo>
                          <a:pt x="228951" y="53481"/>
                          <a:pt x="205550" y="35102"/>
                          <a:pt x="187841" y="28130"/>
                        </a:cubicBezTo>
                        <a:cubicBezTo>
                          <a:pt x="161277" y="16722"/>
                          <a:pt x="110048" y="4046"/>
                          <a:pt x="73365" y="40806"/>
                        </a:cubicBezTo>
                        <a:cubicBezTo>
                          <a:pt x="59451" y="54749"/>
                          <a:pt x="53127" y="73128"/>
                          <a:pt x="47435" y="90240"/>
                        </a:cubicBezTo>
                        <a:cubicBezTo>
                          <a:pt x="39845" y="113690"/>
                          <a:pt x="31623" y="138407"/>
                          <a:pt x="0" y="138407"/>
                        </a:cubicBezTo>
                        <a:lnTo>
                          <a:pt x="0" y="122563"/>
                        </a:lnTo>
                        <a:cubicBezTo>
                          <a:pt x="18974" y="122563"/>
                          <a:pt x="24033" y="110521"/>
                          <a:pt x="32255" y="85170"/>
                        </a:cubicBezTo>
                        <a:cubicBezTo>
                          <a:pt x="38580" y="66790"/>
                          <a:pt x="44905" y="46510"/>
                          <a:pt x="61981" y="29398"/>
                        </a:cubicBezTo>
                        <a:cubicBezTo>
                          <a:pt x="105621" y="-14333"/>
                          <a:pt x="163175" y="244"/>
                          <a:pt x="193533" y="12919"/>
                        </a:cubicBezTo>
                        <a:cubicBezTo>
                          <a:pt x="203652" y="17356"/>
                          <a:pt x="238437" y="34468"/>
                          <a:pt x="253616" y="75663"/>
                        </a:cubicBezTo>
                        <a:cubicBezTo>
                          <a:pt x="266266" y="109254"/>
                          <a:pt x="261206" y="146646"/>
                          <a:pt x="240335" y="18784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24" name="Picture Placeholder 95">
                    <a:extLst>
                      <a:ext uri="{FF2B5EF4-FFF2-40B4-BE49-F238E27FC236}">
                        <a16:creationId xmlns:a16="http://schemas.microsoft.com/office/drawing/2014/main" id="{41A2CF52-8481-F0EB-58DA-93F6C8936483}"/>
                      </a:ext>
                    </a:extLst>
                  </p:cNvPr>
                  <p:cNvSpPr/>
                  <p:nvPr/>
                </p:nvSpPr>
                <p:spPr>
                  <a:xfrm>
                    <a:off x="11252592" y="851999"/>
                    <a:ext cx="263103" cy="132723"/>
                  </a:xfrm>
                  <a:custGeom>
                    <a:avLst/>
                    <a:gdLst>
                      <a:gd name="connsiteX0" fmla="*/ 15812 w 263103"/>
                      <a:gd name="connsiteY0" fmla="*/ 132724 h 132723"/>
                      <a:gd name="connsiteX1" fmla="*/ 0 w 263103"/>
                      <a:gd name="connsiteY1" fmla="*/ 132724 h 132723"/>
                      <a:gd name="connsiteX2" fmla="*/ 91074 w 263103"/>
                      <a:gd name="connsiteY2" fmla="*/ 5968 h 132723"/>
                      <a:gd name="connsiteX3" fmla="*/ 263103 w 263103"/>
                      <a:gd name="connsiteY3" fmla="*/ 58572 h 132723"/>
                      <a:gd name="connsiteX4" fmla="*/ 250454 w 263103"/>
                      <a:gd name="connsiteY4" fmla="*/ 68079 h 132723"/>
                      <a:gd name="connsiteX5" fmla="*/ 94869 w 263103"/>
                      <a:gd name="connsiteY5" fmla="*/ 21179 h 132723"/>
                      <a:gd name="connsiteX6" fmla="*/ 15812 w 263103"/>
                      <a:gd name="connsiteY6" fmla="*/ 132724 h 13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3103" h="132723">
                        <a:moveTo>
                          <a:pt x="15812" y="132724"/>
                        </a:moveTo>
                        <a:lnTo>
                          <a:pt x="0" y="132724"/>
                        </a:lnTo>
                        <a:cubicBezTo>
                          <a:pt x="0" y="131456"/>
                          <a:pt x="2530" y="24982"/>
                          <a:pt x="91074" y="5968"/>
                        </a:cubicBezTo>
                        <a:cubicBezTo>
                          <a:pt x="185943" y="-14946"/>
                          <a:pt x="237173" y="23080"/>
                          <a:pt x="263103" y="58572"/>
                        </a:cubicBezTo>
                        <a:lnTo>
                          <a:pt x="250454" y="68079"/>
                        </a:lnTo>
                        <a:cubicBezTo>
                          <a:pt x="227686" y="36390"/>
                          <a:pt x="181516" y="2799"/>
                          <a:pt x="94869" y="21179"/>
                        </a:cubicBezTo>
                        <a:cubicBezTo>
                          <a:pt x="18341" y="37657"/>
                          <a:pt x="15812" y="128921"/>
                          <a:pt x="15812" y="13272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254" name="Picture Placeholder 95">
                  <a:extLst>
                    <a:ext uri="{FF2B5EF4-FFF2-40B4-BE49-F238E27FC236}">
                      <a16:creationId xmlns:a16="http://schemas.microsoft.com/office/drawing/2014/main" id="{CC298B88-A8E4-2998-BE34-EF19F3E8933C}"/>
                    </a:ext>
                  </a:extLst>
                </p:cNvPr>
                <p:cNvSpPr/>
                <p:nvPr/>
              </p:nvSpPr>
              <p:spPr>
                <a:xfrm>
                  <a:off x="11406912" y="768605"/>
                  <a:ext cx="227685" cy="228793"/>
                </a:xfrm>
                <a:custGeom>
                  <a:avLst/>
                  <a:gdLst>
                    <a:gd name="connsiteX0" fmla="*/ 227686 w 227685"/>
                    <a:gd name="connsiteY0" fmla="*/ 228794 h 228793"/>
                    <a:gd name="connsiteX1" fmla="*/ 0 w 227685"/>
                    <a:gd name="connsiteY1" fmla="*/ 0 h 228793"/>
                    <a:gd name="connsiteX2" fmla="*/ 0 w 227685"/>
                    <a:gd name="connsiteY2" fmla="*/ 15844 h 228793"/>
                    <a:gd name="connsiteX3" fmla="*/ 211874 w 227685"/>
                    <a:gd name="connsiteY3" fmla="*/ 228794 h 228793"/>
                    <a:gd name="connsiteX4" fmla="*/ 227686 w 227685"/>
                    <a:gd name="connsiteY4" fmla="*/ 228794 h 228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85" h="228793">
                      <a:moveTo>
                        <a:pt x="227686" y="228794"/>
                      </a:moveTo>
                      <a:cubicBezTo>
                        <a:pt x="216301" y="107742"/>
                        <a:pt x="120167" y="11408"/>
                        <a:pt x="0" y="0"/>
                      </a:cubicBezTo>
                      <a:lnTo>
                        <a:pt x="0" y="15844"/>
                      </a:lnTo>
                      <a:cubicBezTo>
                        <a:pt x="111945" y="27252"/>
                        <a:pt x="201122" y="116615"/>
                        <a:pt x="211874" y="228794"/>
                      </a:cubicBezTo>
                      <a:lnTo>
                        <a:pt x="227686" y="22879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0" name="Picture Placeholder 95">
                  <a:extLst>
                    <a:ext uri="{FF2B5EF4-FFF2-40B4-BE49-F238E27FC236}">
                      <a16:creationId xmlns:a16="http://schemas.microsoft.com/office/drawing/2014/main" id="{8D7B606D-B698-8EFD-3F68-63AA0AACE966}"/>
                    </a:ext>
                  </a:extLst>
                </p:cNvPr>
                <p:cNvSpPr/>
                <p:nvPr/>
              </p:nvSpPr>
              <p:spPr>
                <a:xfrm>
                  <a:off x="11081827" y="1013243"/>
                  <a:ext cx="63878" cy="15844"/>
                </a:xfrm>
                <a:custGeom>
                  <a:avLst/>
                  <a:gdLst>
                    <a:gd name="connsiteX0" fmla="*/ 0 w 63878"/>
                    <a:gd name="connsiteY0" fmla="*/ 0 h 15844"/>
                    <a:gd name="connsiteX1" fmla="*/ 63878 w 63878"/>
                    <a:gd name="connsiteY1" fmla="*/ 0 h 15844"/>
                    <a:gd name="connsiteX2" fmla="*/ 63878 w 63878"/>
                    <a:gd name="connsiteY2" fmla="*/ 15844 h 15844"/>
                    <a:gd name="connsiteX3" fmla="*/ 0 w 63878"/>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3878" h="15844">
                      <a:moveTo>
                        <a:pt x="0" y="0"/>
                      </a:moveTo>
                      <a:lnTo>
                        <a:pt x="63878" y="0"/>
                      </a:lnTo>
                      <a:lnTo>
                        <a:pt x="63878"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74" name="Picture Placeholder 95">
                  <a:extLst>
                    <a:ext uri="{FF2B5EF4-FFF2-40B4-BE49-F238E27FC236}">
                      <a16:creationId xmlns:a16="http://schemas.microsoft.com/office/drawing/2014/main" id="{8B3D0311-3067-13AE-54E9-9E62010BE822}"/>
                    </a:ext>
                  </a:extLst>
                </p:cNvPr>
                <p:cNvSpPr/>
                <p:nvPr/>
              </p:nvSpPr>
              <p:spPr>
                <a:xfrm>
                  <a:off x="11373392" y="720438"/>
                  <a:ext cx="15811" cy="63377"/>
                </a:xfrm>
                <a:custGeom>
                  <a:avLst/>
                  <a:gdLst>
                    <a:gd name="connsiteX0" fmla="*/ 0 w 15811"/>
                    <a:gd name="connsiteY0" fmla="*/ 0 h 63377"/>
                    <a:gd name="connsiteX1" fmla="*/ 15812 w 15811"/>
                    <a:gd name="connsiteY1" fmla="*/ 0 h 63377"/>
                    <a:gd name="connsiteX2" fmla="*/ 15812 w 15811"/>
                    <a:gd name="connsiteY2" fmla="*/ 63378 h 63377"/>
                    <a:gd name="connsiteX3" fmla="*/ 0 w 15811"/>
                    <a:gd name="connsiteY3" fmla="*/ 63378 h 63377"/>
                  </a:gdLst>
                  <a:ahLst/>
                  <a:cxnLst>
                    <a:cxn ang="0">
                      <a:pos x="connsiteX0" y="connsiteY0"/>
                    </a:cxn>
                    <a:cxn ang="0">
                      <a:pos x="connsiteX1" y="connsiteY1"/>
                    </a:cxn>
                    <a:cxn ang="0">
                      <a:pos x="connsiteX2" y="connsiteY2"/>
                    </a:cxn>
                    <a:cxn ang="0">
                      <a:pos x="connsiteX3" y="connsiteY3"/>
                    </a:cxn>
                  </a:cxnLst>
                  <a:rect l="l" t="t" r="r" b="b"/>
                  <a:pathLst>
                    <a:path w="15811" h="63377">
                      <a:moveTo>
                        <a:pt x="0" y="0"/>
                      </a:moveTo>
                      <a:lnTo>
                        <a:pt x="15812" y="0"/>
                      </a:lnTo>
                      <a:lnTo>
                        <a:pt x="15812" y="63378"/>
                      </a:lnTo>
                      <a:lnTo>
                        <a:pt x="0" y="6337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06" name="Picture Placeholder 95">
                  <a:extLst>
                    <a:ext uri="{FF2B5EF4-FFF2-40B4-BE49-F238E27FC236}">
                      <a16:creationId xmlns:a16="http://schemas.microsoft.com/office/drawing/2014/main" id="{69B5BF8D-4A3C-BA68-9B21-AA120CB2CBDA}"/>
                    </a:ext>
                  </a:extLst>
                </p:cNvPr>
                <p:cNvSpPr/>
                <p:nvPr/>
              </p:nvSpPr>
              <p:spPr>
                <a:xfrm>
                  <a:off x="11619418" y="1013243"/>
                  <a:ext cx="62613" cy="15844"/>
                </a:xfrm>
                <a:custGeom>
                  <a:avLst/>
                  <a:gdLst>
                    <a:gd name="connsiteX0" fmla="*/ 0 w 62613"/>
                    <a:gd name="connsiteY0" fmla="*/ 0 h 15844"/>
                    <a:gd name="connsiteX1" fmla="*/ 62614 w 62613"/>
                    <a:gd name="connsiteY1" fmla="*/ 0 h 15844"/>
                    <a:gd name="connsiteX2" fmla="*/ 62614 w 62613"/>
                    <a:gd name="connsiteY2" fmla="*/ 15844 h 15844"/>
                    <a:gd name="connsiteX3" fmla="*/ 0 w 62613"/>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2613" h="15844">
                      <a:moveTo>
                        <a:pt x="0" y="0"/>
                      </a:moveTo>
                      <a:lnTo>
                        <a:pt x="62614" y="0"/>
                      </a:lnTo>
                      <a:lnTo>
                        <a:pt x="62614"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07" name="Picture Placeholder 95">
                  <a:extLst>
                    <a:ext uri="{FF2B5EF4-FFF2-40B4-BE49-F238E27FC236}">
                      <a16:creationId xmlns:a16="http://schemas.microsoft.com/office/drawing/2014/main" id="{365ECA44-F14E-DBDD-2CA3-DC4C5B1F0E0A}"/>
                    </a:ext>
                  </a:extLst>
                </p:cNvPr>
                <p:cNvSpPr/>
                <p:nvPr/>
              </p:nvSpPr>
              <p:spPr>
                <a:xfrm>
                  <a:off x="11405015" y="1043664"/>
                  <a:ext cx="229582" cy="229427"/>
                </a:xfrm>
                <a:custGeom>
                  <a:avLst/>
                  <a:gdLst>
                    <a:gd name="connsiteX0" fmla="*/ 213771 w 229582"/>
                    <a:gd name="connsiteY0" fmla="*/ 634 h 229427"/>
                    <a:gd name="connsiteX1" fmla="*/ 0 w 229582"/>
                    <a:gd name="connsiteY1" fmla="*/ 213583 h 229427"/>
                    <a:gd name="connsiteX2" fmla="*/ 0 w 229582"/>
                    <a:gd name="connsiteY2" fmla="*/ 229428 h 229427"/>
                    <a:gd name="connsiteX3" fmla="*/ 229583 w 229582"/>
                    <a:gd name="connsiteY3" fmla="*/ 0 h 229427"/>
                    <a:gd name="connsiteX4" fmla="*/ 213771 w 229582"/>
                    <a:gd name="connsiteY4" fmla="*/ 0 h 229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582" h="229427">
                      <a:moveTo>
                        <a:pt x="213771" y="634"/>
                      </a:moveTo>
                      <a:cubicBezTo>
                        <a:pt x="203020" y="113446"/>
                        <a:pt x="113210" y="203443"/>
                        <a:pt x="0" y="213583"/>
                      </a:cubicBezTo>
                      <a:lnTo>
                        <a:pt x="0" y="229428"/>
                      </a:lnTo>
                      <a:cubicBezTo>
                        <a:pt x="121432" y="218654"/>
                        <a:pt x="218199" y="121685"/>
                        <a:pt x="229583" y="0"/>
                      </a:cubicBezTo>
                      <a:lnTo>
                        <a:pt x="213771"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08" name="Picture Placeholder 95">
                  <a:extLst>
                    <a:ext uri="{FF2B5EF4-FFF2-40B4-BE49-F238E27FC236}">
                      <a16:creationId xmlns:a16="http://schemas.microsoft.com/office/drawing/2014/main" id="{824AEAB9-8A53-0170-132E-E78561B0FC78}"/>
                    </a:ext>
                  </a:extLst>
                </p:cNvPr>
                <p:cNvSpPr/>
                <p:nvPr/>
              </p:nvSpPr>
              <p:spPr>
                <a:xfrm>
                  <a:off x="11130527" y="769238"/>
                  <a:ext cx="225788" cy="228160"/>
                </a:xfrm>
                <a:custGeom>
                  <a:avLst/>
                  <a:gdLst>
                    <a:gd name="connsiteX0" fmla="*/ 0 w 225788"/>
                    <a:gd name="connsiteY0" fmla="*/ 228160 h 228160"/>
                    <a:gd name="connsiteX1" fmla="*/ 15812 w 225788"/>
                    <a:gd name="connsiteY1" fmla="*/ 228160 h 228160"/>
                    <a:gd name="connsiteX2" fmla="*/ 225788 w 225788"/>
                    <a:gd name="connsiteY2" fmla="*/ 15844 h 228160"/>
                    <a:gd name="connsiteX3" fmla="*/ 225788 w 225788"/>
                    <a:gd name="connsiteY3" fmla="*/ 0 h 228160"/>
                    <a:gd name="connsiteX4" fmla="*/ 0 w 225788"/>
                    <a:gd name="connsiteY4" fmla="*/ 228160 h 22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8" h="228160">
                      <a:moveTo>
                        <a:pt x="0" y="228160"/>
                      </a:moveTo>
                      <a:lnTo>
                        <a:pt x="15812" y="228160"/>
                      </a:lnTo>
                      <a:cubicBezTo>
                        <a:pt x="26563" y="116615"/>
                        <a:pt x="115108" y="27886"/>
                        <a:pt x="225788" y="15844"/>
                      </a:cubicBezTo>
                      <a:lnTo>
                        <a:pt x="225788" y="0"/>
                      </a:lnTo>
                      <a:cubicBezTo>
                        <a:pt x="106886" y="12042"/>
                        <a:pt x="11384" y="108376"/>
                        <a:pt x="0" y="22816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09" name="Picture Placeholder 95">
                  <a:extLst>
                    <a:ext uri="{FF2B5EF4-FFF2-40B4-BE49-F238E27FC236}">
                      <a16:creationId xmlns:a16="http://schemas.microsoft.com/office/drawing/2014/main" id="{7D300D95-9D64-330D-0E20-A125E9D017B7}"/>
                    </a:ext>
                  </a:extLst>
                </p:cNvPr>
                <p:cNvSpPr/>
                <p:nvPr/>
              </p:nvSpPr>
              <p:spPr>
                <a:xfrm>
                  <a:off x="11130527" y="1044298"/>
                  <a:ext cx="227685" cy="228793"/>
                </a:xfrm>
                <a:custGeom>
                  <a:avLst/>
                  <a:gdLst>
                    <a:gd name="connsiteX0" fmla="*/ 15812 w 227685"/>
                    <a:gd name="connsiteY0" fmla="*/ 0 h 228793"/>
                    <a:gd name="connsiteX1" fmla="*/ 0 w 227685"/>
                    <a:gd name="connsiteY1" fmla="*/ 0 h 228793"/>
                    <a:gd name="connsiteX2" fmla="*/ 227686 w 227685"/>
                    <a:gd name="connsiteY2" fmla="*/ 228794 h 228793"/>
                    <a:gd name="connsiteX3" fmla="*/ 227686 w 227685"/>
                    <a:gd name="connsiteY3" fmla="*/ 212950 h 228793"/>
                    <a:gd name="connsiteX4" fmla="*/ 15812 w 227685"/>
                    <a:gd name="connsiteY4" fmla="*/ 0 h 228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85" h="228793">
                      <a:moveTo>
                        <a:pt x="15812" y="0"/>
                      </a:moveTo>
                      <a:lnTo>
                        <a:pt x="0" y="0"/>
                      </a:lnTo>
                      <a:cubicBezTo>
                        <a:pt x="11384" y="120418"/>
                        <a:pt x="106886" y="217386"/>
                        <a:pt x="227686" y="228794"/>
                      </a:cubicBezTo>
                      <a:lnTo>
                        <a:pt x="227686" y="212950"/>
                      </a:lnTo>
                      <a:cubicBezTo>
                        <a:pt x="115740" y="201541"/>
                        <a:pt x="27196" y="111545"/>
                        <a:pt x="15812"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grpSp>
        <p:nvGrpSpPr>
          <p:cNvPr id="427" name="Group 426">
            <a:extLst>
              <a:ext uri="{FF2B5EF4-FFF2-40B4-BE49-F238E27FC236}">
                <a16:creationId xmlns:a16="http://schemas.microsoft.com/office/drawing/2014/main" id="{722951C2-6884-1DA0-B84D-C01E606999E3}"/>
              </a:ext>
            </a:extLst>
          </p:cNvPr>
          <p:cNvGrpSpPr/>
          <p:nvPr/>
        </p:nvGrpSpPr>
        <p:grpSpPr>
          <a:xfrm>
            <a:off x="1075047" y="3527648"/>
            <a:ext cx="758008" cy="2475217"/>
            <a:chOff x="9973774" y="3527622"/>
            <a:chExt cx="758008" cy="2475217"/>
          </a:xfrm>
        </p:grpSpPr>
        <p:cxnSp>
          <p:nvCxnSpPr>
            <p:cNvPr id="428" name="Straight Connector 427">
              <a:extLst>
                <a:ext uri="{FF2B5EF4-FFF2-40B4-BE49-F238E27FC236}">
                  <a16:creationId xmlns:a16="http://schemas.microsoft.com/office/drawing/2014/main" id="{AD894713-B1CD-F8CC-8DB6-CC2FE704EA61}"/>
                </a:ext>
              </a:extLst>
            </p:cNvPr>
            <p:cNvCxnSpPr>
              <a:cxnSpLocks/>
            </p:cNvCxnSpPr>
            <p:nvPr/>
          </p:nvCxnSpPr>
          <p:spPr bwMode="gray">
            <a:xfrm>
              <a:off x="10354009" y="3527622"/>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29" name="Oval 428">
              <a:extLst>
                <a:ext uri="{FF2B5EF4-FFF2-40B4-BE49-F238E27FC236}">
                  <a16:creationId xmlns:a16="http://schemas.microsoft.com/office/drawing/2014/main" id="{1BC6DDBC-FFFF-6043-A7DB-6264CF1934C7}"/>
                </a:ext>
              </a:extLst>
            </p:cNvPr>
            <p:cNvSpPr/>
            <p:nvPr/>
          </p:nvSpPr>
          <p:spPr>
            <a:xfrm rot="10800000">
              <a:off x="10113948" y="5074102"/>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sp>
          <p:nvSpPr>
            <p:cNvPr id="430" name="Rounded Rectangle 38">
              <a:extLst>
                <a:ext uri="{FF2B5EF4-FFF2-40B4-BE49-F238E27FC236}">
                  <a16:creationId xmlns:a16="http://schemas.microsoft.com/office/drawing/2014/main" id="{3807C1A5-8B35-12D8-8D73-FDC0AE85D49C}"/>
                </a:ext>
              </a:extLst>
            </p:cNvPr>
            <p:cNvSpPr/>
            <p:nvPr/>
          </p:nvSpPr>
          <p:spPr>
            <a:xfrm>
              <a:off x="9973774" y="562383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lang="en-US" sz="1100" kern="0" dirty="0">
                  <a:solidFill>
                    <a:srgbClr val="000001"/>
                  </a:solidFill>
                  <a:latin typeface="Arial" panose="020B0604020202020204" pitchFamily="34" charset="0"/>
                  <a:sym typeface="Arial"/>
                </a:rPr>
                <a:t>Host</a:t>
              </a:r>
              <a:br>
                <a:rPr lang="en-US" sz="1100" kern="0" dirty="0">
                  <a:solidFill>
                    <a:srgbClr val="000001"/>
                  </a:solidFill>
                  <a:latin typeface="Arial" panose="020B0604020202020204" pitchFamily="34" charset="0"/>
                  <a:sym typeface="Arial"/>
                </a:rPr>
              </a:br>
              <a:r>
                <a:rPr lang="en-US" sz="1100" kern="0" dirty="0">
                  <a:solidFill>
                    <a:srgbClr val="000001"/>
                  </a:solidFill>
                  <a:latin typeface="Arial" panose="020B0604020202020204" pitchFamily="34" charset="0"/>
                  <a:sym typeface="Arial"/>
                </a:rPr>
                <a:t>Attestation</a:t>
              </a:r>
              <a:endParaRPr kumimoji="0" lang="en-US" sz="1100" b="0" i="0" u="none" strike="noStrike" kern="0" cap="none" spc="0" normalizeH="0" baseline="0" noProof="0" dirty="0">
                <a:ln>
                  <a:noFill/>
                </a:ln>
                <a:solidFill>
                  <a:srgbClr val="000001"/>
                </a:solidFill>
                <a:effectLst/>
                <a:uLnTx/>
                <a:uFillTx/>
                <a:latin typeface="Arial" panose="020B0604020202020204" pitchFamily="34" charset="0"/>
                <a:ea typeface="+mn-ea"/>
                <a:cs typeface="+mn-cs"/>
                <a:sym typeface="Arial"/>
              </a:endParaRPr>
            </a:p>
          </p:txBody>
        </p:sp>
        <p:grpSp>
          <p:nvGrpSpPr>
            <p:cNvPr id="431" name="Picture Placeholder 95" descr="Detections 3&#10;">
              <a:extLst>
                <a:ext uri="{FF2B5EF4-FFF2-40B4-BE49-F238E27FC236}">
                  <a16:creationId xmlns:a16="http://schemas.microsoft.com/office/drawing/2014/main" id="{E1C9178D-0DC8-3ED9-7AED-2C3AA7B336C3}"/>
                </a:ext>
              </a:extLst>
            </p:cNvPr>
            <p:cNvGrpSpPr>
              <a:grpSpLocks noChangeAspect="1"/>
            </p:cNvGrpSpPr>
            <p:nvPr/>
          </p:nvGrpSpPr>
          <p:grpSpPr>
            <a:xfrm>
              <a:off x="10173073" y="5134714"/>
              <a:ext cx="365760" cy="366898"/>
              <a:chOff x="11081827" y="720438"/>
              <a:chExt cx="600204" cy="602073"/>
            </a:xfrm>
            <a:solidFill>
              <a:schemeClr val="tx1"/>
            </a:solidFill>
          </p:grpSpPr>
          <p:sp>
            <p:nvSpPr>
              <p:cNvPr id="432" name="Picture Placeholder 95">
                <a:extLst>
                  <a:ext uri="{FF2B5EF4-FFF2-40B4-BE49-F238E27FC236}">
                    <a16:creationId xmlns:a16="http://schemas.microsoft.com/office/drawing/2014/main" id="{657F1B18-8B02-9100-8A0F-77E6A95ECEC4}"/>
                  </a:ext>
                </a:extLst>
              </p:cNvPr>
              <p:cNvSpPr/>
              <p:nvPr/>
            </p:nvSpPr>
            <p:spPr>
              <a:xfrm>
                <a:off x="11373392" y="1258515"/>
                <a:ext cx="15811" cy="62744"/>
              </a:xfrm>
              <a:custGeom>
                <a:avLst/>
                <a:gdLst>
                  <a:gd name="connsiteX0" fmla="*/ 0 w 15811"/>
                  <a:gd name="connsiteY0" fmla="*/ 0 h 62744"/>
                  <a:gd name="connsiteX1" fmla="*/ 15812 w 15811"/>
                  <a:gd name="connsiteY1" fmla="*/ 0 h 62744"/>
                  <a:gd name="connsiteX2" fmla="*/ 15812 w 15811"/>
                  <a:gd name="connsiteY2" fmla="*/ 62744 h 62744"/>
                  <a:gd name="connsiteX3" fmla="*/ 0 w 15811"/>
                  <a:gd name="connsiteY3" fmla="*/ 62744 h 62744"/>
                </a:gdLst>
                <a:ahLst/>
                <a:cxnLst>
                  <a:cxn ang="0">
                    <a:pos x="connsiteX0" y="connsiteY0"/>
                  </a:cxn>
                  <a:cxn ang="0">
                    <a:pos x="connsiteX1" y="connsiteY1"/>
                  </a:cxn>
                  <a:cxn ang="0">
                    <a:pos x="connsiteX2" y="connsiteY2"/>
                  </a:cxn>
                  <a:cxn ang="0">
                    <a:pos x="connsiteX3" y="connsiteY3"/>
                  </a:cxn>
                </a:cxnLst>
                <a:rect l="l" t="t" r="r" b="b"/>
                <a:pathLst>
                  <a:path w="15811" h="62744">
                    <a:moveTo>
                      <a:pt x="0" y="0"/>
                    </a:moveTo>
                    <a:lnTo>
                      <a:pt x="15812" y="0"/>
                    </a:lnTo>
                    <a:lnTo>
                      <a:pt x="15812" y="62744"/>
                    </a:lnTo>
                    <a:lnTo>
                      <a:pt x="0" y="627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433" name="Picture Placeholder 95">
                <a:extLst>
                  <a:ext uri="{FF2B5EF4-FFF2-40B4-BE49-F238E27FC236}">
                    <a16:creationId xmlns:a16="http://schemas.microsoft.com/office/drawing/2014/main" id="{7007EB63-2E5D-0FE3-2353-4E8C13FEF6C8}"/>
                  </a:ext>
                </a:extLst>
              </p:cNvPr>
              <p:cNvGrpSpPr/>
              <p:nvPr/>
            </p:nvGrpSpPr>
            <p:grpSpPr>
              <a:xfrm>
                <a:off x="11081827" y="720438"/>
                <a:ext cx="600204" cy="553805"/>
                <a:chOff x="11081827" y="720438"/>
                <a:chExt cx="600204" cy="553805"/>
              </a:xfrm>
              <a:grpFill/>
            </p:grpSpPr>
            <p:grpSp>
              <p:nvGrpSpPr>
                <p:cNvPr id="434" name="Picture Placeholder 95">
                  <a:extLst>
                    <a:ext uri="{FF2B5EF4-FFF2-40B4-BE49-F238E27FC236}">
                      <a16:creationId xmlns:a16="http://schemas.microsoft.com/office/drawing/2014/main" id="{B19DAACB-8B48-BF70-9E89-4F50F153B33C}"/>
                    </a:ext>
                  </a:extLst>
                </p:cNvPr>
                <p:cNvGrpSpPr/>
                <p:nvPr/>
              </p:nvGrpSpPr>
              <p:grpSpPr>
                <a:xfrm>
                  <a:off x="11252592" y="851999"/>
                  <a:ext cx="263103" cy="338137"/>
                  <a:chOff x="11252592" y="851999"/>
                  <a:chExt cx="263103" cy="338137"/>
                </a:xfrm>
                <a:grpFill/>
              </p:grpSpPr>
              <p:sp>
                <p:nvSpPr>
                  <p:cNvPr id="442" name="Picture Placeholder 95">
                    <a:extLst>
                      <a:ext uri="{FF2B5EF4-FFF2-40B4-BE49-F238E27FC236}">
                        <a16:creationId xmlns:a16="http://schemas.microsoft.com/office/drawing/2014/main" id="{EEA480FA-DCA8-DC9A-9205-B0959AB4C2C6}"/>
                      </a:ext>
                    </a:extLst>
                  </p:cNvPr>
                  <p:cNvSpPr/>
                  <p:nvPr/>
                </p:nvSpPr>
                <p:spPr>
                  <a:xfrm>
                    <a:off x="11326589" y="1114014"/>
                    <a:ext cx="125859" cy="61476"/>
                  </a:xfrm>
                  <a:custGeom>
                    <a:avLst/>
                    <a:gdLst>
                      <a:gd name="connsiteX0" fmla="*/ 4427 w 125859"/>
                      <a:gd name="connsiteY0" fmla="*/ 61477 h 61476"/>
                      <a:gd name="connsiteX1" fmla="*/ 0 w 125859"/>
                      <a:gd name="connsiteY1" fmla="*/ 46266 h 61476"/>
                      <a:gd name="connsiteX2" fmla="*/ 67673 w 125859"/>
                      <a:gd name="connsiteY2" fmla="*/ 0 h 61476"/>
                      <a:gd name="connsiteX3" fmla="*/ 80955 w 125859"/>
                      <a:gd name="connsiteY3" fmla="*/ 0 h 61476"/>
                      <a:gd name="connsiteX4" fmla="*/ 125860 w 125859"/>
                      <a:gd name="connsiteY4" fmla="*/ 34858 h 61476"/>
                      <a:gd name="connsiteX5" fmla="*/ 120800 w 125859"/>
                      <a:gd name="connsiteY5" fmla="*/ 50068 h 61476"/>
                      <a:gd name="connsiteX6" fmla="*/ 73998 w 125859"/>
                      <a:gd name="connsiteY6" fmla="*/ 17746 h 61476"/>
                      <a:gd name="connsiteX7" fmla="*/ 4427 w 125859"/>
                      <a:gd name="connsiteY7" fmla="*/ 61477 h 6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859" h="61476">
                        <a:moveTo>
                          <a:pt x="4427" y="61477"/>
                        </a:moveTo>
                        <a:lnTo>
                          <a:pt x="0" y="46266"/>
                        </a:lnTo>
                        <a:cubicBezTo>
                          <a:pt x="632" y="46266"/>
                          <a:pt x="45537" y="32957"/>
                          <a:pt x="67673" y="0"/>
                        </a:cubicBezTo>
                        <a:lnTo>
                          <a:pt x="80955" y="0"/>
                        </a:lnTo>
                        <a:cubicBezTo>
                          <a:pt x="80955" y="0"/>
                          <a:pt x="97399" y="25351"/>
                          <a:pt x="125860" y="34858"/>
                        </a:cubicBezTo>
                        <a:lnTo>
                          <a:pt x="120800" y="50068"/>
                        </a:lnTo>
                        <a:cubicBezTo>
                          <a:pt x="98031" y="42463"/>
                          <a:pt x="82220" y="27252"/>
                          <a:pt x="73998" y="17746"/>
                        </a:cubicBezTo>
                        <a:cubicBezTo>
                          <a:pt x="47435" y="48801"/>
                          <a:pt x="6325" y="60843"/>
                          <a:pt x="4427" y="6147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3" name="Picture Placeholder 95">
                    <a:extLst>
                      <a:ext uri="{FF2B5EF4-FFF2-40B4-BE49-F238E27FC236}">
                        <a16:creationId xmlns:a16="http://schemas.microsoft.com/office/drawing/2014/main" id="{D3107DB1-B2B1-8D0D-F3EE-032A94C5C899}"/>
                      </a:ext>
                    </a:extLst>
                  </p:cNvPr>
                  <p:cNvSpPr/>
                  <p:nvPr/>
                </p:nvSpPr>
                <p:spPr>
                  <a:xfrm>
                    <a:off x="11367067" y="1148872"/>
                    <a:ext cx="46169" cy="40561"/>
                  </a:xfrm>
                  <a:custGeom>
                    <a:avLst/>
                    <a:gdLst>
                      <a:gd name="connsiteX0" fmla="*/ 3795 w 46169"/>
                      <a:gd name="connsiteY0" fmla="*/ 40562 h 40561"/>
                      <a:gd name="connsiteX1" fmla="*/ 0 w 46169"/>
                      <a:gd name="connsiteY1" fmla="*/ 25351 h 40561"/>
                      <a:gd name="connsiteX2" fmla="*/ 32255 w 46169"/>
                      <a:gd name="connsiteY2" fmla="*/ 0 h 40561"/>
                      <a:gd name="connsiteX3" fmla="*/ 46170 w 46169"/>
                      <a:gd name="connsiteY3" fmla="*/ 7605 h 40561"/>
                      <a:gd name="connsiteX4" fmla="*/ 3795 w 46169"/>
                      <a:gd name="connsiteY4" fmla="*/ 40562 h 405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69" h="40561">
                        <a:moveTo>
                          <a:pt x="3795" y="40562"/>
                        </a:moveTo>
                        <a:lnTo>
                          <a:pt x="0" y="25351"/>
                        </a:lnTo>
                        <a:cubicBezTo>
                          <a:pt x="0" y="25351"/>
                          <a:pt x="20871" y="20281"/>
                          <a:pt x="32255" y="0"/>
                        </a:cubicBezTo>
                        <a:lnTo>
                          <a:pt x="46170" y="7605"/>
                        </a:lnTo>
                        <a:cubicBezTo>
                          <a:pt x="31623" y="34224"/>
                          <a:pt x="5060" y="40562"/>
                          <a:pt x="3795" y="4056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4" name="Picture Placeholder 95">
                    <a:extLst>
                      <a:ext uri="{FF2B5EF4-FFF2-40B4-BE49-F238E27FC236}">
                        <a16:creationId xmlns:a16="http://schemas.microsoft.com/office/drawing/2014/main" id="{1A74D2D6-BFF4-CABE-F70A-279C001C5522}"/>
                      </a:ext>
                    </a:extLst>
                  </p:cNvPr>
                  <p:cNvSpPr/>
                  <p:nvPr/>
                </p:nvSpPr>
                <p:spPr>
                  <a:xfrm>
                    <a:off x="11413237" y="1082959"/>
                    <a:ext cx="67040" cy="51969"/>
                  </a:xfrm>
                  <a:custGeom>
                    <a:avLst/>
                    <a:gdLst>
                      <a:gd name="connsiteX0" fmla="*/ 63878 w 67040"/>
                      <a:gd name="connsiteY0" fmla="*/ 51970 h 51969"/>
                      <a:gd name="connsiteX1" fmla="*/ 0 w 67040"/>
                      <a:gd name="connsiteY1" fmla="*/ 5070 h 51969"/>
                      <a:gd name="connsiteX2" fmla="*/ 15179 w 67040"/>
                      <a:gd name="connsiteY2" fmla="*/ 0 h 51969"/>
                      <a:gd name="connsiteX3" fmla="*/ 67041 w 67040"/>
                      <a:gd name="connsiteY3" fmla="*/ 36759 h 51969"/>
                      <a:gd name="connsiteX4" fmla="*/ 63878 w 67040"/>
                      <a:gd name="connsiteY4" fmla="*/ 51970 h 519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40" h="51969">
                        <a:moveTo>
                          <a:pt x="63878" y="51970"/>
                        </a:moveTo>
                        <a:cubicBezTo>
                          <a:pt x="61981" y="51336"/>
                          <a:pt x="13282" y="43097"/>
                          <a:pt x="0" y="5070"/>
                        </a:cubicBezTo>
                        <a:lnTo>
                          <a:pt x="15179" y="0"/>
                        </a:lnTo>
                        <a:cubicBezTo>
                          <a:pt x="25931" y="29788"/>
                          <a:pt x="66408" y="36759"/>
                          <a:pt x="67041" y="36759"/>
                        </a:cubicBezTo>
                        <a:lnTo>
                          <a:pt x="63878" y="5197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5" name="Picture Placeholder 95">
                    <a:extLst>
                      <a:ext uri="{FF2B5EF4-FFF2-40B4-BE49-F238E27FC236}">
                        <a16:creationId xmlns:a16="http://schemas.microsoft.com/office/drawing/2014/main" id="{511DA5F9-5E8C-2603-3CFE-C357D2D0D1A8}"/>
                      </a:ext>
                    </a:extLst>
                  </p:cNvPr>
                  <p:cNvSpPr/>
                  <p:nvPr/>
                </p:nvSpPr>
                <p:spPr>
                  <a:xfrm>
                    <a:off x="11258916" y="920426"/>
                    <a:ext cx="234010" cy="187883"/>
                  </a:xfrm>
                  <a:custGeom>
                    <a:avLst/>
                    <a:gdLst>
                      <a:gd name="connsiteX0" fmla="*/ 230848 w 234010"/>
                      <a:gd name="connsiteY0" fmla="*/ 187884 h 187883"/>
                      <a:gd name="connsiteX1" fmla="*/ 184678 w 234010"/>
                      <a:gd name="connsiteY1" fmla="*/ 139716 h 187883"/>
                      <a:gd name="connsiteX2" fmla="*/ 194165 w 234010"/>
                      <a:gd name="connsiteY2" fmla="*/ 112464 h 187883"/>
                      <a:gd name="connsiteX3" fmla="*/ 199857 w 234010"/>
                      <a:gd name="connsiteY3" fmla="*/ 51621 h 187883"/>
                      <a:gd name="connsiteX4" fmla="*/ 161910 w 234010"/>
                      <a:gd name="connsiteY4" fmla="*/ 19932 h 187883"/>
                      <a:gd name="connsiteX5" fmla="*/ 108151 w 234010"/>
                      <a:gd name="connsiteY5" fmla="*/ 22467 h 187883"/>
                      <a:gd name="connsiteX6" fmla="*/ 78425 w 234010"/>
                      <a:gd name="connsiteY6" fmla="*/ 68733 h 187883"/>
                      <a:gd name="connsiteX7" fmla="*/ 5060 w 234010"/>
                      <a:gd name="connsiteY7" fmla="*/ 147322 h 187883"/>
                      <a:gd name="connsiteX8" fmla="*/ 0 w 234010"/>
                      <a:gd name="connsiteY8" fmla="*/ 132111 h 187883"/>
                      <a:gd name="connsiteX9" fmla="*/ 63246 w 234010"/>
                      <a:gd name="connsiteY9" fmla="*/ 64297 h 187883"/>
                      <a:gd name="connsiteX10" fmla="*/ 100561 w 234010"/>
                      <a:gd name="connsiteY10" fmla="*/ 9158 h 187883"/>
                      <a:gd name="connsiteX11" fmla="*/ 166969 w 234010"/>
                      <a:gd name="connsiteY11" fmla="*/ 5355 h 187883"/>
                      <a:gd name="connsiteX12" fmla="*/ 214404 w 234010"/>
                      <a:gd name="connsiteY12" fmla="*/ 45917 h 187883"/>
                      <a:gd name="connsiteX13" fmla="*/ 208712 w 234010"/>
                      <a:gd name="connsiteY13" fmla="*/ 119436 h 187883"/>
                      <a:gd name="connsiteX14" fmla="*/ 200490 w 234010"/>
                      <a:gd name="connsiteY14" fmla="*/ 143519 h 187883"/>
                      <a:gd name="connsiteX15" fmla="*/ 234010 w 234010"/>
                      <a:gd name="connsiteY15" fmla="*/ 173307 h 187883"/>
                      <a:gd name="connsiteX16" fmla="*/ 230848 w 234010"/>
                      <a:gd name="connsiteY16" fmla="*/ 187884 h 18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4010" h="187883">
                        <a:moveTo>
                          <a:pt x="230848" y="187884"/>
                        </a:moveTo>
                        <a:cubicBezTo>
                          <a:pt x="212507" y="184081"/>
                          <a:pt x="178986" y="170138"/>
                          <a:pt x="184678" y="139716"/>
                        </a:cubicBezTo>
                        <a:cubicBezTo>
                          <a:pt x="186576" y="130210"/>
                          <a:pt x="190370" y="121337"/>
                          <a:pt x="194165" y="112464"/>
                        </a:cubicBezTo>
                        <a:cubicBezTo>
                          <a:pt x="202387" y="93451"/>
                          <a:pt x="209977" y="75071"/>
                          <a:pt x="199857" y="51621"/>
                        </a:cubicBezTo>
                        <a:cubicBezTo>
                          <a:pt x="194165" y="38312"/>
                          <a:pt x="179619" y="26270"/>
                          <a:pt x="161910" y="19932"/>
                        </a:cubicBezTo>
                        <a:cubicBezTo>
                          <a:pt x="142936" y="13595"/>
                          <a:pt x="123962" y="14228"/>
                          <a:pt x="108151" y="22467"/>
                        </a:cubicBezTo>
                        <a:cubicBezTo>
                          <a:pt x="87912" y="33242"/>
                          <a:pt x="83485" y="49720"/>
                          <a:pt x="78425" y="68733"/>
                        </a:cubicBezTo>
                        <a:cubicBezTo>
                          <a:pt x="70836" y="96620"/>
                          <a:pt x="61981" y="127675"/>
                          <a:pt x="5060" y="147322"/>
                        </a:cubicBezTo>
                        <a:lnTo>
                          <a:pt x="0" y="132111"/>
                        </a:lnTo>
                        <a:cubicBezTo>
                          <a:pt x="48699" y="115633"/>
                          <a:pt x="55657" y="90915"/>
                          <a:pt x="63246" y="64297"/>
                        </a:cubicBezTo>
                        <a:cubicBezTo>
                          <a:pt x="68938" y="44016"/>
                          <a:pt x="75263" y="23101"/>
                          <a:pt x="100561" y="9158"/>
                        </a:cubicBezTo>
                        <a:cubicBezTo>
                          <a:pt x="120167" y="-1616"/>
                          <a:pt x="143568" y="-2884"/>
                          <a:pt x="166969" y="5355"/>
                        </a:cubicBezTo>
                        <a:cubicBezTo>
                          <a:pt x="189106" y="12961"/>
                          <a:pt x="206814" y="28171"/>
                          <a:pt x="214404" y="45917"/>
                        </a:cubicBezTo>
                        <a:cubicBezTo>
                          <a:pt x="227053" y="75705"/>
                          <a:pt x="217566" y="98521"/>
                          <a:pt x="208712" y="119436"/>
                        </a:cubicBezTo>
                        <a:cubicBezTo>
                          <a:pt x="204917" y="127675"/>
                          <a:pt x="201755" y="135914"/>
                          <a:pt x="200490" y="143519"/>
                        </a:cubicBezTo>
                        <a:cubicBezTo>
                          <a:pt x="196695" y="165701"/>
                          <a:pt x="234010" y="173307"/>
                          <a:pt x="234010" y="173307"/>
                        </a:cubicBezTo>
                        <a:lnTo>
                          <a:pt x="230848" y="18788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6" name="Picture Placeholder 95">
                    <a:extLst>
                      <a:ext uri="{FF2B5EF4-FFF2-40B4-BE49-F238E27FC236}">
                        <a16:creationId xmlns:a16="http://schemas.microsoft.com/office/drawing/2014/main" id="{FE5069AA-357E-D1AE-F9CD-9A2F77F55AF3}"/>
                      </a:ext>
                    </a:extLst>
                  </p:cNvPr>
                  <p:cNvSpPr/>
                  <p:nvPr/>
                </p:nvSpPr>
                <p:spPr>
                  <a:xfrm>
                    <a:off x="11266506" y="955461"/>
                    <a:ext cx="173239" cy="201015"/>
                  </a:xfrm>
                  <a:custGeom>
                    <a:avLst/>
                    <a:gdLst>
                      <a:gd name="connsiteX0" fmla="*/ 38580 w 173239"/>
                      <a:gd name="connsiteY0" fmla="*/ 201016 h 201015"/>
                      <a:gd name="connsiteX1" fmla="*/ 32255 w 173239"/>
                      <a:gd name="connsiteY1" fmla="*/ 186439 h 201015"/>
                      <a:gd name="connsiteX2" fmla="*/ 139774 w 173239"/>
                      <a:gd name="connsiteY2" fmla="*/ 97710 h 201015"/>
                      <a:gd name="connsiteX3" fmla="*/ 152423 w 173239"/>
                      <a:gd name="connsiteY3" fmla="*/ 27994 h 201015"/>
                      <a:gd name="connsiteX4" fmla="*/ 135346 w 173239"/>
                      <a:gd name="connsiteY4" fmla="*/ 16586 h 201015"/>
                      <a:gd name="connsiteX5" fmla="*/ 101194 w 173239"/>
                      <a:gd name="connsiteY5" fmla="*/ 52712 h 201015"/>
                      <a:gd name="connsiteX6" fmla="*/ 86647 w 173239"/>
                      <a:gd name="connsiteY6" fmla="*/ 85668 h 201015"/>
                      <a:gd name="connsiteX7" fmla="*/ 5060 w 173239"/>
                      <a:gd name="connsiteY7" fmla="*/ 146511 h 201015"/>
                      <a:gd name="connsiteX8" fmla="*/ 0 w 173239"/>
                      <a:gd name="connsiteY8" fmla="*/ 131300 h 201015"/>
                      <a:gd name="connsiteX9" fmla="*/ 73365 w 173239"/>
                      <a:gd name="connsiteY9" fmla="*/ 77429 h 201015"/>
                      <a:gd name="connsiteX10" fmla="*/ 87279 w 173239"/>
                      <a:gd name="connsiteY10" fmla="*/ 46374 h 201015"/>
                      <a:gd name="connsiteX11" fmla="*/ 137244 w 173239"/>
                      <a:gd name="connsiteY11" fmla="*/ 108 h 201015"/>
                      <a:gd name="connsiteX12" fmla="*/ 168234 w 173239"/>
                      <a:gd name="connsiteY12" fmla="*/ 20389 h 201015"/>
                      <a:gd name="connsiteX13" fmla="*/ 154320 w 173239"/>
                      <a:gd name="connsiteY13" fmla="*/ 105949 h 201015"/>
                      <a:gd name="connsiteX14" fmla="*/ 38580 w 173239"/>
                      <a:gd name="connsiteY14" fmla="*/ 201016 h 201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3239" h="201015">
                        <a:moveTo>
                          <a:pt x="38580" y="201016"/>
                        </a:moveTo>
                        <a:lnTo>
                          <a:pt x="32255" y="186439"/>
                        </a:lnTo>
                        <a:cubicBezTo>
                          <a:pt x="84117" y="163623"/>
                          <a:pt x="118902" y="125596"/>
                          <a:pt x="139774" y="97710"/>
                        </a:cubicBezTo>
                        <a:cubicBezTo>
                          <a:pt x="153055" y="79964"/>
                          <a:pt x="160645" y="46374"/>
                          <a:pt x="152423" y="27994"/>
                        </a:cubicBezTo>
                        <a:cubicBezTo>
                          <a:pt x="149261" y="21023"/>
                          <a:pt x="143568" y="17220"/>
                          <a:pt x="135346" y="16586"/>
                        </a:cubicBezTo>
                        <a:cubicBezTo>
                          <a:pt x="116373" y="15319"/>
                          <a:pt x="111313" y="26727"/>
                          <a:pt x="101194" y="52712"/>
                        </a:cubicBezTo>
                        <a:cubicBezTo>
                          <a:pt x="97399" y="62852"/>
                          <a:pt x="92972" y="74260"/>
                          <a:pt x="86647" y="85668"/>
                        </a:cubicBezTo>
                        <a:cubicBezTo>
                          <a:pt x="63878" y="126230"/>
                          <a:pt x="6957" y="145877"/>
                          <a:pt x="5060" y="146511"/>
                        </a:cubicBezTo>
                        <a:lnTo>
                          <a:pt x="0" y="131300"/>
                        </a:lnTo>
                        <a:cubicBezTo>
                          <a:pt x="632" y="131300"/>
                          <a:pt x="53127" y="112921"/>
                          <a:pt x="73365" y="77429"/>
                        </a:cubicBezTo>
                        <a:cubicBezTo>
                          <a:pt x="79058" y="67289"/>
                          <a:pt x="83485" y="56515"/>
                          <a:pt x="87279" y="46374"/>
                        </a:cubicBezTo>
                        <a:cubicBezTo>
                          <a:pt x="96766" y="21657"/>
                          <a:pt x="106253" y="-1793"/>
                          <a:pt x="137244" y="108"/>
                        </a:cubicBezTo>
                        <a:cubicBezTo>
                          <a:pt x="151158" y="742"/>
                          <a:pt x="161910" y="8347"/>
                          <a:pt x="168234" y="20389"/>
                        </a:cubicBezTo>
                        <a:cubicBezTo>
                          <a:pt x="179619" y="44473"/>
                          <a:pt x="170132" y="84401"/>
                          <a:pt x="154320" y="105949"/>
                        </a:cubicBezTo>
                        <a:cubicBezTo>
                          <a:pt x="130919" y="136371"/>
                          <a:pt x="93604" y="176932"/>
                          <a:pt x="38580" y="20101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7" name="Picture Placeholder 95">
                    <a:extLst>
                      <a:ext uri="{FF2B5EF4-FFF2-40B4-BE49-F238E27FC236}">
                        <a16:creationId xmlns:a16="http://schemas.microsoft.com/office/drawing/2014/main" id="{612E4463-9524-CF9F-B1DA-65C11960F1E1}"/>
                      </a:ext>
                    </a:extLst>
                  </p:cNvPr>
                  <p:cNvSpPr/>
                  <p:nvPr/>
                </p:nvSpPr>
                <p:spPr>
                  <a:xfrm>
                    <a:off x="11279155" y="998032"/>
                    <a:ext cx="125227" cy="131192"/>
                  </a:xfrm>
                  <a:custGeom>
                    <a:avLst/>
                    <a:gdLst>
                      <a:gd name="connsiteX0" fmla="*/ 5060 w 125227"/>
                      <a:gd name="connsiteY0" fmla="*/ 131192 h 131192"/>
                      <a:gd name="connsiteX1" fmla="*/ 0 w 125227"/>
                      <a:gd name="connsiteY1" fmla="*/ 115981 h 131192"/>
                      <a:gd name="connsiteX2" fmla="*/ 109416 w 125227"/>
                      <a:gd name="connsiteY2" fmla="*/ 0 h 131192"/>
                      <a:gd name="connsiteX3" fmla="*/ 125227 w 125227"/>
                      <a:gd name="connsiteY3" fmla="*/ 634 h 131192"/>
                      <a:gd name="connsiteX4" fmla="*/ 5060 w 125227"/>
                      <a:gd name="connsiteY4" fmla="*/ 131192 h 131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27" h="131192">
                        <a:moveTo>
                          <a:pt x="5060" y="131192"/>
                        </a:moveTo>
                        <a:lnTo>
                          <a:pt x="0" y="115981"/>
                        </a:lnTo>
                        <a:cubicBezTo>
                          <a:pt x="1265" y="115348"/>
                          <a:pt x="104988" y="77955"/>
                          <a:pt x="109416" y="0"/>
                        </a:cubicBezTo>
                        <a:lnTo>
                          <a:pt x="125227" y="634"/>
                        </a:lnTo>
                        <a:cubicBezTo>
                          <a:pt x="120167" y="89363"/>
                          <a:pt x="10119" y="129291"/>
                          <a:pt x="5060" y="13119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8" name="Picture Placeholder 95">
                    <a:extLst>
                      <a:ext uri="{FF2B5EF4-FFF2-40B4-BE49-F238E27FC236}">
                        <a16:creationId xmlns:a16="http://schemas.microsoft.com/office/drawing/2014/main" id="{DE8C4CFF-1216-BF1D-CE47-3B907DB410A8}"/>
                      </a:ext>
                    </a:extLst>
                  </p:cNvPr>
                  <p:cNvSpPr/>
                  <p:nvPr/>
                </p:nvSpPr>
                <p:spPr>
                  <a:xfrm>
                    <a:off x="11254489" y="886878"/>
                    <a:ext cx="260481" cy="187842"/>
                  </a:xfrm>
                  <a:custGeom>
                    <a:avLst/>
                    <a:gdLst>
                      <a:gd name="connsiteX0" fmla="*/ 240335 w 260481"/>
                      <a:gd name="connsiteY0" fmla="*/ 187842 h 187842"/>
                      <a:gd name="connsiteX1" fmla="*/ 226421 w 260481"/>
                      <a:gd name="connsiteY1" fmla="*/ 180871 h 187842"/>
                      <a:gd name="connsiteX2" fmla="*/ 239070 w 260481"/>
                      <a:gd name="connsiteY2" fmla="*/ 81367 h 187842"/>
                      <a:gd name="connsiteX3" fmla="*/ 187841 w 260481"/>
                      <a:gd name="connsiteY3" fmla="*/ 28130 h 187842"/>
                      <a:gd name="connsiteX4" fmla="*/ 73365 w 260481"/>
                      <a:gd name="connsiteY4" fmla="*/ 40806 h 187842"/>
                      <a:gd name="connsiteX5" fmla="*/ 47435 w 260481"/>
                      <a:gd name="connsiteY5" fmla="*/ 90240 h 187842"/>
                      <a:gd name="connsiteX6" fmla="*/ 0 w 260481"/>
                      <a:gd name="connsiteY6" fmla="*/ 138407 h 187842"/>
                      <a:gd name="connsiteX7" fmla="*/ 0 w 260481"/>
                      <a:gd name="connsiteY7" fmla="*/ 122563 h 187842"/>
                      <a:gd name="connsiteX8" fmla="*/ 32255 w 260481"/>
                      <a:gd name="connsiteY8" fmla="*/ 85170 h 187842"/>
                      <a:gd name="connsiteX9" fmla="*/ 61981 w 260481"/>
                      <a:gd name="connsiteY9" fmla="*/ 29398 h 187842"/>
                      <a:gd name="connsiteX10" fmla="*/ 193533 w 260481"/>
                      <a:gd name="connsiteY10" fmla="*/ 12919 h 187842"/>
                      <a:gd name="connsiteX11" fmla="*/ 253616 w 260481"/>
                      <a:gd name="connsiteY11" fmla="*/ 75663 h 187842"/>
                      <a:gd name="connsiteX12" fmla="*/ 240335 w 260481"/>
                      <a:gd name="connsiteY12" fmla="*/ 187842 h 18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0481" h="187842">
                        <a:moveTo>
                          <a:pt x="240335" y="187842"/>
                        </a:moveTo>
                        <a:lnTo>
                          <a:pt x="226421" y="180871"/>
                        </a:lnTo>
                        <a:cubicBezTo>
                          <a:pt x="245394" y="143478"/>
                          <a:pt x="249822" y="110521"/>
                          <a:pt x="239070" y="81367"/>
                        </a:cubicBezTo>
                        <a:cubicBezTo>
                          <a:pt x="228951" y="53481"/>
                          <a:pt x="205550" y="35102"/>
                          <a:pt x="187841" y="28130"/>
                        </a:cubicBezTo>
                        <a:cubicBezTo>
                          <a:pt x="161277" y="16722"/>
                          <a:pt x="110048" y="4046"/>
                          <a:pt x="73365" y="40806"/>
                        </a:cubicBezTo>
                        <a:cubicBezTo>
                          <a:pt x="59451" y="54749"/>
                          <a:pt x="53127" y="73128"/>
                          <a:pt x="47435" y="90240"/>
                        </a:cubicBezTo>
                        <a:cubicBezTo>
                          <a:pt x="39845" y="113690"/>
                          <a:pt x="31623" y="138407"/>
                          <a:pt x="0" y="138407"/>
                        </a:cubicBezTo>
                        <a:lnTo>
                          <a:pt x="0" y="122563"/>
                        </a:lnTo>
                        <a:cubicBezTo>
                          <a:pt x="18974" y="122563"/>
                          <a:pt x="24033" y="110521"/>
                          <a:pt x="32255" y="85170"/>
                        </a:cubicBezTo>
                        <a:cubicBezTo>
                          <a:pt x="38580" y="66790"/>
                          <a:pt x="44905" y="46510"/>
                          <a:pt x="61981" y="29398"/>
                        </a:cubicBezTo>
                        <a:cubicBezTo>
                          <a:pt x="105621" y="-14333"/>
                          <a:pt x="163175" y="244"/>
                          <a:pt x="193533" y="12919"/>
                        </a:cubicBezTo>
                        <a:cubicBezTo>
                          <a:pt x="203652" y="17356"/>
                          <a:pt x="238437" y="34468"/>
                          <a:pt x="253616" y="75663"/>
                        </a:cubicBezTo>
                        <a:cubicBezTo>
                          <a:pt x="266266" y="109254"/>
                          <a:pt x="261206" y="146646"/>
                          <a:pt x="240335" y="18784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9" name="Picture Placeholder 95">
                    <a:extLst>
                      <a:ext uri="{FF2B5EF4-FFF2-40B4-BE49-F238E27FC236}">
                        <a16:creationId xmlns:a16="http://schemas.microsoft.com/office/drawing/2014/main" id="{73E0D1B3-B8FB-1ACF-EDCB-09D006264719}"/>
                      </a:ext>
                    </a:extLst>
                  </p:cNvPr>
                  <p:cNvSpPr/>
                  <p:nvPr/>
                </p:nvSpPr>
                <p:spPr>
                  <a:xfrm>
                    <a:off x="11252592" y="851999"/>
                    <a:ext cx="263103" cy="132723"/>
                  </a:xfrm>
                  <a:custGeom>
                    <a:avLst/>
                    <a:gdLst>
                      <a:gd name="connsiteX0" fmla="*/ 15812 w 263103"/>
                      <a:gd name="connsiteY0" fmla="*/ 132724 h 132723"/>
                      <a:gd name="connsiteX1" fmla="*/ 0 w 263103"/>
                      <a:gd name="connsiteY1" fmla="*/ 132724 h 132723"/>
                      <a:gd name="connsiteX2" fmla="*/ 91074 w 263103"/>
                      <a:gd name="connsiteY2" fmla="*/ 5968 h 132723"/>
                      <a:gd name="connsiteX3" fmla="*/ 263103 w 263103"/>
                      <a:gd name="connsiteY3" fmla="*/ 58572 h 132723"/>
                      <a:gd name="connsiteX4" fmla="*/ 250454 w 263103"/>
                      <a:gd name="connsiteY4" fmla="*/ 68079 h 132723"/>
                      <a:gd name="connsiteX5" fmla="*/ 94869 w 263103"/>
                      <a:gd name="connsiteY5" fmla="*/ 21179 h 132723"/>
                      <a:gd name="connsiteX6" fmla="*/ 15812 w 263103"/>
                      <a:gd name="connsiteY6" fmla="*/ 132724 h 13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3103" h="132723">
                        <a:moveTo>
                          <a:pt x="15812" y="132724"/>
                        </a:moveTo>
                        <a:lnTo>
                          <a:pt x="0" y="132724"/>
                        </a:lnTo>
                        <a:cubicBezTo>
                          <a:pt x="0" y="131456"/>
                          <a:pt x="2530" y="24982"/>
                          <a:pt x="91074" y="5968"/>
                        </a:cubicBezTo>
                        <a:cubicBezTo>
                          <a:pt x="185943" y="-14946"/>
                          <a:pt x="237173" y="23080"/>
                          <a:pt x="263103" y="58572"/>
                        </a:cubicBezTo>
                        <a:lnTo>
                          <a:pt x="250454" y="68079"/>
                        </a:lnTo>
                        <a:cubicBezTo>
                          <a:pt x="227686" y="36390"/>
                          <a:pt x="181516" y="2799"/>
                          <a:pt x="94869" y="21179"/>
                        </a:cubicBezTo>
                        <a:cubicBezTo>
                          <a:pt x="18341" y="37657"/>
                          <a:pt x="15812" y="128921"/>
                          <a:pt x="15812" y="13272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435" name="Picture Placeholder 95">
                  <a:extLst>
                    <a:ext uri="{FF2B5EF4-FFF2-40B4-BE49-F238E27FC236}">
                      <a16:creationId xmlns:a16="http://schemas.microsoft.com/office/drawing/2014/main" id="{B6DF4C51-B986-F78B-6343-5A5B5EA036D4}"/>
                    </a:ext>
                  </a:extLst>
                </p:cNvPr>
                <p:cNvSpPr/>
                <p:nvPr/>
              </p:nvSpPr>
              <p:spPr>
                <a:xfrm>
                  <a:off x="11406912" y="768605"/>
                  <a:ext cx="227685" cy="228793"/>
                </a:xfrm>
                <a:custGeom>
                  <a:avLst/>
                  <a:gdLst>
                    <a:gd name="connsiteX0" fmla="*/ 227686 w 227685"/>
                    <a:gd name="connsiteY0" fmla="*/ 228794 h 228793"/>
                    <a:gd name="connsiteX1" fmla="*/ 0 w 227685"/>
                    <a:gd name="connsiteY1" fmla="*/ 0 h 228793"/>
                    <a:gd name="connsiteX2" fmla="*/ 0 w 227685"/>
                    <a:gd name="connsiteY2" fmla="*/ 15844 h 228793"/>
                    <a:gd name="connsiteX3" fmla="*/ 211874 w 227685"/>
                    <a:gd name="connsiteY3" fmla="*/ 228794 h 228793"/>
                    <a:gd name="connsiteX4" fmla="*/ 227686 w 227685"/>
                    <a:gd name="connsiteY4" fmla="*/ 228794 h 228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85" h="228793">
                      <a:moveTo>
                        <a:pt x="227686" y="228794"/>
                      </a:moveTo>
                      <a:cubicBezTo>
                        <a:pt x="216301" y="107742"/>
                        <a:pt x="120167" y="11408"/>
                        <a:pt x="0" y="0"/>
                      </a:cubicBezTo>
                      <a:lnTo>
                        <a:pt x="0" y="15844"/>
                      </a:lnTo>
                      <a:cubicBezTo>
                        <a:pt x="111945" y="27252"/>
                        <a:pt x="201122" y="116615"/>
                        <a:pt x="211874" y="228794"/>
                      </a:cubicBezTo>
                      <a:lnTo>
                        <a:pt x="227686" y="22879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36" name="Picture Placeholder 95">
                  <a:extLst>
                    <a:ext uri="{FF2B5EF4-FFF2-40B4-BE49-F238E27FC236}">
                      <a16:creationId xmlns:a16="http://schemas.microsoft.com/office/drawing/2014/main" id="{0B0224D9-E8B0-B942-2C5D-7B585EB0E831}"/>
                    </a:ext>
                  </a:extLst>
                </p:cNvPr>
                <p:cNvSpPr/>
                <p:nvPr/>
              </p:nvSpPr>
              <p:spPr>
                <a:xfrm>
                  <a:off x="11081827" y="1013243"/>
                  <a:ext cx="63878" cy="15844"/>
                </a:xfrm>
                <a:custGeom>
                  <a:avLst/>
                  <a:gdLst>
                    <a:gd name="connsiteX0" fmla="*/ 0 w 63878"/>
                    <a:gd name="connsiteY0" fmla="*/ 0 h 15844"/>
                    <a:gd name="connsiteX1" fmla="*/ 63878 w 63878"/>
                    <a:gd name="connsiteY1" fmla="*/ 0 h 15844"/>
                    <a:gd name="connsiteX2" fmla="*/ 63878 w 63878"/>
                    <a:gd name="connsiteY2" fmla="*/ 15844 h 15844"/>
                    <a:gd name="connsiteX3" fmla="*/ 0 w 63878"/>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3878" h="15844">
                      <a:moveTo>
                        <a:pt x="0" y="0"/>
                      </a:moveTo>
                      <a:lnTo>
                        <a:pt x="63878" y="0"/>
                      </a:lnTo>
                      <a:lnTo>
                        <a:pt x="63878"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37" name="Picture Placeholder 95">
                  <a:extLst>
                    <a:ext uri="{FF2B5EF4-FFF2-40B4-BE49-F238E27FC236}">
                      <a16:creationId xmlns:a16="http://schemas.microsoft.com/office/drawing/2014/main" id="{9A1BFDB5-3A6C-332E-B7DD-C30C149FE8C3}"/>
                    </a:ext>
                  </a:extLst>
                </p:cNvPr>
                <p:cNvSpPr/>
                <p:nvPr/>
              </p:nvSpPr>
              <p:spPr>
                <a:xfrm>
                  <a:off x="11373392" y="720438"/>
                  <a:ext cx="15811" cy="63377"/>
                </a:xfrm>
                <a:custGeom>
                  <a:avLst/>
                  <a:gdLst>
                    <a:gd name="connsiteX0" fmla="*/ 0 w 15811"/>
                    <a:gd name="connsiteY0" fmla="*/ 0 h 63377"/>
                    <a:gd name="connsiteX1" fmla="*/ 15812 w 15811"/>
                    <a:gd name="connsiteY1" fmla="*/ 0 h 63377"/>
                    <a:gd name="connsiteX2" fmla="*/ 15812 w 15811"/>
                    <a:gd name="connsiteY2" fmla="*/ 63378 h 63377"/>
                    <a:gd name="connsiteX3" fmla="*/ 0 w 15811"/>
                    <a:gd name="connsiteY3" fmla="*/ 63378 h 63377"/>
                  </a:gdLst>
                  <a:ahLst/>
                  <a:cxnLst>
                    <a:cxn ang="0">
                      <a:pos x="connsiteX0" y="connsiteY0"/>
                    </a:cxn>
                    <a:cxn ang="0">
                      <a:pos x="connsiteX1" y="connsiteY1"/>
                    </a:cxn>
                    <a:cxn ang="0">
                      <a:pos x="connsiteX2" y="connsiteY2"/>
                    </a:cxn>
                    <a:cxn ang="0">
                      <a:pos x="connsiteX3" y="connsiteY3"/>
                    </a:cxn>
                  </a:cxnLst>
                  <a:rect l="l" t="t" r="r" b="b"/>
                  <a:pathLst>
                    <a:path w="15811" h="63377">
                      <a:moveTo>
                        <a:pt x="0" y="0"/>
                      </a:moveTo>
                      <a:lnTo>
                        <a:pt x="15812" y="0"/>
                      </a:lnTo>
                      <a:lnTo>
                        <a:pt x="15812" y="63378"/>
                      </a:lnTo>
                      <a:lnTo>
                        <a:pt x="0" y="6337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38" name="Picture Placeholder 95">
                  <a:extLst>
                    <a:ext uri="{FF2B5EF4-FFF2-40B4-BE49-F238E27FC236}">
                      <a16:creationId xmlns:a16="http://schemas.microsoft.com/office/drawing/2014/main" id="{778F0C03-64AD-E2AA-8B3B-6327B6ABC659}"/>
                    </a:ext>
                  </a:extLst>
                </p:cNvPr>
                <p:cNvSpPr/>
                <p:nvPr/>
              </p:nvSpPr>
              <p:spPr>
                <a:xfrm>
                  <a:off x="11619418" y="1013243"/>
                  <a:ext cx="62613" cy="15844"/>
                </a:xfrm>
                <a:custGeom>
                  <a:avLst/>
                  <a:gdLst>
                    <a:gd name="connsiteX0" fmla="*/ 0 w 62613"/>
                    <a:gd name="connsiteY0" fmla="*/ 0 h 15844"/>
                    <a:gd name="connsiteX1" fmla="*/ 62614 w 62613"/>
                    <a:gd name="connsiteY1" fmla="*/ 0 h 15844"/>
                    <a:gd name="connsiteX2" fmla="*/ 62614 w 62613"/>
                    <a:gd name="connsiteY2" fmla="*/ 15844 h 15844"/>
                    <a:gd name="connsiteX3" fmla="*/ 0 w 62613"/>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2613" h="15844">
                      <a:moveTo>
                        <a:pt x="0" y="0"/>
                      </a:moveTo>
                      <a:lnTo>
                        <a:pt x="62614" y="0"/>
                      </a:lnTo>
                      <a:lnTo>
                        <a:pt x="62614"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39" name="Picture Placeholder 95">
                  <a:extLst>
                    <a:ext uri="{FF2B5EF4-FFF2-40B4-BE49-F238E27FC236}">
                      <a16:creationId xmlns:a16="http://schemas.microsoft.com/office/drawing/2014/main" id="{FC15C515-18AE-DB7E-FABE-EDD86894DFF7}"/>
                    </a:ext>
                  </a:extLst>
                </p:cNvPr>
                <p:cNvSpPr/>
                <p:nvPr/>
              </p:nvSpPr>
              <p:spPr>
                <a:xfrm>
                  <a:off x="11405015" y="1043664"/>
                  <a:ext cx="229582" cy="229427"/>
                </a:xfrm>
                <a:custGeom>
                  <a:avLst/>
                  <a:gdLst>
                    <a:gd name="connsiteX0" fmla="*/ 213771 w 229582"/>
                    <a:gd name="connsiteY0" fmla="*/ 634 h 229427"/>
                    <a:gd name="connsiteX1" fmla="*/ 0 w 229582"/>
                    <a:gd name="connsiteY1" fmla="*/ 213583 h 229427"/>
                    <a:gd name="connsiteX2" fmla="*/ 0 w 229582"/>
                    <a:gd name="connsiteY2" fmla="*/ 229428 h 229427"/>
                    <a:gd name="connsiteX3" fmla="*/ 229583 w 229582"/>
                    <a:gd name="connsiteY3" fmla="*/ 0 h 229427"/>
                    <a:gd name="connsiteX4" fmla="*/ 213771 w 229582"/>
                    <a:gd name="connsiteY4" fmla="*/ 0 h 229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582" h="229427">
                      <a:moveTo>
                        <a:pt x="213771" y="634"/>
                      </a:moveTo>
                      <a:cubicBezTo>
                        <a:pt x="203020" y="113446"/>
                        <a:pt x="113210" y="203443"/>
                        <a:pt x="0" y="213583"/>
                      </a:cubicBezTo>
                      <a:lnTo>
                        <a:pt x="0" y="229428"/>
                      </a:lnTo>
                      <a:cubicBezTo>
                        <a:pt x="121432" y="218654"/>
                        <a:pt x="218199" y="121685"/>
                        <a:pt x="229583" y="0"/>
                      </a:cubicBezTo>
                      <a:lnTo>
                        <a:pt x="213771"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0" name="Picture Placeholder 95">
                  <a:extLst>
                    <a:ext uri="{FF2B5EF4-FFF2-40B4-BE49-F238E27FC236}">
                      <a16:creationId xmlns:a16="http://schemas.microsoft.com/office/drawing/2014/main" id="{5B77C7AE-C7E7-FFA7-3D26-D678F04E9819}"/>
                    </a:ext>
                  </a:extLst>
                </p:cNvPr>
                <p:cNvSpPr/>
                <p:nvPr/>
              </p:nvSpPr>
              <p:spPr>
                <a:xfrm>
                  <a:off x="11130527" y="769238"/>
                  <a:ext cx="225788" cy="228160"/>
                </a:xfrm>
                <a:custGeom>
                  <a:avLst/>
                  <a:gdLst>
                    <a:gd name="connsiteX0" fmla="*/ 0 w 225788"/>
                    <a:gd name="connsiteY0" fmla="*/ 228160 h 228160"/>
                    <a:gd name="connsiteX1" fmla="*/ 15812 w 225788"/>
                    <a:gd name="connsiteY1" fmla="*/ 228160 h 228160"/>
                    <a:gd name="connsiteX2" fmla="*/ 225788 w 225788"/>
                    <a:gd name="connsiteY2" fmla="*/ 15844 h 228160"/>
                    <a:gd name="connsiteX3" fmla="*/ 225788 w 225788"/>
                    <a:gd name="connsiteY3" fmla="*/ 0 h 228160"/>
                    <a:gd name="connsiteX4" fmla="*/ 0 w 225788"/>
                    <a:gd name="connsiteY4" fmla="*/ 228160 h 22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8" h="228160">
                      <a:moveTo>
                        <a:pt x="0" y="228160"/>
                      </a:moveTo>
                      <a:lnTo>
                        <a:pt x="15812" y="228160"/>
                      </a:lnTo>
                      <a:cubicBezTo>
                        <a:pt x="26563" y="116615"/>
                        <a:pt x="115108" y="27886"/>
                        <a:pt x="225788" y="15844"/>
                      </a:cubicBezTo>
                      <a:lnTo>
                        <a:pt x="225788" y="0"/>
                      </a:lnTo>
                      <a:cubicBezTo>
                        <a:pt x="106886" y="12042"/>
                        <a:pt x="11384" y="108376"/>
                        <a:pt x="0" y="22816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1" name="Picture Placeholder 95">
                  <a:extLst>
                    <a:ext uri="{FF2B5EF4-FFF2-40B4-BE49-F238E27FC236}">
                      <a16:creationId xmlns:a16="http://schemas.microsoft.com/office/drawing/2014/main" id="{D621251F-F818-BDD1-FAB4-A994CD079E8B}"/>
                    </a:ext>
                  </a:extLst>
                </p:cNvPr>
                <p:cNvSpPr/>
                <p:nvPr/>
              </p:nvSpPr>
              <p:spPr>
                <a:xfrm>
                  <a:off x="11130527" y="1044298"/>
                  <a:ext cx="227685" cy="228793"/>
                </a:xfrm>
                <a:custGeom>
                  <a:avLst/>
                  <a:gdLst>
                    <a:gd name="connsiteX0" fmla="*/ 15812 w 227685"/>
                    <a:gd name="connsiteY0" fmla="*/ 0 h 228793"/>
                    <a:gd name="connsiteX1" fmla="*/ 0 w 227685"/>
                    <a:gd name="connsiteY1" fmla="*/ 0 h 228793"/>
                    <a:gd name="connsiteX2" fmla="*/ 227686 w 227685"/>
                    <a:gd name="connsiteY2" fmla="*/ 228794 h 228793"/>
                    <a:gd name="connsiteX3" fmla="*/ 227686 w 227685"/>
                    <a:gd name="connsiteY3" fmla="*/ 212950 h 228793"/>
                    <a:gd name="connsiteX4" fmla="*/ 15812 w 227685"/>
                    <a:gd name="connsiteY4" fmla="*/ 0 h 228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85" h="228793">
                      <a:moveTo>
                        <a:pt x="15812" y="0"/>
                      </a:moveTo>
                      <a:lnTo>
                        <a:pt x="0" y="0"/>
                      </a:lnTo>
                      <a:cubicBezTo>
                        <a:pt x="11384" y="120418"/>
                        <a:pt x="106886" y="217386"/>
                        <a:pt x="227686" y="228794"/>
                      </a:cubicBezTo>
                      <a:lnTo>
                        <a:pt x="227686" y="212950"/>
                      </a:lnTo>
                      <a:cubicBezTo>
                        <a:pt x="115740" y="201541"/>
                        <a:pt x="27196" y="111545"/>
                        <a:pt x="15812"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spTree>
    <p:extLst>
      <p:ext uri="{BB962C8B-B14F-4D97-AF65-F5344CB8AC3E}">
        <p14:creationId xmlns:p14="http://schemas.microsoft.com/office/powerpoint/2010/main" val="2864181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6000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200" fill="hold"/>
                                        <p:tgtEl>
                                          <p:spTgt spid="21"/>
                                        </p:tgtEl>
                                        <p:attrNameLst>
                                          <p:attrName>ppt_x</p:attrName>
                                        </p:attrNameLst>
                                      </p:cBhvr>
                                      <p:tavLst>
                                        <p:tav tm="0">
                                          <p:val>
                                            <p:strVal val="#ppt_x"/>
                                          </p:val>
                                        </p:tav>
                                        <p:tav tm="100000">
                                          <p:val>
                                            <p:strVal val="#ppt_x"/>
                                          </p:val>
                                        </p:tav>
                                      </p:tavLst>
                                    </p:anim>
                                    <p:anim calcmode="lin" valueType="num">
                                      <p:cBhvr additive="base">
                                        <p:cTn id="8" dur="200" fill="hold"/>
                                        <p:tgtEl>
                                          <p:spTgt spid="21"/>
                                        </p:tgtEl>
                                        <p:attrNameLst>
                                          <p:attrName>ppt_y</p:attrName>
                                        </p:attrNameLst>
                                      </p:cBhvr>
                                      <p:tavLst>
                                        <p:tav tm="0">
                                          <p:val>
                                            <p:strVal val="1+#ppt_h/2"/>
                                          </p:val>
                                        </p:tav>
                                        <p:tav tm="100000">
                                          <p:val>
                                            <p:strVal val="#ppt_y"/>
                                          </p:val>
                                        </p:tav>
                                      </p:tavLst>
                                    </p:anim>
                                  </p:childTnLst>
                                </p:cTn>
                              </p:par>
                            </p:childTnLst>
                          </p:cTn>
                        </p:par>
                        <p:par>
                          <p:cTn id="9" fill="hold">
                            <p:stCondLst>
                              <p:cond delay="200"/>
                            </p:stCondLst>
                            <p:childTnLst>
                              <p:par>
                                <p:cTn id="10" presetID="2" presetClass="entr" presetSubtype="1" decel="60000" fill="hold"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200" fill="hold"/>
                                        <p:tgtEl>
                                          <p:spTgt spid="11"/>
                                        </p:tgtEl>
                                        <p:attrNameLst>
                                          <p:attrName>ppt_x</p:attrName>
                                        </p:attrNameLst>
                                      </p:cBhvr>
                                      <p:tavLst>
                                        <p:tav tm="0">
                                          <p:val>
                                            <p:strVal val="#ppt_x"/>
                                          </p:val>
                                        </p:tav>
                                        <p:tav tm="100000">
                                          <p:val>
                                            <p:strVal val="#ppt_x"/>
                                          </p:val>
                                        </p:tav>
                                      </p:tavLst>
                                    </p:anim>
                                    <p:anim calcmode="lin" valueType="num">
                                      <p:cBhvr additive="base">
                                        <p:cTn id="13" dur="200" fill="hold"/>
                                        <p:tgtEl>
                                          <p:spTgt spid="11"/>
                                        </p:tgtEl>
                                        <p:attrNameLst>
                                          <p:attrName>ppt_y</p:attrName>
                                        </p:attrNameLst>
                                      </p:cBhvr>
                                      <p:tavLst>
                                        <p:tav tm="0">
                                          <p:val>
                                            <p:strVal val="0-#ppt_h/2"/>
                                          </p:val>
                                        </p:tav>
                                        <p:tav tm="100000">
                                          <p:val>
                                            <p:strVal val="#ppt_y"/>
                                          </p:val>
                                        </p:tav>
                                      </p:tavLst>
                                    </p:anim>
                                  </p:childTnLst>
                                </p:cTn>
                              </p:par>
                            </p:childTnLst>
                          </p:cTn>
                        </p:par>
                        <p:par>
                          <p:cTn id="14" fill="hold">
                            <p:stCondLst>
                              <p:cond delay="400"/>
                            </p:stCondLst>
                            <p:childTnLst>
                              <p:par>
                                <p:cTn id="15" presetID="2" presetClass="entr" presetSubtype="4" decel="25000" fill="hold" nodeType="afterEffect">
                                  <p:stCondLst>
                                    <p:cond delay="0"/>
                                  </p:stCondLst>
                                  <p:childTnLst>
                                    <p:set>
                                      <p:cBhvr>
                                        <p:cTn id="16" dur="1" fill="hold">
                                          <p:stCondLst>
                                            <p:cond delay="0"/>
                                          </p:stCondLst>
                                        </p:cTn>
                                        <p:tgtEl>
                                          <p:spTgt spid="427"/>
                                        </p:tgtEl>
                                        <p:attrNameLst>
                                          <p:attrName>style.visibility</p:attrName>
                                        </p:attrNameLst>
                                      </p:cBhvr>
                                      <p:to>
                                        <p:strVal val="visible"/>
                                      </p:to>
                                    </p:set>
                                    <p:anim calcmode="lin" valueType="num">
                                      <p:cBhvr additive="base">
                                        <p:cTn id="17" dur="200" fill="hold"/>
                                        <p:tgtEl>
                                          <p:spTgt spid="427"/>
                                        </p:tgtEl>
                                        <p:attrNameLst>
                                          <p:attrName>ppt_x</p:attrName>
                                        </p:attrNameLst>
                                      </p:cBhvr>
                                      <p:tavLst>
                                        <p:tav tm="0">
                                          <p:val>
                                            <p:strVal val="#ppt_x"/>
                                          </p:val>
                                        </p:tav>
                                        <p:tav tm="100000">
                                          <p:val>
                                            <p:strVal val="#ppt_x"/>
                                          </p:val>
                                        </p:tav>
                                      </p:tavLst>
                                    </p:anim>
                                    <p:anim calcmode="lin" valueType="num">
                                      <p:cBhvr additive="base">
                                        <p:cTn id="18" dur="200" fill="hold"/>
                                        <p:tgtEl>
                                          <p:spTgt spid="427"/>
                                        </p:tgtEl>
                                        <p:attrNameLst>
                                          <p:attrName>ppt_y</p:attrName>
                                        </p:attrNameLst>
                                      </p:cBhvr>
                                      <p:tavLst>
                                        <p:tav tm="0">
                                          <p:val>
                                            <p:strVal val="1+#ppt_h/2"/>
                                          </p:val>
                                        </p:tav>
                                        <p:tav tm="100000">
                                          <p:val>
                                            <p:strVal val="#ppt_y"/>
                                          </p:val>
                                        </p:tav>
                                      </p:tavLst>
                                    </p:anim>
                                  </p:childTnLst>
                                </p:cTn>
                              </p:par>
                            </p:childTnLst>
                          </p:cTn>
                        </p:par>
                        <p:par>
                          <p:cTn id="19" fill="hold">
                            <p:stCondLst>
                              <p:cond delay="600"/>
                            </p:stCondLst>
                            <p:childTnLst>
                              <p:par>
                                <p:cTn id="20" presetID="2" presetClass="entr" presetSubtype="4" decel="60000" fill="hold" nodeType="after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200" fill="hold"/>
                                        <p:tgtEl>
                                          <p:spTgt spid="22"/>
                                        </p:tgtEl>
                                        <p:attrNameLst>
                                          <p:attrName>ppt_x</p:attrName>
                                        </p:attrNameLst>
                                      </p:cBhvr>
                                      <p:tavLst>
                                        <p:tav tm="0">
                                          <p:val>
                                            <p:strVal val="#ppt_x"/>
                                          </p:val>
                                        </p:tav>
                                        <p:tav tm="100000">
                                          <p:val>
                                            <p:strVal val="#ppt_x"/>
                                          </p:val>
                                        </p:tav>
                                      </p:tavLst>
                                    </p:anim>
                                    <p:anim calcmode="lin" valueType="num">
                                      <p:cBhvr additive="base">
                                        <p:cTn id="23" dur="200" fill="hold"/>
                                        <p:tgtEl>
                                          <p:spTgt spid="22"/>
                                        </p:tgtEl>
                                        <p:attrNameLst>
                                          <p:attrName>ppt_y</p:attrName>
                                        </p:attrNameLst>
                                      </p:cBhvr>
                                      <p:tavLst>
                                        <p:tav tm="0">
                                          <p:val>
                                            <p:strVal val="1+#ppt_h/2"/>
                                          </p:val>
                                        </p:tav>
                                        <p:tav tm="100000">
                                          <p:val>
                                            <p:strVal val="#ppt_y"/>
                                          </p:val>
                                        </p:tav>
                                      </p:tavLst>
                                    </p:anim>
                                  </p:childTnLst>
                                </p:cTn>
                              </p:par>
                            </p:childTnLst>
                          </p:cTn>
                        </p:par>
                        <p:par>
                          <p:cTn id="24" fill="hold">
                            <p:stCondLst>
                              <p:cond delay="800"/>
                            </p:stCondLst>
                            <p:childTnLst>
                              <p:par>
                                <p:cTn id="25" presetID="2" presetClass="entr" presetSubtype="1" decel="60000"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200" fill="hold"/>
                                        <p:tgtEl>
                                          <p:spTgt spid="12"/>
                                        </p:tgtEl>
                                        <p:attrNameLst>
                                          <p:attrName>ppt_x</p:attrName>
                                        </p:attrNameLst>
                                      </p:cBhvr>
                                      <p:tavLst>
                                        <p:tav tm="0">
                                          <p:val>
                                            <p:strVal val="#ppt_x"/>
                                          </p:val>
                                        </p:tav>
                                        <p:tav tm="100000">
                                          <p:val>
                                            <p:strVal val="#ppt_x"/>
                                          </p:val>
                                        </p:tav>
                                      </p:tavLst>
                                    </p:anim>
                                    <p:anim calcmode="lin" valueType="num">
                                      <p:cBhvr additive="base">
                                        <p:cTn id="28" dur="200" fill="hold"/>
                                        <p:tgtEl>
                                          <p:spTgt spid="12"/>
                                        </p:tgtEl>
                                        <p:attrNameLst>
                                          <p:attrName>ppt_y</p:attrName>
                                        </p:attrNameLst>
                                      </p:cBhvr>
                                      <p:tavLst>
                                        <p:tav tm="0">
                                          <p:val>
                                            <p:strVal val="0-#ppt_h/2"/>
                                          </p:val>
                                        </p:tav>
                                        <p:tav tm="100000">
                                          <p:val>
                                            <p:strVal val="#ppt_y"/>
                                          </p:val>
                                        </p:tav>
                                      </p:tavLst>
                                    </p:anim>
                                  </p:childTnLst>
                                </p:cTn>
                              </p:par>
                            </p:childTnLst>
                          </p:cTn>
                        </p:par>
                        <p:par>
                          <p:cTn id="29" fill="hold">
                            <p:stCondLst>
                              <p:cond delay="1000"/>
                            </p:stCondLst>
                            <p:childTnLst>
                              <p:par>
                                <p:cTn id="30" presetID="2" presetClass="entr" presetSubtype="4" decel="60000" fill="hold" nodeType="afterEffect">
                                  <p:stCondLst>
                                    <p:cond delay="0"/>
                                  </p:stCondLst>
                                  <p:childTnLst>
                                    <p:set>
                                      <p:cBhvr>
                                        <p:cTn id="31" dur="1" fill="hold">
                                          <p:stCondLst>
                                            <p:cond delay="0"/>
                                          </p:stCondLst>
                                        </p:cTn>
                                        <p:tgtEl>
                                          <p:spTgt spid="24"/>
                                        </p:tgtEl>
                                        <p:attrNameLst>
                                          <p:attrName>style.visibility</p:attrName>
                                        </p:attrNameLst>
                                      </p:cBhvr>
                                      <p:to>
                                        <p:strVal val="visible"/>
                                      </p:to>
                                    </p:set>
                                    <p:anim calcmode="lin" valueType="num">
                                      <p:cBhvr additive="base">
                                        <p:cTn id="32" dur="200" fill="hold"/>
                                        <p:tgtEl>
                                          <p:spTgt spid="24"/>
                                        </p:tgtEl>
                                        <p:attrNameLst>
                                          <p:attrName>ppt_x</p:attrName>
                                        </p:attrNameLst>
                                      </p:cBhvr>
                                      <p:tavLst>
                                        <p:tav tm="0">
                                          <p:val>
                                            <p:strVal val="#ppt_x"/>
                                          </p:val>
                                        </p:tav>
                                        <p:tav tm="100000">
                                          <p:val>
                                            <p:strVal val="#ppt_x"/>
                                          </p:val>
                                        </p:tav>
                                      </p:tavLst>
                                    </p:anim>
                                    <p:anim calcmode="lin" valueType="num">
                                      <p:cBhvr additive="base">
                                        <p:cTn id="33" dur="200" fill="hold"/>
                                        <p:tgtEl>
                                          <p:spTgt spid="24"/>
                                        </p:tgtEl>
                                        <p:attrNameLst>
                                          <p:attrName>ppt_y</p:attrName>
                                        </p:attrNameLst>
                                      </p:cBhvr>
                                      <p:tavLst>
                                        <p:tav tm="0">
                                          <p:val>
                                            <p:strVal val="1+#ppt_h/2"/>
                                          </p:val>
                                        </p:tav>
                                        <p:tav tm="100000">
                                          <p:val>
                                            <p:strVal val="#ppt_y"/>
                                          </p:val>
                                        </p:tav>
                                      </p:tavLst>
                                    </p:anim>
                                  </p:childTnLst>
                                </p:cTn>
                              </p:par>
                            </p:childTnLst>
                          </p:cTn>
                        </p:par>
                        <p:par>
                          <p:cTn id="34" fill="hold">
                            <p:stCondLst>
                              <p:cond delay="1200"/>
                            </p:stCondLst>
                            <p:childTnLst>
                              <p:par>
                                <p:cTn id="35" presetID="2" presetClass="entr" presetSubtype="4" decel="60000" fill="hold" nodeType="after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200" fill="hold"/>
                                        <p:tgtEl>
                                          <p:spTgt spid="23"/>
                                        </p:tgtEl>
                                        <p:attrNameLst>
                                          <p:attrName>ppt_x</p:attrName>
                                        </p:attrNameLst>
                                      </p:cBhvr>
                                      <p:tavLst>
                                        <p:tav tm="0">
                                          <p:val>
                                            <p:strVal val="#ppt_x"/>
                                          </p:val>
                                        </p:tav>
                                        <p:tav tm="100000">
                                          <p:val>
                                            <p:strVal val="#ppt_x"/>
                                          </p:val>
                                        </p:tav>
                                      </p:tavLst>
                                    </p:anim>
                                    <p:anim calcmode="lin" valueType="num">
                                      <p:cBhvr additive="base">
                                        <p:cTn id="38" dur="200" fill="hold"/>
                                        <p:tgtEl>
                                          <p:spTgt spid="23"/>
                                        </p:tgtEl>
                                        <p:attrNameLst>
                                          <p:attrName>ppt_y</p:attrName>
                                        </p:attrNameLst>
                                      </p:cBhvr>
                                      <p:tavLst>
                                        <p:tav tm="0">
                                          <p:val>
                                            <p:strVal val="1+#ppt_h/2"/>
                                          </p:val>
                                        </p:tav>
                                        <p:tav tm="100000">
                                          <p:val>
                                            <p:strVal val="#ppt_y"/>
                                          </p:val>
                                        </p:tav>
                                      </p:tavLst>
                                    </p:anim>
                                  </p:childTnLst>
                                </p:cTn>
                              </p:par>
                            </p:childTnLst>
                          </p:cTn>
                        </p:par>
                        <p:par>
                          <p:cTn id="39" fill="hold">
                            <p:stCondLst>
                              <p:cond delay="1400"/>
                            </p:stCondLst>
                            <p:childTnLst>
                              <p:par>
                                <p:cTn id="40" presetID="2" presetClass="entr" presetSubtype="1" decel="60000" fill="hold" nodeType="after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200" fill="hold"/>
                                        <p:tgtEl>
                                          <p:spTgt spid="13"/>
                                        </p:tgtEl>
                                        <p:attrNameLst>
                                          <p:attrName>ppt_x</p:attrName>
                                        </p:attrNameLst>
                                      </p:cBhvr>
                                      <p:tavLst>
                                        <p:tav tm="0">
                                          <p:val>
                                            <p:strVal val="#ppt_x"/>
                                          </p:val>
                                        </p:tav>
                                        <p:tav tm="100000">
                                          <p:val>
                                            <p:strVal val="#ppt_x"/>
                                          </p:val>
                                        </p:tav>
                                      </p:tavLst>
                                    </p:anim>
                                    <p:anim calcmode="lin" valueType="num">
                                      <p:cBhvr additive="base">
                                        <p:cTn id="43" dur="200" fill="hold"/>
                                        <p:tgtEl>
                                          <p:spTgt spid="13"/>
                                        </p:tgtEl>
                                        <p:attrNameLst>
                                          <p:attrName>ppt_y</p:attrName>
                                        </p:attrNameLst>
                                      </p:cBhvr>
                                      <p:tavLst>
                                        <p:tav tm="0">
                                          <p:val>
                                            <p:strVal val="0-#ppt_h/2"/>
                                          </p:val>
                                        </p:tav>
                                        <p:tav tm="100000">
                                          <p:val>
                                            <p:strVal val="#ppt_y"/>
                                          </p:val>
                                        </p:tav>
                                      </p:tavLst>
                                    </p:anim>
                                  </p:childTnLst>
                                </p:cTn>
                              </p:par>
                            </p:childTnLst>
                          </p:cTn>
                        </p:par>
                        <p:par>
                          <p:cTn id="44" fill="hold">
                            <p:stCondLst>
                              <p:cond delay="1600"/>
                            </p:stCondLst>
                            <p:childTnLst>
                              <p:par>
                                <p:cTn id="45" presetID="2" presetClass="entr" presetSubtype="4" decel="60000" fill="hold" nodeType="after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additive="base">
                                        <p:cTn id="47" dur="200" fill="hold"/>
                                        <p:tgtEl>
                                          <p:spTgt spid="25"/>
                                        </p:tgtEl>
                                        <p:attrNameLst>
                                          <p:attrName>ppt_x</p:attrName>
                                        </p:attrNameLst>
                                      </p:cBhvr>
                                      <p:tavLst>
                                        <p:tav tm="0">
                                          <p:val>
                                            <p:strVal val="#ppt_x"/>
                                          </p:val>
                                        </p:tav>
                                        <p:tav tm="100000">
                                          <p:val>
                                            <p:strVal val="#ppt_x"/>
                                          </p:val>
                                        </p:tav>
                                      </p:tavLst>
                                    </p:anim>
                                    <p:anim calcmode="lin" valueType="num">
                                      <p:cBhvr additive="base">
                                        <p:cTn id="48" dur="200" fill="hold"/>
                                        <p:tgtEl>
                                          <p:spTgt spid="25"/>
                                        </p:tgtEl>
                                        <p:attrNameLst>
                                          <p:attrName>ppt_y</p:attrName>
                                        </p:attrNameLst>
                                      </p:cBhvr>
                                      <p:tavLst>
                                        <p:tav tm="0">
                                          <p:val>
                                            <p:strVal val="1+#ppt_h/2"/>
                                          </p:val>
                                        </p:tav>
                                        <p:tav tm="100000">
                                          <p:val>
                                            <p:strVal val="#ppt_y"/>
                                          </p:val>
                                        </p:tav>
                                      </p:tavLst>
                                    </p:anim>
                                  </p:childTnLst>
                                </p:cTn>
                              </p:par>
                            </p:childTnLst>
                          </p:cTn>
                        </p:par>
                        <p:par>
                          <p:cTn id="49" fill="hold">
                            <p:stCondLst>
                              <p:cond delay="1800"/>
                            </p:stCondLst>
                            <p:childTnLst>
                              <p:par>
                                <p:cTn id="50" presetID="2" presetClass="entr" presetSubtype="4" decel="60000" fill="hold" nodeType="afterEffect">
                                  <p:stCondLst>
                                    <p:cond delay="0"/>
                                  </p:stCondLst>
                                  <p:childTnLst>
                                    <p:set>
                                      <p:cBhvr>
                                        <p:cTn id="51" dur="1" fill="hold">
                                          <p:stCondLst>
                                            <p:cond delay="0"/>
                                          </p:stCondLst>
                                        </p:cTn>
                                        <p:tgtEl>
                                          <p:spTgt spid="27"/>
                                        </p:tgtEl>
                                        <p:attrNameLst>
                                          <p:attrName>style.visibility</p:attrName>
                                        </p:attrNameLst>
                                      </p:cBhvr>
                                      <p:to>
                                        <p:strVal val="visible"/>
                                      </p:to>
                                    </p:set>
                                    <p:anim calcmode="lin" valueType="num">
                                      <p:cBhvr additive="base">
                                        <p:cTn id="52" dur="200" fill="hold"/>
                                        <p:tgtEl>
                                          <p:spTgt spid="27"/>
                                        </p:tgtEl>
                                        <p:attrNameLst>
                                          <p:attrName>ppt_x</p:attrName>
                                        </p:attrNameLst>
                                      </p:cBhvr>
                                      <p:tavLst>
                                        <p:tav tm="0">
                                          <p:val>
                                            <p:strVal val="#ppt_x"/>
                                          </p:val>
                                        </p:tav>
                                        <p:tav tm="100000">
                                          <p:val>
                                            <p:strVal val="#ppt_x"/>
                                          </p:val>
                                        </p:tav>
                                      </p:tavLst>
                                    </p:anim>
                                    <p:anim calcmode="lin" valueType="num">
                                      <p:cBhvr additive="base">
                                        <p:cTn id="53" dur="200" fill="hold"/>
                                        <p:tgtEl>
                                          <p:spTgt spid="27"/>
                                        </p:tgtEl>
                                        <p:attrNameLst>
                                          <p:attrName>ppt_y</p:attrName>
                                        </p:attrNameLst>
                                      </p:cBhvr>
                                      <p:tavLst>
                                        <p:tav tm="0">
                                          <p:val>
                                            <p:strVal val="1+#ppt_h/2"/>
                                          </p:val>
                                        </p:tav>
                                        <p:tav tm="100000">
                                          <p:val>
                                            <p:strVal val="#ppt_y"/>
                                          </p:val>
                                        </p:tav>
                                      </p:tavLst>
                                    </p:anim>
                                  </p:childTnLst>
                                </p:cTn>
                              </p:par>
                            </p:childTnLst>
                          </p:cTn>
                        </p:par>
                        <p:par>
                          <p:cTn id="54" fill="hold">
                            <p:stCondLst>
                              <p:cond delay="2000"/>
                            </p:stCondLst>
                            <p:childTnLst>
                              <p:par>
                                <p:cTn id="55" presetID="2" presetClass="entr" presetSubtype="1" decel="60000" fill="hold" nodeType="after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200" fill="hold"/>
                                        <p:tgtEl>
                                          <p:spTgt spid="14"/>
                                        </p:tgtEl>
                                        <p:attrNameLst>
                                          <p:attrName>ppt_x</p:attrName>
                                        </p:attrNameLst>
                                      </p:cBhvr>
                                      <p:tavLst>
                                        <p:tav tm="0">
                                          <p:val>
                                            <p:strVal val="#ppt_x"/>
                                          </p:val>
                                        </p:tav>
                                        <p:tav tm="100000">
                                          <p:val>
                                            <p:strVal val="#ppt_x"/>
                                          </p:val>
                                        </p:tav>
                                      </p:tavLst>
                                    </p:anim>
                                    <p:anim calcmode="lin" valueType="num">
                                      <p:cBhvr additive="base">
                                        <p:cTn id="58" dur="200" fill="hold"/>
                                        <p:tgtEl>
                                          <p:spTgt spid="14"/>
                                        </p:tgtEl>
                                        <p:attrNameLst>
                                          <p:attrName>ppt_y</p:attrName>
                                        </p:attrNameLst>
                                      </p:cBhvr>
                                      <p:tavLst>
                                        <p:tav tm="0">
                                          <p:val>
                                            <p:strVal val="0-#ppt_h/2"/>
                                          </p:val>
                                        </p:tav>
                                        <p:tav tm="100000">
                                          <p:val>
                                            <p:strVal val="#ppt_y"/>
                                          </p:val>
                                        </p:tav>
                                      </p:tavLst>
                                    </p:anim>
                                  </p:childTnLst>
                                </p:cTn>
                              </p:par>
                            </p:childTnLst>
                          </p:cTn>
                        </p:par>
                        <p:par>
                          <p:cTn id="59" fill="hold">
                            <p:stCondLst>
                              <p:cond delay="2200"/>
                            </p:stCondLst>
                            <p:childTnLst>
                              <p:par>
                                <p:cTn id="60" presetID="2" presetClass="entr" presetSubtype="4" decel="60000" fill="hold" nodeType="afterEffect">
                                  <p:stCondLst>
                                    <p:cond delay="0"/>
                                  </p:stCondLst>
                                  <p:childTnLst>
                                    <p:set>
                                      <p:cBhvr>
                                        <p:cTn id="61" dur="1" fill="hold">
                                          <p:stCondLst>
                                            <p:cond delay="0"/>
                                          </p:stCondLst>
                                        </p:cTn>
                                        <p:tgtEl>
                                          <p:spTgt spid="2"/>
                                        </p:tgtEl>
                                        <p:attrNameLst>
                                          <p:attrName>style.visibility</p:attrName>
                                        </p:attrNameLst>
                                      </p:cBhvr>
                                      <p:to>
                                        <p:strVal val="visible"/>
                                      </p:to>
                                    </p:set>
                                    <p:anim calcmode="lin" valueType="num">
                                      <p:cBhvr additive="base">
                                        <p:cTn id="62" dur="200" fill="hold"/>
                                        <p:tgtEl>
                                          <p:spTgt spid="2"/>
                                        </p:tgtEl>
                                        <p:attrNameLst>
                                          <p:attrName>ppt_x</p:attrName>
                                        </p:attrNameLst>
                                      </p:cBhvr>
                                      <p:tavLst>
                                        <p:tav tm="0">
                                          <p:val>
                                            <p:strVal val="#ppt_x"/>
                                          </p:val>
                                        </p:tav>
                                        <p:tav tm="100000">
                                          <p:val>
                                            <p:strVal val="#ppt_x"/>
                                          </p:val>
                                        </p:tav>
                                      </p:tavLst>
                                    </p:anim>
                                    <p:anim calcmode="lin" valueType="num">
                                      <p:cBhvr additive="base">
                                        <p:cTn id="63" dur="200" fill="hold"/>
                                        <p:tgtEl>
                                          <p:spTgt spid="2"/>
                                        </p:tgtEl>
                                        <p:attrNameLst>
                                          <p:attrName>ppt_y</p:attrName>
                                        </p:attrNameLst>
                                      </p:cBhvr>
                                      <p:tavLst>
                                        <p:tav tm="0">
                                          <p:val>
                                            <p:strVal val="1+#ppt_h/2"/>
                                          </p:val>
                                        </p:tav>
                                        <p:tav tm="100000">
                                          <p:val>
                                            <p:strVal val="#ppt_y"/>
                                          </p:val>
                                        </p:tav>
                                      </p:tavLst>
                                    </p:anim>
                                  </p:childTnLst>
                                </p:cTn>
                              </p:par>
                            </p:childTnLst>
                          </p:cTn>
                        </p:par>
                        <p:par>
                          <p:cTn id="64" fill="hold">
                            <p:stCondLst>
                              <p:cond delay="2400"/>
                            </p:stCondLst>
                            <p:childTnLst>
                              <p:par>
                                <p:cTn id="65" presetID="2" presetClass="entr" presetSubtype="1" decel="60000" fill="hold" nodeType="after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200" fill="hold"/>
                                        <p:tgtEl>
                                          <p:spTgt spid="15"/>
                                        </p:tgtEl>
                                        <p:attrNameLst>
                                          <p:attrName>ppt_x</p:attrName>
                                        </p:attrNameLst>
                                      </p:cBhvr>
                                      <p:tavLst>
                                        <p:tav tm="0">
                                          <p:val>
                                            <p:strVal val="#ppt_x"/>
                                          </p:val>
                                        </p:tav>
                                        <p:tav tm="100000">
                                          <p:val>
                                            <p:strVal val="#ppt_x"/>
                                          </p:val>
                                        </p:tav>
                                      </p:tavLst>
                                    </p:anim>
                                    <p:anim calcmode="lin" valueType="num">
                                      <p:cBhvr additive="base">
                                        <p:cTn id="68" dur="200" fill="hold"/>
                                        <p:tgtEl>
                                          <p:spTgt spid="15"/>
                                        </p:tgtEl>
                                        <p:attrNameLst>
                                          <p:attrName>ppt_y</p:attrName>
                                        </p:attrNameLst>
                                      </p:cBhvr>
                                      <p:tavLst>
                                        <p:tav tm="0">
                                          <p:val>
                                            <p:strVal val="0-#ppt_h/2"/>
                                          </p:val>
                                        </p:tav>
                                        <p:tav tm="100000">
                                          <p:val>
                                            <p:strVal val="#ppt_y"/>
                                          </p:val>
                                        </p:tav>
                                      </p:tavLst>
                                    </p:anim>
                                  </p:childTnLst>
                                </p:cTn>
                              </p:par>
                            </p:childTnLst>
                          </p:cTn>
                        </p:par>
                        <p:par>
                          <p:cTn id="69" fill="hold">
                            <p:stCondLst>
                              <p:cond delay="2600"/>
                            </p:stCondLst>
                            <p:childTnLst>
                              <p:par>
                                <p:cTn id="70" presetID="2" presetClass="entr" presetSubtype="4" decel="60000" fill="hold" nodeType="afterEffect">
                                  <p:stCondLst>
                                    <p:cond delay="0"/>
                                  </p:stCondLst>
                                  <p:childTnLst>
                                    <p:set>
                                      <p:cBhvr>
                                        <p:cTn id="71" dur="1" fill="hold">
                                          <p:stCondLst>
                                            <p:cond delay="0"/>
                                          </p:stCondLst>
                                        </p:cTn>
                                        <p:tgtEl>
                                          <p:spTgt spid="28"/>
                                        </p:tgtEl>
                                        <p:attrNameLst>
                                          <p:attrName>style.visibility</p:attrName>
                                        </p:attrNameLst>
                                      </p:cBhvr>
                                      <p:to>
                                        <p:strVal val="visible"/>
                                      </p:to>
                                    </p:set>
                                    <p:anim calcmode="lin" valueType="num">
                                      <p:cBhvr additive="base">
                                        <p:cTn id="72" dur="200" fill="hold"/>
                                        <p:tgtEl>
                                          <p:spTgt spid="28"/>
                                        </p:tgtEl>
                                        <p:attrNameLst>
                                          <p:attrName>ppt_x</p:attrName>
                                        </p:attrNameLst>
                                      </p:cBhvr>
                                      <p:tavLst>
                                        <p:tav tm="0">
                                          <p:val>
                                            <p:strVal val="#ppt_x"/>
                                          </p:val>
                                        </p:tav>
                                        <p:tav tm="100000">
                                          <p:val>
                                            <p:strVal val="#ppt_x"/>
                                          </p:val>
                                        </p:tav>
                                      </p:tavLst>
                                    </p:anim>
                                    <p:anim calcmode="lin" valueType="num">
                                      <p:cBhvr additive="base">
                                        <p:cTn id="73" dur="200" fill="hold"/>
                                        <p:tgtEl>
                                          <p:spTgt spid="28"/>
                                        </p:tgtEl>
                                        <p:attrNameLst>
                                          <p:attrName>ppt_y</p:attrName>
                                        </p:attrNameLst>
                                      </p:cBhvr>
                                      <p:tavLst>
                                        <p:tav tm="0">
                                          <p:val>
                                            <p:strVal val="1+#ppt_h/2"/>
                                          </p:val>
                                        </p:tav>
                                        <p:tav tm="100000">
                                          <p:val>
                                            <p:strVal val="#ppt_y"/>
                                          </p:val>
                                        </p:tav>
                                      </p:tavLst>
                                    </p:anim>
                                  </p:childTnLst>
                                </p:cTn>
                              </p:par>
                            </p:childTnLst>
                          </p:cTn>
                        </p:par>
                        <p:par>
                          <p:cTn id="74" fill="hold">
                            <p:stCondLst>
                              <p:cond delay="2800"/>
                            </p:stCondLst>
                            <p:childTnLst>
                              <p:par>
                                <p:cTn id="75" presetID="2" presetClass="entr" presetSubtype="4" decel="60000" fill="hold" nodeType="afterEffect">
                                  <p:stCondLst>
                                    <p:cond delay="0"/>
                                  </p:stCondLst>
                                  <p:childTnLst>
                                    <p:set>
                                      <p:cBhvr>
                                        <p:cTn id="76" dur="1" fill="hold">
                                          <p:stCondLst>
                                            <p:cond delay="0"/>
                                          </p:stCondLst>
                                        </p:cTn>
                                        <p:tgtEl>
                                          <p:spTgt spid="39"/>
                                        </p:tgtEl>
                                        <p:attrNameLst>
                                          <p:attrName>style.visibility</p:attrName>
                                        </p:attrNameLst>
                                      </p:cBhvr>
                                      <p:to>
                                        <p:strVal val="visible"/>
                                      </p:to>
                                    </p:set>
                                    <p:anim calcmode="lin" valueType="num">
                                      <p:cBhvr additive="base">
                                        <p:cTn id="77" dur="200" fill="hold"/>
                                        <p:tgtEl>
                                          <p:spTgt spid="39"/>
                                        </p:tgtEl>
                                        <p:attrNameLst>
                                          <p:attrName>ppt_x</p:attrName>
                                        </p:attrNameLst>
                                      </p:cBhvr>
                                      <p:tavLst>
                                        <p:tav tm="0">
                                          <p:val>
                                            <p:strVal val="#ppt_x"/>
                                          </p:val>
                                        </p:tav>
                                        <p:tav tm="100000">
                                          <p:val>
                                            <p:strVal val="#ppt_x"/>
                                          </p:val>
                                        </p:tav>
                                      </p:tavLst>
                                    </p:anim>
                                    <p:anim calcmode="lin" valueType="num">
                                      <p:cBhvr additive="base">
                                        <p:cTn id="78" dur="200" fill="hold"/>
                                        <p:tgtEl>
                                          <p:spTgt spid="39"/>
                                        </p:tgtEl>
                                        <p:attrNameLst>
                                          <p:attrName>ppt_y</p:attrName>
                                        </p:attrNameLst>
                                      </p:cBhvr>
                                      <p:tavLst>
                                        <p:tav tm="0">
                                          <p:val>
                                            <p:strVal val="1+#ppt_h/2"/>
                                          </p:val>
                                        </p:tav>
                                        <p:tav tm="100000">
                                          <p:val>
                                            <p:strVal val="#ppt_y"/>
                                          </p:val>
                                        </p:tav>
                                      </p:tavLst>
                                    </p:anim>
                                  </p:childTnLst>
                                </p:cTn>
                              </p:par>
                            </p:childTnLst>
                          </p:cTn>
                        </p:par>
                        <p:par>
                          <p:cTn id="79" fill="hold">
                            <p:stCondLst>
                              <p:cond delay="3000"/>
                            </p:stCondLst>
                            <p:childTnLst>
                              <p:par>
                                <p:cTn id="80" presetID="2" presetClass="entr" presetSubtype="1" decel="60000" fill="hold" nodeType="afterEffect">
                                  <p:stCondLst>
                                    <p:cond delay="0"/>
                                  </p:stCondLst>
                                  <p:childTnLst>
                                    <p:set>
                                      <p:cBhvr>
                                        <p:cTn id="81" dur="1" fill="hold">
                                          <p:stCondLst>
                                            <p:cond delay="0"/>
                                          </p:stCondLst>
                                        </p:cTn>
                                        <p:tgtEl>
                                          <p:spTgt spid="16"/>
                                        </p:tgtEl>
                                        <p:attrNameLst>
                                          <p:attrName>style.visibility</p:attrName>
                                        </p:attrNameLst>
                                      </p:cBhvr>
                                      <p:to>
                                        <p:strVal val="visible"/>
                                      </p:to>
                                    </p:set>
                                    <p:anim calcmode="lin" valueType="num">
                                      <p:cBhvr additive="base">
                                        <p:cTn id="82" dur="200" fill="hold"/>
                                        <p:tgtEl>
                                          <p:spTgt spid="16"/>
                                        </p:tgtEl>
                                        <p:attrNameLst>
                                          <p:attrName>ppt_x</p:attrName>
                                        </p:attrNameLst>
                                      </p:cBhvr>
                                      <p:tavLst>
                                        <p:tav tm="0">
                                          <p:val>
                                            <p:strVal val="#ppt_x"/>
                                          </p:val>
                                        </p:tav>
                                        <p:tav tm="100000">
                                          <p:val>
                                            <p:strVal val="#ppt_x"/>
                                          </p:val>
                                        </p:tav>
                                      </p:tavLst>
                                    </p:anim>
                                    <p:anim calcmode="lin" valueType="num">
                                      <p:cBhvr additive="base">
                                        <p:cTn id="83" dur="200" fill="hold"/>
                                        <p:tgtEl>
                                          <p:spTgt spid="16"/>
                                        </p:tgtEl>
                                        <p:attrNameLst>
                                          <p:attrName>ppt_y</p:attrName>
                                        </p:attrNameLst>
                                      </p:cBhvr>
                                      <p:tavLst>
                                        <p:tav tm="0">
                                          <p:val>
                                            <p:strVal val="0-#ppt_h/2"/>
                                          </p:val>
                                        </p:tav>
                                        <p:tav tm="100000">
                                          <p:val>
                                            <p:strVal val="#ppt_y"/>
                                          </p:val>
                                        </p:tav>
                                      </p:tavLst>
                                    </p:anim>
                                  </p:childTnLst>
                                </p:cTn>
                              </p:par>
                            </p:childTnLst>
                          </p:cTn>
                        </p:par>
                        <p:par>
                          <p:cTn id="84" fill="hold">
                            <p:stCondLst>
                              <p:cond delay="3200"/>
                            </p:stCondLst>
                            <p:childTnLst>
                              <p:par>
                                <p:cTn id="85" presetID="2" presetClass="entr" presetSubtype="4" decel="25000" fill="hold" nodeType="afterEffect">
                                  <p:stCondLst>
                                    <p:cond delay="0"/>
                                  </p:stCondLst>
                                  <p:childTnLst>
                                    <p:set>
                                      <p:cBhvr>
                                        <p:cTn id="86" dur="1" fill="hold">
                                          <p:stCondLst>
                                            <p:cond delay="0"/>
                                          </p:stCondLst>
                                        </p:cTn>
                                        <p:tgtEl>
                                          <p:spTgt spid="425"/>
                                        </p:tgtEl>
                                        <p:attrNameLst>
                                          <p:attrName>style.visibility</p:attrName>
                                        </p:attrNameLst>
                                      </p:cBhvr>
                                      <p:to>
                                        <p:strVal val="visible"/>
                                      </p:to>
                                    </p:set>
                                    <p:anim calcmode="lin" valueType="num">
                                      <p:cBhvr additive="base">
                                        <p:cTn id="87" dur="200" fill="hold"/>
                                        <p:tgtEl>
                                          <p:spTgt spid="425"/>
                                        </p:tgtEl>
                                        <p:attrNameLst>
                                          <p:attrName>ppt_x</p:attrName>
                                        </p:attrNameLst>
                                      </p:cBhvr>
                                      <p:tavLst>
                                        <p:tav tm="0">
                                          <p:val>
                                            <p:strVal val="#ppt_x"/>
                                          </p:val>
                                        </p:tav>
                                        <p:tav tm="100000">
                                          <p:val>
                                            <p:strVal val="#ppt_x"/>
                                          </p:val>
                                        </p:tav>
                                      </p:tavLst>
                                    </p:anim>
                                    <p:anim calcmode="lin" valueType="num">
                                      <p:cBhvr additive="base">
                                        <p:cTn id="88" dur="200" fill="hold"/>
                                        <p:tgtEl>
                                          <p:spTgt spid="425"/>
                                        </p:tgtEl>
                                        <p:attrNameLst>
                                          <p:attrName>ppt_y</p:attrName>
                                        </p:attrNameLst>
                                      </p:cBhvr>
                                      <p:tavLst>
                                        <p:tav tm="0">
                                          <p:val>
                                            <p:strVal val="1+#ppt_h/2"/>
                                          </p:val>
                                        </p:tav>
                                        <p:tav tm="100000">
                                          <p:val>
                                            <p:strVal val="#ppt_y"/>
                                          </p:val>
                                        </p:tav>
                                      </p:tavLst>
                                    </p:anim>
                                  </p:childTnLst>
                                </p:cTn>
                              </p:par>
                            </p:childTnLst>
                          </p:cTn>
                        </p:par>
                        <p:par>
                          <p:cTn id="89" fill="hold">
                            <p:stCondLst>
                              <p:cond delay="3400"/>
                            </p:stCondLst>
                            <p:childTnLst>
                              <p:par>
                                <p:cTn id="90" presetID="2" presetClass="entr" presetSubtype="4" decel="60000" fill="hold" nodeType="afterEffect">
                                  <p:stCondLst>
                                    <p:cond delay="0"/>
                                  </p:stCondLst>
                                  <p:childTnLst>
                                    <p:set>
                                      <p:cBhvr>
                                        <p:cTn id="91" dur="1" fill="hold">
                                          <p:stCondLst>
                                            <p:cond delay="0"/>
                                          </p:stCondLst>
                                        </p:cTn>
                                        <p:tgtEl>
                                          <p:spTgt spid="38"/>
                                        </p:tgtEl>
                                        <p:attrNameLst>
                                          <p:attrName>style.visibility</p:attrName>
                                        </p:attrNameLst>
                                      </p:cBhvr>
                                      <p:to>
                                        <p:strVal val="visible"/>
                                      </p:to>
                                    </p:set>
                                    <p:anim calcmode="lin" valueType="num">
                                      <p:cBhvr additive="base">
                                        <p:cTn id="92" dur="200" fill="hold"/>
                                        <p:tgtEl>
                                          <p:spTgt spid="38"/>
                                        </p:tgtEl>
                                        <p:attrNameLst>
                                          <p:attrName>ppt_x</p:attrName>
                                        </p:attrNameLst>
                                      </p:cBhvr>
                                      <p:tavLst>
                                        <p:tav tm="0">
                                          <p:val>
                                            <p:strVal val="#ppt_x"/>
                                          </p:val>
                                        </p:tav>
                                        <p:tav tm="100000">
                                          <p:val>
                                            <p:strVal val="#ppt_x"/>
                                          </p:val>
                                        </p:tav>
                                      </p:tavLst>
                                    </p:anim>
                                    <p:anim calcmode="lin" valueType="num">
                                      <p:cBhvr additive="base">
                                        <p:cTn id="93" dur="200" fill="hold"/>
                                        <p:tgtEl>
                                          <p:spTgt spid="38"/>
                                        </p:tgtEl>
                                        <p:attrNameLst>
                                          <p:attrName>ppt_y</p:attrName>
                                        </p:attrNameLst>
                                      </p:cBhvr>
                                      <p:tavLst>
                                        <p:tav tm="0">
                                          <p:val>
                                            <p:strVal val="1+#ppt_h/2"/>
                                          </p:val>
                                        </p:tav>
                                        <p:tav tm="100000">
                                          <p:val>
                                            <p:strVal val="#ppt_y"/>
                                          </p:val>
                                        </p:tav>
                                      </p:tavLst>
                                    </p:anim>
                                  </p:childTnLst>
                                </p:cTn>
                              </p:par>
                            </p:childTnLst>
                          </p:cTn>
                        </p:par>
                        <p:par>
                          <p:cTn id="94" fill="hold">
                            <p:stCondLst>
                              <p:cond delay="3600"/>
                            </p:stCondLst>
                            <p:childTnLst>
                              <p:par>
                                <p:cTn id="95" presetID="2" presetClass="entr" presetSubtype="1" decel="60000" fill="hold" nodeType="afterEffect">
                                  <p:stCondLst>
                                    <p:cond delay="0"/>
                                  </p:stCondLst>
                                  <p:childTnLst>
                                    <p:set>
                                      <p:cBhvr>
                                        <p:cTn id="96" dur="1" fill="hold">
                                          <p:stCondLst>
                                            <p:cond delay="0"/>
                                          </p:stCondLst>
                                        </p:cTn>
                                        <p:tgtEl>
                                          <p:spTgt spid="17"/>
                                        </p:tgtEl>
                                        <p:attrNameLst>
                                          <p:attrName>style.visibility</p:attrName>
                                        </p:attrNameLst>
                                      </p:cBhvr>
                                      <p:to>
                                        <p:strVal val="visible"/>
                                      </p:to>
                                    </p:set>
                                    <p:anim calcmode="lin" valueType="num">
                                      <p:cBhvr additive="base">
                                        <p:cTn id="97" dur="200" fill="hold"/>
                                        <p:tgtEl>
                                          <p:spTgt spid="17"/>
                                        </p:tgtEl>
                                        <p:attrNameLst>
                                          <p:attrName>ppt_x</p:attrName>
                                        </p:attrNameLst>
                                      </p:cBhvr>
                                      <p:tavLst>
                                        <p:tav tm="0">
                                          <p:val>
                                            <p:strVal val="#ppt_x"/>
                                          </p:val>
                                        </p:tav>
                                        <p:tav tm="100000">
                                          <p:val>
                                            <p:strVal val="#ppt_x"/>
                                          </p:val>
                                        </p:tav>
                                      </p:tavLst>
                                    </p:anim>
                                    <p:anim calcmode="lin" valueType="num">
                                      <p:cBhvr additive="base">
                                        <p:cTn id="98" dur="200" fill="hold"/>
                                        <p:tgtEl>
                                          <p:spTgt spid="17"/>
                                        </p:tgtEl>
                                        <p:attrNameLst>
                                          <p:attrName>ppt_y</p:attrName>
                                        </p:attrNameLst>
                                      </p:cBhvr>
                                      <p:tavLst>
                                        <p:tav tm="0">
                                          <p:val>
                                            <p:strVal val="0-#ppt_h/2"/>
                                          </p:val>
                                        </p:tav>
                                        <p:tav tm="100000">
                                          <p:val>
                                            <p:strVal val="#ppt_y"/>
                                          </p:val>
                                        </p:tav>
                                      </p:tavLst>
                                    </p:anim>
                                  </p:childTnLst>
                                </p:cTn>
                              </p:par>
                            </p:childTnLst>
                          </p:cTn>
                        </p:par>
                        <p:par>
                          <p:cTn id="99" fill="hold">
                            <p:stCondLst>
                              <p:cond delay="3800"/>
                            </p:stCondLst>
                            <p:childTnLst>
                              <p:par>
                                <p:cTn id="100" presetID="2" presetClass="entr" presetSubtype="4" decel="60000" fill="hold" nodeType="afterEffect">
                                  <p:stCondLst>
                                    <p:cond delay="0"/>
                                  </p:stCondLst>
                                  <p:childTnLst>
                                    <p:set>
                                      <p:cBhvr>
                                        <p:cTn id="101" dur="1" fill="hold">
                                          <p:stCondLst>
                                            <p:cond delay="0"/>
                                          </p:stCondLst>
                                        </p:cTn>
                                        <p:tgtEl>
                                          <p:spTgt spid="30"/>
                                        </p:tgtEl>
                                        <p:attrNameLst>
                                          <p:attrName>style.visibility</p:attrName>
                                        </p:attrNameLst>
                                      </p:cBhvr>
                                      <p:to>
                                        <p:strVal val="visible"/>
                                      </p:to>
                                    </p:set>
                                    <p:anim calcmode="lin" valueType="num">
                                      <p:cBhvr additive="base">
                                        <p:cTn id="102" dur="200" fill="hold"/>
                                        <p:tgtEl>
                                          <p:spTgt spid="30"/>
                                        </p:tgtEl>
                                        <p:attrNameLst>
                                          <p:attrName>ppt_x</p:attrName>
                                        </p:attrNameLst>
                                      </p:cBhvr>
                                      <p:tavLst>
                                        <p:tav tm="0">
                                          <p:val>
                                            <p:strVal val="#ppt_x"/>
                                          </p:val>
                                        </p:tav>
                                        <p:tav tm="100000">
                                          <p:val>
                                            <p:strVal val="#ppt_x"/>
                                          </p:val>
                                        </p:tav>
                                      </p:tavLst>
                                    </p:anim>
                                    <p:anim calcmode="lin" valueType="num">
                                      <p:cBhvr additive="base">
                                        <p:cTn id="103" dur="200" fill="hold"/>
                                        <p:tgtEl>
                                          <p:spTgt spid="30"/>
                                        </p:tgtEl>
                                        <p:attrNameLst>
                                          <p:attrName>ppt_y</p:attrName>
                                        </p:attrNameLst>
                                      </p:cBhvr>
                                      <p:tavLst>
                                        <p:tav tm="0">
                                          <p:val>
                                            <p:strVal val="1+#ppt_h/2"/>
                                          </p:val>
                                        </p:tav>
                                        <p:tav tm="100000">
                                          <p:val>
                                            <p:strVal val="#ppt_y"/>
                                          </p:val>
                                        </p:tav>
                                      </p:tavLst>
                                    </p:anim>
                                  </p:childTnLst>
                                </p:cTn>
                              </p:par>
                            </p:childTnLst>
                          </p:cTn>
                        </p:par>
                        <p:par>
                          <p:cTn id="104" fill="hold">
                            <p:stCondLst>
                              <p:cond delay="4000"/>
                            </p:stCondLst>
                            <p:childTnLst>
                              <p:par>
                                <p:cTn id="105" presetID="2" presetClass="entr" presetSubtype="4" decel="60000" fill="hold" nodeType="afterEffect">
                                  <p:stCondLst>
                                    <p:cond delay="0"/>
                                  </p:stCondLst>
                                  <p:childTnLst>
                                    <p:set>
                                      <p:cBhvr>
                                        <p:cTn id="106" dur="1" fill="hold">
                                          <p:stCondLst>
                                            <p:cond delay="0"/>
                                          </p:stCondLst>
                                        </p:cTn>
                                        <p:tgtEl>
                                          <p:spTgt spid="37"/>
                                        </p:tgtEl>
                                        <p:attrNameLst>
                                          <p:attrName>style.visibility</p:attrName>
                                        </p:attrNameLst>
                                      </p:cBhvr>
                                      <p:to>
                                        <p:strVal val="visible"/>
                                      </p:to>
                                    </p:set>
                                    <p:anim calcmode="lin" valueType="num">
                                      <p:cBhvr additive="base">
                                        <p:cTn id="107" dur="200" fill="hold"/>
                                        <p:tgtEl>
                                          <p:spTgt spid="37"/>
                                        </p:tgtEl>
                                        <p:attrNameLst>
                                          <p:attrName>ppt_x</p:attrName>
                                        </p:attrNameLst>
                                      </p:cBhvr>
                                      <p:tavLst>
                                        <p:tav tm="0">
                                          <p:val>
                                            <p:strVal val="#ppt_x"/>
                                          </p:val>
                                        </p:tav>
                                        <p:tav tm="100000">
                                          <p:val>
                                            <p:strVal val="#ppt_x"/>
                                          </p:val>
                                        </p:tav>
                                      </p:tavLst>
                                    </p:anim>
                                    <p:anim calcmode="lin" valueType="num">
                                      <p:cBhvr additive="base">
                                        <p:cTn id="108" dur="200" fill="hold"/>
                                        <p:tgtEl>
                                          <p:spTgt spid="37"/>
                                        </p:tgtEl>
                                        <p:attrNameLst>
                                          <p:attrName>ppt_y</p:attrName>
                                        </p:attrNameLst>
                                      </p:cBhvr>
                                      <p:tavLst>
                                        <p:tav tm="0">
                                          <p:val>
                                            <p:strVal val="1+#ppt_h/2"/>
                                          </p:val>
                                        </p:tav>
                                        <p:tav tm="100000">
                                          <p:val>
                                            <p:strVal val="#ppt_y"/>
                                          </p:val>
                                        </p:tav>
                                      </p:tavLst>
                                    </p:anim>
                                  </p:childTnLst>
                                </p:cTn>
                              </p:par>
                            </p:childTnLst>
                          </p:cTn>
                        </p:par>
                        <p:par>
                          <p:cTn id="109" fill="hold">
                            <p:stCondLst>
                              <p:cond delay="4200"/>
                            </p:stCondLst>
                            <p:childTnLst>
                              <p:par>
                                <p:cTn id="110" presetID="2" presetClass="entr" presetSubtype="1" decel="60000" fill="hold" nodeType="afterEffect">
                                  <p:stCondLst>
                                    <p:cond delay="0"/>
                                  </p:stCondLst>
                                  <p:childTnLst>
                                    <p:set>
                                      <p:cBhvr>
                                        <p:cTn id="111" dur="1" fill="hold">
                                          <p:stCondLst>
                                            <p:cond delay="0"/>
                                          </p:stCondLst>
                                        </p:cTn>
                                        <p:tgtEl>
                                          <p:spTgt spid="18"/>
                                        </p:tgtEl>
                                        <p:attrNameLst>
                                          <p:attrName>style.visibility</p:attrName>
                                        </p:attrNameLst>
                                      </p:cBhvr>
                                      <p:to>
                                        <p:strVal val="visible"/>
                                      </p:to>
                                    </p:set>
                                    <p:anim calcmode="lin" valueType="num">
                                      <p:cBhvr additive="base">
                                        <p:cTn id="112" dur="200" fill="hold"/>
                                        <p:tgtEl>
                                          <p:spTgt spid="18"/>
                                        </p:tgtEl>
                                        <p:attrNameLst>
                                          <p:attrName>ppt_x</p:attrName>
                                        </p:attrNameLst>
                                      </p:cBhvr>
                                      <p:tavLst>
                                        <p:tav tm="0">
                                          <p:val>
                                            <p:strVal val="#ppt_x"/>
                                          </p:val>
                                        </p:tav>
                                        <p:tav tm="100000">
                                          <p:val>
                                            <p:strVal val="#ppt_x"/>
                                          </p:val>
                                        </p:tav>
                                      </p:tavLst>
                                    </p:anim>
                                    <p:anim calcmode="lin" valueType="num">
                                      <p:cBhvr additive="base">
                                        <p:cTn id="113" dur="200" fill="hold"/>
                                        <p:tgtEl>
                                          <p:spTgt spid="18"/>
                                        </p:tgtEl>
                                        <p:attrNameLst>
                                          <p:attrName>ppt_y</p:attrName>
                                        </p:attrNameLst>
                                      </p:cBhvr>
                                      <p:tavLst>
                                        <p:tav tm="0">
                                          <p:val>
                                            <p:strVal val="0-#ppt_h/2"/>
                                          </p:val>
                                        </p:tav>
                                        <p:tav tm="100000">
                                          <p:val>
                                            <p:strVal val="#ppt_y"/>
                                          </p:val>
                                        </p:tav>
                                      </p:tavLst>
                                    </p:anim>
                                  </p:childTnLst>
                                </p:cTn>
                              </p:par>
                            </p:childTnLst>
                          </p:cTn>
                        </p:par>
                        <p:par>
                          <p:cTn id="114" fill="hold">
                            <p:stCondLst>
                              <p:cond delay="4400"/>
                            </p:stCondLst>
                            <p:childTnLst>
                              <p:par>
                                <p:cTn id="115" presetID="2" presetClass="entr" presetSubtype="4" decel="60000" fill="hold" nodeType="afterEffect">
                                  <p:stCondLst>
                                    <p:cond delay="0"/>
                                  </p:stCondLst>
                                  <p:childTnLst>
                                    <p:set>
                                      <p:cBhvr>
                                        <p:cTn id="116" dur="1" fill="hold">
                                          <p:stCondLst>
                                            <p:cond delay="0"/>
                                          </p:stCondLst>
                                        </p:cTn>
                                        <p:tgtEl>
                                          <p:spTgt spid="32"/>
                                        </p:tgtEl>
                                        <p:attrNameLst>
                                          <p:attrName>style.visibility</p:attrName>
                                        </p:attrNameLst>
                                      </p:cBhvr>
                                      <p:to>
                                        <p:strVal val="visible"/>
                                      </p:to>
                                    </p:set>
                                    <p:anim calcmode="lin" valueType="num">
                                      <p:cBhvr additive="base">
                                        <p:cTn id="117" dur="200" fill="hold"/>
                                        <p:tgtEl>
                                          <p:spTgt spid="32"/>
                                        </p:tgtEl>
                                        <p:attrNameLst>
                                          <p:attrName>ppt_x</p:attrName>
                                        </p:attrNameLst>
                                      </p:cBhvr>
                                      <p:tavLst>
                                        <p:tav tm="0">
                                          <p:val>
                                            <p:strVal val="#ppt_x"/>
                                          </p:val>
                                        </p:tav>
                                        <p:tav tm="100000">
                                          <p:val>
                                            <p:strVal val="#ppt_x"/>
                                          </p:val>
                                        </p:tav>
                                      </p:tavLst>
                                    </p:anim>
                                    <p:anim calcmode="lin" valueType="num">
                                      <p:cBhvr additive="base">
                                        <p:cTn id="118" dur="200" fill="hold"/>
                                        <p:tgtEl>
                                          <p:spTgt spid="32"/>
                                        </p:tgtEl>
                                        <p:attrNameLst>
                                          <p:attrName>ppt_y</p:attrName>
                                        </p:attrNameLst>
                                      </p:cBhvr>
                                      <p:tavLst>
                                        <p:tav tm="0">
                                          <p:val>
                                            <p:strVal val="1+#ppt_h/2"/>
                                          </p:val>
                                        </p:tav>
                                        <p:tav tm="100000">
                                          <p:val>
                                            <p:strVal val="#ppt_y"/>
                                          </p:val>
                                        </p:tav>
                                      </p:tavLst>
                                    </p:anim>
                                  </p:childTnLst>
                                </p:cTn>
                              </p:par>
                            </p:childTnLst>
                          </p:cTn>
                        </p:par>
                        <p:par>
                          <p:cTn id="119" fill="hold">
                            <p:stCondLst>
                              <p:cond delay="4600"/>
                            </p:stCondLst>
                            <p:childTnLst>
                              <p:par>
                                <p:cTn id="120" presetID="2" presetClass="entr" presetSubtype="4" decel="60000" fill="hold" nodeType="afterEffect">
                                  <p:stCondLst>
                                    <p:cond delay="0"/>
                                  </p:stCondLst>
                                  <p:childTnLst>
                                    <p:set>
                                      <p:cBhvr>
                                        <p:cTn id="121" dur="1" fill="hold">
                                          <p:stCondLst>
                                            <p:cond delay="0"/>
                                          </p:stCondLst>
                                        </p:cTn>
                                        <p:tgtEl>
                                          <p:spTgt spid="36"/>
                                        </p:tgtEl>
                                        <p:attrNameLst>
                                          <p:attrName>style.visibility</p:attrName>
                                        </p:attrNameLst>
                                      </p:cBhvr>
                                      <p:to>
                                        <p:strVal val="visible"/>
                                      </p:to>
                                    </p:set>
                                    <p:anim calcmode="lin" valueType="num">
                                      <p:cBhvr additive="base">
                                        <p:cTn id="122" dur="200" fill="hold"/>
                                        <p:tgtEl>
                                          <p:spTgt spid="36"/>
                                        </p:tgtEl>
                                        <p:attrNameLst>
                                          <p:attrName>ppt_x</p:attrName>
                                        </p:attrNameLst>
                                      </p:cBhvr>
                                      <p:tavLst>
                                        <p:tav tm="0">
                                          <p:val>
                                            <p:strVal val="#ppt_x"/>
                                          </p:val>
                                        </p:tav>
                                        <p:tav tm="100000">
                                          <p:val>
                                            <p:strVal val="#ppt_x"/>
                                          </p:val>
                                        </p:tav>
                                      </p:tavLst>
                                    </p:anim>
                                    <p:anim calcmode="lin" valueType="num">
                                      <p:cBhvr additive="base">
                                        <p:cTn id="123" dur="200" fill="hold"/>
                                        <p:tgtEl>
                                          <p:spTgt spid="36"/>
                                        </p:tgtEl>
                                        <p:attrNameLst>
                                          <p:attrName>ppt_y</p:attrName>
                                        </p:attrNameLst>
                                      </p:cBhvr>
                                      <p:tavLst>
                                        <p:tav tm="0">
                                          <p:val>
                                            <p:strVal val="1+#ppt_h/2"/>
                                          </p:val>
                                        </p:tav>
                                        <p:tav tm="100000">
                                          <p:val>
                                            <p:strVal val="#ppt_y"/>
                                          </p:val>
                                        </p:tav>
                                      </p:tavLst>
                                    </p:anim>
                                  </p:childTnLst>
                                </p:cTn>
                              </p:par>
                            </p:childTnLst>
                          </p:cTn>
                        </p:par>
                        <p:par>
                          <p:cTn id="124" fill="hold">
                            <p:stCondLst>
                              <p:cond delay="4800"/>
                            </p:stCondLst>
                            <p:childTnLst>
                              <p:par>
                                <p:cTn id="125" presetID="2" presetClass="entr" presetSubtype="1" decel="60000" fill="hold" nodeType="afterEffect">
                                  <p:stCondLst>
                                    <p:cond delay="0"/>
                                  </p:stCondLst>
                                  <p:childTnLst>
                                    <p:set>
                                      <p:cBhvr>
                                        <p:cTn id="126" dur="1" fill="hold">
                                          <p:stCondLst>
                                            <p:cond delay="0"/>
                                          </p:stCondLst>
                                        </p:cTn>
                                        <p:tgtEl>
                                          <p:spTgt spid="19"/>
                                        </p:tgtEl>
                                        <p:attrNameLst>
                                          <p:attrName>style.visibility</p:attrName>
                                        </p:attrNameLst>
                                      </p:cBhvr>
                                      <p:to>
                                        <p:strVal val="visible"/>
                                      </p:to>
                                    </p:set>
                                    <p:anim calcmode="lin" valueType="num">
                                      <p:cBhvr additive="base">
                                        <p:cTn id="127" dur="200" fill="hold"/>
                                        <p:tgtEl>
                                          <p:spTgt spid="19"/>
                                        </p:tgtEl>
                                        <p:attrNameLst>
                                          <p:attrName>ppt_x</p:attrName>
                                        </p:attrNameLst>
                                      </p:cBhvr>
                                      <p:tavLst>
                                        <p:tav tm="0">
                                          <p:val>
                                            <p:strVal val="#ppt_x"/>
                                          </p:val>
                                        </p:tav>
                                        <p:tav tm="100000">
                                          <p:val>
                                            <p:strVal val="#ppt_x"/>
                                          </p:val>
                                        </p:tav>
                                      </p:tavLst>
                                    </p:anim>
                                    <p:anim calcmode="lin" valueType="num">
                                      <p:cBhvr additive="base">
                                        <p:cTn id="128" dur="200" fill="hold"/>
                                        <p:tgtEl>
                                          <p:spTgt spid="19"/>
                                        </p:tgtEl>
                                        <p:attrNameLst>
                                          <p:attrName>ppt_y</p:attrName>
                                        </p:attrNameLst>
                                      </p:cBhvr>
                                      <p:tavLst>
                                        <p:tav tm="0">
                                          <p:val>
                                            <p:strVal val="0-#ppt_h/2"/>
                                          </p:val>
                                        </p:tav>
                                        <p:tav tm="100000">
                                          <p:val>
                                            <p:strVal val="#ppt_y"/>
                                          </p:val>
                                        </p:tav>
                                      </p:tavLst>
                                    </p:anim>
                                  </p:childTnLst>
                                </p:cTn>
                              </p:par>
                            </p:childTnLst>
                          </p:cTn>
                        </p:par>
                        <p:par>
                          <p:cTn id="129" fill="hold">
                            <p:stCondLst>
                              <p:cond delay="5000"/>
                            </p:stCondLst>
                            <p:childTnLst>
                              <p:par>
                                <p:cTn id="130" presetID="2" presetClass="entr" presetSubtype="4" decel="60000" fill="hold" nodeType="afterEffect">
                                  <p:stCondLst>
                                    <p:cond delay="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200" fill="hold"/>
                                        <p:tgtEl>
                                          <p:spTgt spid="33"/>
                                        </p:tgtEl>
                                        <p:attrNameLst>
                                          <p:attrName>ppt_x</p:attrName>
                                        </p:attrNameLst>
                                      </p:cBhvr>
                                      <p:tavLst>
                                        <p:tav tm="0">
                                          <p:val>
                                            <p:strVal val="#ppt_x"/>
                                          </p:val>
                                        </p:tav>
                                        <p:tav tm="100000">
                                          <p:val>
                                            <p:strVal val="#ppt_x"/>
                                          </p:val>
                                        </p:tav>
                                      </p:tavLst>
                                    </p:anim>
                                    <p:anim calcmode="lin" valueType="num">
                                      <p:cBhvr additive="base">
                                        <p:cTn id="133" dur="200" fill="hold"/>
                                        <p:tgtEl>
                                          <p:spTgt spid="33"/>
                                        </p:tgtEl>
                                        <p:attrNameLst>
                                          <p:attrName>ppt_y</p:attrName>
                                        </p:attrNameLst>
                                      </p:cBhvr>
                                      <p:tavLst>
                                        <p:tav tm="0">
                                          <p:val>
                                            <p:strVal val="1+#ppt_h/2"/>
                                          </p:val>
                                        </p:tav>
                                        <p:tav tm="100000">
                                          <p:val>
                                            <p:strVal val="#ppt_y"/>
                                          </p:val>
                                        </p:tav>
                                      </p:tavLst>
                                    </p:anim>
                                  </p:childTnLst>
                                </p:cTn>
                              </p:par>
                            </p:childTnLst>
                          </p:cTn>
                        </p:par>
                        <p:par>
                          <p:cTn id="134" fill="hold">
                            <p:stCondLst>
                              <p:cond delay="5200"/>
                            </p:stCondLst>
                            <p:childTnLst>
                              <p:par>
                                <p:cTn id="135" presetID="2" presetClass="entr" presetSubtype="4" decel="25000" fill="hold" nodeType="afterEffect">
                                  <p:stCondLst>
                                    <p:cond delay="0"/>
                                  </p:stCondLst>
                                  <p:childTnLst>
                                    <p:set>
                                      <p:cBhvr>
                                        <p:cTn id="136" dur="1" fill="hold">
                                          <p:stCondLst>
                                            <p:cond delay="0"/>
                                          </p:stCondLst>
                                        </p:cTn>
                                        <p:tgtEl>
                                          <p:spTgt spid="426"/>
                                        </p:tgtEl>
                                        <p:attrNameLst>
                                          <p:attrName>style.visibility</p:attrName>
                                        </p:attrNameLst>
                                      </p:cBhvr>
                                      <p:to>
                                        <p:strVal val="visible"/>
                                      </p:to>
                                    </p:set>
                                    <p:anim calcmode="lin" valueType="num">
                                      <p:cBhvr additive="base">
                                        <p:cTn id="137" dur="200" fill="hold"/>
                                        <p:tgtEl>
                                          <p:spTgt spid="426"/>
                                        </p:tgtEl>
                                        <p:attrNameLst>
                                          <p:attrName>ppt_x</p:attrName>
                                        </p:attrNameLst>
                                      </p:cBhvr>
                                      <p:tavLst>
                                        <p:tav tm="0">
                                          <p:val>
                                            <p:strVal val="#ppt_x"/>
                                          </p:val>
                                        </p:tav>
                                        <p:tav tm="100000">
                                          <p:val>
                                            <p:strVal val="#ppt_x"/>
                                          </p:val>
                                        </p:tav>
                                      </p:tavLst>
                                    </p:anim>
                                    <p:anim calcmode="lin" valueType="num">
                                      <p:cBhvr additive="base">
                                        <p:cTn id="138" dur="200" fill="hold"/>
                                        <p:tgtEl>
                                          <p:spTgt spid="426"/>
                                        </p:tgtEl>
                                        <p:attrNameLst>
                                          <p:attrName>ppt_y</p:attrName>
                                        </p:attrNameLst>
                                      </p:cBhvr>
                                      <p:tavLst>
                                        <p:tav tm="0">
                                          <p:val>
                                            <p:strVal val="1+#ppt_h/2"/>
                                          </p:val>
                                        </p:tav>
                                        <p:tav tm="100000">
                                          <p:val>
                                            <p:strVal val="#ppt_y"/>
                                          </p:val>
                                        </p:tav>
                                      </p:tavLst>
                                    </p:anim>
                                  </p:childTnLst>
                                </p:cTn>
                              </p:par>
                            </p:childTnLst>
                          </p:cTn>
                        </p:par>
                        <p:par>
                          <p:cTn id="139" fill="hold">
                            <p:stCondLst>
                              <p:cond delay="5400"/>
                            </p:stCondLst>
                            <p:childTnLst>
                              <p:par>
                                <p:cTn id="140" presetID="2" presetClass="entr" presetSubtype="1" decel="60000" fill="hold" nodeType="afterEffect">
                                  <p:stCondLst>
                                    <p:cond delay="0"/>
                                  </p:stCondLst>
                                  <p:childTnLst>
                                    <p:set>
                                      <p:cBhvr>
                                        <p:cTn id="141" dur="1" fill="hold">
                                          <p:stCondLst>
                                            <p:cond delay="0"/>
                                          </p:stCondLst>
                                        </p:cTn>
                                        <p:tgtEl>
                                          <p:spTgt spid="20"/>
                                        </p:tgtEl>
                                        <p:attrNameLst>
                                          <p:attrName>style.visibility</p:attrName>
                                        </p:attrNameLst>
                                      </p:cBhvr>
                                      <p:to>
                                        <p:strVal val="visible"/>
                                      </p:to>
                                    </p:set>
                                    <p:anim calcmode="lin" valueType="num">
                                      <p:cBhvr additive="base">
                                        <p:cTn id="142" dur="200" fill="hold"/>
                                        <p:tgtEl>
                                          <p:spTgt spid="20"/>
                                        </p:tgtEl>
                                        <p:attrNameLst>
                                          <p:attrName>ppt_x</p:attrName>
                                        </p:attrNameLst>
                                      </p:cBhvr>
                                      <p:tavLst>
                                        <p:tav tm="0">
                                          <p:val>
                                            <p:strVal val="#ppt_x"/>
                                          </p:val>
                                        </p:tav>
                                        <p:tav tm="100000">
                                          <p:val>
                                            <p:strVal val="#ppt_x"/>
                                          </p:val>
                                        </p:tav>
                                      </p:tavLst>
                                    </p:anim>
                                    <p:anim calcmode="lin" valueType="num">
                                      <p:cBhvr additive="base">
                                        <p:cTn id="143" dur="200" fill="hold"/>
                                        <p:tgtEl>
                                          <p:spTgt spid="20"/>
                                        </p:tgtEl>
                                        <p:attrNameLst>
                                          <p:attrName>ppt_y</p:attrName>
                                        </p:attrNameLst>
                                      </p:cBhvr>
                                      <p:tavLst>
                                        <p:tav tm="0">
                                          <p:val>
                                            <p:strVal val="0-#ppt_h/2"/>
                                          </p:val>
                                        </p:tav>
                                        <p:tav tm="100000">
                                          <p:val>
                                            <p:strVal val="#ppt_y"/>
                                          </p:val>
                                        </p:tav>
                                      </p:tavLst>
                                    </p:anim>
                                  </p:childTnLst>
                                </p:cTn>
                              </p:par>
                            </p:childTnLst>
                          </p:cTn>
                        </p:par>
                        <p:par>
                          <p:cTn id="144" fill="hold">
                            <p:stCondLst>
                              <p:cond delay="5600"/>
                            </p:stCondLst>
                            <p:childTnLst>
                              <p:par>
                                <p:cTn id="145" presetID="2" presetClass="entr" presetSubtype="4" decel="60000" fill="hold" nodeType="afterEffect">
                                  <p:stCondLst>
                                    <p:cond delay="0"/>
                                  </p:stCondLst>
                                  <p:childTnLst>
                                    <p:set>
                                      <p:cBhvr>
                                        <p:cTn id="146" dur="1" fill="hold">
                                          <p:stCondLst>
                                            <p:cond delay="0"/>
                                          </p:stCondLst>
                                        </p:cTn>
                                        <p:tgtEl>
                                          <p:spTgt spid="34"/>
                                        </p:tgtEl>
                                        <p:attrNameLst>
                                          <p:attrName>style.visibility</p:attrName>
                                        </p:attrNameLst>
                                      </p:cBhvr>
                                      <p:to>
                                        <p:strVal val="visible"/>
                                      </p:to>
                                    </p:set>
                                    <p:anim calcmode="lin" valueType="num">
                                      <p:cBhvr additive="base">
                                        <p:cTn id="147" dur="200" fill="hold"/>
                                        <p:tgtEl>
                                          <p:spTgt spid="34"/>
                                        </p:tgtEl>
                                        <p:attrNameLst>
                                          <p:attrName>ppt_x</p:attrName>
                                        </p:attrNameLst>
                                      </p:cBhvr>
                                      <p:tavLst>
                                        <p:tav tm="0">
                                          <p:val>
                                            <p:strVal val="#ppt_x"/>
                                          </p:val>
                                        </p:tav>
                                        <p:tav tm="100000">
                                          <p:val>
                                            <p:strVal val="#ppt_x"/>
                                          </p:val>
                                        </p:tav>
                                      </p:tavLst>
                                    </p:anim>
                                    <p:anim calcmode="lin" valueType="num">
                                      <p:cBhvr additive="base">
                                        <p:cTn id="148" dur="2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99773-EC67-29FF-009C-364351FAD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5E17BB-DAB8-0457-D534-E5804B9FDB4F}"/>
              </a:ext>
            </a:extLst>
          </p:cNvPr>
          <p:cNvSpPr>
            <a:spLocks noGrp="1"/>
          </p:cNvSpPr>
          <p:nvPr>
            <p:ph type="title"/>
          </p:nvPr>
        </p:nvSpPr>
        <p:spPr/>
        <p:txBody>
          <a:bodyPr/>
          <a:lstStyle/>
          <a:p>
            <a:r>
              <a:rPr lang="en-US" dirty="0"/>
              <a:t>Layered Defenses</a:t>
            </a:r>
          </a:p>
        </p:txBody>
      </p:sp>
      <p:sp>
        <p:nvSpPr>
          <p:cNvPr id="3" name="Subtitle 2">
            <a:extLst>
              <a:ext uri="{FF2B5EF4-FFF2-40B4-BE49-F238E27FC236}">
                <a16:creationId xmlns:a16="http://schemas.microsoft.com/office/drawing/2014/main" id="{BBE2C56B-6DFE-EBC7-CAEB-99F909953E08}"/>
              </a:ext>
            </a:extLst>
          </p:cNvPr>
          <p:cNvSpPr>
            <a:spLocks noGrp="1"/>
          </p:cNvSpPr>
          <p:nvPr>
            <p:ph type="subTitle" idx="10"/>
          </p:nvPr>
        </p:nvSpPr>
        <p:spPr/>
        <p:txBody>
          <a:bodyPr/>
          <a:lstStyle/>
          <a:p>
            <a:r>
              <a:rPr lang="en-US" dirty="0"/>
              <a:t>VMware Cloud Foundation 9.0</a:t>
            </a:r>
          </a:p>
        </p:txBody>
      </p:sp>
    </p:spTree>
    <p:extLst>
      <p:ext uri="{BB962C8B-B14F-4D97-AF65-F5344CB8AC3E}">
        <p14:creationId xmlns:p14="http://schemas.microsoft.com/office/powerpoint/2010/main" val="1322436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00FA6-CC4C-BFBB-D2E1-2708BF6088EF}"/>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B01F282D-E670-CDF8-D185-548B7020079B}"/>
              </a:ext>
            </a:extLst>
          </p:cNvPr>
          <p:cNvSpPr/>
          <p:nvPr/>
        </p:nvSpPr>
        <p:spPr>
          <a:xfrm>
            <a:off x="3351212" y="685800"/>
            <a:ext cx="5486400" cy="5486400"/>
          </a:xfrm>
          <a:prstGeom prst="ellipse">
            <a:avLst/>
          </a:prstGeom>
          <a:solidFill>
            <a:schemeClr val="bg1"/>
          </a:solidFill>
          <a:ln w="38100">
            <a:solidFill>
              <a:srgbClr val="00206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Secure Boot</a:t>
            </a:r>
            <a:br>
              <a:rPr kumimoji="0" lang="en-US" sz="2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2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2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Hardware TPM</a:t>
            </a:r>
            <a:br>
              <a:rPr kumimoji="0" lang="en-US" sz="2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2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2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Reliable Memory</a:t>
            </a:r>
            <a:br>
              <a:rPr kumimoji="0" lang="en-US" sz="2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2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2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AMD SEV-ES</a:t>
            </a:r>
            <a:br>
              <a:rPr kumimoji="0" lang="en-US" sz="2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2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2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Intel TXT</a:t>
            </a:r>
          </a:p>
        </p:txBody>
      </p:sp>
      <p:sp>
        <p:nvSpPr>
          <p:cNvPr id="25" name="TextBox 24">
            <a:extLst>
              <a:ext uri="{FF2B5EF4-FFF2-40B4-BE49-F238E27FC236}">
                <a16:creationId xmlns:a16="http://schemas.microsoft.com/office/drawing/2014/main" id="{2D8D0577-EF3D-F251-5037-711C8F1CB8C9}"/>
              </a:ext>
            </a:extLst>
          </p:cNvPr>
          <p:cNvSpPr txBox="1"/>
          <p:nvPr/>
        </p:nvSpPr>
        <p:spPr>
          <a:xfrm>
            <a:off x="8928647" y="5310759"/>
            <a:ext cx="2695313" cy="581057"/>
          </a:xfrm>
          <a:prstGeom prst="rect">
            <a:avLst/>
          </a:prstGeom>
          <a:noFill/>
        </p:spPr>
        <p:txBody>
          <a:bodyPr wrap="square" lIns="0" tIns="0" rIns="0" bIns="0" rtlCol="0">
            <a:spAutoFit/>
          </a:bodyPr>
          <a:lstStyle/>
          <a:p>
            <a:pPr marL="0" marR="0" lvl="0" indent="0" algn="r" defTabSz="914400" rtl="0" eaLnBrk="1" fontAlgn="auto" latinLnBrk="0" hangingPunct="1">
              <a:lnSpc>
                <a:spcPct val="13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Hardware</a:t>
            </a:r>
          </a:p>
        </p:txBody>
      </p:sp>
      <p:sp>
        <p:nvSpPr>
          <p:cNvPr id="26" name="Google Shape;5457;p19">
            <a:extLst>
              <a:ext uri="{FF2B5EF4-FFF2-40B4-BE49-F238E27FC236}">
                <a16:creationId xmlns:a16="http://schemas.microsoft.com/office/drawing/2014/main" id="{349E2C4F-E199-97DF-29D4-1F75F43D9171}"/>
              </a:ext>
            </a:extLst>
          </p:cNvPr>
          <p:cNvSpPr txBox="1"/>
          <p:nvPr/>
        </p:nvSpPr>
        <p:spPr>
          <a:xfrm flipH="1">
            <a:off x="9629544" y="5310759"/>
            <a:ext cx="2355830" cy="640175"/>
          </a:xfrm>
          <a:prstGeom prst="rect">
            <a:avLst/>
          </a:prstGeom>
          <a:noFill/>
          <a:ln>
            <a:noFill/>
          </a:ln>
        </p:spPr>
        <p:txBody>
          <a:bodyPr spcFirstLastPara="1" wrap="square" lIns="0" tIns="0" rIns="0" bIns="0" anchor="t" anchorCtr="0">
            <a:spAutoFit/>
          </a:bodyPr>
          <a:lstStyle/>
          <a:p>
            <a:pPr marL="0" marR="0" lvl="0" indent="0" rtl="0">
              <a:lnSpc>
                <a:spcPct val="130000"/>
              </a:lnSpc>
              <a:spcBef>
                <a:spcPts val="0"/>
              </a:spcBef>
              <a:spcAft>
                <a:spcPts val="0"/>
              </a:spcAft>
              <a:buClr>
                <a:schemeClr val="lt1"/>
              </a:buClr>
              <a:buSzPts val="3200"/>
              <a:buFont typeface="Arial"/>
              <a:buNone/>
            </a:pPr>
            <a:r>
              <a:rPr lang="en-US" sz="3200" b="0" i="0" u="none" strike="noStrike" cap="none" dirty="0">
                <a:solidFill>
                  <a:schemeClr val="lt1"/>
                </a:solidFill>
                <a:latin typeface="Arial"/>
                <a:ea typeface="Arial"/>
                <a:cs typeface="Arial"/>
                <a:sym typeface="Arial"/>
              </a:rPr>
              <a:t>Hardware</a:t>
            </a:r>
            <a:endParaRPr dirty="0">
              <a:latin typeface="Arial" panose="020B0604020202020204" pitchFamily="34" charset="0"/>
            </a:endParaRPr>
          </a:p>
        </p:txBody>
      </p:sp>
      <p:grpSp>
        <p:nvGrpSpPr>
          <p:cNvPr id="27" name="Group 26">
            <a:extLst>
              <a:ext uri="{FF2B5EF4-FFF2-40B4-BE49-F238E27FC236}">
                <a16:creationId xmlns:a16="http://schemas.microsoft.com/office/drawing/2014/main" id="{8F1C4C76-9FB9-2EBB-E8C3-46B9743D9707}"/>
              </a:ext>
            </a:extLst>
          </p:cNvPr>
          <p:cNvGrpSpPr/>
          <p:nvPr/>
        </p:nvGrpSpPr>
        <p:grpSpPr>
          <a:xfrm flipH="1">
            <a:off x="8357786" y="5439027"/>
            <a:ext cx="3838703" cy="731416"/>
            <a:chOff x="0" y="398145"/>
            <a:chExt cx="3431443" cy="731416"/>
          </a:xfrm>
        </p:grpSpPr>
        <p:sp>
          <p:nvSpPr>
            <p:cNvPr id="28" name="Freeform 8">
              <a:extLst>
                <a:ext uri="{FF2B5EF4-FFF2-40B4-BE49-F238E27FC236}">
                  <a16:creationId xmlns:a16="http://schemas.microsoft.com/office/drawing/2014/main" id="{65411830-504B-B3ED-12F4-96164C9FFE7B}"/>
                </a:ext>
              </a:extLst>
            </p:cNvPr>
            <p:cNvSpPr/>
            <p:nvPr/>
          </p:nvSpPr>
          <p:spPr>
            <a:xfrm>
              <a:off x="0" y="453212"/>
              <a:ext cx="3431443" cy="635534"/>
            </a:xfrm>
            <a:custGeom>
              <a:avLst/>
              <a:gdLst>
                <a:gd name="connsiteX0" fmla="*/ 0 w 3431443"/>
                <a:gd name="connsiteY0" fmla="*/ 0 h 635534"/>
                <a:gd name="connsiteX1" fmla="*/ 1144128 w 3431443"/>
                <a:gd name="connsiteY1" fmla="*/ 0 h 635534"/>
                <a:gd name="connsiteX2" fmla="*/ 1255762 w 3431443"/>
                <a:gd name="connsiteY2" fmla="*/ 0 h 635534"/>
                <a:gd name="connsiteX3" fmla="*/ 1409044 w 3431443"/>
                <a:gd name="connsiteY3" fmla="*/ 0 h 635534"/>
                <a:gd name="connsiteX4" fmla="*/ 3151090 w 3431443"/>
                <a:gd name="connsiteY4" fmla="*/ 0 h 635534"/>
                <a:gd name="connsiteX5" fmla="*/ 3262725 w 3431443"/>
                <a:gd name="connsiteY5" fmla="*/ 0 h 635534"/>
                <a:gd name="connsiteX6" fmla="*/ 3416007 w 3431443"/>
                <a:gd name="connsiteY6" fmla="*/ 0 h 635534"/>
                <a:gd name="connsiteX7" fmla="*/ 3426902 w 3431443"/>
                <a:gd name="connsiteY7" fmla="*/ 26300 h 635534"/>
                <a:gd name="connsiteX8" fmla="*/ 2862779 w 3431443"/>
                <a:gd name="connsiteY8" fmla="*/ 590421 h 635534"/>
                <a:gd name="connsiteX9" fmla="*/ 2753853 w 3431443"/>
                <a:gd name="connsiteY9" fmla="*/ 635534 h 635534"/>
                <a:gd name="connsiteX10" fmla="*/ 2488937 w 3431443"/>
                <a:gd name="connsiteY10" fmla="*/ 635534 h 635534"/>
                <a:gd name="connsiteX11" fmla="*/ 746891 w 3431443"/>
                <a:gd name="connsiteY11" fmla="*/ 635534 h 635534"/>
                <a:gd name="connsiteX12" fmla="*/ 481974 w 3431443"/>
                <a:gd name="connsiteY12" fmla="*/ 635534 h 635534"/>
                <a:gd name="connsiteX13" fmla="*/ 0 w 3431443"/>
                <a:gd name="connsiteY13" fmla="*/ 635534 h 635534"/>
                <a:gd name="connsiteX14" fmla="*/ 0 w 3431443"/>
                <a:gd name="connsiteY14" fmla="*/ 0 h 63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1443" h="635534">
                  <a:moveTo>
                    <a:pt x="0" y="0"/>
                  </a:moveTo>
                  <a:lnTo>
                    <a:pt x="1144128" y="0"/>
                  </a:lnTo>
                  <a:lnTo>
                    <a:pt x="1255762" y="0"/>
                  </a:lnTo>
                  <a:lnTo>
                    <a:pt x="1409044" y="0"/>
                  </a:lnTo>
                  <a:lnTo>
                    <a:pt x="3151090" y="0"/>
                  </a:lnTo>
                  <a:lnTo>
                    <a:pt x="3262725" y="0"/>
                  </a:lnTo>
                  <a:lnTo>
                    <a:pt x="3416007" y="0"/>
                  </a:lnTo>
                  <a:cubicBezTo>
                    <a:pt x="3429726" y="0"/>
                    <a:pt x="3436607" y="16595"/>
                    <a:pt x="3426902" y="26300"/>
                  </a:cubicBezTo>
                  <a:lnTo>
                    <a:pt x="2862779" y="590421"/>
                  </a:lnTo>
                  <a:cubicBezTo>
                    <a:pt x="2833892" y="619309"/>
                    <a:pt x="2794715" y="635534"/>
                    <a:pt x="2753853" y="635534"/>
                  </a:cubicBezTo>
                  <a:lnTo>
                    <a:pt x="2488937" y="635534"/>
                  </a:lnTo>
                  <a:lnTo>
                    <a:pt x="746891" y="635534"/>
                  </a:lnTo>
                  <a:lnTo>
                    <a:pt x="481974" y="635534"/>
                  </a:lnTo>
                  <a:lnTo>
                    <a:pt x="0" y="635534"/>
                  </a:lnTo>
                  <a:lnTo>
                    <a:pt x="0" y="0"/>
                  </a:lnTo>
                  <a:close/>
                </a:path>
              </a:pathLst>
            </a:custGeom>
            <a:gradFill>
              <a:gsLst>
                <a:gs pos="0">
                  <a:srgbClr val="0098C7">
                    <a:alpha val="24705"/>
                  </a:srgbClr>
                </a:gs>
                <a:gs pos="99000">
                  <a:srgbClr val="005C8A">
                    <a:alpha val="24705"/>
                  </a:srgbClr>
                </a:gs>
                <a:gs pos="100000">
                  <a:srgbClr val="005C8A">
                    <a:alpha val="24705"/>
                  </a:srgbClr>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9" name="Freeform 9">
              <a:extLst>
                <a:ext uri="{FF2B5EF4-FFF2-40B4-BE49-F238E27FC236}">
                  <a16:creationId xmlns:a16="http://schemas.microsoft.com/office/drawing/2014/main" id="{8D799828-4958-669C-9AF3-7489753CD264}"/>
                </a:ext>
              </a:extLst>
            </p:cNvPr>
            <p:cNvSpPr/>
            <p:nvPr/>
          </p:nvSpPr>
          <p:spPr>
            <a:xfrm>
              <a:off x="1" y="398145"/>
              <a:ext cx="3205327" cy="731416"/>
            </a:xfrm>
            <a:custGeom>
              <a:avLst/>
              <a:gdLst>
                <a:gd name="connsiteX0" fmla="*/ 0 w 3205327"/>
                <a:gd name="connsiteY0" fmla="*/ 0 h 731416"/>
                <a:gd name="connsiteX1" fmla="*/ 572932 w 3205327"/>
                <a:gd name="connsiteY1" fmla="*/ 0 h 731416"/>
                <a:gd name="connsiteX2" fmla="*/ 701409 w 3205327"/>
                <a:gd name="connsiteY2" fmla="*/ 0 h 731416"/>
                <a:gd name="connsiteX3" fmla="*/ 877816 w 3205327"/>
                <a:gd name="connsiteY3" fmla="*/ 0 h 731416"/>
                <a:gd name="connsiteX4" fmla="*/ 2882678 w 3205327"/>
                <a:gd name="connsiteY4" fmla="*/ 0 h 731416"/>
                <a:gd name="connsiteX5" fmla="*/ 3011155 w 3205327"/>
                <a:gd name="connsiteY5" fmla="*/ 0 h 731416"/>
                <a:gd name="connsiteX6" fmla="*/ 3187562 w 3205327"/>
                <a:gd name="connsiteY6" fmla="*/ 0 h 731416"/>
                <a:gd name="connsiteX7" fmla="*/ 3200101 w 3205327"/>
                <a:gd name="connsiteY7" fmla="*/ 30268 h 731416"/>
                <a:gd name="connsiteX8" fmla="*/ 2550871 w 3205327"/>
                <a:gd name="connsiteY8" fmla="*/ 679497 h 731416"/>
                <a:gd name="connsiteX9" fmla="*/ 2425512 w 3205327"/>
                <a:gd name="connsiteY9" fmla="*/ 731416 h 731416"/>
                <a:gd name="connsiteX10" fmla="*/ 2120628 w 3205327"/>
                <a:gd name="connsiteY10" fmla="*/ 731416 h 731416"/>
                <a:gd name="connsiteX11" fmla="*/ 115766 w 3205327"/>
                <a:gd name="connsiteY11" fmla="*/ 731416 h 731416"/>
                <a:gd name="connsiteX12" fmla="*/ 0 w 3205327"/>
                <a:gd name="connsiteY12" fmla="*/ 731416 h 73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5327" h="731416">
                  <a:moveTo>
                    <a:pt x="0" y="0"/>
                  </a:moveTo>
                  <a:lnTo>
                    <a:pt x="572932" y="0"/>
                  </a:lnTo>
                  <a:lnTo>
                    <a:pt x="701409" y="0"/>
                  </a:lnTo>
                  <a:lnTo>
                    <a:pt x="877816" y="0"/>
                  </a:lnTo>
                  <a:lnTo>
                    <a:pt x="2882678" y="0"/>
                  </a:lnTo>
                  <a:lnTo>
                    <a:pt x="3011155" y="0"/>
                  </a:lnTo>
                  <a:lnTo>
                    <a:pt x="3187562" y="0"/>
                  </a:lnTo>
                  <a:cubicBezTo>
                    <a:pt x="3203351" y="0"/>
                    <a:pt x="3211270" y="19099"/>
                    <a:pt x="3200101" y="30268"/>
                  </a:cubicBezTo>
                  <a:lnTo>
                    <a:pt x="2550871" y="679497"/>
                  </a:lnTo>
                  <a:cubicBezTo>
                    <a:pt x="2517626" y="712743"/>
                    <a:pt x="2472538" y="731416"/>
                    <a:pt x="2425512" y="731416"/>
                  </a:cubicBezTo>
                  <a:lnTo>
                    <a:pt x="2120628" y="731416"/>
                  </a:lnTo>
                  <a:lnTo>
                    <a:pt x="115766" y="731416"/>
                  </a:lnTo>
                  <a:lnTo>
                    <a:pt x="0" y="731416"/>
                  </a:lnTo>
                  <a:close/>
                </a:path>
              </a:pathLst>
            </a:custGeom>
            <a:gradFill>
              <a:gsLst>
                <a:gs pos="0">
                  <a:schemeClr val="accent1"/>
                </a:gs>
                <a:gs pos="36000">
                  <a:schemeClr val="accent2"/>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sp>
        <p:nvSpPr>
          <p:cNvPr id="30" name="TextBox 29">
            <a:extLst>
              <a:ext uri="{FF2B5EF4-FFF2-40B4-BE49-F238E27FC236}">
                <a16:creationId xmlns:a16="http://schemas.microsoft.com/office/drawing/2014/main" id="{14357F03-7384-3555-D57C-F55A57AFB5BC}"/>
              </a:ext>
            </a:extLst>
          </p:cNvPr>
          <p:cNvSpPr txBox="1"/>
          <p:nvPr/>
        </p:nvSpPr>
        <p:spPr>
          <a:xfrm>
            <a:off x="9081047" y="5463159"/>
            <a:ext cx="2695313" cy="581057"/>
          </a:xfrm>
          <a:prstGeom prst="rect">
            <a:avLst/>
          </a:prstGeom>
          <a:noFill/>
        </p:spPr>
        <p:txBody>
          <a:bodyPr wrap="square" lIns="0" tIns="0" rIns="0" bIns="0" rtlCol="0">
            <a:spAutoFit/>
          </a:bodyPr>
          <a:lstStyle/>
          <a:p>
            <a:pPr marL="0" marR="0" lvl="0" indent="0" algn="r" defTabSz="914400" rtl="0" eaLnBrk="1" fontAlgn="auto" latinLnBrk="0" hangingPunct="1">
              <a:lnSpc>
                <a:spcPct val="13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Hardware</a:t>
            </a:r>
          </a:p>
        </p:txBody>
      </p:sp>
    </p:spTree>
    <p:extLst>
      <p:ext uri="{BB962C8B-B14F-4D97-AF65-F5344CB8AC3E}">
        <p14:creationId xmlns:p14="http://schemas.microsoft.com/office/powerpoint/2010/main" val="905813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BD769-138C-CE96-E487-FE5363C53392}"/>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164B217B-9384-8316-5FC1-AA8BBEB589D6}"/>
              </a:ext>
            </a:extLst>
          </p:cNvPr>
          <p:cNvSpPr/>
          <p:nvPr/>
        </p:nvSpPr>
        <p:spPr>
          <a:xfrm>
            <a:off x="3351212" y="685800"/>
            <a:ext cx="5486400" cy="54864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Code Signing</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Encrypted Configuration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Lockdown Mode</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Hardware Vulnerability Protection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VM Sandbox</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Memory Zeroing</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sp>
        <p:nvSpPr>
          <p:cNvPr id="4" name="Oval 3">
            <a:extLst>
              <a:ext uri="{FF2B5EF4-FFF2-40B4-BE49-F238E27FC236}">
                <a16:creationId xmlns:a16="http://schemas.microsoft.com/office/drawing/2014/main" id="{D54AFC21-5B73-2CB5-B0AC-E9CCDB362AB9}"/>
              </a:ext>
            </a:extLst>
          </p:cNvPr>
          <p:cNvSpPr/>
          <p:nvPr/>
        </p:nvSpPr>
        <p:spPr>
          <a:xfrm>
            <a:off x="5408612" y="4800600"/>
            <a:ext cx="1371600" cy="13716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6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Secure Boot</a:t>
            </a:r>
            <a:br>
              <a:rPr kumimoji="0" lang="en-US" sz="6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6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6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Hardware TPM</a:t>
            </a:r>
            <a:br>
              <a:rPr kumimoji="0" lang="en-US" sz="6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6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6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Reliable Memory</a:t>
            </a:r>
            <a:br>
              <a:rPr kumimoji="0" lang="en-US" sz="6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6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6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AMD SEV-ES</a:t>
            </a:r>
            <a:br>
              <a:rPr kumimoji="0" lang="en-US" sz="6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6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6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Intel TXT</a:t>
            </a:r>
          </a:p>
        </p:txBody>
      </p:sp>
      <p:sp>
        <p:nvSpPr>
          <p:cNvPr id="14" name="TextBox 13">
            <a:extLst>
              <a:ext uri="{FF2B5EF4-FFF2-40B4-BE49-F238E27FC236}">
                <a16:creationId xmlns:a16="http://schemas.microsoft.com/office/drawing/2014/main" id="{04337818-7001-BC52-9FB9-96BCAF948113}"/>
              </a:ext>
            </a:extLst>
          </p:cNvPr>
          <p:cNvSpPr txBox="1"/>
          <p:nvPr/>
        </p:nvSpPr>
        <p:spPr>
          <a:xfrm>
            <a:off x="8928647" y="5310759"/>
            <a:ext cx="2695313" cy="581057"/>
          </a:xfrm>
          <a:prstGeom prst="rect">
            <a:avLst/>
          </a:prstGeom>
          <a:noFill/>
        </p:spPr>
        <p:txBody>
          <a:bodyPr wrap="square" lIns="0" tIns="0" rIns="0" bIns="0" rtlCol="0">
            <a:spAutoFit/>
          </a:bodyPr>
          <a:lstStyle/>
          <a:p>
            <a:pPr marL="0" marR="0" lvl="0" indent="0" algn="r" defTabSz="914400" rtl="0" eaLnBrk="1" fontAlgn="auto" latinLnBrk="0" hangingPunct="1">
              <a:lnSpc>
                <a:spcPct val="13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Hardware</a:t>
            </a:r>
          </a:p>
        </p:txBody>
      </p:sp>
      <p:sp>
        <p:nvSpPr>
          <p:cNvPr id="15" name="Google Shape;5457;p19">
            <a:extLst>
              <a:ext uri="{FF2B5EF4-FFF2-40B4-BE49-F238E27FC236}">
                <a16:creationId xmlns:a16="http://schemas.microsoft.com/office/drawing/2014/main" id="{20AA4242-4382-709C-D73C-B3493C35B74F}"/>
              </a:ext>
            </a:extLst>
          </p:cNvPr>
          <p:cNvSpPr txBox="1"/>
          <p:nvPr/>
        </p:nvSpPr>
        <p:spPr>
          <a:xfrm flipH="1">
            <a:off x="9629544" y="5310759"/>
            <a:ext cx="2355830" cy="640175"/>
          </a:xfrm>
          <a:prstGeom prst="rect">
            <a:avLst/>
          </a:prstGeom>
          <a:noFill/>
          <a:ln>
            <a:noFill/>
          </a:ln>
        </p:spPr>
        <p:txBody>
          <a:bodyPr spcFirstLastPara="1" wrap="square" lIns="0" tIns="0" rIns="0" bIns="0" anchor="t" anchorCtr="0">
            <a:spAutoFit/>
          </a:bodyPr>
          <a:lstStyle/>
          <a:p>
            <a:pPr marL="0" marR="0" lvl="0" indent="0" rtl="0">
              <a:lnSpc>
                <a:spcPct val="130000"/>
              </a:lnSpc>
              <a:spcBef>
                <a:spcPts val="0"/>
              </a:spcBef>
              <a:spcAft>
                <a:spcPts val="0"/>
              </a:spcAft>
              <a:buClr>
                <a:schemeClr val="lt1"/>
              </a:buClr>
              <a:buSzPts val="3200"/>
              <a:buFont typeface="Arial"/>
              <a:buNone/>
            </a:pPr>
            <a:r>
              <a:rPr lang="en-US" sz="3200" b="0" i="0" u="none" strike="noStrike" cap="none" dirty="0">
                <a:solidFill>
                  <a:schemeClr val="lt1"/>
                </a:solidFill>
                <a:latin typeface="Arial"/>
                <a:ea typeface="Arial"/>
                <a:cs typeface="Arial"/>
                <a:sym typeface="Arial"/>
              </a:rPr>
              <a:t>Hardware</a:t>
            </a:r>
            <a:endParaRPr dirty="0">
              <a:latin typeface="Arial" panose="020B0604020202020204" pitchFamily="34" charset="0"/>
            </a:endParaRPr>
          </a:p>
        </p:txBody>
      </p:sp>
      <p:grpSp>
        <p:nvGrpSpPr>
          <p:cNvPr id="16" name="Group 15">
            <a:extLst>
              <a:ext uri="{FF2B5EF4-FFF2-40B4-BE49-F238E27FC236}">
                <a16:creationId xmlns:a16="http://schemas.microsoft.com/office/drawing/2014/main" id="{724E4DB2-9CC4-3E86-75E4-472762D98FEC}"/>
              </a:ext>
            </a:extLst>
          </p:cNvPr>
          <p:cNvGrpSpPr/>
          <p:nvPr/>
        </p:nvGrpSpPr>
        <p:grpSpPr>
          <a:xfrm flipH="1">
            <a:off x="8357786" y="5439027"/>
            <a:ext cx="3838703" cy="731416"/>
            <a:chOff x="0" y="398145"/>
            <a:chExt cx="3431443" cy="731416"/>
          </a:xfrm>
        </p:grpSpPr>
        <p:sp>
          <p:nvSpPr>
            <p:cNvPr id="17" name="Freeform 8">
              <a:extLst>
                <a:ext uri="{FF2B5EF4-FFF2-40B4-BE49-F238E27FC236}">
                  <a16:creationId xmlns:a16="http://schemas.microsoft.com/office/drawing/2014/main" id="{6DB8AF47-F4B2-1C89-4D04-064BD3BB1156}"/>
                </a:ext>
              </a:extLst>
            </p:cNvPr>
            <p:cNvSpPr/>
            <p:nvPr/>
          </p:nvSpPr>
          <p:spPr>
            <a:xfrm>
              <a:off x="0" y="453212"/>
              <a:ext cx="3431443" cy="635534"/>
            </a:xfrm>
            <a:custGeom>
              <a:avLst/>
              <a:gdLst>
                <a:gd name="connsiteX0" fmla="*/ 0 w 3431443"/>
                <a:gd name="connsiteY0" fmla="*/ 0 h 635534"/>
                <a:gd name="connsiteX1" fmla="*/ 1144128 w 3431443"/>
                <a:gd name="connsiteY1" fmla="*/ 0 h 635534"/>
                <a:gd name="connsiteX2" fmla="*/ 1255762 w 3431443"/>
                <a:gd name="connsiteY2" fmla="*/ 0 h 635534"/>
                <a:gd name="connsiteX3" fmla="*/ 1409044 w 3431443"/>
                <a:gd name="connsiteY3" fmla="*/ 0 h 635534"/>
                <a:gd name="connsiteX4" fmla="*/ 3151090 w 3431443"/>
                <a:gd name="connsiteY4" fmla="*/ 0 h 635534"/>
                <a:gd name="connsiteX5" fmla="*/ 3262725 w 3431443"/>
                <a:gd name="connsiteY5" fmla="*/ 0 h 635534"/>
                <a:gd name="connsiteX6" fmla="*/ 3416007 w 3431443"/>
                <a:gd name="connsiteY6" fmla="*/ 0 h 635534"/>
                <a:gd name="connsiteX7" fmla="*/ 3426902 w 3431443"/>
                <a:gd name="connsiteY7" fmla="*/ 26300 h 635534"/>
                <a:gd name="connsiteX8" fmla="*/ 2862779 w 3431443"/>
                <a:gd name="connsiteY8" fmla="*/ 590421 h 635534"/>
                <a:gd name="connsiteX9" fmla="*/ 2753853 w 3431443"/>
                <a:gd name="connsiteY9" fmla="*/ 635534 h 635534"/>
                <a:gd name="connsiteX10" fmla="*/ 2488937 w 3431443"/>
                <a:gd name="connsiteY10" fmla="*/ 635534 h 635534"/>
                <a:gd name="connsiteX11" fmla="*/ 746891 w 3431443"/>
                <a:gd name="connsiteY11" fmla="*/ 635534 h 635534"/>
                <a:gd name="connsiteX12" fmla="*/ 481974 w 3431443"/>
                <a:gd name="connsiteY12" fmla="*/ 635534 h 635534"/>
                <a:gd name="connsiteX13" fmla="*/ 0 w 3431443"/>
                <a:gd name="connsiteY13" fmla="*/ 635534 h 635534"/>
                <a:gd name="connsiteX14" fmla="*/ 0 w 3431443"/>
                <a:gd name="connsiteY14" fmla="*/ 0 h 63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1443" h="635534">
                  <a:moveTo>
                    <a:pt x="0" y="0"/>
                  </a:moveTo>
                  <a:lnTo>
                    <a:pt x="1144128" y="0"/>
                  </a:lnTo>
                  <a:lnTo>
                    <a:pt x="1255762" y="0"/>
                  </a:lnTo>
                  <a:lnTo>
                    <a:pt x="1409044" y="0"/>
                  </a:lnTo>
                  <a:lnTo>
                    <a:pt x="3151090" y="0"/>
                  </a:lnTo>
                  <a:lnTo>
                    <a:pt x="3262725" y="0"/>
                  </a:lnTo>
                  <a:lnTo>
                    <a:pt x="3416007" y="0"/>
                  </a:lnTo>
                  <a:cubicBezTo>
                    <a:pt x="3429726" y="0"/>
                    <a:pt x="3436607" y="16595"/>
                    <a:pt x="3426902" y="26300"/>
                  </a:cubicBezTo>
                  <a:lnTo>
                    <a:pt x="2862779" y="590421"/>
                  </a:lnTo>
                  <a:cubicBezTo>
                    <a:pt x="2833892" y="619309"/>
                    <a:pt x="2794715" y="635534"/>
                    <a:pt x="2753853" y="635534"/>
                  </a:cubicBezTo>
                  <a:lnTo>
                    <a:pt x="2488937" y="635534"/>
                  </a:lnTo>
                  <a:lnTo>
                    <a:pt x="746891" y="635534"/>
                  </a:lnTo>
                  <a:lnTo>
                    <a:pt x="481974" y="635534"/>
                  </a:lnTo>
                  <a:lnTo>
                    <a:pt x="0" y="635534"/>
                  </a:lnTo>
                  <a:lnTo>
                    <a:pt x="0" y="0"/>
                  </a:lnTo>
                  <a:close/>
                </a:path>
              </a:pathLst>
            </a:custGeom>
            <a:gradFill>
              <a:gsLst>
                <a:gs pos="0">
                  <a:srgbClr val="0098C7">
                    <a:alpha val="24705"/>
                  </a:srgbClr>
                </a:gs>
                <a:gs pos="99000">
                  <a:srgbClr val="005C8A">
                    <a:alpha val="24705"/>
                  </a:srgbClr>
                </a:gs>
                <a:gs pos="100000">
                  <a:srgbClr val="005C8A">
                    <a:alpha val="24705"/>
                  </a:srgbClr>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8" name="Freeform 9">
              <a:extLst>
                <a:ext uri="{FF2B5EF4-FFF2-40B4-BE49-F238E27FC236}">
                  <a16:creationId xmlns:a16="http://schemas.microsoft.com/office/drawing/2014/main" id="{BFCE60F2-4CF5-DAC7-96A7-39F6274DD52F}"/>
                </a:ext>
              </a:extLst>
            </p:cNvPr>
            <p:cNvSpPr/>
            <p:nvPr/>
          </p:nvSpPr>
          <p:spPr>
            <a:xfrm>
              <a:off x="1" y="398145"/>
              <a:ext cx="3205327" cy="731416"/>
            </a:xfrm>
            <a:custGeom>
              <a:avLst/>
              <a:gdLst>
                <a:gd name="connsiteX0" fmla="*/ 0 w 3205327"/>
                <a:gd name="connsiteY0" fmla="*/ 0 h 731416"/>
                <a:gd name="connsiteX1" fmla="*/ 572932 w 3205327"/>
                <a:gd name="connsiteY1" fmla="*/ 0 h 731416"/>
                <a:gd name="connsiteX2" fmla="*/ 701409 w 3205327"/>
                <a:gd name="connsiteY2" fmla="*/ 0 h 731416"/>
                <a:gd name="connsiteX3" fmla="*/ 877816 w 3205327"/>
                <a:gd name="connsiteY3" fmla="*/ 0 h 731416"/>
                <a:gd name="connsiteX4" fmla="*/ 2882678 w 3205327"/>
                <a:gd name="connsiteY4" fmla="*/ 0 h 731416"/>
                <a:gd name="connsiteX5" fmla="*/ 3011155 w 3205327"/>
                <a:gd name="connsiteY5" fmla="*/ 0 h 731416"/>
                <a:gd name="connsiteX6" fmla="*/ 3187562 w 3205327"/>
                <a:gd name="connsiteY6" fmla="*/ 0 h 731416"/>
                <a:gd name="connsiteX7" fmla="*/ 3200101 w 3205327"/>
                <a:gd name="connsiteY7" fmla="*/ 30268 h 731416"/>
                <a:gd name="connsiteX8" fmla="*/ 2550871 w 3205327"/>
                <a:gd name="connsiteY8" fmla="*/ 679497 h 731416"/>
                <a:gd name="connsiteX9" fmla="*/ 2425512 w 3205327"/>
                <a:gd name="connsiteY9" fmla="*/ 731416 h 731416"/>
                <a:gd name="connsiteX10" fmla="*/ 2120628 w 3205327"/>
                <a:gd name="connsiteY10" fmla="*/ 731416 h 731416"/>
                <a:gd name="connsiteX11" fmla="*/ 115766 w 3205327"/>
                <a:gd name="connsiteY11" fmla="*/ 731416 h 731416"/>
                <a:gd name="connsiteX12" fmla="*/ 0 w 3205327"/>
                <a:gd name="connsiteY12" fmla="*/ 731416 h 73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5327" h="731416">
                  <a:moveTo>
                    <a:pt x="0" y="0"/>
                  </a:moveTo>
                  <a:lnTo>
                    <a:pt x="572932" y="0"/>
                  </a:lnTo>
                  <a:lnTo>
                    <a:pt x="701409" y="0"/>
                  </a:lnTo>
                  <a:lnTo>
                    <a:pt x="877816" y="0"/>
                  </a:lnTo>
                  <a:lnTo>
                    <a:pt x="2882678" y="0"/>
                  </a:lnTo>
                  <a:lnTo>
                    <a:pt x="3011155" y="0"/>
                  </a:lnTo>
                  <a:lnTo>
                    <a:pt x="3187562" y="0"/>
                  </a:lnTo>
                  <a:cubicBezTo>
                    <a:pt x="3203351" y="0"/>
                    <a:pt x="3211270" y="19099"/>
                    <a:pt x="3200101" y="30268"/>
                  </a:cubicBezTo>
                  <a:lnTo>
                    <a:pt x="2550871" y="679497"/>
                  </a:lnTo>
                  <a:cubicBezTo>
                    <a:pt x="2517626" y="712743"/>
                    <a:pt x="2472538" y="731416"/>
                    <a:pt x="2425512" y="731416"/>
                  </a:cubicBezTo>
                  <a:lnTo>
                    <a:pt x="2120628" y="731416"/>
                  </a:lnTo>
                  <a:lnTo>
                    <a:pt x="115766" y="731416"/>
                  </a:lnTo>
                  <a:lnTo>
                    <a:pt x="0" y="731416"/>
                  </a:lnTo>
                  <a:close/>
                </a:path>
              </a:pathLst>
            </a:custGeom>
            <a:gradFill>
              <a:gsLst>
                <a:gs pos="0">
                  <a:schemeClr val="accent1"/>
                </a:gs>
                <a:gs pos="36000">
                  <a:schemeClr val="accent2"/>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sp>
        <p:nvSpPr>
          <p:cNvPr id="19" name="TextBox 18">
            <a:extLst>
              <a:ext uri="{FF2B5EF4-FFF2-40B4-BE49-F238E27FC236}">
                <a16:creationId xmlns:a16="http://schemas.microsoft.com/office/drawing/2014/main" id="{C8E6B9B6-FAB6-CA78-6DCD-81A2FD4627BF}"/>
              </a:ext>
            </a:extLst>
          </p:cNvPr>
          <p:cNvSpPr txBox="1"/>
          <p:nvPr/>
        </p:nvSpPr>
        <p:spPr>
          <a:xfrm>
            <a:off x="9081047" y="5463159"/>
            <a:ext cx="2695313" cy="581057"/>
          </a:xfrm>
          <a:prstGeom prst="rect">
            <a:avLst/>
          </a:prstGeom>
          <a:noFill/>
        </p:spPr>
        <p:txBody>
          <a:bodyPr wrap="square" lIns="0" tIns="0" rIns="0" bIns="0" rtlCol="0">
            <a:spAutoFit/>
          </a:bodyPr>
          <a:lstStyle/>
          <a:p>
            <a:pPr marL="0" marR="0" lvl="0" indent="0" algn="r" defTabSz="914400" rtl="0" eaLnBrk="1" fontAlgn="auto" latinLnBrk="0" hangingPunct="1">
              <a:lnSpc>
                <a:spcPct val="13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Hypervisor</a:t>
            </a:r>
          </a:p>
        </p:txBody>
      </p:sp>
    </p:spTree>
    <p:extLst>
      <p:ext uri="{BB962C8B-B14F-4D97-AF65-F5344CB8AC3E}">
        <p14:creationId xmlns:p14="http://schemas.microsoft.com/office/powerpoint/2010/main" val="9379647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12DD4-B381-323A-FC25-CC678AFAB575}"/>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12BD392A-AFE2-2846-7E27-797DA45DD71D}"/>
              </a:ext>
            </a:extLst>
          </p:cNvPr>
          <p:cNvSpPr/>
          <p:nvPr/>
        </p:nvSpPr>
        <p:spPr>
          <a:xfrm>
            <a:off x="3344922" y="685800"/>
            <a:ext cx="5486400" cy="54864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Host Attestation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Role-Based Access Control</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VM &amp; vSAN Encryption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Identity Federation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vMotion, DRS, HA, FT</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sp>
        <p:nvSpPr>
          <p:cNvPr id="3" name="Oval 2">
            <a:extLst>
              <a:ext uri="{FF2B5EF4-FFF2-40B4-BE49-F238E27FC236}">
                <a16:creationId xmlns:a16="http://schemas.microsoft.com/office/drawing/2014/main" id="{DC982D78-95AE-BC81-0F33-D516FDB94D76}"/>
              </a:ext>
            </a:extLst>
          </p:cNvPr>
          <p:cNvSpPr/>
          <p:nvPr/>
        </p:nvSpPr>
        <p:spPr>
          <a:xfrm>
            <a:off x="5402322" y="4777359"/>
            <a:ext cx="1371600" cy="13716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4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Code Signing</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4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Encrypted Configuration</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4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Lockdown Mode</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4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Hardware Vulnerability Protection</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4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VM Sandbox</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4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Memory Zeroing</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4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4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4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sp>
        <p:nvSpPr>
          <p:cNvPr id="4" name="Oval 3">
            <a:extLst>
              <a:ext uri="{FF2B5EF4-FFF2-40B4-BE49-F238E27FC236}">
                <a16:creationId xmlns:a16="http://schemas.microsoft.com/office/drawing/2014/main" id="{41958B22-A5F5-6D79-E3D4-6DC97C4B39AD}"/>
              </a:ext>
            </a:extLst>
          </p:cNvPr>
          <p:cNvSpPr/>
          <p:nvPr/>
        </p:nvSpPr>
        <p:spPr>
          <a:xfrm>
            <a:off x="5637212" y="5257800"/>
            <a:ext cx="914400" cy="9144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Secure Boot</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Hardware TPM</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Reliable Memory</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AMD SEV-ES</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Intel TXT</a:t>
            </a:r>
          </a:p>
        </p:txBody>
      </p:sp>
      <p:sp>
        <p:nvSpPr>
          <p:cNvPr id="5" name="TextBox 4">
            <a:extLst>
              <a:ext uri="{FF2B5EF4-FFF2-40B4-BE49-F238E27FC236}">
                <a16:creationId xmlns:a16="http://schemas.microsoft.com/office/drawing/2014/main" id="{1C68FDBB-E0B4-A979-738C-4C311D9F4140}"/>
              </a:ext>
            </a:extLst>
          </p:cNvPr>
          <p:cNvSpPr txBox="1"/>
          <p:nvPr/>
        </p:nvSpPr>
        <p:spPr>
          <a:xfrm>
            <a:off x="8928647" y="5310759"/>
            <a:ext cx="2695313" cy="581057"/>
          </a:xfrm>
          <a:prstGeom prst="rect">
            <a:avLst/>
          </a:prstGeom>
          <a:noFill/>
        </p:spPr>
        <p:txBody>
          <a:bodyPr wrap="square" lIns="0" tIns="0" rIns="0" bIns="0" rtlCol="0">
            <a:spAutoFit/>
          </a:bodyPr>
          <a:lstStyle/>
          <a:p>
            <a:pPr marL="0" marR="0" lvl="0" indent="0" algn="r" defTabSz="914400" rtl="0" eaLnBrk="1" fontAlgn="auto" latinLnBrk="0" hangingPunct="1">
              <a:lnSpc>
                <a:spcPct val="13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Hardware</a:t>
            </a:r>
          </a:p>
        </p:txBody>
      </p:sp>
      <p:sp>
        <p:nvSpPr>
          <p:cNvPr id="6" name="Google Shape;5457;p19">
            <a:extLst>
              <a:ext uri="{FF2B5EF4-FFF2-40B4-BE49-F238E27FC236}">
                <a16:creationId xmlns:a16="http://schemas.microsoft.com/office/drawing/2014/main" id="{78525267-F1B9-35A0-3014-77688A7398BD}"/>
              </a:ext>
            </a:extLst>
          </p:cNvPr>
          <p:cNvSpPr txBox="1"/>
          <p:nvPr/>
        </p:nvSpPr>
        <p:spPr>
          <a:xfrm flipH="1">
            <a:off x="9629544" y="5310759"/>
            <a:ext cx="2355830" cy="640175"/>
          </a:xfrm>
          <a:prstGeom prst="rect">
            <a:avLst/>
          </a:prstGeom>
          <a:noFill/>
          <a:ln>
            <a:noFill/>
          </a:ln>
        </p:spPr>
        <p:txBody>
          <a:bodyPr spcFirstLastPara="1" wrap="square" lIns="0" tIns="0" rIns="0" bIns="0" anchor="t" anchorCtr="0">
            <a:spAutoFit/>
          </a:bodyPr>
          <a:lstStyle/>
          <a:p>
            <a:pPr marL="0" marR="0" lvl="0" indent="0" rtl="0">
              <a:lnSpc>
                <a:spcPct val="130000"/>
              </a:lnSpc>
              <a:spcBef>
                <a:spcPts val="0"/>
              </a:spcBef>
              <a:spcAft>
                <a:spcPts val="0"/>
              </a:spcAft>
              <a:buClr>
                <a:schemeClr val="lt1"/>
              </a:buClr>
              <a:buSzPts val="3200"/>
              <a:buFont typeface="Arial"/>
              <a:buNone/>
            </a:pPr>
            <a:r>
              <a:rPr lang="en-US" sz="3200" b="0" i="0" u="none" strike="noStrike" cap="none" dirty="0">
                <a:solidFill>
                  <a:schemeClr val="lt1"/>
                </a:solidFill>
                <a:latin typeface="Arial"/>
                <a:ea typeface="Arial"/>
                <a:cs typeface="Arial"/>
                <a:sym typeface="Arial"/>
              </a:rPr>
              <a:t>Hardware</a:t>
            </a:r>
            <a:endParaRPr dirty="0">
              <a:latin typeface="Arial" panose="020B0604020202020204" pitchFamily="34" charset="0"/>
            </a:endParaRPr>
          </a:p>
        </p:txBody>
      </p:sp>
      <p:grpSp>
        <p:nvGrpSpPr>
          <p:cNvPr id="7" name="Group 6">
            <a:extLst>
              <a:ext uri="{FF2B5EF4-FFF2-40B4-BE49-F238E27FC236}">
                <a16:creationId xmlns:a16="http://schemas.microsoft.com/office/drawing/2014/main" id="{68C23CA6-B903-0104-6D09-356C2E78B1C8}"/>
              </a:ext>
            </a:extLst>
          </p:cNvPr>
          <p:cNvGrpSpPr/>
          <p:nvPr/>
        </p:nvGrpSpPr>
        <p:grpSpPr>
          <a:xfrm flipH="1">
            <a:off x="8928646" y="5439027"/>
            <a:ext cx="3267841" cy="731416"/>
            <a:chOff x="0" y="398145"/>
            <a:chExt cx="3431443" cy="731416"/>
          </a:xfrm>
        </p:grpSpPr>
        <p:sp>
          <p:nvSpPr>
            <p:cNvPr id="8" name="Freeform 8">
              <a:extLst>
                <a:ext uri="{FF2B5EF4-FFF2-40B4-BE49-F238E27FC236}">
                  <a16:creationId xmlns:a16="http://schemas.microsoft.com/office/drawing/2014/main" id="{7ED20F2A-7D57-0A85-7CC4-F946986CEA18}"/>
                </a:ext>
              </a:extLst>
            </p:cNvPr>
            <p:cNvSpPr/>
            <p:nvPr/>
          </p:nvSpPr>
          <p:spPr>
            <a:xfrm>
              <a:off x="0" y="453212"/>
              <a:ext cx="3431443" cy="635534"/>
            </a:xfrm>
            <a:custGeom>
              <a:avLst/>
              <a:gdLst>
                <a:gd name="connsiteX0" fmla="*/ 0 w 3431443"/>
                <a:gd name="connsiteY0" fmla="*/ 0 h 635534"/>
                <a:gd name="connsiteX1" fmla="*/ 1144128 w 3431443"/>
                <a:gd name="connsiteY1" fmla="*/ 0 h 635534"/>
                <a:gd name="connsiteX2" fmla="*/ 1255762 w 3431443"/>
                <a:gd name="connsiteY2" fmla="*/ 0 h 635534"/>
                <a:gd name="connsiteX3" fmla="*/ 1409044 w 3431443"/>
                <a:gd name="connsiteY3" fmla="*/ 0 h 635534"/>
                <a:gd name="connsiteX4" fmla="*/ 3151090 w 3431443"/>
                <a:gd name="connsiteY4" fmla="*/ 0 h 635534"/>
                <a:gd name="connsiteX5" fmla="*/ 3262725 w 3431443"/>
                <a:gd name="connsiteY5" fmla="*/ 0 h 635534"/>
                <a:gd name="connsiteX6" fmla="*/ 3416007 w 3431443"/>
                <a:gd name="connsiteY6" fmla="*/ 0 h 635534"/>
                <a:gd name="connsiteX7" fmla="*/ 3426902 w 3431443"/>
                <a:gd name="connsiteY7" fmla="*/ 26300 h 635534"/>
                <a:gd name="connsiteX8" fmla="*/ 2862779 w 3431443"/>
                <a:gd name="connsiteY8" fmla="*/ 590421 h 635534"/>
                <a:gd name="connsiteX9" fmla="*/ 2753853 w 3431443"/>
                <a:gd name="connsiteY9" fmla="*/ 635534 h 635534"/>
                <a:gd name="connsiteX10" fmla="*/ 2488937 w 3431443"/>
                <a:gd name="connsiteY10" fmla="*/ 635534 h 635534"/>
                <a:gd name="connsiteX11" fmla="*/ 746891 w 3431443"/>
                <a:gd name="connsiteY11" fmla="*/ 635534 h 635534"/>
                <a:gd name="connsiteX12" fmla="*/ 481974 w 3431443"/>
                <a:gd name="connsiteY12" fmla="*/ 635534 h 635534"/>
                <a:gd name="connsiteX13" fmla="*/ 0 w 3431443"/>
                <a:gd name="connsiteY13" fmla="*/ 635534 h 635534"/>
                <a:gd name="connsiteX14" fmla="*/ 0 w 3431443"/>
                <a:gd name="connsiteY14" fmla="*/ 0 h 63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1443" h="635534">
                  <a:moveTo>
                    <a:pt x="0" y="0"/>
                  </a:moveTo>
                  <a:lnTo>
                    <a:pt x="1144128" y="0"/>
                  </a:lnTo>
                  <a:lnTo>
                    <a:pt x="1255762" y="0"/>
                  </a:lnTo>
                  <a:lnTo>
                    <a:pt x="1409044" y="0"/>
                  </a:lnTo>
                  <a:lnTo>
                    <a:pt x="3151090" y="0"/>
                  </a:lnTo>
                  <a:lnTo>
                    <a:pt x="3262725" y="0"/>
                  </a:lnTo>
                  <a:lnTo>
                    <a:pt x="3416007" y="0"/>
                  </a:lnTo>
                  <a:cubicBezTo>
                    <a:pt x="3429726" y="0"/>
                    <a:pt x="3436607" y="16595"/>
                    <a:pt x="3426902" y="26300"/>
                  </a:cubicBezTo>
                  <a:lnTo>
                    <a:pt x="2862779" y="590421"/>
                  </a:lnTo>
                  <a:cubicBezTo>
                    <a:pt x="2833892" y="619309"/>
                    <a:pt x="2794715" y="635534"/>
                    <a:pt x="2753853" y="635534"/>
                  </a:cubicBezTo>
                  <a:lnTo>
                    <a:pt x="2488937" y="635534"/>
                  </a:lnTo>
                  <a:lnTo>
                    <a:pt x="746891" y="635534"/>
                  </a:lnTo>
                  <a:lnTo>
                    <a:pt x="481974" y="635534"/>
                  </a:lnTo>
                  <a:lnTo>
                    <a:pt x="0" y="635534"/>
                  </a:lnTo>
                  <a:lnTo>
                    <a:pt x="0" y="0"/>
                  </a:lnTo>
                  <a:close/>
                </a:path>
              </a:pathLst>
            </a:custGeom>
            <a:gradFill>
              <a:gsLst>
                <a:gs pos="0">
                  <a:srgbClr val="0098C7">
                    <a:alpha val="24705"/>
                  </a:srgbClr>
                </a:gs>
                <a:gs pos="99000">
                  <a:srgbClr val="005C8A">
                    <a:alpha val="24705"/>
                  </a:srgbClr>
                </a:gs>
                <a:gs pos="100000">
                  <a:srgbClr val="005C8A">
                    <a:alpha val="24705"/>
                  </a:srgbClr>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9" name="Freeform 9">
              <a:extLst>
                <a:ext uri="{FF2B5EF4-FFF2-40B4-BE49-F238E27FC236}">
                  <a16:creationId xmlns:a16="http://schemas.microsoft.com/office/drawing/2014/main" id="{2124534B-4783-BA25-99BA-73D5C30DE5A5}"/>
                </a:ext>
              </a:extLst>
            </p:cNvPr>
            <p:cNvSpPr/>
            <p:nvPr/>
          </p:nvSpPr>
          <p:spPr>
            <a:xfrm>
              <a:off x="1" y="398145"/>
              <a:ext cx="3205327" cy="731416"/>
            </a:xfrm>
            <a:custGeom>
              <a:avLst/>
              <a:gdLst>
                <a:gd name="connsiteX0" fmla="*/ 0 w 3205327"/>
                <a:gd name="connsiteY0" fmla="*/ 0 h 731416"/>
                <a:gd name="connsiteX1" fmla="*/ 572932 w 3205327"/>
                <a:gd name="connsiteY1" fmla="*/ 0 h 731416"/>
                <a:gd name="connsiteX2" fmla="*/ 701409 w 3205327"/>
                <a:gd name="connsiteY2" fmla="*/ 0 h 731416"/>
                <a:gd name="connsiteX3" fmla="*/ 877816 w 3205327"/>
                <a:gd name="connsiteY3" fmla="*/ 0 h 731416"/>
                <a:gd name="connsiteX4" fmla="*/ 2882678 w 3205327"/>
                <a:gd name="connsiteY4" fmla="*/ 0 h 731416"/>
                <a:gd name="connsiteX5" fmla="*/ 3011155 w 3205327"/>
                <a:gd name="connsiteY5" fmla="*/ 0 h 731416"/>
                <a:gd name="connsiteX6" fmla="*/ 3187562 w 3205327"/>
                <a:gd name="connsiteY6" fmla="*/ 0 h 731416"/>
                <a:gd name="connsiteX7" fmla="*/ 3200101 w 3205327"/>
                <a:gd name="connsiteY7" fmla="*/ 30268 h 731416"/>
                <a:gd name="connsiteX8" fmla="*/ 2550871 w 3205327"/>
                <a:gd name="connsiteY8" fmla="*/ 679497 h 731416"/>
                <a:gd name="connsiteX9" fmla="*/ 2425512 w 3205327"/>
                <a:gd name="connsiteY9" fmla="*/ 731416 h 731416"/>
                <a:gd name="connsiteX10" fmla="*/ 2120628 w 3205327"/>
                <a:gd name="connsiteY10" fmla="*/ 731416 h 731416"/>
                <a:gd name="connsiteX11" fmla="*/ 115766 w 3205327"/>
                <a:gd name="connsiteY11" fmla="*/ 731416 h 731416"/>
                <a:gd name="connsiteX12" fmla="*/ 0 w 3205327"/>
                <a:gd name="connsiteY12" fmla="*/ 731416 h 73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5327" h="731416">
                  <a:moveTo>
                    <a:pt x="0" y="0"/>
                  </a:moveTo>
                  <a:lnTo>
                    <a:pt x="572932" y="0"/>
                  </a:lnTo>
                  <a:lnTo>
                    <a:pt x="701409" y="0"/>
                  </a:lnTo>
                  <a:lnTo>
                    <a:pt x="877816" y="0"/>
                  </a:lnTo>
                  <a:lnTo>
                    <a:pt x="2882678" y="0"/>
                  </a:lnTo>
                  <a:lnTo>
                    <a:pt x="3011155" y="0"/>
                  </a:lnTo>
                  <a:lnTo>
                    <a:pt x="3187562" y="0"/>
                  </a:lnTo>
                  <a:cubicBezTo>
                    <a:pt x="3203351" y="0"/>
                    <a:pt x="3211270" y="19099"/>
                    <a:pt x="3200101" y="30268"/>
                  </a:cubicBezTo>
                  <a:lnTo>
                    <a:pt x="2550871" y="679497"/>
                  </a:lnTo>
                  <a:cubicBezTo>
                    <a:pt x="2517626" y="712743"/>
                    <a:pt x="2472538" y="731416"/>
                    <a:pt x="2425512" y="731416"/>
                  </a:cubicBezTo>
                  <a:lnTo>
                    <a:pt x="2120628" y="731416"/>
                  </a:lnTo>
                  <a:lnTo>
                    <a:pt x="115766" y="731416"/>
                  </a:lnTo>
                  <a:lnTo>
                    <a:pt x="0" y="731416"/>
                  </a:lnTo>
                  <a:close/>
                </a:path>
              </a:pathLst>
            </a:custGeom>
            <a:gradFill>
              <a:gsLst>
                <a:gs pos="0">
                  <a:schemeClr val="accent1"/>
                </a:gs>
                <a:gs pos="36000">
                  <a:schemeClr val="accent2"/>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sp>
        <p:nvSpPr>
          <p:cNvPr id="14" name="TextBox 13">
            <a:extLst>
              <a:ext uri="{FF2B5EF4-FFF2-40B4-BE49-F238E27FC236}">
                <a16:creationId xmlns:a16="http://schemas.microsoft.com/office/drawing/2014/main" id="{E74283FA-C01F-D36D-6172-5D7E72C05532}"/>
              </a:ext>
            </a:extLst>
          </p:cNvPr>
          <p:cNvSpPr txBox="1"/>
          <p:nvPr/>
        </p:nvSpPr>
        <p:spPr>
          <a:xfrm>
            <a:off x="9081047" y="5463159"/>
            <a:ext cx="2695313" cy="581057"/>
          </a:xfrm>
          <a:prstGeom prst="rect">
            <a:avLst/>
          </a:prstGeom>
          <a:noFill/>
        </p:spPr>
        <p:txBody>
          <a:bodyPr wrap="square" lIns="0" tIns="0" rIns="0" bIns="0" rtlCol="0">
            <a:spAutoFit/>
          </a:bodyPr>
          <a:lstStyle/>
          <a:p>
            <a:pPr marL="0" marR="0" lvl="0" indent="0" algn="r" defTabSz="914400" rtl="0" eaLnBrk="1" fontAlgn="auto" latinLnBrk="0" hangingPunct="1">
              <a:lnSpc>
                <a:spcPct val="13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vCenter</a:t>
            </a:r>
          </a:p>
        </p:txBody>
      </p:sp>
    </p:spTree>
    <p:extLst>
      <p:ext uri="{BB962C8B-B14F-4D97-AF65-F5344CB8AC3E}">
        <p14:creationId xmlns:p14="http://schemas.microsoft.com/office/powerpoint/2010/main" val="6888702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C0A22-64C8-B565-9872-046ED9374F77}"/>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4AA439D5-ABDD-DCF4-8331-A3FA2CB40BE9}"/>
              </a:ext>
            </a:extLst>
          </p:cNvPr>
          <p:cNvSpPr/>
          <p:nvPr/>
        </p:nvSpPr>
        <p:spPr>
          <a:xfrm>
            <a:off x="3351212" y="685800"/>
            <a:ext cx="5486400" cy="54864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2000" dirty="0">
                <a:solidFill>
                  <a:srgbClr val="3F3F3F"/>
                </a:solidFill>
                <a:latin typeface="Arial" panose="020B0604020202020204" pitchFamily="34" charset="0"/>
              </a:rPr>
              <a:t>Data Protection</a:t>
            </a:r>
            <a:endPar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Encryption at Rest</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Encryption in Transit</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Stretched Clusters</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Granular, Flexible</a:t>
            </a:r>
            <a:b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Fault Protection Policies</a:t>
            </a: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lang="en-US" sz="1200" dirty="0">
              <a:solidFill>
                <a:srgbClr val="FFFFF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lang="en-US" sz="1200" dirty="0">
              <a:solidFill>
                <a:srgbClr val="FFFFF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 name="Oval 1">
            <a:extLst>
              <a:ext uri="{FF2B5EF4-FFF2-40B4-BE49-F238E27FC236}">
                <a16:creationId xmlns:a16="http://schemas.microsoft.com/office/drawing/2014/main" id="{D30D7F24-1C55-A517-9394-583A788BE16B}"/>
              </a:ext>
            </a:extLst>
          </p:cNvPr>
          <p:cNvSpPr/>
          <p:nvPr/>
        </p:nvSpPr>
        <p:spPr>
          <a:xfrm>
            <a:off x="5402322" y="4801008"/>
            <a:ext cx="1371600" cy="13716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Host Attestation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Role-Based Access Control</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VM &amp; vSAN Encryption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Identity Federation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vMotion, DRS, HA, FT</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sp>
        <p:nvSpPr>
          <p:cNvPr id="3" name="Oval 2">
            <a:extLst>
              <a:ext uri="{FF2B5EF4-FFF2-40B4-BE49-F238E27FC236}">
                <a16:creationId xmlns:a16="http://schemas.microsoft.com/office/drawing/2014/main" id="{1FF4A284-3B00-9048-9941-E5B1319E47A1}"/>
              </a:ext>
            </a:extLst>
          </p:cNvPr>
          <p:cNvSpPr/>
          <p:nvPr/>
        </p:nvSpPr>
        <p:spPr>
          <a:xfrm>
            <a:off x="5539482" y="5074920"/>
            <a:ext cx="1097280" cy="109728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Code Signing</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Encrypted Configuration</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Lockdown Mode</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Hardware Vulnerability Protection</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VM Sandbox</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Memory Zeroing</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sp>
        <p:nvSpPr>
          <p:cNvPr id="4" name="Oval 3">
            <a:extLst>
              <a:ext uri="{FF2B5EF4-FFF2-40B4-BE49-F238E27FC236}">
                <a16:creationId xmlns:a16="http://schemas.microsoft.com/office/drawing/2014/main" id="{5F9848F4-B925-AD34-6570-9E5BBAC7A9C3}"/>
              </a:ext>
            </a:extLst>
          </p:cNvPr>
          <p:cNvSpPr/>
          <p:nvPr/>
        </p:nvSpPr>
        <p:spPr>
          <a:xfrm>
            <a:off x="5637212" y="5257800"/>
            <a:ext cx="914400" cy="9144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Secure Boot</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Hardware TPM</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Reliable Memory</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AMD SEV-ES</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Intel TXT</a:t>
            </a:r>
          </a:p>
        </p:txBody>
      </p:sp>
      <p:sp>
        <p:nvSpPr>
          <p:cNvPr id="6" name="TextBox 5">
            <a:extLst>
              <a:ext uri="{FF2B5EF4-FFF2-40B4-BE49-F238E27FC236}">
                <a16:creationId xmlns:a16="http://schemas.microsoft.com/office/drawing/2014/main" id="{4D848E3C-C360-291C-4D7B-914D853B3A28}"/>
              </a:ext>
            </a:extLst>
          </p:cNvPr>
          <p:cNvSpPr txBox="1"/>
          <p:nvPr/>
        </p:nvSpPr>
        <p:spPr>
          <a:xfrm>
            <a:off x="8928647" y="5310759"/>
            <a:ext cx="2695313" cy="581057"/>
          </a:xfrm>
          <a:prstGeom prst="rect">
            <a:avLst/>
          </a:prstGeom>
          <a:noFill/>
        </p:spPr>
        <p:txBody>
          <a:bodyPr wrap="square" lIns="0" tIns="0" rIns="0" bIns="0" rtlCol="0">
            <a:spAutoFit/>
          </a:bodyPr>
          <a:lstStyle/>
          <a:p>
            <a:pPr marL="0" marR="0" lvl="0" indent="0" algn="r" defTabSz="914400" rtl="0" eaLnBrk="1" fontAlgn="auto" latinLnBrk="0" hangingPunct="1">
              <a:lnSpc>
                <a:spcPct val="13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Hardware</a:t>
            </a:r>
          </a:p>
        </p:txBody>
      </p:sp>
      <p:sp>
        <p:nvSpPr>
          <p:cNvPr id="7" name="Google Shape;5457;p19">
            <a:extLst>
              <a:ext uri="{FF2B5EF4-FFF2-40B4-BE49-F238E27FC236}">
                <a16:creationId xmlns:a16="http://schemas.microsoft.com/office/drawing/2014/main" id="{8C47D383-48BC-B756-28C3-414863A71EB1}"/>
              </a:ext>
            </a:extLst>
          </p:cNvPr>
          <p:cNvSpPr txBox="1"/>
          <p:nvPr/>
        </p:nvSpPr>
        <p:spPr>
          <a:xfrm flipH="1">
            <a:off x="9629544" y="5310759"/>
            <a:ext cx="2355830" cy="640175"/>
          </a:xfrm>
          <a:prstGeom prst="rect">
            <a:avLst/>
          </a:prstGeom>
          <a:noFill/>
          <a:ln>
            <a:noFill/>
          </a:ln>
        </p:spPr>
        <p:txBody>
          <a:bodyPr spcFirstLastPara="1" wrap="square" lIns="0" tIns="0" rIns="0" bIns="0" anchor="t" anchorCtr="0">
            <a:spAutoFit/>
          </a:bodyPr>
          <a:lstStyle/>
          <a:p>
            <a:pPr marL="0" marR="0" lvl="0" indent="0" rtl="0">
              <a:lnSpc>
                <a:spcPct val="130000"/>
              </a:lnSpc>
              <a:spcBef>
                <a:spcPts val="0"/>
              </a:spcBef>
              <a:spcAft>
                <a:spcPts val="0"/>
              </a:spcAft>
              <a:buClr>
                <a:schemeClr val="lt1"/>
              </a:buClr>
              <a:buSzPts val="3200"/>
              <a:buFont typeface="Arial"/>
              <a:buNone/>
            </a:pPr>
            <a:r>
              <a:rPr lang="en-US" sz="3200" b="0" i="0" u="none" strike="noStrike" cap="none" dirty="0">
                <a:solidFill>
                  <a:schemeClr val="lt1"/>
                </a:solidFill>
                <a:latin typeface="Arial"/>
                <a:ea typeface="Arial"/>
                <a:cs typeface="Arial"/>
                <a:sym typeface="Arial"/>
              </a:rPr>
              <a:t>Hardware</a:t>
            </a:r>
            <a:endParaRPr dirty="0">
              <a:latin typeface="Arial" panose="020B0604020202020204" pitchFamily="34" charset="0"/>
            </a:endParaRPr>
          </a:p>
        </p:txBody>
      </p:sp>
      <p:grpSp>
        <p:nvGrpSpPr>
          <p:cNvPr id="8" name="Group 7">
            <a:extLst>
              <a:ext uri="{FF2B5EF4-FFF2-40B4-BE49-F238E27FC236}">
                <a16:creationId xmlns:a16="http://schemas.microsoft.com/office/drawing/2014/main" id="{4E4B21AE-3AC0-2E72-0377-5F4603374D99}"/>
              </a:ext>
            </a:extLst>
          </p:cNvPr>
          <p:cNvGrpSpPr/>
          <p:nvPr/>
        </p:nvGrpSpPr>
        <p:grpSpPr>
          <a:xfrm flipH="1">
            <a:off x="9263640" y="5439027"/>
            <a:ext cx="2932847" cy="731416"/>
            <a:chOff x="0" y="398145"/>
            <a:chExt cx="3431443" cy="731416"/>
          </a:xfrm>
        </p:grpSpPr>
        <p:sp>
          <p:nvSpPr>
            <p:cNvPr id="9" name="Freeform 8">
              <a:extLst>
                <a:ext uri="{FF2B5EF4-FFF2-40B4-BE49-F238E27FC236}">
                  <a16:creationId xmlns:a16="http://schemas.microsoft.com/office/drawing/2014/main" id="{D13C425E-5298-895A-2742-17B450EA4FDD}"/>
                </a:ext>
              </a:extLst>
            </p:cNvPr>
            <p:cNvSpPr/>
            <p:nvPr/>
          </p:nvSpPr>
          <p:spPr>
            <a:xfrm>
              <a:off x="0" y="453212"/>
              <a:ext cx="3431443" cy="635534"/>
            </a:xfrm>
            <a:custGeom>
              <a:avLst/>
              <a:gdLst>
                <a:gd name="connsiteX0" fmla="*/ 0 w 3431443"/>
                <a:gd name="connsiteY0" fmla="*/ 0 h 635534"/>
                <a:gd name="connsiteX1" fmla="*/ 1144128 w 3431443"/>
                <a:gd name="connsiteY1" fmla="*/ 0 h 635534"/>
                <a:gd name="connsiteX2" fmla="*/ 1255762 w 3431443"/>
                <a:gd name="connsiteY2" fmla="*/ 0 h 635534"/>
                <a:gd name="connsiteX3" fmla="*/ 1409044 w 3431443"/>
                <a:gd name="connsiteY3" fmla="*/ 0 h 635534"/>
                <a:gd name="connsiteX4" fmla="*/ 3151090 w 3431443"/>
                <a:gd name="connsiteY4" fmla="*/ 0 h 635534"/>
                <a:gd name="connsiteX5" fmla="*/ 3262725 w 3431443"/>
                <a:gd name="connsiteY5" fmla="*/ 0 h 635534"/>
                <a:gd name="connsiteX6" fmla="*/ 3416007 w 3431443"/>
                <a:gd name="connsiteY6" fmla="*/ 0 h 635534"/>
                <a:gd name="connsiteX7" fmla="*/ 3426902 w 3431443"/>
                <a:gd name="connsiteY7" fmla="*/ 26300 h 635534"/>
                <a:gd name="connsiteX8" fmla="*/ 2862779 w 3431443"/>
                <a:gd name="connsiteY8" fmla="*/ 590421 h 635534"/>
                <a:gd name="connsiteX9" fmla="*/ 2753853 w 3431443"/>
                <a:gd name="connsiteY9" fmla="*/ 635534 h 635534"/>
                <a:gd name="connsiteX10" fmla="*/ 2488937 w 3431443"/>
                <a:gd name="connsiteY10" fmla="*/ 635534 h 635534"/>
                <a:gd name="connsiteX11" fmla="*/ 746891 w 3431443"/>
                <a:gd name="connsiteY11" fmla="*/ 635534 h 635534"/>
                <a:gd name="connsiteX12" fmla="*/ 481974 w 3431443"/>
                <a:gd name="connsiteY12" fmla="*/ 635534 h 635534"/>
                <a:gd name="connsiteX13" fmla="*/ 0 w 3431443"/>
                <a:gd name="connsiteY13" fmla="*/ 635534 h 635534"/>
                <a:gd name="connsiteX14" fmla="*/ 0 w 3431443"/>
                <a:gd name="connsiteY14" fmla="*/ 0 h 63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1443" h="635534">
                  <a:moveTo>
                    <a:pt x="0" y="0"/>
                  </a:moveTo>
                  <a:lnTo>
                    <a:pt x="1144128" y="0"/>
                  </a:lnTo>
                  <a:lnTo>
                    <a:pt x="1255762" y="0"/>
                  </a:lnTo>
                  <a:lnTo>
                    <a:pt x="1409044" y="0"/>
                  </a:lnTo>
                  <a:lnTo>
                    <a:pt x="3151090" y="0"/>
                  </a:lnTo>
                  <a:lnTo>
                    <a:pt x="3262725" y="0"/>
                  </a:lnTo>
                  <a:lnTo>
                    <a:pt x="3416007" y="0"/>
                  </a:lnTo>
                  <a:cubicBezTo>
                    <a:pt x="3429726" y="0"/>
                    <a:pt x="3436607" y="16595"/>
                    <a:pt x="3426902" y="26300"/>
                  </a:cubicBezTo>
                  <a:lnTo>
                    <a:pt x="2862779" y="590421"/>
                  </a:lnTo>
                  <a:cubicBezTo>
                    <a:pt x="2833892" y="619309"/>
                    <a:pt x="2794715" y="635534"/>
                    <a:pt x="2753853" y="635534"/>
                  </a:cubicBezTo>
                  <a:lnTo>
                    <a:pt x="2488937" y="635534"/>
                  </a:lnTo>
                  <a:lnTo>
                    <a:pt x="746891" y="635534"/>
                  </a:lnTo>
                  <a:lnTo>
                    <a:pt x="481974" y="635534"/>
                  </a:lnTo>
                  <a:lnTo>
                    <a:pt x="0" y="635534"/>
                  </a:lnTo>
                  <a:lnTo>
                    <a:pt x="0" y="0"/>
                  </a:lnTo>
                  <a:close/>
                </a:path>
              </a:pathLst>
            </a:custGeom>
            <a:gradFill>
              <a:gsLst>
                <a:gs pos="0">
                  <a:srgbClr val="0098C7">
                    <a:alpha val="24705"/>
                  </a:srgbClr>
                </a:gs>
                <a:gs pos="99000">
                  <a:srgbClr val="005C8A">
                    <a:alpha val="24705"/>
                  </a:srgbClr>
                </a:gs>
                <a:gs pos="100000">
                  <a:srgbClr val="005C8A">
                    <a:alpha val="24705"/>
                  </a:srgbClr>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4" name="Freeform 9">
              <a:extLst>
                <a:ext uri="{FF2B5EF4-FFF2-40B4-BE49-F238E27FC236}">
                  <a16:creationId xmlns:a16="http://schemas.microsoft.com/office/drawing/2014/main" id="{D0281DB2-33F6-B292-DCC0-B785160C9307}"/>
                </a:ext>
              </a:extLst>
            </p:cNvPr>
            <p:cNvSpPr/>
            <p:nvPr/>
          </p:nvSpPr>
          <p:spPr>
            <a:xfrm>
              <a:off x="1" y="398145"/>
              <a:ext cx="3205327" cy="731416"/>
            </a:xfrm>
            <a:custGeom>
              <a:avLst/>
              <a:gdLst>
                <a:gd name="connsiteX0" fmla="*/ 0 w 3205327"/>
                <a:gd name="connsiteY0" fmla="*/ 0 h 731416"/>
                <a:gd name="connsiteX1" fmla="*/ 572932 w 3205327"/>
                <a:gd name="connsiteY1" fmla="*/ 0 h 731416"/>
                <a:gd name="connsiteX2" fmla="*/ 701409 w 3205327"/>
                <a:gd name="connsiteY2" fmla="*/ 0 h 731416"/>
                <a:gd name="connsiteX3" fmla="*/ 877816 w 3205327"/>
                <a:gd name="connsiteY3" fmla="*/ 0 h 731416"/>
                <a:gd name="connsiteX4" fmla="*/ 2882678 w 3205327"/>
                <a:gd name="connsiteY4" fmla="*/ 0 h 731416"/>
                <a:gd name="connsiteX5" fmla="*/ 3011155 w 3205327"/>
                <a:gd name="connsiteY5" fmla="*/ 0 h 731416"/>
                <a:gd name="connsiteX6" fmla="*/ 3187562 w 3205327"/>
                <a:gd name="connsiteY6" fmla="*/ 0 h 731416"/>
                <a:gd name="connsiteX7" fmla="*/ 3200101 w 3205327"/>
                <a:gd name="connsiteY7" fmla="*/ 30268 h 731416"/>
                <a:gd name="connsiteX8" fmla="*/ 2550871 w 3205327"/>
                <a:gd name="connsiteY8" fmla="*/ 679497 h 731416"/>
                <a:gd name="connsiteX9" fmla="*/ 2425512 w 3205327"/>
                <a:gd name="connsiteY9" fmla="*/ 731416 h 731416"/>
                <a:gd name="connsiteX10" fmla="*/ 2120628 w 3205327"/>
                <a:gd name="connsiteY10" fmla="*/ 731416 h 731416"/>
                <a:gd name="connsiteX11" fmla="*/ 115766 w 3205327"/>
                <a:gd name="connsiteY11" fmla="*/ 731416 h 731416"/>
                <a:gd name="connsiteX12" fmla="*/ 0 w 3205327"/>
                <a:gd name="connsiteY12" fmla="*/ 731416 h 73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5327" h="731416">
                  <a:moveTo>
                    <a:pt x="0" y="0"/>
                  </a:moveTo>
                  <a:lnTo>
                    <a:pt x="572932" y="0"/>
                  </a:lnTo>
                  <a:lnTo>
                    <a:pt x="701409" y="0"/>
                  </a:lnTo>
                  <a:lnTo>
                    <a:pt x="877816" y="0"/>
                  </a:lnTo>
                  <a:lnTo>
                    <a:pt x="2882678" y="0"/>
                  </a:lnTo>
                  <a:lnTo>
                    <a:pt x="3011155" y="0"/>
                  </a:lnTo>
                  <a:lnTo>
                    <a:pt x="3187562" y="0"/>
                  </a:lnTo>
                  <a:cubicBezTo>
                    <a:pt x="3203351" y="0"/>
                    <a:pt x="3211270" y="19099"/>
                    <a:pt x="3200101" y="30268"/>
                  </a:cubicBezTo>
                  <a:lnTo>
                    <a:pt x="2550871" y="679497"/>
                  </a:lnTo>
                  <a:cubicBezTo>
                    <a:pt x="2517626" y="712743"/>
                    <a:pt x="2472538" y="731416"/>
                    <a:pt x="2425512" y="731416"/>
                  </a:cubicBezTo>
                  <a:lnTo>
                    <a:pt x="2120628" y="731416"/>
                  </a:lnTo>
                  <a:lnTo>
                    <a:pt x="115766" y="731416"/>
                  </a:lnTo>
                  <a:lnTo>
                    <a:pt x="0" y="731416"/>
                  </a:lnTo>
                  <a:close/>
                </a:path>
              </a:pathLst>
            </a:custGeom>
            <a:gradFill>
              <a:gsLst>
                <a:gs pos="0">
                  <a:schemeClr val="accent1"/>
                </a:gs>
                <a:gs pos="36000">
                  <a:schemeClr val="accent2"/>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sp>
        <p:nvSpPr>
          <p:cNvPr id="15" name="TextBox 14">
            <a:extLst>
              <a:ext uri="{FF2B5EF4-FFF2-40B4-BE49-F238E27FC236}">
                <a16:creationId xmlns:a16="http://schemas.microsoft.com/office/drawing/2014/main" id="{C29291A8-5DC2-06AC-CE93-2661080D0681}"/>
              </a:ext>
            </a:extLst>
          </p:cNvPr>
          <p:cNvSpPr txBox="1"/>
          <p:nvPr/>
        </p:nvSpPr>
        <p:spPr>
          <a:xfrm>
            <a:off x="9081047" y="5463159"/>
            <a:ext cx="2695313" cy="581057"/>
          </a:xfrm>
          <a:prstGeom prst="rect">
            <a:avLst/>
          </a:prstGeom>
          <a:noFill/>
        </p:spPr>
        <p:txBody>
          <a:bodyPr wrap="square" lIns="0" tIns="0" rIns="0" bIns="0" rtlCol="0">
            <a:spAutoFit/>
          </a:bodyPr>
          <a:lstStyle/>
          <a:p>
            <a:pPr marL="0" marR="0" lvl="0" indent="0" algn="r" defTabSz="914400" rtl="0" eaLnBrk="1" fontAlgn="auto" latinLnBrk="0" hangingPunct="1">
              <a:lnSpc>
                <a:spcPct val="13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vSAN</a:t>
            </a:r>
          </a:p>
        </p:txBody>
      </p:sp>
    </p:spTree>
    <p:extLst>
      <p:ext uri="{BB962C8B-B14F-4D97-AF65-F5344CB8AC3E}">
        <p14:creationId xmlns:p14="http://schemas.microsoft.com/office/powerpoint/2010/main" val="4073232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1FABD-B483-48FD-6669-AC6E1E2CA4FC}"/>
            </a:ext>
          </a:extLst>
        </p:cNvPr>
        <p:cNvGrpSpPr/>
        <p:nvPr/>
      </p:nvGrpSpPr>
      <p:grpSpPr>
        <a:xfrm>
          <a:off x="0" y="0"/>
          <a:ext cx="0" cy="0"/>
          <a:chOff x="0" y="0"/>
          <a:chExt cx="0" cy="0"/>
        </a:xfrm>
      </p:grpSpPr>
      <p:sp>
        <p:nvSpPr>
          <p:cNvPr id="6" name="Oval 5">
            <a:extLst>
              <a:ext uri="{FF2B5EF4-FFF2-40B4-BE49-F238E27FC236}">
                <a16:creationId xmlns:a16="http://schemas.microsoft.com/office/drawing/2014/main" id="{C17F104A-877C-289C-3C96-ABAC24F83594}"/>
              </a:ext>
            </a:extLst>
          </p:cNvPr>
          <p:cNvSpPr/>
          <p:nvPr/>
        </p:nvSpPr>
        <p:spPr>
          <a:xfrm>
            <a:off x="3351212" y="685800"/>
            <a:ext cx="5486400" cy="54864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2000" dirty="0" err="1">
                <a:solidFill>
                  <a:srgbClr val="3F3F3F"/>
                </a:solidFill>
                <a:latin typeface="Arial" panose="020B0604020202020204" pitchFamily="34" charset="0"/>
              </a:rPr>
              <a:t>vTPM</a:t>
            </a:r>
            <a:endPar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lang="en-US" sz="2000" dirty="0">
                <a:solidFill>
                  <a:srgbClr val="3F3F3F"/>
                </a:solidFill>
                <a:latin typeface="Arial" panose="020B0604020202020204" pitchFamily="34" charset="0"/>
              </a:rPr>
              <a:t>Replication &amp; Snapshots</a:t>
            </a:r>
            <a:endPar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Virtualization-Based Security</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Confidential Computing</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High Availability</a:t>
            </a:r>
            <a:b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lang="en-US" sz="1200" dirty="0">
              <a:solidFill>
                <a:srgbClr val="FFFFF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lang="en-US" sz="1200" dirty="0">
              <a:solidFill>
                <a:srgbClr val="FFFFF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 name="Oval 4">
            <a:extLst>
              <a:ext uri="{FF2B5EF4-FFF2-40B4-BE49-F238E27FC236}">
                <a16:creationId xmlns:a16="http://schemas.microsoft.com/office/drawing/2014/main" id="{FF48EB4F-94D0-778C-6D12-B92193269298}"/>
              </a:ext>
            </a:extLst>
          </p:cNvPr>
          <p:cNvSpPr/>
          <p:nvPr/>
        </p:nvSpPr>
        <p:spPr>
          <a:xfrm>
            <a:off x="5288022" y="4572000"/>
            <a:ext cx="1600200" cy="16002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00" dirty="0">
                <a:solidFill>
                  <a:srgbClr val="3F3F3F"/>
                </a:solidFill>
                <a:latin typeface="Arial" panose="020B0604020202020204" pitchFamily="34" charset="0"/>
              </a:rPr>
              <a:t>Data Protection</a:t>
            </a: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Encryption at Rest</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Encryption in Transit</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Stretched Clusters</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Granular, Flexible</a:t>
            </a:r>
            <a:b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Fault Protection Policies</a:t>
            </a:r>
            <a:endParaRPr kumimoji="0" lang="en-US" sz="1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lang="en-US" sz="100" dirty="0">
              <a:solidFill>
                <a:srgbClr val="FFFFF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lang="en-US" sz="100" dirty="0">
              <a:solidFill>
                <a:srgbClr val="FFFFF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 name="Oval 1">
            <a:extLst>
              <a:ext uri="{FF2B5EF4-FFF2-40B4-BE49-F238E27FC236}">
                <a16:creationId xmlns:a16="http://schemas.microsoft.com/office/drawing/2014/main" id="{080B8536-117F-A530-5400-E25ECA99C743}"/>
              </a:ext>
            </a:extLst>
          </p:cNvPr>
          <p:cNvSpPr/>
          <p:nvPr/>
        </p:nvSpPr>
        <p:spPr>
          <a:xfrm>
            <a:off x="5402322" y="4801008"/>
            <a:ext cx="1371600" cy="13716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Host Attestation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Role-Based Access Control</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VM &amp; vSAN Encryption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Identity Federation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vMotion, DRS, HA, FT</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sp>
        <p:nvSpPr>
          <p:cNvPr id="3" name="Oval 2">
            <a:extLst>
              <a:ext uri="{FF2B5EF4-FFF2-40B4-BE49-F238E27FC236}">
                <a16:creationId xmlns:a16="http://schemas.microsoft.com/office/drawing/2014/main" id="{062DAED0-A249-5536-91E6-20CFB5975CEC}"/>
              </a:ext>
            </a:extLst>
          </p:cNvPr>
          <p:cNvSpPr/>
          <p:nvPr/>
        </p:nvSpPr>
        <p:spPr>
          <a:xfrm>
            <a:off x="5539482" y="5074920"/>
            <a:ext cx="1097280" cy="109728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Code Signing</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Encrypted Configuration</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Lockdown Mode</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Hardware Vulnerability Protection</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VM Sandbox</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Memory Zeroing</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sp>
        <p:nvSpPr>
          <p:cNvPr id="4" name="Oval 3">
            <a:extLst>
              <a:ext uri="{FF2B5EF4-FFF2-40B4-BE49-F238E27FC236}">
                <a16:creationId xmlns:a16="http://schemas.microsoft.com/office/drawing/2014/main" id="{C80C4E08-5FB0-8E3A-34EF-707ACF79470F}"/>
              </a:ext>
            </a:extLst>
          </p:cNvPr>
          <p:cNvSpPr/>
          <p:nvPr/>
        </p:nvSpPr>
        <p:spPr>
          <a:xfrm>
            <a:off x="5637212" y="5257800"/>
            <a:ext cx="914400" cy="9144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Secure Boot</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Hardware TPM</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Reliable Memory</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AMD SEV-ES</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Intel TXT</a:t>
            </a:r>
          </a:p>
        </p:txBody>
      </p:sp>
      <p:sp>
        <p:nvSpPr>
          <p:cNvPr id="17" name="TextBox 16">
            <a:extLst>
              <a:ext uri="{FF2B5EF4-FFF2-40B4-BE49-F238E27FC236}">
                <a16:creationId xmlns:a16="http://schemas.microsoft.com/office/drawing/2014/main" id="{7BD63B44-8B55-B9A1-4D35-BD0E61A4D0C7}"/>
              </a:ext>
            </a:extLst>
          </p:cNvPr>
          <p:cNvSpPr txBox="1"/>
          <p:nvPr/>
        </p:nvSpPr>
        <p:spPr>
          <a:xfrm>
            <a:off x="8928647" y="5310759"/>
            <a:ext cx="2695313" cy="581057"/>
          </a:xfrm>
          <a:prstGeom prst="rect">
            <a:avLst/>
          </a:prstGeom>
          <a:noFill/>
        </p:spPr>
        <p:txBody>
          <a:bodyPr wrap="square" lIns="0" tIns="0" rIns="0" bIns="0" rtlCol="0">
            <a:spAutoFit/>
          </a:bodyPr>
          <a:lstStyle/>
          <a:p>
            <a:pPr marL="0" marR="0" lvl="0" indent="0" algn="r" defTabSz="914400" rtl="0" eaLnBrk="1" fontAlgn="auto" latinLnBrk="0" hangingPunct="1">
              <a:lnSpc>
                <a:spcPct val="13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Hardware</a:t>
            </a:r>
          </a:p>
        </p:txBody>
      </p:sp>
      <p:sp>
        <p:nvSpPr>
          <p:cNvPr id="18" name="Google Shape;5457;p19">
            <a:extLst>
              <a:ext uri="{FF2B5EF4-FFF2-40B4-BE49-F238E27FC236}">
                <a16:creationId xmlns:a16="http://schemas.microsoft.com/office/drawing/2014/main" id="{E429A5F5-97AE-A541-9925-078AA3B97DD8}"/>
              </a:ext>
            </a:extLst>
          </p:cNvPr>
          <p:cNvSpPr txBox="1"/>
          <p:nvPr/>
        </p:nvSpPr>
        <p:spPr>
          <a:xfrm flipH="1">
            <a:off x="9629544" y="5310759"/>
            <a:ext cx="2355830" cy="640175"/>
          </a:xfrm>
          <a:prstGeom prst="rect">
            <a:avLst/>
          </a:prstGeom>
          <a:noFill/>
          <a:ln>
            <a:noFill/>
          </a:ln>
        </p:spPr>
        <p:txBody>
          <a:bodyPr spcFirstLastPara="1" wrap="square" lIns="0" tIns="0" rIns="0" bIns="0" anchor="t" anchorCtr="0">
            <a:spAutoFit/>
          </a:bodyPr>
          <a:lstStyle/>
          <a:p>
            <a:pPr marL="0" marR="0" lvl="0" indent="0" rtl="0">
              <a:lnSpc>
                <a:spcPct val="130000"/>
              </a:lnSpc>
              <a:spcBef>
                <a:spcPts val="0"/>
              </a:spcBef>
              <a:spcAft>
                <a:spcPts val="0"/>
              </a:spcAft>
              <a:buClr>
                <a:schemeClr val="lt1"/>
              </a:buClr>
              <a:buSzPts val="3200"/>
              <a:buFont typeface="Arial"/>
              <a:buNone/>
            </a:pPr>
            <a:r>
              <a:rPr lang="en-US" sz="3200" b="0" i="0" u="none" strike="noStrike" cap="none" dirty="0">
                <a:solidFill>
                  <a:schemeClr val="lt1"/>
                </a:solidFill>
                <a:latin typeface="Arial"/>
                <a:ea typeface="Arial"/>
                <a:cs typeface="Arial"/>
                <a:sym typeface="Arial"/>
              </a:rPr>
              <a:t>Hardware</a:t>
            </a:r>
            <a:endParaRPr dirty="0">
              <a:latin typeface="Arial" panose="020B0604020202020204" pitchFamily="34" charset="0"/>
            </a:endParaRPr>
          </a:p>
        </p:txBody>
      </p:sp>
      <p:grpSp>
        <p:nvGrpSpPr>
          <p:cNvPr id="19" name="Group 18">
            <a:extLst>
              <a:ext uri="{FF2B5EF4-FFF2-40B4-BE49-F238E27FC236}">
                <a16:creationId xmlns:a16="http://schemas.microsoft.com/office/drawing/2014/main" id="{6B82198E-6759-30A0-E329-37F27E5959EE}"/>
              </a:ext>
            </a:extLst>
          </p:cNvPr>
          <p:cNvGrpSpPr/>
          <p:nvPr/>
        </p:nvGrpSpPr>
        <p:grpSpPr>
          <a:xfrm flipH="1">
            <a:off x="8357786" y="5439027"/>
            <a:ext cx="3838703" cy="731416"/>
            <a:chOff x="0" y="398145"/>
            <a:chExt cx="3431443" cy="731416"/>
          </a:xfrm>
        </p:grpSpPr>
        <p:sp>
          <p:nvSpPr>
            <p:cNvPr id="20" name="Freeform 8">
              <a:extLst>
                <a:ext uri="{FF2B5EF4-FFF2-40B4-BE49-F238E27FC236}">
                  <a16:creationId xmlns:a16="http://schemas.microsoft.com/office/drawing/2014/main" id="{C0B07A37-674C-D792-655C-A88FA8BE82D6}"/>
                </a:ext>
              </a:extLst>
            </p:cNvPr>
            <p:cNvSpPr/>
            <p:nvPr/>
          </p:nvSpPr>
          <p:spPr>
            <a:xfrm>
              <a:off x="0" y="453212"/>
              <a:ext cx="3431443" cy="635534"/>
            </a:xfrm>
            <a:custGeom>
              <a:avLst/>
              <a:gdLst>
                <a:gd name="connsiteX0" fmla="*/ 0 w 3431443"/>
                <a:gd name="connsiteY0" fmla="*/ 0 h 635534"/>
                <a:gd name="connsiteX1" fmla="*/ 1144128 w 3431443"/>
                <a:gd name="connsiteY1" fmla="*/ 0 h 635534"/>
                <a:gd name="connsiteX2" fmla="*/ 1255762 w 3431443"/>
                <a:gd name="connsiteY2" fmla="*/ 0 h 635534"/>
                <a:gd name="connsiteX3" fmla="*/ 1409044 w 3431443"/>
                <a:gd name="connsiteY3" fmla="*/ 0 h 635534"/>
                <a:gd name="connsiteX4" fmla="*/ 3151090 w 3431443"/>
                <a:gd name="connsiteY4" fmla="*/ 0 h 635534"/>
                <a:gd name="connsiteX5" fmla="*/ 3262725 w 3431443"/>
                <a:gd name="connsiteY5" fmla="*/ 0 h 635534"/>
                <a:gd name="connsiteX6" fmla="*/ 3416007 w 3431443"/>
                <a:gd name="connsiteY6" fmla="*/ 0 h 635534"/>
                <a:gd name="connsiteX7" fmla="*/ 3426902 w 3431443"/>
                <a:gd name="connsiteY7" fmla="*/ 26300 h 635534"/>
                <a:gd name="connsiteX8" fmla="*/ 2862779 w 3431443"/>
                <a:gd name="connsiteY8" fmla="*/ 590421 h 635534"/>
                <a:gd name="connsiteX9" fmla="*/ 2753853 w 3431443"/>
                <a:gd name="connsiteY9" fmla="*/ 635534 h 635534"/>
                <a:gd name="connsiteX10" fmla="*/ 2488937 w 3431443"/>
                <a:gd name="connsiteY10" fmla="*/ 635534 h 635534"/>
                <a:gd name="connsiteX11" fmla="*/ 746891 w 3431443"/>
                <a:gd name="connsiteY11" fmla="*/ 635534 h 635534"/>
                <a:gd name="connsiteX12" fmla="*/ 481974 w 3431443"/>
                <a:gd name="connsiteY12" fmla="*/ 635534 h 635534"/>
                <a:gd name="connsiteX13" fmla="*/ 0 w 3431443"/>
                <a:gd name="connsiteY13" fmla="*/ 635534 h 635534"/>
                <a:gd name="connsiteX14" fmla="*/ 0 w 3431443"/>
                <a:gd name="connsiteY14" fmla="*/ 0 h 63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1443" h="635534">
                  <a:moveTo>
                    <a:pt x="0" y="0"/>
                  </a:moveTo>
                  <a:lnTo>
                    <a:pt x="1144128" y="0"/>
                  </a:lnTo>
                  <a:lnTo>
                    <a:pt x="1255762" y="0"/>
                  </a:lnTo>
                  <a:lnTo>
                    <a:pt x="1409044" y="0"/>
                  </a:lnTo>
                  <a:lnTo>
                    <a:pt x="3151090" y="0"/>
                  </a:lnTo>
                  <a:lnTo>
                    <a:pt x="3262725" y="0"/>
                  </a:lnTo>
                  <a:lnTo>
                    <a:pt x="3416007" y="0"/>
                  </a:lnTo>
                  <a:cubicBezTo>
                    <a:pt x="3429726" y="0"/>
                    <a:pt x="3436607" y="16595"/>
                    <a:pt x="3426902" y="26300"/>
                  </a:cubicBezTo>
                  <a:lnTo>
                    <a:pt x="2862779" y="590421"/>
                  </a:lnTo>
                  <a:cubicBezTo>
                    <a:pt x="2833892" y="619309"/>
                    <a:pt x="2794715" y="635534"/>
                    <a:pt x="2753853" y="635534"/>
                  </a:cubicBezTo>
                  <a:lnTo>
                    <a:pt x="2488937" y="635534"/>
                  </a:lnTo>
                  <a:lnTo>
                    <a:pt x="746891" y="635534"/>
                  </a:lnTo>
                  <a:lnTo>
                    <a:pt x="481974" y="635534"/>
                  </a:lnTo>
                  <a:lnTo>
                    <a:pt x="0" y="635534"/>
                  </a:lnTo>
                  <a:lnTo>
                    <a:pt x="0" y="0"/>
                  </a:lnTo>
                  <a:close/>
                </a:path>
              </a:pathLst>
            </a:custGeom>
            <a:gradFill>
              <a:gsLst>
                <a:gs pos="0">
                  <a:srgbClr val="0098C7">
                    <a:alpha val="24705"/>
                  </a:srgbClr>
                </a:gs>
                <a:gs pos="99000">
                  <a:srgbClr val="005C8A">
                    <a:alpha val="24705"/>
                  </a:srgbClr>
                </a:gs>
                <a:gs pos="100000">
                  <a:srgbClr val="005C8A">
                    <a:alpha val="24705"/>
                  </a:srgbClr>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1" name="Freeform 9">
              <a:extLst>
                <a:ext uri="{FF2B5EF4-FFF2-40B4-BE49-F238E27FC236}">
                  <a16:creationId xmlns:a16="http://schemas.microsoft.com/office/drawing/2014/main" id="{F9B60BE1-480D-CE18-F9CD-D5FEC559E446}"/>
                </a:ext>
              </a:extLst>
            </p:cNvPr>
            <p:cNvSpPr/>
            <p:nvPr/>
          </p:nvSpPr>
          <p:spPr>
            <a:xfrm>
              <a:off x="1" y="398145"/>
              <a:ext cx="3205327" cy="731416"/>
            </a:xfrm>
            <a:custGeom>
              <a:avLst/>
              <a:gdLst>
                <a:gd name="connsiteX0" fmla="*/ 0 w 3205327"/>
                <a:gd name="connsiteY0" fmla="*/ 0 h 731416"/>
                <a:gd name="connsiteX1" fmla="*/ 572932 w 3205327"/>
                <a:gd name="connsiteY1" fmla="*/ 0 h 731416"/>
                <a:gd name="connsiteX2" fmla="*/ 701409 w 3205327"/>
                <a:gd name="connsiteY2" fmla="*/ 0 h 731416"/>
                <a:gd name="connsiteX3" fmla="*/ 877816 w 3205327"/>
                <a:gd name="connsiteY3" fmla="*/ 0 h 731416"/>
                <a:gd name="connsiteX4" fmla="*/ 2882678 w 3205327"/>
                <a:gd name="connsiteY4" fmla="*/ 0 h 731416"/>
                <a:gd name="connsiteX5" fmla="*/ 3011155 w 3205327"/>
                <a:gd name="connsiteY5" fmla="*/ 0 h 731416"/>
                <a:gd name="connsiteX6" fmla="*/ 3187562 w 3205327"/>
                <a:gd name="connsiteY6" fmla="*/ 0 h 731416"/>
                <a:gd name="connsiteX7" fmla="*/ 3200101 w 3205327"/>
                <a:gd name="connsiteY7" fmla="*/ 30268 h 731416"/>
                <a:gd name="connsiteX8" fmla="*/ 2550871 w 3205327"/>
                <a:gd name="connsiteY8" fmla="*/ 679497 h 731416"/>
                <a:gd name="connsiteX9" fmla="*/ 2425512 w 3205327"/>
                <a:gd name="connsiteY9" fmla="*/ 731416 h 731416"/>
                <a:gd name="connsiteX10" fmla="*/ 2120628 w 3205327"/>
                <a:gd name="connsiteY10" fmla="*/ 731416 h 731416"/>
                <a:gd name="connsiteX11" fmla="*/ 115766 w 3205327"/>
                <a:gd name="connsiteY11" fmla="*/ 731416 h 731416"/>
                <a:gd name="connsiteX12" fmla="*/ 0 w 3205327"/>
                <a:gd name="connsiteY12" fmla="*/ 731416 h 73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5327" h="731416">
                  <a:moveTo>
                    <a:pt x="0" y="0"/>
                  </a:moveTo>
                  <a:lnTo>
                    <a:pt x="572932" y="0"/>
                  </a:lnTo>
                  <a:lnTo>
                    <a:pt x="701409" y="0"/>
                  </a:lnTo>
                  <a:lnTo>
                    <a:pt x="877816" y="0"/>
                  </a:lnTo>
                  <a:lnTo>
                    <a:pt x="2882678" y="0"/>
                  </a:lnTo>
                  <a:lnTo>
                    <a:pt x="3011155" y="0"/>
                  </a:lnTo>
                  <a:lnTo>
                    <a:pt x="3187562" y="0"/>
                  </a:lnTo>
                  <a:cubicBezTo>
                    <a:pt x="3203351" y="0"/>
                    <a:pt x="3211270" y="19099"/>
                    <a:pt x="3200101" y="30268"/>
                  </a:cubicBezTo>
                  <a:lnTo>
                    <a:pt x="2550871" y="679497"/>
                  </a:lnTo>
                  <a:cubicBezTo>
                    <a:pt x="2517626" y="712743"/>
                    <a:pt x="2472538" y="731416"/>
                    <a:pt x="2425512" y="731416"/>
                  </a:cubicBezTo>
                  <a:lnTo>
                    <a:pt x="2120628" y="731416"/>
                  </a:lnTo>
                  <a:lnTo>
                    <a:pt x="115766" y="731416"/>
                  </a:lnTo>
                  <a:lnTo>
                    <a:pt x="0" y="731416"/>
                  </a:lnTo>
                  <a:close/>
                </a:path>
              </a:pathLst>
            </a:custGeom>
            <a:gradFill>
              <a:gsLst>
                <a:gs pos="0">
                  <a:schemeClr val="accent1"/>
                </a:gs>
                <a:gs pos="36000">
                  <a:schemeClr val="accent2"/>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sp>
        <p:nvSpPr>
          <p:cNvPr id="22" name="TextBox 21">
            <a:extLst>
              <a:ext uri="{FF2B5EF4-FFF2-40B4-BE49-F238E27FC236}">
                <a16:creationId xmlns:a16="http://schemas.microsoft.com/office/drawing/2014/main" id="{060FCD1B-2449-F1E1-A813-78AC2D75BAB7}"/>
              </a:ext>
            </a:extLst>
          </p:cNvPr>
          <p:cNvSpPr txBox="1"/>
          <p:nvPr/>
        </p:nvSpPr>
        <p:spPr>
          <a:xfrm>
            <a:off x="9081047" y="5463159"/>
            <a:ext cx="2695313" cy="581057"/>
          </a:xfrm>
          <a:prstGeom prst="rect">
            <a:avLst/>
          </a:prstGeom>
          <a:noFill/>
        </p:spPr>
        <p:txBody>
          <a:bodyPr wrap="square" lIns="0" tIns="0" rIns="0" bIns="0" rtlCol="0">
            <a:spAutoFit/>
          </a:bodyPr>
          <a:lstStyle/>
          <a:p>
            <a:pPr marL="0" marR="0" lvl="0" indent="0" algn="r" defTabSz="914400" rtl="0" eaLnBrk="1" fontAlgn="auto" latinLnBrk="0" hangingPunct="1">
              <a:lnSpc>
                <a:spcPct val="13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Workloads</a:t>
            </a:r>
          </a:p>
        </p:txBody>
      </p:sp>
    </p:spTree>
    <p:extLst>
      <p:ext uri="{BB962C8B-B14F-4D97-AF65-F5344CB8AC3E}">
        <p14:creationId xmlns:p14="http://schemas.microsoft.com/office/powerpoint/2010/main" val="2435698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AF3E4-38A4-BCB0-DFFB-18969BDA2C26}"/>
            </a:ext>
          </a:extLst>
        </p:cNvPr>
        <p:cNvGrpSpPr/>
        <p:nvPr/>
      </p:nvGrpSpPr>
      <p:grpSpPr>
        <a:xfrm>
          <a:off x="0" y="0"/>
          <a:ext cx="0" cy="0"/>
          <a:chOff x="0" y="0"/>
          <a:chExt cx="0" cy="0"/>
        </a:xfrm>
      </p:grpSpPr>
      <p:sp>
        <p:nvSpPr>
          <p:cNvPr id="7" name="Oval 6">
            <a:extLst>
              <a:ext uri="{FF2B5EF4-FFF2-40B4-BE49-F238E27FC236}">
                <a16:creationId xmlns:a16="http://schemas.microsoft.com/office/drawing/2014/main" id="{79A98013-615F-2398-8B9A-687D09352261}"/>
              </a:ext>
            </a:extLst>
          </p:cNvPr>
          <p:cNvSpPr/>
          <p:nvPr/>
        </p:nvSpPr>
        <p:spPr>
          <a:xfrm>
            <a:off x="3351212" y="685800"/>
            <a:ext cx="5486400" cy="54864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Whole-Stack Lifecycle</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lang="en-US" sz="2000" dirty="0">
                <a:solidFill>
                  <a:srgbClr val="3F3F3F"/>
                </a:solidFill>
                <a:latin typeface="Arial" panose="020B0604020202020204" pitchFamily="34" charset="0"/>
              </a:rPr>
              <a:t>Configuration Drift</a:t>
            </a:r>
            <a:br>
              <a:rPr lang="en-US" sz="2000" dirty="0">
                <a:solidFill>
                  <a:srgbClr val="3F3F3F"/>
                </a:solidFill>
                <a:latin typeface="Arial" panose="020B0604020202020204" pitchFamily="34" charset="0"/>
              </a:rPr>
            </a:br>
            <a:r>
              <a:rPr lang="en-US" sz="2000" dirty="0">
                <a:solidFill>
                  <a:srgbClr val="3F3F3F"/>
                </a:solidFill>
                <a:latin typeface="Arial" panose="020B0604020202020204" pitchFamily="34" charset="0"/>
              </a:rPr>
              <a:t>Management</a:t>
            </a:r>
            <a:endPar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Centralized Certificates,</a:t>
            </a:r>
            <a:b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Identity</a:t>
            </a:r>
            <a:r>
              <a:rPr lang="en-US" sz="2000" dirty="0">
                <a:solidFill>
                  <a:srgbClr val="3F3F3F"/>
                </a:solidFill>
                <a:latin typeface="Arial" panose="020B0604020202020204" pitchFamily="34" charset="0"/>
              </a:rPr>
              <a:t> Configuration</a:t>
            </a:r>
            <a:endPar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Managed Password Rotations</a:t>
            </a:r>
            <a:endParaRPr lang="en-US" dirty="0">
              <a:solidFill>
                <a:srgbClr val="3F3F3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lang="en-US" sz="1200" dirty="0">
              <a:solidFill>
                <a:srgbClr val="FFFFF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lang="en-US" sz="1200" dirty="0">
              <a:solidFill>
                <a:srgbClr val="FFFFF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6" name="Oval 5">
            <a:extLst>
              <a:ext uri="{FF2B5EF4-FFF2-40B4-BE49-F238E27FC236}">
                <a16:creationId xmlns:a16="http://schemas.microsoft.com/office/drawing/2014/main" id="{AA7C5513-3785-7F0E-A214-C6A78B3E769B}"/>
              </a:ext>
            </a:extLst>
          </p:cNvPr>
          <p:cNvSpPr/>
          <p:nvPr/>
        </p:nvSpPr>
        <p:spPr>
          <a:xfrm>
            <a:off x="5173722" y="4343400"/>
            <a:ext cx="1828800" cy="18288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200" dirty="0">
                <a:solidFill>
                  <a:srgbClr val="3F3F3F"/>
                </a:solidFill>
                <a:latin typeface="Arial" panose="020B0604020202020204" pitchFamily="34" charset="0"/>
              </a:rPr>
              <a:t>vTPM</a:t>
            </a: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lang="en-US" sz="200" dirty="0">
                <a:solidFill>
                  <a:srgbClr val="3F3F3F"/>
                </a:solidFill>
                <a:latin typeface="Arial" panose="020B0604020202020204" pitchFamily="34" charset="0"/>
              </a:rPr>
              <a:t>Replication &amp; Snapshots</a:t>
            </a: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Virtualization-Based Security</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Confidential Computing</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High Availability</a:t>
            </a:r>
            <a:b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endParaRPr kumimoji="0" lang="en-US" sz="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lang="en-US" sz="200" dirty="0">
              <a:solidFill>
                <a:srgbClr val="FFFFF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lang="en-US" sz="200" dirty="0">
              <a:solidFill>
                <a:srgbClr val="FFFFF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 name="Oval 4">
            <a:extLst>
              <a:ext uri="{FF2B5EF4-FFF2-40B4-BE49-F238E27FC236}">
                <a16:creationId xmlns:a16="http://schemas.microsoft.com/office/drawing/2014/main" id="{8B7190DA-1A03-57B7-78D7-6F623B29EC10}"/>
              </a:ext>
            </a:extLst>
          </p:cNvPr>
          <p:cNvSpPr/>
          <p:nvPr/>
        </p:nvSpPr>
        <p:spPr>
          <a:xfrm>
            <a:off x="5288022" y="4572000"/>
            <a:ext cx="1600200" cy="16002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00" dirty="0">
                <a:solidFill>
                  <a:srgbClr val="3F3F3F"/>
                </a:solidFill>
                <a:latin typeface="Arial" panose="020B0604020202020204" pitchFamily="34" charset="0"/>
              </a:rPr>
              <a:t>Data Protection</a:t>
            </a: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Encryption at Rest</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Encryption in Transit</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Stretched Clusters</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Granular, Flexible</a:t>
            </a:r>
            <a:b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Fault Protection Policies</a:t>
            </a:r>
            <a:endParaRPr kumimoji="0" lang="en-US" sz="1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lang="en-US" sz="100" dirty="0">
              <a:solidFill>
                <a:srgbClr val="FFFFF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lang="en-US" sz="100" dirty="0">
              <a:solidFill>
                <a:srgbClr val="FFFFF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 name="Oval 1">
            <a:extLst>
              <a:ext uri="{FF2B5EF4-FFF2-40B4-BE49-F238E27FC236}">
                <a16:creationId xmlns:a16="http://schemas.microsoft.com/office/drawing/2014/main" id="{7F4B2914-D7DE-3F6D-FF0F-881380ED6CAB}"/>
              </a:ext>
            </a:extLst>
          </p:cNvPr>
          <p:cNvSpPr/>
          <p:nvPr/>
        </p:nvSpPr>
        <p:spPr>
          <a:xfrm>
            <a:off x="5402322" y="4801008"/>
            <a:ext cx="1371600" cy="13716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Host Attestation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Role-Based Access Control</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VM &amp; vSAN Encryption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Identity Federation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vMotion, DRS, HA, FT</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sp>
        <p:nvSpPr>
          <p:cNvPr id="3" name="Oval 2">
            <a:extLst>
              <a:ext uri="{FF2B5EF4-FFF2-40B4-BE49-F238E27FC236}">
                <a16:creationId xmlns:a16="http://schemas.microsoft.com/office/drawing/2014/main" id="{1CF8EBDF-96CD-9E1F-7722-07B312F5A03C}"/>
              </a:ext>
            </a:extLst>
          </p:cNvPr>
          <p:cNvSpPr/>
          <p:nvPr/>
        </p:nvSpPr>
        <p:spPr>
          <a:xfrm>
            <a:off x="5539482" y="5074920"/>
            <a:ext cx="1097280" cy="109728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Code Signing</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Encrypted Configuration</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Lockdown Mode</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Hardware Vulnerability Protection</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VM Sandbox</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Memory Zeroing</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sp>
        <p:nvSpPr>
          <p:cNvPr id="4" name="Oval 3">
            <a:extLst>
              <a:ext uri="{FF2B5EF4-FFF2-40B4-BE49-F238E27FC236}">
                <a16:creationId xmlns:a16="http://schemas.microsoft.com/office/drawing/2014/main" id="{CB0312EF-4D0C-C856-B70C-7E7B46CCF0E1}"/>
              </a:ext>
            </a:extLst>
          </p:cNvPr>
          <p:cNvSpPr/>
          <p:nvPr/>
        </p:nvSpPr>
        <p:spPr>
          <a:xfrm>
            <a:off x="5637212" y="5257800"/>
            <a:ext cx="914400" cy="9144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Secure Boot</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Hardware TPM</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Reliable Memory</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AMD SEV-ES</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Intel TXT</a:t>
            </a:r>
          </a:p>
        </p:txBody>
      </p:sp>
      <p:sp>
        <p:nvSpPr>
          <p:cNvPr id="8" name="TextBox 7">
            <a:extLst>
              <a:ext uri="{FF2B5EF4-FFF2-40B4-BE49-F238E27FC236}">
                <a16:creationId xmlns:a16="http://schemas.microsoft.com/office/drawing/2014/main" id="{6866FAB1-222F-DA6B-3A39-42BCB24C18E6}"/>
              </a:ext>
            </a:extLst>
          </p:cNvPr>
          <p:cNvSpPr txBox="1"/>
          <p:nvPr/>
        </p:nvSpPr>
        <p:spPr>
          <a:xfrm>
            <a:off x="8928647" y="5310759"/>
            <a:ext cx="2695313" cy="581057"/>
          </a:xfrm>
          <a:prstGeom prst="rect">
            <a:avLst/>
          </a:prstGeom>
          <a:noFill/>
        </p:spPr>
        <p:txBody>
          <a:bodyPr wrap="square" lIns="0" tIns="0" rIns="0" bIns="0" rtlCol="0">
            <a:spAutoFit/>
          </a:bodyPr>
          <a:lstStyle/>
          <a:p>
            <a:pPr marL="0" marR="0" lvl="0" indent="0" algn="r" defTabSz="914400" rtl="0" eaLnBrk="1" fontAlgn="auto" latinLnBrk="0" hangingPunct="1">
              <a:lnSpc>
                <a:spcPct val="13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Hardware</a:t>
            </a:r>
          </a:p>
        </p:txBody>
      </p:sp>
      <p:sp>
        <p:nvSpPr>
          <p:cNvPr id="9" name="Google Shape;5457;p19">
            <a:extLst>
              <a:ext uri="{FF2B5EF4-FFF2-40B4-BE49-F238E27FC236}">
                <a16:creationId xmlns:a16="http://schemas.microsoft.com/office/drawing/2014/main" id="{5F9E35BF-8933-97F1-6F51-B1183AB7156D}"/>
              </a:ext>
            </a:extLst>
          </p:cNvPr>
          <p:cNvSpPr txBox="1"/>
          <p:nvPr/>
        </p:nvSpPr>
        <p:spPr>
          <a:xfrm flipH="1">
            <a:off x="9629544" y="5310759"/>
            <a:ext cx="2355830" cy="640175"/>
          </a:xfrm>
          <a:prstGeom prst="rect">
            <a:avLst/>
          </a:prstGeom>
          <a:noFill/>
          <a:ln>
            <a:noFill/>
          </a:ln>
        </p:spPr>
        <p:txBody>
          <a:bodyPr spcFirstLastPara="1" wrap="square" lIns="0" tIns="0" rIns="0" bIns="0" anchor="t" anchorCtr="0">
            <a:spAutoFit/>
          </a:bodyPr>
          <a:lstStyle/>
          <a:p>
            <a:pPr marL="0" marR="0" lvl="0" indent="0" rtl="0">
              <a:lnSpc>
                <a:spcPct val="130000"/>
              </a:lnSpc>
              <a:spcBef>
                <a:spcPts val="0"/>
              </a:spcBef>
              <a:spcAft>
                <a:spcPts val="0"/>
              </a:spcAft>
              <a:buClr>
                <a:schemeClr val="lt1"/>
              </a:buClr>
              <a:buSzPts val="3200"/>
              <a:buFont typeface="Arial"/>
              <a:buNone/>
            </a:pPr>
            <a:r>
              <a:rPr lang="en-US" sz="3200" b="0" i="0" u="none" strike="noStrike" cap="none" dirty="0">
                <a:solidFill>
                  <a:schemeClr val="lt1"/>
                </a:solidFill>
                <a:latin typeface="Arial"/>
                <a:ea typeface="Arial"/>
                <a:cs typeface="Arial"/>
                <a:sym typeface="Arial"/>
              </a:rPr>
              <a:t>Hardware</a:t>
            </a:r>
            <a:endParaRPr dirty="0">
              <a:latin typeface="Arial" panose="020B0604020202020204" pitchFamily="34" charset="0"/>
            </a:endParaRPr>
          </a:p>
        </p:txBody>
      </p:sp>
      <p:grpSp>
        <p:nvGrpSpPr>
          <p:cNvPr id="14" name="Group 13">
            <a:extLst>
              <a:ext uri="{FF2B5EF4-FFF2-40B4-BE49-F238E27FC236}">
                <a16:creationId xmlns:a16="http://schemas.microsoft.com/office/drawing/2014/main" id="{CD0ED2B2-7407-5A10-4DE0-C48F2D177854}"/>
              </a:ext>
            </a:extLst>
          </p:cNvPr>
          <p:cNvGrpSpPr/>
          <p:nvPr/>
        </p:nvGrpSpPr>
        <p:grpSpPr>
          <a:xfrm flipH="1">
            <a:off x="8357786" y="5439027"/>
            <a:ext cx="3838703" cy="731416"/>
            <a:chOff x="0" y="398145"/>
            <a:chExt cx="3431443" cy="731416"/>
          </a:xfrm>
        </p:grpSpPr>
        <p:sp>
          <p:nvSpPr>
            <p:cNvPr id="15" name="Freeform 8">
              <a:extLst>
                <a:ext uri="{FF2B5EF4-FFF2-40B4-BE49-F238E27FC236}">
                  <a16:creationId xmlns:a16="http://schemas.microsoft.com/office/drawing/2014/main" id="{3ACD068D-EE6F-8CAD-DE64-E22483E12471}"/>
                </a:ext>
              </a:extLst>
            </p:cNvPr>
            <p:cNvSpPr/>
            <p:nvPr/>
          </p:nvSpPr>
          <p:spPr>
            <a:xfrm>
              <a:off x="0" y="453212"/>
              <a:ext cx="3431443" cy="635534"/>
            </a:xfrm>
            <a:custGeom>
              <a:avLst/>
              <a:gdLst>
                <a:gd name="connsiteX0" fmla="*/ 0 w 3431443"/>
                <a:gd name="connsiteY0" fmla="*/ 0 h 635534"/>
                <a:gd name="connsiteX1" fmla="*/ 1144128 w 3431443"/>
                <a:gd name="connsiteY1" fmla="*/ 0 h 635534"/>
                <a:gd name="connsiteX2" fmla="*/ 1255762 w 3431443"/>
                <a:gd name="connsiteY2" fmla="*/ 0 h 635534"/>
                <a:gd name="connsiteX3" fmla="*/ 1409044 w 3431443"/>
                <a:gd name="connsiteY3" fmla="*/ 0 h 635534"/>
                <a:gd name="connsiteX4" fmla="*/ 3151090 w 3431443"/>
                <a:gd name="connsiteY4" fmla="*/ 0 h 635534"/>
                <a:gd name="connsiteX5" fmla="*/ 3262725 w 3431443"/>
                <a:gd name="connsiteY5" fmla="*/ 0 h 635534"/>
                <a:gd name="connsiteX6" fmla="*/ 3416007 w 3431443"/>
                <a:gd name="connsiteY6" fmla="*/ 0 h 635534"/>
                <a:gd name="connsiteX7" fmla="*/ 3426902 w 3431443"/>
                <a:gd name="connsiteY7" fmla="*/ 26300 h 635534"/>
                <a:gd name="connsiteX8" fmla="*/ 2862779 w 3431443"/>
                <a:gd name="connsiteY8" fmla="*/ 590421 h 635534"/>
                <a:gd name="connsiteX9" fmla="*/ 2753853 w 3431443"/>
                <a:gd name="connsiteY9" fmla="*/ 635534 h 635534"/>
                <a:gd name="connsiteX10" fmla="*/ 2488937 w 3431443"/>
                <a:gd name="connsiteY10" fmla="*/ 635534 h 635534"/>
                <a:gd name="connsiteX11" fmla="*/ 746891 w 3431443"/>
                <a:gd name="connsiteY11" fmla="*/ 635534 h 635534"/>
                <a:gd name="connsiteX12" fmla="*/ 481974 w 3431443"/>
                <a:gd name="connsiteY12" fmla="*/ 635534 h 635534"/>
                <a:gd name="connsiteX13" fmla="*/ 0 w 3431443"/>
                <a:gd name="connsiteY13" fmla="*/ 635534 h 635534"/>
                <a:gd name="connsiteX14" fmla="*/ 0 w 3431443"/>
                <a:gd name="connsiteY14" fmla="*/ 0 h 63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1443" h="635534">
                  <a:moveTo>
                    <a:pt x="0" y="0"/>
                  </a:moveTo>
                  <a:lnTo>
                    <a:pt x="1144128" y="0"/>
                  </a:lnTo>
                  <a:lnTo>
                    <a:pt x="1255762" y="0"/>
                  </a:lnTo>
                  <a:lnTo>
                    <a:pt x="1409044" y="0"/>
                  </a:lnTo>
                  <a:lnTo>
                    <a:pt x="3151090" y="0"/>
                  </a:lnTo>
                  <a:lnTo>
                    <a:pt x="3262725" y="0"/>
                  </a:lnTo>
                  <a:lnTo>
                    <a:pt x="3416007" y="0"/>
                  </a:lnTo>
                  <a:cubicBezTo>
                    <a:pt x="3429726" y="0"/>
                    <a:pt x="3436607" y="16595"/>
                    <a:pt x="3426902" y="26300"/>
                  </a:cubicBezTo>
                  <a:lnTo>
                    <a:pt x="2862779" y="590421"/>
                  </a:lnTo>
                  <a:cubicBezTo>
                    <a:pt x="2833892" y="619309"/>
                    <a:pt x="2794715" y="635534"/>
                    <a:pt x="2753853" y="635534"/>
                  </a:cubicBezTo>
                  <a:lnTo>
                    <a:pt x="2488937" y="635534"/>
                  </a:lnTo>
                  <a:lnTo>
                    <a:pt x="746891" y="635534"/>
                  </a:lnTo>
                  <a:lnTo>
                    <a:pt x="481974" y="635534"/>
                  </a:lnTo>
                  <a:lnTo>
                    <a:pt x="0" y="635534"/>
                  </a:lnTo>
                  <a:lnTo>
                    <a:pt x="0" y="0"/>
                  </a:lnTo>
                  <a:close/>
                </a:path>
              </a:pathLst>
            </a:custGeom>
            <a:gradFill>
              <a:gsLst>
                <a:gs pos="0">
                  <a:srgbClr val="0098C7">
                    <a:alpha val="24705"/>
                  </a:srgbClr>
                </a:gs>
                <a:gs pos="99000">
                  <a:srgbClr val="005C8A">
                    <a:alpha val="24705"/>
                  </a:srgbClr>
                </a:gs>
                <a:gs pos="100000">
                  <a:srgbClr val="005C8A">
                    <a:alpha val="24705"/>
                  </a:srgbClr>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6" name="Freeform 9">
              <a:extLst>
                <a:ext uri="{FF2B5EF4-FFF2-40B4-BE49-F238E27FC236}">
                  <a16:creationId xmlns:a16="http://schemas.microsoft.com/office/drawing/2014/main" id="{31ED3A9A-755F-2C2D-48F9-085E45D61D34}"/>
                </a:ext>
              </a:extLst>
            </p:cNvPr>
            <p:cNvSpPr/>
            <p:nvPr/>
          </p:nvSpPr>
          <p:spPr>
            <a:xfrm>
              <a:off x="1" y="398145"/>
              <a:ext cx="3205327" cy="731416"/>
            </a:xfrm>
            <a:custGeom>
              <a:avLst/>
              <a:gdLst>
                <a:gd name="connsiteX0" fmla="*/ 0 w 3205327"/>
                <a:gd name="connsiteY0" fmla="*/ 0 h 731416"/>
                <a:gd name="connsiteX1" fmla="*/ 572932 w 3205327"/>
                <a:gd name="connsiteY1" fmla="*/ 0 h 731416"/>
                <a:gd name="connsiteX2" fmla="*/ 701409 w 3205327"/>
                <a:gd name="connsiteY2" fmla="*/ 0 h 731416"/>
                <a:gd name="connsiteX3" fmla="*/ 877816 w 3205327"/>
                <a:gd name="connsiteY3" fmla="*/ 0 h 731416"/>
                <a:gd name="connsiteX4" fmla="*/ 2882678 w 3205327"/>
                <a:gd name="connsiteY4" fmla="*/ 0 h 731416"/>
                <a:gd name="connsiteX5" fmla="*/ 3011155 w 3205327"/>
                <a:gd name="connsiteY5" fmla="*/ 0 h 731416"/>
                <a:gd name="connsiteX6" fmla="*/ 3187562 w 3205327"/>
                <a:gd name="connsiteY6" fmla="*/ 0 h 731416"/>
                <a:gd name="connsiteX7" fmla="*/ 3200101 w 3205327"/>
                <a:gd name="connsiteY7" fmla="*/ 30268 h 731416"/>
                <a:gd name="connsiteX8" fmla="*/ 2550871 w 3205327"/>
                <a:gd name="connsiteY8" fmla="*/ 679497 h 731416"/>
                <a:gd name="connsiteX9" fmla="*/ 2425512 w 3205327"/>
                <a:gd name="connsiteY9" fmla="*/ 731416 h 731416"/>
                <a:gd name="connsiteX10" fmla="*/ 2120628 w 3205327"/>
                <a:gd name="connsiteY10" fmla="*/ 731416 h 731416"/>
                <a:gd name="connsiteX11" fmla="*/ 115766 w 3205327"/>
                <a:gd name="connsiteY11" fmla="*/ 731416 h 731416"/>
                <a:gd name="connsiteX12" fmla="*/ 0 w 3205327"/>
                <a:gd name="connsiteY12" fmla="*/ 731416 h 73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5327" h="731416">
                  <a:moveTo>
                    <a:pt x="0" y="0"/>
                  </a:moveTo>
                  <a:lnTo>
                    <a:pt x="572932" y="0"/>
                  </a:lnTo>
                  <a:lnTo>
                    <a:pt x="701409" y="0"/>
                  </a:lnTo>
                  <a:lnTo>
                    <a:pt x="877816" y="0"/>
                  </a:lnTo>
                  <a:lnTo>
                    <a:pt x="2882678" y="0"/>
                  </a:lnTo>
                  <a:lnTo>
                    <a:pt x="3011155" y="0"/>
                  </a:lnTo>
                  <a:lnTo>
                    <a:pt x="3187562" y="0"/>
                  </a:lnTo>
                  <a:cubicBezTo>
                    <a:pt x="3203351" y="0"/>
                    <a:pt x="3211270" y="19099"/>
                    <a:pt x="3200101" y="30268"/>
                  </a:cubicBezTo>
                  <a:lnTo>
                    <a:pt x="2550871" y="679497"/>
                  </a:lnTo>
                  <a:cubicBezTo>
                    <a:pt x="2517626" y="712743"/>
                    <a:pt x="2472538" y="731416"/>
                    <a:pt x="2425512" y="731416"/>
                  </a:cubicBezTo>
                  <a:lnTo>
                    <a:pt x="2120628" y="731416"/>
                  </a:lnTo>
                  <a:lnTo>
                    <a:pt x="115766" y="731416"/>
                  </a:lnTo>
                  <a:lnTo>
                    <a:pt x="0" y="731416"/>
                  </a:lnTo>
                  <a:close/>
                </a:path>
              </a:pathLst>
            </a:custGeom>
            <a:gradFill>
              <a:gsLst>
                <a:gs pos="0">
                  <a:schemeClr val="accent1"/>
                </a:gs>
                <a:gs pos="36000">
                  <a:schemeClr val="accent2"/>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sp>
        <p:nvSpPr>
          <p:cNvPr id="17" name="TextBox 16">
            <a:extLst>
              <a:ext uri="{FF2B5EF4-FFF2-40B4-BE49-F238E27FC236}">
                <a16:creationId xmlns:a16="http://schemas.microsoft.com/office/drawing/2014/main" id="{725A5241-7CDE-2828-21C9-B10932B58B50}"/>
              </a:ext>
            </a:extLst>
          </p:cNvPr>
          <p:cNvSpPr txBox="1"/>
          <p:nvPr/>
        </p:nvSpPr>
        <p:spPr>
          <a:xfrm>
            <a:off x="9081047" y="5463159"/>
            <a:ext cx="2695313" cy="581057"/>
          </a:xfrm>
          <a:prstGeom prst="rect">
            <a:avLst/>
          </a:prstGeom>
          <a:noFill/>
        </p:spPr>
        <p:txBody>
          <a:bodyPr wrap="square" lIns="0" tIns="0" rIns="0" bIns="0" rtlCol="0">
            <a:spAutoFit/>
          </a:bodyPr>
          <a:lstStyle/>
          <a:p>
            <a:pPr marL="0" marR="0" lvl="0" indent="0" algn="r" defTabSz="914400" rtl="0" eaLnBrk="1" fontAlgn="auto" latinLnBrk="0" hangingPunct="1">
              <a:lnSpc>
                <a:spcPct val="13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Operations</a:t>
            </a:r>
          </a:p>
        </p:txBody>
      </p:sp>
    </p:spTree>
    <p:extLst>
      <p:ext uri="{BB962C8B-B14F-4D97-AF65-F5344CB8AC3E}">
        <p14:creationId xmlns:p14="http://schemas.microsoft.com/office/powerpoint/2010/main" val="9741609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F0FA2-5096-8F79-629D-150BB50E680B}"/>
            </a:ext>
          </a:extLst>
        </p:cNvPr>
        <p:cNvGrpSpPr/>
        <p:nvPr/>
      </p:nvGrpSpPr>
      <p:grpSpPr>
        <a:xfrm>
          <a:off x="0" y="0"/>
          <a:ext cx="0" cy="0"/>
          <a:chOff x="0" y="0"/>
          <a:chExt cx="0" cy="0"/>
        </a:xfrm>
      </p:grpSpPr>
      <p:sp>
        <p:nvSpPr>
          <p:cNvPr id="7" name="Oval 6">
            <a:extLst>
              <a:ext uri="{FF2B5EF4-FFF2-40B4-BE49-F238E27FC236}">
                <a16:creationId xmlns:a16="http://schemas.microsoft.com/office/drawing/2014/main" id="{B3155A16-D79F-28F4-0310-553DD91A6DE2}"/>
              </a:ext>
            </a:extLst>
          </p:cNvPr>
          <p:cNvSpPr/>
          <p:nvPr/>
        </p:nvSpPr>
        <p:spPr>
          <a:xfrm>
            <a:off x="5059422" y="4114800"/>
            <a:ext cx="2057400" cy="20574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Whole-Stack Lifecycle</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lang="en-US" sz="200" dirty="0">
                <a:solidFill>
                  <a:srgbClr val="3F3F3F"/>
                </a:solidFill>
                <a:latin typeface="Arial" panose="020B0604020202020204" pitchFamily="34" charset="0"/>
              </a:rPr>
              <a:t>Configuration Drift</a:t>
            </a:r>
            <a:br>
              <a:rPr lang="en-US" sz="200" dirty="0">
                <a:solidFill>
                  <a:srgbClr val="3F3F3F"/>
                </a:solidFill>
                <a:latin typeface="Arial" panose="020B0604020202020204" pitchFamily="34" charset="0"/>
              </a:rPr>
            </a:br>
            <a:r>
              <a:rPr lang="en-US" sz="200" dirty="0">
                <a:solidFill>
                  <a:srgbClr val="3F3F3F"/>
                </a:solidFill>
                <a:latin typeface="Arial" panose="020B0604020202020204" pitchFamily="34" charset="0"/>
              </a:rPr>
              <a:t>Management</a:t>
            </a: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Centralized Certificates,</a:t>
            </a:r>
            <a:b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Identity</a:t>
            </a:r>
            <a:r>
              <a:rPr lang="en-US" sz="200" dirty="0">
                <a:solidFill>
                  <a:srgbClr val="3F3F3F"/>
                </a:solidFill>
                <a:latin typeface="Arial" panose="020B0604020202020204" pitchFamily="34" charset="0"/>
              </a:rPr>
              <a:t> Configuration</a:t>
            </a: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Managed Password Rotations</a:t>
            </a:r>
            <a:endParaRPr lang="en-US" sz="200" dirty="0">
              <a:solidFill>
                <a:srgbClr val="3F3F3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lang="en-US" sz="200" dirty="0">
              <a:solidFill>
                <a:srgbClr val="FFFFF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lang="en-US" sz="200" dirty="0">
              <a:solidFill>
                <a:srgbClr val="FFFFF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6" name="Oval 5">
            <a:extLst>
              <a:ext uri="{FF2B5EF4-FFF2-40B4-BE49-F238E27FC236}">
                <a16:creationId xmlns:a16="http://schemas.microsoft.com/office/drawing/2014/main" id="{FA951EDF-18DF-8EE9-D49A-482574814B43}"/>
              </a:ext>
            </a:extLst>
          </p:cNvPr>
          <p:cNvSpPr/>
          <p:nvPr/>
        </p:nvSpPr>
        <p:spPr>
          <a:xfrm>
            <a:off x="5173722" y="4343400"/>
            <a:ext cx="1828800" cy="18288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00" dirty="0" err="1">
                <a:solidFill>
                  <a:srgbClr val="3F3F3F"/>
                </a:solidFill>
                <a:latin typeface="Arial" panose="020B0604020202020204" pitchFamily="34" charset="0"/>
              </a:rPr>
              <a:t>vTPM</a:t>
            </a: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lang="en-US" sz="100" dirty="0">
                <a:solidFill>
                  <a:srgbClr val="3F3F3F"/>
                </a:solidFill>
                <a:latin typeface="Arial" panose="020B0604020202020204" pitchFamily="34" charset="0"/>
              </a:rPr>
              <a:t>Replication &amp; Snapshots</a:t>
            </a: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Virtualization-Based Security</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AMD SEV-ES &amp; Intel SGX</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High Availability</a:t>
            </a:r>
            <a:b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endParaRPr kumimoji="0" lang="en-US" sz="1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lang="en-US" sz="100" dirty="0">
              <a:solidFill>
                <a:srgbClr val="FFFFF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lang="en-US" sz="100" dirty="0">
              <a:solidFill>
                <a:srgbClr val="FFFFF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 name="Oval 4">
            <a:extLst>
              <a:ext uri="{FF2B5EF4-FFF2-40B4-BE49-F238E27FC236}">
                <a16:creationId xmlns:a16="http://schemas.microsoft.com/office/drawing/2014/main" id="{96CDC0F3-58AD-A2D1-DD46-36A53AA81856}"/>
              </a:ext>
            </a:extLst>
          </p:cNvPr>
          <p:cNvSpPr/>
          <p:nvPr/>
        </p:nvSpPr>
        <p:spPr>
          <a:xfrm>
            <a:off x="5288022" y="4572000"/>
            <a:ext cx="1600200" cy="16002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00" dirty="0">
                <a:solidFill>
                  <a:srgbClr val="3F3F3F"/>
                </a:solidFill>
                <a:latin typeface="Arial" panose="020B0604020202020204" pitchFamily="34" charset="0"/>
              </a:rPr>
              <a:t>Data Protection</a:t>
            </a: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Encryption at Rest</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Encryption in Transit</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Stretched Clusters</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Granular, Flexible</a:t>
            </a:r>
            <a:b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1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Fault Protection Policies</a:t>
            </a:r>
            <a:endParaRPr kumimoji="0" lang="en-US" sz="1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lang="en-US" sz="100" dirty="0">
              <a:solidFill>
                <a:srgbClr val="FFFFF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lang="en-US" sz="100" dirty="0">
              <a:solidFill>
                <a:srgbClr val="FFFFFF"/>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 name="Oval 1">
            <a:extLst>
              <a:ext uri="{FF2B5EF4-FFF2-40B4-BE49-F238E27FC236}">
                <a16:creationId xmlns:a16="http://schemas.microsoft.com/office/drawing/2014/main" id="{2671F81B-F356-96D7-1D53-5B970E774CFC}"/>
              </a:ext>
            </a:extLst>
          </p:cNvPr>
          <p:cNvSpPr/>
          <p:nvPr/>
        </p:nvSpPr>
        <p:spPr>
          <a:xfrm>
            <a:off x="5402322" y="4801008"/>
            <a:ext cx="1371600" cy="13716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Host Attestation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Role-Based Access Control</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VM &amp; vSAN Encryption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Identity Federation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vMotion, DRS, HA, FT</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sp>
        <p:nvSpPr>
          <p:cNvPr id="3" name="Oval 2">
            <a:extLst>
              <a:ext uri="{FF2B5EF4-FFF2-40B4-BE49-F238E27FC236}">
                <a16:creationId xmlns:a16="http://schemas.microsoft.com/office/drawing/2014/main" id="{2586EA88-07BD-6A56-3E17-12958096AAAF}"/>
              </a:ext>
            </a:extLst>
          </p:cNvPr>
          <p:cNvSpPr/>
          <p:nvPr/>
        </p:nvSpPr>
        <p:spPr>
          <a:xfrm>
            <a:off x="5539482" y="5074920"/>
            <a:ext cx="1097280" cy="109728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Code Signing</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Encrypted Configuration</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Lockdown Mode</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Hardware Vulnerability Protection</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VM Sandbox</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Memory Zeroing</a:t>
            </a: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2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sp>
        <p:nvSpPr>
          <p:cNvPr id="4" name="Oval 3">
            <a:extLst>
              <a:ext uri="{FF2B5EF4-FFF2-40B4-BE49-F238E27FC236}">
                <a16:creationId xmlns:a16="http://schemas.microsoft.com/office/drawing/2014/main" id="{17171106-5FD9-865D-7236-03E229AAFE64}"/>
              </a:ext>
            </a:extLst>
          </p:cNvPr>
          <p:cNvSpPr/>
          <p:nvPr/>
        </p:nvSpPr>
        <p:spPr>
          <a:xfrm>
            <a:off x="5637212" y="5257800"/>
            <a:ext cx="914400" cy="9144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Secure Boot</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Hardware TPM</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Reliable Memory</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AMD SEV-ES</a:t>
            </a: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b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br>
            <a:r>
              <a:rPr kumimoji="0" lang="en-US" sz="3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rPr>
              <a:t>Intel TXT</a:t>
            </a:r>
          </a:p>
        </p:txBody>
      </p:sp>
      <p:sp>
        <p:nvSpPr>
          <p:cNvPr id="8" name="Oval 7">
            <a:extLst>
              <a:ext uri="{FF2B5EF4-FFF2-40B4-BE49-F238E27FC236}">
                <a16:creationId xmlns:a16="http://schemas.microsoft.com/office/drawing/2014/main" id="{6BB1A1C3-8DF2-08E8-4994-A260A5DEA10E}"/>
              </a:ext>
            </a:extLst>
          </p:cNvPr>
          <p:cNvSpPr/>
          <p:nvPr/>
        </p:nvSpPr>
        <p:spPr>
          <a:xfrm>
            <a:off x="3344922" y="685800"/>
            <a:ext cx="5486400" cy="5486400"/>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pic>
        <p:nvPicPr>
          <p:cNvPr id="14" name="Graphic 13">
            <a:extLst>
              <a:ext uri="{FF2B5EF4-FFF2-40B4-BE49-F238E27FC236}">
                <a16:creationId xmlns:a16="http://schemas.microsoft.com/office/drawing/2014/main" id="{C34230FA-E482-2370-CE63-1EF1F5005A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34558" y="944226"/>
            <a:ext cx="3107127" cy="3107127"/>
          </a:xfrm>
          <a:prstGeom prst="rect">
            <a:avLst/>
          </a:prstGeom>
        </p:spPr>
      </p:pic>
      <p:sp>
        <p:nvSpPr>
          <p:cNvPr id="9" name="Google Shape;5457;p19">
            <a:extLst>
              <a:ext uri="{FF2B5EF4-FFF2-40B4-BE49-F238E27FC236}">
                <a16:creationId xmlns:a16="http://schemas.microsoft.com/office/drawing/2014/main" id="{CF6EBDE9-42EC-4A97-2B13-4D33B484D172}"/>
              </a:ext>
            </a:extLst>
          </p:cNvPr>
          <p:cNvSpPr txBox="1"/>
          <p:nvPr/>
        </p:nvSpPr>
        <p:spPr>
          <a:xfrm flipH="1">
            <a:off x="9965904" y="5310759"/>
            <a:ext cx="2019470" cy="640175"/>
          </a:xfrm>
          <a:prstGeom prst="rect">
            <a:avLst/>
          </a:prstGeom>
          <a:noFill/>
          <a:ln>
            <a:noFill/>
          </a:ln>
        </p:spPr>
        <p:txBody>
          <a:bodyPr spcFirstLastPara="1" wrap="square" lIns="0" tIns="0" rIns="0" bIns="0" anchor="t" anchorCtr="0">
            <a:spAutoFit/>
          </a:bodyPr>
          <a:lstStyle/>
          <a:p>
            <a:pPr marL="0" marR="0" lvl="0" indent="0" rtl="0">
              <a:lnSpc>
                <a:spcPct val="130000"/>
              </a:lnSpc>
              <a:spcBef>
                <a:spcPts val="0"/>
              </a:spcBef>
              <a:spcAft>
                <a:spcPts val="0"/>
              </a:spcAft>
              <a:buClr>
                <a:schemeClr val="lt1"/>
              </a:buClr>
              <a:buSzPts val="3200"/>
              <a:buFont typeface="Arial"/>
              <a:buNone/>
            </a:pPr>
            <a:r>
              <a:rPr lang="en-US" sz="3200" b="0" i="0" u="none" strike="noStrike" cap="none" dirty="0">
                <a:solidFill>
                  <a:schemeClr val="lt1"/>
                </a:solidFill>
                <a:latin typeface="Arial"/>
                <a:ea typeface="Arial"/>
                <a:cs typeface="Arial"/>
                <a:sym typeface="Arial"/>
              </a:rPr>
              <a:t>Hardware</a:t>
            </a:r>
            <a:endParaRPr dirty="0">
              <a:latin typeface="Arial" panose="020B0604020202020204" pitchFamily="34" charset="0"/>
            </a:endParaRPr>
          </a:p>
        </p:txBody>
      </p:sp>
      <p:grpSp>
        <p:nvGrpSpPr>
          <p:cNvPr id="15" name="Group 14">
            <a:extLst>
              <a:ext uri="{FF2B5EF4-FFF2-40B4-BE49-F238E27FC236}">
                <a16:creationId xmlns:a16="http://schemas.microsoft.com/office/drawing/2014/main" id="{EE167160-3E38-4B39-6762-5FA801CFB7D9}"/>
              </a:ext>
            </a:extLst>
          </p:cNvPr>
          <p:cNvGrpSpPr/>
          <p:nvPr/>
        </p:nvGrpSpPr>
        <p:grpSpPr>
          <a:xfrm flipH="1">
            <a:off x="9682384" y="5439027"/>
            <a:ext cx="2514102" cy="731416"/>
            <a:chOff x="0" y="398145"/>
            <a:chExt cx="3431443" cy="731416"/>
          </a:xfrm>
        </p:grpSpPr>
        <p:sp>
          <p:nvSpPr>
            <p:cNvPr id="16" name="Freeform 8">
              <a:extLst>
                <a:ext uri="{FF2B5EF4-FFF2-40B4-BE49-F238E27FC236}">
                  <a16:creationId xmlns:a16="http://schemas.microsoft.com/office/drawing/2014/main" id="{36A065B8-A1F3-A3FB-0689-43E4CAABAF3F}"/>
                </a:ext>
              </a:extLst>
            </p:cNvPr>
            <p:cNvSpPr/>
            <p:nvPr/>
          </p:nvSpPr>
          <p:spPr>
            <a:xfrm>
              <a:off x="0" y="453212"/>
              <a:ext cx="3431443" cy="635534"/>
            </a:xfrm>
            <a:custGeom>
              <a:avLst/>
              <a:gdLst>
                <a:gd name="connsiteX0" fmla="*/ 0 w 3431443"/>
                <a:gd name="connsiteY0" fmla="*/ 0 h 635534"/>
                <a:gd name="connsiteX1" fmla="*/ 1144128 w 3431443"/>
                <a:gd name="connsiteY1" fmla="*/ 0 h 635534"/>
                <a:gd name="connsiteX2" fmla="*/ 1255762 w 3431443"/>
                <a:gd name="connsiteY2" fmla="*/ 0 h 635534"/>
                <a:gd name="connsiteX3" fmla="*/ 1409044 w 3431443"/>
                <a:gd name="connsiteY3" fmla="*/ 0 h 635534"/>
                <a:gd name="connsiteX4" fmla="*/ 3151090 w 3431443"/>
                <a:gd name="connsiteY4" fmla="*/ 0 h 635534"/>
                <a:gd name="connsiteX5" fmla="*/ 3262725 w 3431443"/>
                <a:gd name="connsiteY5" fmla="*/ 0 h 635534"/>
                <a:gd name="connsiteX6" fmla="*/ 3416007 w 3431443"/>
                <a:gd name="connsiteY6" fmla="*/ 0 h 635534"/>
                <a:gd name="connsiteX7" fmla="*/ 3426902 w 3431443"/>
                <a:gd name="connsiteY7" fmla="*/ 26300 h 635534"/>
                <a:gd name="connsiteX8" fmla="*/ 2862779 w 3431443"/>
                <a:gd name="connsiteY8" fmla="*/ 590421 h 635534"/>
                <a:gd name="connsiteX9" fmla="*/ 2753853 w 3431443"/>
                <a:gd name="connsiteY9" fmla="*/ 635534 h 635534"/>
                <a:gd name="connsiteX10" fmla="*/ 2488937 w 3431443"/>
                <a:gd name="connsiteY10" fmla="*/ 635534 h 635534"/>
                <a:gd name="connsiteX11" fmla="*/ 746891 w 3431443"/>
                <a:gd name="connsiteY11" fmla="*/ 635534 h 635534"/>
                <a:gd name="connsiteX12" fmla="*/ 481974 w 3431443"/>
                <a:gd name="connsiteY12" fmla="*/ 635534 h 635534"/>
                <a:gd name="connsiteX13" fmla="*/ 0 w 3431443"/>
                <a:gd name="connsiteY13" fmla="*/ 635534 h 635534"/>
                <a:gd name="connsiteX14" fmla="*/ 0 w 3431443"/>
                <a:gd name="connsiteY14" fmla="*/ 0 h 63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1443" h="635534">
                  <a:moveTo>
                    <a:pt x="0" y="0"/>
                  </a:moveTo>
                  <a:lnTo>
                    <a:pt x="1144128" y="0"/>
                  </a:lnTo>
                  <a:lnTo>
                    <a:pt x="1255762" y="0"/>
                  </a:lnTo>
                  <a:lnTo>
                    <a:pt x="1409044" y="0"/>
                  </a:lnTo>
                  <a:lnTo>
                    <a:pt x="3151090" y="0"/>
                  </a:lnTo>
                  <a:lnTo>
                    <a:pt x="3262725" y="0"/>
                  </a:lnTo>
                  <a:lnTo>
                    <a:pt x="3416007" y="0"/>
                  </a:lnTo>
                  <a:cubicBezTo>
                    <a:pt x="3429726" y="0"/>
                    <a:pt x="3436607" y="16595"/>
                    <a:pt x="3426902" y="26300"/>
                  </a:cubicBezTo>
                  <a:lnTo>
                    <a:pt x="2862779" y="590421"/>
                  </a:lnTo>
                  <a:cubicBezTo>
                    <a:pt x="2833892" y="619309"/>
                    <a:pt x="2794715" y="635534"/>
                    <a:pt x="2753853" y="635534"/>
                  </a:cubicBezTo>
                  <a:lnTo>
                    <a:pt x="2488937" y="635534"/>
                  </a:lnTo>
                  <a:lnTo>
                    <a:pt x="746891" y="635534"/>
                  </a:lnTo>
                  <a:lnTo>
                    <a:pt x="481974" y="635534"/>
                  </a:lnTo>
                  <a:lnTo>
                    <a:pt x="0" y="635534"/>
                  </a:lnTo>
                  <a:lnTo>
                    <a:pt x="0" y="0"/>
                  </a:lnTo>
                  <a:close/>
                </a:path>
              </a:pathLst>
            </a:custGeom>
            <a:gradFill>
              <a:gsLst>
                <a:gs pos="0">
                  <a:srgbClr val="0098C7">
                    <a:alpha val="24705"/>
                  </a:srgbClr>
                </a:gs>
                <a:gs pos="99000">
                  <a:srgbClr val="005C8A">
                    <a:alpha val="24705"/>
                  </a:srgbClr>
                </a:gs>
                <a:gs pos="100000">
                  <a:srgbClr val="005C8A">
                    <a:alpha val="24705"/>
                  </a:srgbClr>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7" name="Freeform 9">
              <a:extLst>
                <a:ext uri="{FF2B5EF4-FFF2-40B4-BE49-F238E27FC236}">
                  <a16:creationId xmlns:a16="http://schemas.microsoft.com/office/drawing/2014/main" id="{3B2ED4FB-5D18-E191-0811-0BC23B52A663}"/>
                </a:ext>
              </a:extLst>
            </p:cNvPr>
            <p:cNvSpPr/>
            <p:nvPr/>
          </p:nvSpPr>
          <p:spPr>
            <a:xfrm>
              <a:off x="1" y="398145"/>
              <a:ext cx="3205327" cy="731416"/>
            </a:xfrm>
            <a:custGeom>
              <a:avLst/>
              <a:gdLst>
                <a:gd name="connsiteX0" fmla="*/ 0 w 3205327"/>
                <a:gd name="connsiteY0" fmla="*/ 0 h 731416"/>
                <a:gd name="connsiteX1" fmla="*/ 572932 w 3205327"/>
                <a:gd name="connsiteY1" fmla="*/ 0 h 731416"/>
                <a:gd name="connsiteX2" fmla="*/ 701409 w 3205327"/>
                <a:gd name="connsiteY2" fmla="*/ 0 h 731416"/>
                <a:gd name="connsiteX3" fmla="*/ 877816 w 3205327"/>
                <a:gd name="connsiteY3" fmla="*/ 0 h 731416"/>
                <a:gd name="connsiteX4" fmla="*/ 2882678 w 3205327"/>
                <a:gd name="connsiteY4" fmla="*/ 0 h 731416"/>
                <a:gd name="connsiteX5" fmla="*/ 3011155 w 3205327"/>
                <a:gd name="connsiteY5" fmla="*/ 0 h 731416"/>
                <a:gd name="connsiteX6" fmla="*/ 3187562 w 3205327"/>
                <a:gd name="connsiteY6" fmla="*/ 0 h 731416"/>
                <a:gd name="connsiteX7" fmla="*/ 3200101 w 3205327"/>
                <a:gd name="connsiteY7" fmla="*/ 30268 h 731416"/>
                <a:gd name="connsiteX8" fmla="*/ 2550871 w 3205327"/>
                <a:gd name="connsiteY8" fmla="*/ 679497 h 731416"/>
                <a:gd name="connsiteX9" fmla="*/ 2425512 w 3205327"/>
                <a:gd name="connsiteY9" fmla="*/ 731416 h 731416"/>
                <a:gd name="connsiteX10" fmla="*/ 2120628 w 3205327"/>
                <a:gd name="connsiteY10" fmla="*/ 731416 h 731416"/>
                <a:gd name="connsiteX11" fmla="*/ 115766 w 3205327"/>
                <a:gd name="connsiteY11" fmla="*/ 731416 h 731416"/>
                <a:gd name="connsiteX12" fmla="*/ 0 w 3205327"/>
                <a:gd name="connsiteY12" fmla="*/ 731416 h 73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5327" h="731416">
                  <a:moveTo>
                    <a:pt x="0" y="0"/>
                  </a:moveTo>
                  <a:lnTo>
                    <a:pt x="572932" y="0"/>
                  </a:lnTo>
                  <a:lnTo>
                    <a:pt x="701409" y="0"/>
                  </a:lnTo>
                  <a:lnTo>
                    <a:pt x="877816" y="0"/>
                  </a:lnTo>
                  <a:lnTo>
                    <a:pt x="2882678" y="0"/>
                  </a:lnTo>
                  <a:lnTo>
                    <a:pt x="3011155" y="0"/>
                  </a:lnTo>
                  <a:lnTo>
                    <a:pt x="3187562" y="0"/>
                  </a:lnTo>
                  <a:cubicBezTo>
                    <a:pt x="3203351" y="0"/>
                    <a:pt x="3211270" y="19099"/>
                    <a:pt x="3200101" y="30268"/>
                  </a:cubicBezTo>
                  <a:lnTo>
                    <a:pt x="2550871" y="679497"/>
                  </a:lnTo>
                  <a:cubicBezTo>
                    <a:pt x="2517626" y="712743"/>
                    <a:pt x="2472538" y="731416"/>
                    <a:pt x="2425512" y="731416"/>
                  </a:cubicBezTo>
                  <a:lnTo>
                    <a:pt x="2120628" y="731416"/>
                  </a:lnTo>
                  <a:lnTo>
                    <a:pt x="115766" y="731416"/>
                  </a:lnTo>
                  <a:lnTo>
                    <a:pt x="0" y="731416"/>
                  </a:lnTo>
                  <a:close/>
                </a:path>
              </a:pathLst>
            </a:custGeom>
            <a:gradFill>
              <a:gsLst>
                <a:gs pos="0">
                  <a:schemeClr val="accent1"/>
                </a:gs>
                <a:gs pos="36000">
                  <a:schemeClr val="accent2"/>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sp>
        <p:nvSpPr>
          <p:cNvPr id="18" name="TextBox 17">
            <a:extLst>
              <a:ext uri="{FF2B5EF4-FFF2-40B4-BE49-F238E27FC236}">
                <a16:creationId xmlns:a16="http://schemas.microsoft.com/office/drawing/2014/main" id="{D455A761-22C2-4600-96BB-4FF758F34AB1}"/>
              </a:ext>
            </a:extLst>
          </p:cNvPr>
          <p:cNvSpPr txBox="1"/>
          <p:nvPr/>
        </p:nvSpPr>
        <p:spPr>
          <a:xfrm>
            <a:off x="9465877" y="5463159"/>
            <a:ext cx="2310483" cy="581057"/>
          </a:xfrm>
          <a:prstGeom prst="rect">
            <a:avLst/>
          </a:prstGeom>
          <a:noFill/>
        </p:spPr>
        <p:txBody>
          <a:bodyPr wrap="square" lIns="0" tIns="0" rIns="0" bIns="0" rtlCol="0">
            <a:spAutoFit/>
          </a:bodyPr>
          <a:lstStyle/>
          <a:p>
            <a:pPr marL="0" marR="0" lvl="0" indent="0" algn="r" defTabSz="914400" rtl="0" eaLnBrk="1" fontAlgn="auto" latinLnBrk="0" hangingPunct="1">
              <a:lnSpc>
                <a:spcPct val="13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VCF</a:t>
            </a:r>
          </a:p>
        </p:txBody>
      </p:sp>
    </p:spTree>
    <p:extLst>
      <p:ext uri="{BB962C8B-B14F-4D97-AF65-F5344CB8AC3E}">
        <p14:creationId xmlns:p14="http://schemas.microsoft.com/office/powerpoint/2010/main" val="13473609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553"/>
        <p:cNvGrpSpPr/>
        <p:nvPr/>
      </p:nvGrpSpPr>
      <p:grpSpPr>
        <a:xfrm>
          <a:off x="0" y="0"/>
          <a:ext cx="0" cy="0"/>
          <a:chOff x="0" y="0"/>
          <a:chExt cx="0" cy="0"/>
        </a:xfrm>
      </p:grpSpPr>
      <p:sp>
        <p:nvSpPr>
          <p:cNvPr id="5522" name="Google Shape;5445;p52">
            <a:extLst>
              <a:ext uri="{FF2B5EF4-FFF2-40B4-BE49-F238E27FC236}">
                <a16:creationId xmlns:a16="http://schemas.microsoft.com/office/drawing/2014/main" id="{CB52CCFA-E724-A877-35E8-874335E5CC1F}"/>
              </a:ext>
            </a:extLst>
          </p:cNvPr>
          <p:cNvSpPr/>
          <p:nvPr/>
        </p:nvSpPr>
        <p:spPr>
          <a:xfrm flipH="1">
            <a:off x="0" y="1"/>
            <a:ext cx="12185652" cy="6858000"/>
          </a:xfrm>
          <a:prstGeom prst="rect">
            <a:avLst/>
          </a:prstGeom>
          <a:gradFill>
            <a:gsLst>
              <a:gs pos="0">
                <a:srgbClr val="00B0F0">
                  <a:alpha val="66274"/>
                </a:srgbClr>
              </a:gs>
              <a:gs pos="100000">
                <a:srgbClr val="0193C2">
                  <a:alpha val="4313"/>
                </a:srgbClr>
              </a:gs>
            </a:gsLst>
            <a:lin ang="5400000" scaled="0"/>
          </a:gradFill>
          <a:ln>
            <a:noFill/>
          </a:ln>
        </p:spPr>
        <p:txBody>
          <a:bodyPr spcFirstLastPara="1" wrap="square" lIns="91350" tIns="45675" rIns="9135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6"/>
              <a:buFont typeface="Arial"/>
              <a:buNone/>
              <a:tabLst/>
              <a:defRPr/>
            </a:pPr>
            <a:endParaRPr kumimoji="0" sz="1795"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5523" name="Google Shape;5446;p52">
            <a:extLst>
              <a:ext uri="{FF2B5EF4-FFF2-40B4-BE49-F238E27FC236}">
                <a16:creationId xmlns:a16="http://schemas.microsoft.com/office/drawing/2014/main" id="{4F9E916B-D7B6-5DAB-C0AF-6D2F04755B93}"/>
              </a:ext>
            </a:extLst>
          </p:cNvPr>
          <p:cNvGrpSpPr/>
          <p:nvPr/>
        </p:nvGrpSpPr>
        <p:grpSpPr>
          <a:xfrm>
            <a:off x="10213421" y="4166310"/>
            <a:ext cx="704690" cy="558322"/>
            <a:chOff x="5443067" y="7020176"/>
            <a:chExt cx="742239" cy="588074"/>
          </a:xfrm>
          <a:solidFill>
            <a:schemeClr val="bg1">
              <a:alpha val="23000"/>
            </a:schemeClr>
          </a:solidFill>
        </p:grpSpPr>
        <p:sp>
          <p:nvSpPr>
            <p:cNvPr id="5524" name="Google Shape;5447;p52">
              <a:extLst>
                <a:ext uri="{FF2B5EF4-FFF2-40B4-BE49-F238E27FC236}">
                  <a16:creationId xmlns:a16="http://schemas.microsoft.com/office/drawing/2014/main" id="{28350798-6EE6-17A6-2F13-5912E9ACFC62}"/>
                </a:ext>
              </a:extLst>
            </p:cNvPr>
            <p:cNvSpPr/>
            <p:nvPr/>
          </p:nvSpPr>
          <p:spPr>
            <a:xfrm>
              <a:off x="5443067" y="7020176"/>
              <a:ext cx="742239" cy="588074"/>
            </a:xfrm>
            <a:custGeom>
              <a:avLst/>
              <a:gdLst/>
              <a:ahLst/>
              <a:cxnLst/>
              <a:rect l="l" t="t" r="r" b="b"/>
              <a:pathLst>
                <a:path w="1028604" h="814959" extrusionOk="0">
                  <a:moveTo>
                    <a:pt x="933069" y="257747"/>
                  </a:moveTo>
                  <a:cubicBezTo>
                    <a:pt x="893540" y="218218"/>
                    <a:pt x="844868" y="189548"/>
                    <a:pt x="791718" y="174498"/>
                  </a:cubicBezTo>
                  <a:cubicBezTo>
                    <a:pt x="727901" y="66580"/>
                    <a:pt x="611410" y="0"/>
                    <a:pt x="485584" y="0"/>
                  </a:cubicBezTo>
                  <a:cubicBezTo>
                    <a:pt x="390620" y="0"/>
                    <a:pt x="301276" y="36957"/>
                    <a:pt x="234124" y="104108"/>
                  </a:cubicBezTo>
                  <a:cubicBezTo>
                    <a:pt x="190690" y="147542"/>
                    <a:pt x="159258" y="201263"/>
                    <a:pt x="142970" y="259747"/>
                  </a:cubicBezTo>
                  <a:cubicBezTo>
                    <a:pt x="54578" y="314135"/>
                    <a:pt x="0" y="411194"/>
                    <a:pt x="0" y="515207"/>
                  </a:cubicBezTo>
                  <a:cubicBezTo>
                    <a:pt x="0" y="595313"/>
                    <a:pt x="31147" y="670560"/>
                    <a:pt x="87820" y="727139"/>
                  </a:cubicBezTo>
                  <a:cubicBezTo>
                    <a:pt x="114967" y="754285"/>
                    <a:pt x="146399" y="775526"/>
                    <a:pt x="180594" y="790385"/>
                  </a:cubicBezTo>
                  <a:cubicBezTo>
                    <a:pt x="193357" y="795909"/>
                    <a:pt x="206502" y="800576"/>
                    <a:pt x="220027" y="804291"/>
                  </a:cubicBezTo>
                  <a:cubicBezTo>
                    <a:pt x="220027" y="804291"/>
                    <a:pt x="220027" y="804291"/>
                    <a:pt x="220027" y="804291"/>
                  </a:cubicBezTo>
                  <a:lnTo>
                    <a:pt x="254413" y="769906"/>
                  </a:lnTo>
                  <a:cubicBezTo>
                    <a:pt x="254413" y="769906"/>
                    <a:pt x="254413" y="769906"/>
                    <a:pt x="254413" y="769906"/>
                  </a:cubicBezTo>
                  <a:lnTo>
                    <a:pt x="558546" y="465773"/>
                  </a:lnTo>
                  <a:lnTo>
                    <a:pt x="558546" y="581787"/>
                  </a:lnTo>
                  <a:cubicBezTo>
                    <a:pt x="558546" y="593122"/>
                    <a:pt x="567785" y="602361"/>
                    <a:pt x="579120" y="602361"/>
                  </a:cubicBezTo>
                  <a:cubicBezTo>
                    <a:pt x="590455" y="602361"/>
                    <a:pt x="599694" y="593122"/>
                    <a:pt x="599694" y="581787"/>
                  </a:cubicBezTo>
                  <a:lnTo>
                    <a:pt x="599694" y="416147"/>
                  </a:lnTo>
                  <a:lnTo>
                    <a:pt x="599694" y="416147"/>
                  </a:lnTo>
                  <a:lnTo>
                    <a:pt x="599694" y="395573"/>
                  </a:lnTo>
                  <a:lnTo>
                    <a:pt x="413480" y="395573"/>
                  </a:lnTo>
                  <a:cubicBezTo>
                    <a:pt x="402145" y="395573"/>
                    <a:pt x="392906" y="404813"/>
                    <a:pt x="392906" y="416147"/>
                  </a:cubicBezTo>
                  <a:cubicBezTo>
                    <a:pt x="392906" y="427482"/>
                    <a:pt x="402145" y="436721"/>
                    <a:pt x="413480" y="436721"/>
                  </a:cubicBezTo>
                  <a:lnTo>
                    <a:pt x="529495" y="436721"/>
                  </a:lnTo>
                  <a:lnTo>
                    <a:pt x="208788" y="757428"/>
                  </a:lnTo>
                  <a:cubicBezTo>
                    <a:pt x="174688" y="744665"/>
                    <a:pt x="143446" y="724662"/>
                    <a:pt x="116967" y="698087"/>
                  </a:cubicBezTo>
                  <a:cubicBezTo>
                    <a:pt x="68104" y="649224"/>
                    <a:pt x="41243" y="584264"/>
                    <a:pt x="41243" y="515207"/>
                  </a:cubicBezTo>
                  <a:cubicBezTo>
                    <a:pt x="41243" y="423005"/>
                    <a:pt x="90964" y="337090"/>
                    <a:pt x="171069" y="290989"/>
                  </a:cubicBezTo>
                  <a:lnTo>
                    <a:pt x="178594" y="286607"/>
                  </a:lnTo>
                  <a:lnTo>
                    <a:pt x="180689" y="278130"/>
                  </a:lnTo>
                  <a:cubicBezTo>
                    <a:pt x="194405" y="223552"/>
                    <a:pt x="222980" y="173450"/>
                    <a:pt x="263271" y="133160"/>
                  </a:cubicBezTo>
                  <a:cubicBezTo>
                    <a:pt x="322707" y="73724"/>
                    <a:pt x="401669" y="41053"/>
                    <a:pt x="485584" y="41053"/>
                  </a:cubicBezTo>
                  <a:cubicBezTo>
                    <a:pt x="599503" y="41053"/>
                    <a:pt x="704755" y="102775"/>
                    <a:pt x="760190" y="202121"/>
                  </a:cubicBezTo>
                  <a:lnTo>
                    <a:pt x="764476" y="209836"/>
                  </a:lnTo>
                  <a:lnTo>
                    <a:pt x="773049" y="212027"/>
                  </a:lnTo>
                  <a:cubicBezTo>
                    <a:pt x="822293" y="224504"/>
                    <a:pt x="867537" y="250412"/>
                    <a:pt x="903922" y="286798"/>
                  </a:cubicBezTo>
                  <a:cubicBezTo>
                    <a:pt x="957834" y="340709"/>
                    <a:pt x="987457" y="412337"/>
                    <a:pt x="987457" y="488537"/>
                  </a:cubicBezTo>
                  <a:cubicBezTo>
                    <a:pt x="987457" y="564737"/>
                    <a:pt x="957739" y="636365"/>
                    <a:pt x="903922" y="690277"/>
                  </a:cubicBezTo>
                  <a:cubicBezTo>
                    <a:pt x="850011" y="744188"/>
                    <a:pt x="778383" y="773811"/>
                    <a:pt x="702183" y="773811"/>
                  </a:cubicBezTo>
                  <a:lnTo>
                    <a:pt x="341281" y="773811"/>
                  </a:lnTo>
                  <a:lnTo>
                    <a:pt x="300133" y="814959"/>
                  </a:lnTo>
                  <a:lnTo>
                    <a:pt x="702183" y="814959"/>
                  </a:lnTo>
                  <a:cubicBezTo>
                    <a:pt x="789337" y="814959"/>
                    <a:pt x="871347" y="781050"/>
                    <a:pt x="932974" y="719328"/>
                  </a:cubicBezTo>
                  <a:cubicBezTo>
                    <a:pt x="994600" y="657701"/>
                    <a:pt x="1028605" y="575691"/>
                    <a:pt x="1028605" y="488537"/>
                  </a:cubicBezTo>
                  <a:cubicBezTo>
                    <a:pt x="1028605" y="401384"/>
                    <a:pt x="994696" y="319373"/>
                    <a:pt x="932974" y="257747"/>
                  </a:cubicBezTo>
                  <a:close/>
                </a:path>
              </a:pathLst>
            </a:custGeom>
            <a:grpFill/>
            <a:ln>
              <a:noFill/>
            </a:ln>
          </p:spPr>
          <p:txBody>
            <a:bodyPr spcFirstLastPara="1" wrap="square" lIns="86850" tIns="43400" rIns="86850"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5525" name="Google Shape;5448;p52">
              <a:extLst>
                <a:ext uri="{FF2B5EF4-FFF2-40B4-BE49-F238E27FC236}">
                  <a16:creationId xmlns:a16="http://schemas.microsoft.com/office/drawing/2014/main" id="{01D1444A-9A65-F9F8-EE20-E26F434FD27C}"/>
                </a:ext>
              </a:extLst>
            </p:cNvPr>
            <p:cNvSpPr/>
            <p:nvPr/>
          </p:nvSpPr>
          <p:spPr>
            <a:xfrm>
              <a:off x="5528363" y="7105473"/>
              <a:ext cx="571508" cy="417343"/>
            </a:xfrm>
            <a:custGeom>
              <a:avLst/>
              <a:gdLst/>
              <a:ahLst/>
              <a:cxnLst/>
              <a:rect l="l" t="t" r="r" b="b"/>
              <a:pathLst>
                <a:path w="792003" h="578358" extrusionOk="0">
                  <a:moveTo>
                    <a:pt x="592550" y="162401"/>
                  </a:moveTo>
                  <a:cubicBezTo>
                    <a:pt x="560546" y="66008"/>
                    <a:pt x="470154" y="0"/>
                    <a:pt x="367284" y="0"/>
                  </a:cubicBezTo>
                  <a:cubicBezTo>
                    <a:pt x="241268" y="0"/>
                    <a:pt x="137922" y="98679"/>
                    <a:pt x="130397" y="222790"/>
                  </a:cubicBezTo>
                  <a:cubicBezTo>
                    <a:pt x="53912" y="245174"/>
                    <a:pt x="0" y="315849"/>
                    <a:pt x="0" y="396907"/>
                  </a:cubicBezTo>
                  <a:cubicBezTo>
                    <a:pt x="0" y="462248"/>
                    <a:pt x="34766" y="519684"/>
                    <a:pt x="86773" y="551593"/>
                  </a:cubicBezTo>
                  <a:lnTo>
                    <a:pt x="116967" y="521399"/>
                  </a:lnTo>
                  <a:cubicBezTo>
                    <a:pt x="72009" y="497967"/>
                    <a:pt x="41148" y="451009"/>
                    <a:pt x="41148" y="396907"/>
                  </a:cubicBezTo>
                  <a:cubicBezTo>
                    <a:pt x="41148" y="329851"/>
                    <a:pt x="88868" y="272034"/>
                    <a:pt x="154496" y="259175"/>
                  </a:cubicBezTo>
                  <a:lnTo>
                    <a:pt x="171260" y="255937"/>
                  </a:lnTo>
                  <a:lnTo>
                    <a:pt x="171069" y="238792"/>
                  </a:lnTo>
                  <a:cubicBezTo>
                    <a:pt x="171069" y="238792"/>
                    <a:pt x="171069" y="237839"/>
                    <a:pt x="171069" y="237363"/>
                  </a:cubicBezTo>
                  <a:lnTo>
                    <a:pt x="171069" y="237173"/>
                  </a:lnTo>
                  <a:cubicBezTo>
                    <a:pt x="171069" y="128969"/>
                    <a:pt x="259080" y="41053"/>
                    <a:pt x="367189" y="41053"/>
                  </a:cubicBezTo>
                  <a:cubicBezTo>
                    <a:pt x="456629" y="41053"/>
                    <a:pt x="534734" y="101441"/>
                    <a:pt x="557117" y="188024"/>
                  </a:cubicBezTo>
                  <a:lnTo>
                    <a:pt x="561213" y="204026"/>
                  </a:lnTo>
                  <a:lnTo>
                    <a:pt x="578358" y="203359"/>
                  </a:lnTo>
                  <a:cubicBezTo>
                    <a:pt x="580168" y="203359"/>
                    <a:pt x="582073" y="203264"/>
                    <a:pt x="583883" y="203264"/>
                  </a:cubicBezTo>
                  <a:cubicBezTo>
                    <a:pt x="675894" y="203264"/>
                    <a:pt x="750856" y="278130"/>
                    <a:pt x="750856" y="370237"/>
                  </a:cubicBezTo>
                  <a:cubicBezTo>
                    <a:pt x="750856" y="462344"/>
                    <a:pt x="675989" y="537210"/>
                    <a:pt x="583883" y="537210"/>
                  </a:cubicBezTo>
                  <a:lnTo>
                    <a:pt x="341281" y="537210"/>
                  </a:lnTo>
                  <a:lnTo>
                    <a:pt x="300133" y="578358"/>
                  </a:lnTo>
                  <a:lnTo>
                    <a:pt x="583883" y="578358"/>
                  </a:lnTo>
                  <a:cubicBezTo>
                    <a:pt x="698659" y="578358"/>
                    <a:pt x="792004" y="485013"/>
                    <a:pt x="792004" y="370237"/>
                  </a:cubicBezTo>
                  <a:cubicBezTo>
                    <a:pt x="792004" y="255461"/>
                    <a:pt x="703231" y="166783"/>
                    <a:pt x="592360" y="162306"/>
                  </a:cubicBezTo>
                  <a:close/>
                </a:path>
              </a:pathLst>
            </a:custGeom>
            <a:grpFill/>
            <a:ln>
              <a:noFill/>
            </a:ln>
          </p:spPr>
          <p:txBody>
            <a:bodyPr spcFirstLastPara="1" wrap="square" lIns="86850" tIns="43400" rIns="86850"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5526" name="Google Shape;5449;p52">
            <a:extLst>
              <a:ext uri="{FF2B5EF4-FFF2-40B4-BE49-F238E27FC236}">
                <a16:creationId xmlns:a16="http://schemas.microsoft.com/office/drawing/2014/main" id="{D6C51716-5B18-DD79-4DA8-7FAA92FAA9A9}"/>
              </a:ext>
            </a:extLst>
          </p:cNvPr>
          <p:cNvGrpSpPr/>
          <p:nvPr/>
        </p:nvGrpSpPr>
        <p:grpSpPr>
          <a:xfrm>
            <a:off x="10213421" y="2037064"/>
            <a:ext cx="704690" cy="558322"/>
            <a:chOff x="5443067" y="7020176"/>
            <a:chExt cx="742239" cy="588074"/>
          </a:xfrm>
          <a:solidFill>
            <a:schemeClr val="bg1">
              <a:alpha val="23000"/>
            </a:schemeClr>
          </a:solidFill>
        </p:grpSpPr>
        <p:sp>
          <p:nvSpPr>
            <p:cNvPr id="5527" name="Google Shape;5450;p52">
              <a:extLst>
                <a:ext uri="{FF2B5EF4-FFF2-40B4-BE49-F238E27FC236}">
                  <a16:creationId xmlns:a16="http://schemas.microsoft.com/office/drawing/2014/main" id="{7DB3CC51-603E-6545-7EB6-FB4364ED043B}"/>
                </a:ext>
              </a:extLst>
            </p:cNvPr>
            <p:cNvSpPr/>
            <p:nvPr/>
          </p:nvSpPr>
          <p:spPr>
            <a:xfrm>
              <a:off x="5443067" y="7020176"/>
              <a:ext cx="742239" cy="588074"/>
            </a:xfrm>
            <a:custGeom>
              <a:avLst/>
              <a:gdLst/>
              <a:ahLst/>
              <a:cxnLst/>
              <a:rect l="l" t="t" r="r" b="b"/>
              <a:pathLst>
                <a:path w="1028604" h="814959" extrusionOk="0">
                  <a:moveTo>
                    <a:pt x="933069" y="257747"/>
                  </a:moveTo>
                  <a:cubicBezTo>
                    <a:pt x="893540" y="218218"/>
                    <a:pt x="844868" y="189548"/>
                    <a:pt x="791718" y="174498"/>
                  </a:cubicBezTo>
                  <a:cubicBezTo>
                    <a:pt x="727901" y="66580"/>
                    <a:pt x="611410" y="0"/>
                    <a:pt x="485584" y="0"/>
                  </a:cubicBezTo>
                  <a:cubicBezTo>
                    <a:pt x="390620" y="0"/>
                    <a:pt x="301276" y="36957"/>
                    <a:pt x="234124" y="104108"/>
                  </a:cubicBezTo>
                  <a:cubicBezTo>
                    <a:pt x="190690" y="147542"/>
                    <a:pt x="159258" y="201263"/>
                    <a:pt x="142970" y="259747"/>
                  </a:cubicBezTo>
                  <a:cubicBezTo>
                    <a:pt x="54578" y="314135"/>
                    <a:pt x="0" y="411194"/>
                    <a:pt x="0" y="515207"/>
                  </a:cubicBezTo>
                  <a:cubicBezTo>
                    <a:pt x="0" y="595313"/>
                    <a:pt x="31147" y="670560"/>
                    <a:pt x="87820" y="727139"/>
                  </a:cubicBezTo>
                  <a:cubicBezTo>
                    <a:pt x="114967" y="754285"/>
                    <a:pt x="146399" y="775526"/>
                    <a:pt x="180594" y="790385"/>
                  </a:cubicBezTo>
                  <a:cubicBezTo>
                    <a:pt x="193357" y="795909"/>
                    <a:pt x="206502" y="800576"/>
                    <a:pt x="220027" y="804291"/>
                  </a:cubicBezTo>
                  <a:cubicBezTo>
                    <a:pt x="220027" y="804291"/>
                    <a:pt x="220027" y="804291"/>
                    <a:pt x="220027" y="804291"/>
                  </a:cubicBezTo>
                  <a:lnTo>
                    <a:pt x="254413" y="769906"/>
                  </a:lnTo>
                  <a:cubicBezTo>
                    <a:pt x="254413" y="769906"/>
                    <a:pt x="254413" y="769906"/>
                    <a:pt x="254413" y="769906"/>
                  </a:cubicBezTo>
                  <a:lnTo>
                    <a:pt x="558546" y="465773"/>
                  </a:lnTo>
                  <a:lnTo>
                    <a:pt x="558546" y="581787"/>
                  </a:lnTo>
                  <a:cubicBezTo>
                    <a:pt x="558546" y="593122"/>
                    <a:pt x="567785" y="602361"/>
                    <a:pt x="579120" y="602361"/>
                  </a:cubicBezTo>
                  <a:cubicBezTo>
                    <a:pt x="590455" y="602361"/>
                    <a:pt x="599694" y="593122"/>
                    <a:pt x="599694" y="581787"/>
                  </a:cubicBezTo>
                  <a:lnTo>
                    <a:pt x="599694" y="416147"/>
                  </a:lnTo>
                  <a:lnTo>
                    <a:pt x="599694" y="416147"/>
                  </a:lnTo>
                  <a:lnTo>
                    <a:pt x="599694" y="395573"/>
                  </a:lnTo>
                  <a:lnTo>
                    <a:pt x="413480" y="395573"/>
                  </a:lnTo>
                  <a:cubicBezTo>
                    <a:pt x="402145" y="395573"/>
                    <a:pt x="392906" y="404813"/>
                    <a:pt x="392906" y="416147"/>
                  </a:cubicBezTo>
                  <a:cubicBezTo>
                    <a:pt x="392906" y="427482"/>
                    <a:pt x="402145" y="436721"/>
                    <a:pt x="413480" y="436721"/>
                  </a:cubicBezTo>
                  <a:lnTo>
                    <a:pt x="529495" y="436721"/>
                  </a:lnTo>
                  <a:lnTo>
                    <a:pt x="208788" y="757428"/>
                  </a:lnTo>
                  <a:cubicBezTo>
                    <a:pt x="174688" y="744665"/>
                    <a:pt x="143446" y="724662"/>
                    <a:pt x="116967" y="698087"/>
                  </a:cubicBezTo>
                  <a:cubicBezTo>
                    <a:pt x="68104" y="649224"/>
                    <a:pt x="41243" y="584264"/>
                    <a:pt x="41243" y="515207"/>
                  </a:cubicBezTo>
                  <a:cubicBezTo>
                    <a:pt x="41243" y="423005"/>
                    <a:pt x="90964" y="337090"/>
                    <a:pt x="171069" y="290989"/>
                  </a:cubicBezTo>
                  <a:lnTo>
                    <a:pt x="178594" y="286607"/>
                  </a:lnTo>
                  <a:lnTo>
                    <a:pt x="180689" y="278130"/>
                  </a:lnTo>
                  <a:cubicBezTo>
                    <a:pt x="194405" y="223552"/>
                    <a:pt x="222980" y="173450"/>
                    <a:pt x="263271" y="133160"/>
                  </a:cubicBezTo>
                  <a:cubicBezTo>
                    <a:pt x="322707" y="73724"/>
                    <a:pt x="401669" y="41053"/>
                    <a:pt x="485584" y="41053"/>
                  </a:cubicBezTo>
                  <a:cubicBezTo>
                    <a:pt x="599503" y="41053"/>
                    <a:pt x="704755" y="102775"/>
                    <a:pt x="760190" y="202121"/>
                  </a:cubicBezTo>
                  <a:lnTo>
                    <a:pt x="764476" y="209836"/>
                  </a:lnTo>
                  <a:lnTo>
                    <a:pt x="773049" y="212027"/>
                  </a:lnTo>
                  <a:cubicBezTo>
                    <a:pt x="822293" y="224504"/>
                    <a:pt x="867537" y="250412"/>
                    <a:pt x="903922" y="286798"/>
                  </a:cubicBezTo>
                  <a:cubicBezTo>
                    <a:pt x="957834" y="340709"/>
                    <a:pt x="987457" y="412337"/>
                    <a:pt x="987457" y="488537"/>
                  </a:cubicBezTo>
                  <a:cubicBezTo>
                    <a:pt x="987457" y="564737"/>
                    <a:pt x="957739" y="636365"/>
                    <a:pt x="903922" y="690277"/>
                  </a:cubicBezTo>
                  <a:cubicBezTo>
                    <a:pt x="850011" y="744188"/>
                    <a:pt x="778383" y="773811"/>
                    <a:pt x="702183" y="773811"/>
                  </a:cubicBezTo>
                  <a:lnTo>
                    <a:pt x="341281" y="773811"/>
                  </a:lnTo>
                  <a:lnTo>
                    <a:pt x="300133" y="814959"/>
                  </a:lnTo>
                  <a:lnTo>
                    <a:pt x="702183" y="814959"/>
                  </a:lnTo>
                  <a:cubicBezTo>
                    <a:pt x="789337" y="814959"/>
                    <a:pt x="871347" y="781050"/>
                    <a:pt x="932974" y="719328"/>
                  </a:cubicBezTo>
                  <a:cubicBezTo>
                    <a:pt x="994600" y="657701"/>
                    <a:pt x="1028605" y="575691"/>
                    <a:pt x="1028605" y="488537"/>
                  </a:cubicBezTo>
                  <a:cubicBezTo>
                    <a:pt x="1028605" y="401384"/>
                    <a:pt x="994696" y="319373"/>
                    <a:pt x="932974" y="257747"/>
                  </a:cubicBezTo>
                  <a:close/>
                </a:path>
              </a:pathLst>
            </a:custGeom>
            <a:grpFill/>
            <a:ln>
              <a:noFill/>
            </a:ln>
          </p:spPr>
          <p:txBody>
            <a:bodyPr spcFirstLastPara="1" wrap="square" lIns="86850" tIns="43400" rIns="86850"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5528" name="Google Shape;5451;p52">
              <a:extLst>
                <a:ext uri="{FF2B5EF4-FFF2-40B4-BE49-F238E27FC236}">
                  <a16:creationId xmlns:a16="http://schemas.microsoft.com/office/drawing/2014/main" id="{3C436A44-2372-ADE4-706D-F80E1893B39E}"/>
                </a:ext>
              </a:extLst>
            </p:cNvPr>
            <p:cNvSpPr/>
            <p:nvPr/>
          </p:nvSpPr>
          <p:spPr>
            <a:xfrm>
              <a:off x="5528363" y="7105473"/>
              <a:ext cx="571508" cy="417343"/>
            </a:xfrm>
            <a:custGeom>
              <a:avLst/>
              <a:gdLst/>
              <a:ahLst/>
              <a:cxnLst/>
              <a:rect l="l" t="t" r="r" b="b"/>
              <a:pathLst>
                <a:path w="792003" h="578358" extrusionOk="0">
                  <a:moveTo>
                    <a:pt x="592550" y="162401"/>
                  </a:moveTo>
                  <a:cubicBezTo>
                    <a:pt x="560546" y="66008"/>
                    <a:pt x="470154" y="0"/>
                    <a:pt x="367284" y="0"/>
                  </a:cubicBezTo>
                  <a:cubicBezTo>
                    <a:pt x="241268" y="0"/>
                    <a:pt x="137922" y="98679"/>
                    <a:pt x="130397" y="222790"/>
                  </a:cubicBezTo>
                  <a:cubicBezTo>
                    <a:pt x="53912" y="245174"/>
                    <a:pt x="0" y="315849"/>
                    <a:pt x="0" y="396907"/>
                  </a:cubicBezTo>
                  <a:cubicBezTo>
                    <a:pt x="0" y="462248"/>
                    <a:pt x="34766" y="519684"/>
                    <a:pt x="86773" y="551593"/>
                  </a:cubicBezTo>
                  <a:lnTo>
                    <a:pt x="116967" y="521399"/>
                  </a:lnTo>
                  <a:cubicBezTo>
                    <a:pt x="72009" y="497967"/>
                    <a:pt x="41148" y="451009"/>
                    <a:pt x="41148" y="396907"/>
                  </a:cubicBezTo>
                  <a:cubicBezTo>
                    <a:pt x="41148" y="329851"/>
                    <a:pt x="88868" y="272034"/>
                    <a:pt x="154496" y="259175"/>
                  </a:cubicBezTo>
                  <a:lnTo>
                    <a:pt x="171260" y="255937"/>
                  </a:lnTo>
                  <a:lnTo>
                    <a:pt x="171069" y="238792"/>
                  </a:lnTo>
                  <a:cubicBezTo>
                    <a:pt x="171069" y="238792"/>
                    <a:pt x="171069" y="237839"/>
                    <a:pt x="171069" y="237363"/>
                  </a:cubicBezTo>
                  <a:lnTo>
                    <a:pt x="171069" y="237173"/>
                  </a:lnTo>
                  <a:cubicBezTo>
                    <a:pt x="171069" y="128969"/>
                    <a:pt x="259080" y="41053"/>
                    <a:pt x="367189" y="41053"/>
                  </a:cubicBezTo>
                  <a:cubicBezTo>
                    <a:pt x="456629" y="41053"/>
                    <a:pt x="534734" y="101441"/>
                    <a:pt x="557117" y="188024"/>
                  </a:cubicBezTo>
                  <a:lnTo>
                    <a:pt x="561213" y="204026"/>
                  </a:lnTo>
                  <a:lnTo>
                    <a:pt x="578358" y="203359"/>
                  </a:lnTo>
                  <a:cubicBezTo>
                    <a:pt x="580168" y="203359"/>
                    <a:pt x="582073" y="203264"/>
                    <a:pt x="583883" y="203264"/>
                  </a:cubicBezTo>
                  <a:cubicBezTo>
                    <a:pt x="675894" y="203264"/>
                    <a:pt x="750856" y="278130"/>
                    <a:pt x="750856" y="370237"/>
                  </a:cubicBezTo>
                  <a:cubicBezTo>
                    <a:pt x="750856" y="462344"/>
                    <a:pt x="675989" y="537210"/>
                    <a:pt x="583883" y="537210"/>
                  </a:cubicBezTo>
                  <a:lnTo>
                    <a:pt x="341281" y="537210"/>
                  </a:lnTo>
                  <a:lnTo>
                    <a:pt x="300133" y="578358"/>
                  </a:lnTo>
                  <a:lnTo>
                    <a:pt x="583883" y="578358"/>
                  </a:lnTo>
                  <a:cubicBezTo>
                    <a:pt x="698659" y="578358"/>
                    <a:pt x="792004" y="485013"/>
                    <a:pt x="792004" y="370237"/>
                  </a:cubicBezTo>
                  <a:cubicBezTo>
                    <a:pt x="792004" y="255461"/>
                    <a:pt x="703231" y="166783"/>
                    <a:pt x="592360" y="162306"/>
                  </a:cubicBezTo>
                  <a:close/>
                </a:path>
              </a:pathLst>
            </a:custGeom>
            <a:grpFill/>
            <a:ln>
              <a:noFill/>
            </a:ln>
          </p:spPr>
          <p:txBody>
            <a:bodyPr spcFirstLastPara="1" wrap="square" lIns="86850" tIns="43400" rIns="86850"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5529" name="Google Shape;5452;p52">
            <a:extLst>
              <a:ext uri="{FF2B5EF4-FFF2-40B4-BE49-F238E27FC236}">
                <a16:creationId xmlns:a16="http://schemas.microsoft.com/office/drawing/2014/main" id="{A818E11E-8E52-8471-1E9E-08A61E3A8E17}"/>
              </a:ext>
            </a:extLst>
          </p:cNvPr>
          <p:cNvGrpSpPr/>
          <p:nvPr/>
        </p:nvGrpSpPr>
        <p:grpSpPr>
          <a:xfrm>
            <a:off x="1422118" y="4166310"/>
            <a:ext cx="704690" cy="558322"/>
            <a:chOff x="5443067" y="7020176"/>
            <a:chExt cx="742239" cy="588074"/>
          </a:xfrm>
          <a:solidFill>
            <a:schemeClr val="bg1">
              <a:alpha val="23000"/>
            </a:schemeClr>
          </a:solidFill>
        </p:grpSpPr>
        <p:sp>
          <p:nvSpPr>
            <p:cNvPr id="5530" name="Google Shape;5453;p52">
              <a:extLst>
                <a:ext uri="{FF2B5EF4-FFF2-40B4-BE49-F238E27FC236}">
                  <a16:creationId xmlns:a16="http://schemas.microsoft.com/office/drawing/2014/main" id="{CAB58717-AD19-16C9-357A-5CFDDCF0CC2A}"/>
                </a:ext>
              </a:extLst>
            </p:cNvPr>
            <p:cNvSpPr/>
            <p:nvPr/>
          </p:nvSpPr>
          <p:spPr>
            <a:xfrm>
              <a:off x="5443067" y="7020176"/>
              <a:ext cx="742239" cy="588074"/>
            </a:xfrm>
            <a:custGeom>
              <a:avLst/>
              <a:gdLst/>
              <a:ahLst/>
              <a:cxnLst/>
              <a:rect l="l" t="t" r="r" b="b"/>
              <a:pathLst>
                <a:path w="1028604" h="814959" extrusionOk="0">
                  <a:moveTo>
                    <a:pt x="933069" y="257747"/>
                  </a:moveTo>
                  <a:cubicBezTo>
                    <a:pt x="893540" y="218218"/>
                    <a:pt x="844868" y="189548"/>
                    <a:pt x="791718" y="174498"/>
                  </a:cubicBezTo>
                  <a:cubicBezTo>
                    <a:pt x="727901" y="66580"/>
                    <a:pt x="611410" y="0"/>
                    <a:pt x="485584" y="0"/>
                  </a:cubicBezTo>
                  <a:cubicBezTo>
                    <a:pt x="390620" y="0"/>
                    <a:pt x="301276" y="36957"/>
                    <a:pt x="234124" y="104108"/>
                  </a:cubicBezTo>
                  <a:cubicBezTo>
                    <a:pt x="190690" y="147542"/>
                    <a:pt x="159258" y="201263"/>
                    <a:pt x="142970" y="259747"/>
                  </a:cubicBezTo>
                  <a:cubicBezTo>
                    <a:pt x="54578" y="314135"/>
                    <a:pt x="0" y="411194"/>
                    <a:pt x="0" y="515207"/>
                  </a:cubicBezTo>
                  <a:cubicBezTo>
                    <a:pt x="0" y="595313"/>
                    <a:pt x="31147" y="670560"/>
                    <a:pt x="87820" y="727139"/>
                  </a:cubicBezTo>
                  <a:cubicBezTo>
                    <a:pt x="114967" y="754285"/>
                    <a:pt x="146399" y="775526"/>
                    <a:pt x="180594" y="790385"/>
                  </a:cubicBezTo>
                  <a:cubicBezTo>
                    <a:pt x="193357" y="795909"/>
                    <a:pt x="206502" y="800576"/>
                    <a:pt x="220027" y="804291"/>
                  </a:cubicBezTo>
                  <a:cubicBezTo>
                    <a:pt x="220027" y="804291"/>
                    <a:pt x="220027" y="804291"/>
                    <a:pt x="220027" y="804291"/>
                  </a:cubicBezTo>
                  <a:lnTo>
                    <a:pt x="254413" y="769906"/>
                  </a:lnTo>
                  <a:cubicBezTo>
                    <a:pt x="254413" y="769906"/>
                    <a:pt x="254413" y="769906"/>
                    <a:pt x="254413" y="769906"/>
                  </a:cubicBezTo>
                  <a:lnTo>
                    <a:pt x="558546" y="465773"/>
                  </a:lnTo>
                  <a:lnTo>
                    <a:pt x="558546" y="581787"/>
                  </a:lnTo>
                  <a:cubicBezTo>
                    <a:pt x="558546" y="593122"/>
                    <a:pt x="567785" y="602361"/>
                    <a:pt x="579120" y="602361"/>
                  </a:cubicBezTo>
                  <a:cubicBezTo>
                    <a:pt x="590455" y="602361"/>
                    <a:pt x="599694" y="593122"/>
                    <a:pt x="599694" y="581787"/>
                  </a:cubicBezTo>
                  <a:lnTo>
                    <a:pt x="599694" y="416147"/>
                  </a:lnTo>
                  <a:lnTo>
                    <a:pt x="599694" y="416147"/>
                  </a:lnTo>
                  <a:lnTo>
                    <a:pt x="599694" y="395573"/>
                  </a:lnTo>
                  <a:lnTo>
                    <a:pt x="413480" y="395573"/>
                  </a:lnTo>
                  <a:cubicBezTo>
                    <a:pt x="402145" y="395573"/>
                    <a:pt x="392906" y="404813"/>
                    <a:pt x="392906" y="416147"/>
                  </a:cubicBezTo>
                  <a:cubicBezTo>
                    <a:pt x="392906" y="427482"/>
                    <a:pt x="402145" y="436721"/>
                    <a:pt x="413480" y="436721"/>
                  </a:cubicBezTo>
                  <a:lnTo>
                    <a:pt x="529495" y="436721"/>
                  </a:lnTo>
                  <a:lnTo>
                    <a:pt x="208788" y="757428"/>
                  </a:lnTo>
                  <a:cubicBezTo>
                    <a:pt x="174688" y="744665"/>
                    <a:pt x="143446" y="724662"/>
                    <a:pt x="116967" y="698087"/>
                  </a:cubicBezTo>
                  <a:cubicBezTo>
                    <a:pt x="68104" y="649224"/>
                    <a:pt x="41243" y="584264"/>
                    <a:pt x="41243" y="515207"/>
                  </a:cubicBezTo>
                  <a:cubicBezTo>
                    <a:pt x="41243" y="423005"/>
                    <a:pt x="90964" y="337090"/>
                    <a:pt x="171069" y="290989"/>
                  </a:cubicBezTo>
                  <a:lnTo>
                    <a:pt x="178594" y="286607"/>
                  </a:lnTo>
                  <a:lnTo>
                    <a:pt x="180689" y="278130"/>
                  </a:lnTo>
                  <a:cubicBezTo>
                    <a:pt x="194405" y="223552"/>
                    <a:pt x="222980" y="173450"/>
                    <a:pt x="263271" y="133160"/>
                  </a:cubicBezTo>
                  <a:cubicBezTo>
                    <a:pt x="322707" y="73724"/>
                    <a:pt x="401669" y="41053"/>
                    <a:pt x="485584" y="41053"/>
                  </a:cubicBezTo>
                  <a:cubicBezTo>
                    <a:pt x="599503" y="41053"/>
                    <a:pt x="704755" y="102775"/>
                    <a:pt x="760190" y="202121"/>
                  </a:cubicBezTo>
                  <a:lnTo>
                    <a:pt x="764476" y="209836"/>
                  </a:lnTo>
                  <a:lnTo>
                    <a:pt x="773049" y="212027"/>
                  </a:lnTo>
                  <a:cubicBezTo>
                    <a:pt x="822293" y="224504"/>
                    <a:pt x="867537" y="250412"/>
                    <a:pt x="903922" y="286798"/>
                  </a:cubicBezTo>
                  <a:cubicBezTo>
                    <a:pt x="957834" y="340709"/>
                    <a:pt x="987457" y="412337"/>
                    <a:pt x="987457" y="488537"/>
                  </a:cubicBezTo>
                  <a:cubicBezTo>
                    <a:pt x="987457" y="564737"/>
                    <a:pt x="957739" y="636365"/>
                    <a:pt x="903922" y="690277"/>
                  </a:cubicBezTo>
                  <a:cubicBezTo>
                    <a:pt x="850011" y="744188"/>
                    <a:pt x="778383" y="773811"/>
                    <a:pt x="702183" y="773811"/>
                  </a:cubicBezTo>
                  <a:lnTo>
                    <a:pt x="341281" y="773811"/>
                  </a:lnTo>
                  <a:lnTo>
                    <a:pt x="300133" y="814959"/>
                  </a:lnTo>
                  <a:lnTo>
                    <a:pt x="702183" y="814959"/>
                  </a:lnTo>
                  <a:cubicBezTo>
                    <a:pt x="789337" y="814959"/>
                    <a:pt x="871347" y="781050"/>
                    <a:pt x="932974" y="719328"/>
                  </a:cubicBezTo>
                  <a:cubicBezTo>
                    <a:pt x="994600" y="657701"/>
                    <a:pt x="1028605" y="575691"/>
                    <a:pt x="1028605" y="488537"/>
                  </a:cubicBezTo>
                  <a:cubicBezTo>
                    <a:pt x="1028605" y="401384"/>
                    <a:pt x="994696" y="319373"/>
                    <a:pt x="932974" y="257747"/>
                  </a:cubicBezTo>
                  <a:close/>
                </a:path>
              </a:pathLst>
            </a:custGeom>
            <a:grpFill/>
            <a:ln>
              <a:noFill/>
            </a:ln>
          </p:spPr>
          <p:txBody>
            <a:bodyPr spcFirstLastPara="1" wrap="square" lIns="86850" tIns="43400" rIns="86850"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5531" name="Google Shape;5454;p52">
              <a:extLst>
                <a:ext uri="{FF2B5EF4-FFF2-40B4-BE49-F238E27FC236}">
                  <a16:creationId xmlns:a16="http://schemas.microsoft.com/office/drawing/2014/main" id="{11A1988D-9E65-B49C-93FC-8CE9702B13AD}"/>
                </a:ext>
              </a:extLst>
            </p:cNvPr>
            <p:cNvSpPr/>
            <p:nvPr/>
          </p:nvSpPr>
          <p:spPr>
            <a:xfrm>
              <a:off x="5528363" y="7105473"/>
              <a:ext cx="571508" cy="417343"/>
            </a:xfrm>
            <a:custGeom>
              <a:avLst/>
              <a:gdLst/>
              <a:ahLst/>
              <a:cxnLst/>
              <a:rect l="l" t="t" r="r" b="b"/>
              <a:pathLst>
                <a:path w="792003" h="578358" extrusionOk="0">
                  <a:moveTo>
                    <a:pt x="592550" y="162401"/>
                  </a:moveTo>
                  <a:cubicBezTo>
                    <a:pt x="560546" y="66008"/>
                    <a:pt x="470154" y="0"/>
                    <a:pt x="367284" y="0"/>
                  </a:cubicBezTo>
                  <a:cubicBezTo>
                    <a:pt x="241268" y="0"/>
                    <a:pt x="137922" y="98679"/>
                    <a:pt x="130397" y="222790"/>
                  </a:cubicBezTo>
                  <a:cubicBezTo>
                    <a:pt x="53912" y="245174"/>
                    <a:pt x="0" y="315849"/>
                    <a:pt x="0" y="396907"/>
                  </a:cubicBezTo>
                  <a:cubicBezTo>
                    <a:pt x="0" y="462248"/>
                    <a:pt x="34766" y="519684"/>
                    <a:pt x="86773" y="551593"/>
                  </a:cubicBezTo>
                  <a:lnTo>
                    <a:pt x="116967" y="521399"/>
                  </a:lnTo>
                  <a:cubicBezTo>
                    <a:pt x="72009" y="497967"/>
                    <a:pt x="41148" y="451009"/>
                    <a:pt x="41148" y="396907"/>
                  </a:cubicBezTo>
                  <a:cubicBezTo>
                    <a:pt x="41148" y="329851"/>
                    <a:pt x="88868" y="272034"/>
                    <a:pt x="154496" y="259175"/>
                  </a:cubicBezTo>
                  <a:lnTo>
                    <a:pt x="171260" y="255937"/>
                  </a:lnTo>
                  <a:lnTo>
                    <a:pt x="171069" y="238792"/>
                  </a:lnTo>
                  <a:cubicBezTo>
                    <a:pt x="171069" y="238792"/>
                    <a:pt x="171069" y="237839"/>
                    <a:pt x="171069" y="237363"/>
                  </a:cubicBezTo>
                  <a:lnTo>
                    <a:pt x="171069" y="237173"/>
                  </a:lnTo>
                  <a:cubicBezTo>
                    <a:pt x="171069" y="128969"/>
                    <a:pt x="259080" y="41053"/>
                    <a:pt x="367189" y="41053"/>
                  </a:cubicBezTo>
                  <a:cubicBezTo>
                    <a:pt x="456629" y="41053"/>
                    <a:pt x="534734" y="101441"/>
                    <a:pt x="557117" y="188024"/>
                  </a:cubicBezTo>
                  <a:lnTo>
                    <a:pt x="561213" y="204026"/>
                  </a:lnTo>
                  <a:lnTo>
                    <a:pt x="578358" y="203359"/>
                  </a:lnTo>
                  <a:cubicBezTo>
                    <a:pt x="580168" y="203359"/>
                    <a:pt x="582073" y="203264"/>
                    <a:pt x="583883" y="203264"/>
                  </a:cubicBezTo>
                  <a:cubicBezTo>
                    <a:pt x="675894" y="203264"/>
                    <a:pt x="750856" y="278130"/>
                    <a:pt x="750856" y="370237"/>
                  </a:cubicBezTo>
                  <a:cubicBezTo>
                    <a:pt x="750856" y="462344"/>
                    <a:pt x="675989" y="537210"/>
                    <a:pt x="583883" y="537210"/>
                  </a:cubicBezTo>
                  <a:lnTo>
                    <a:pt x="341281" y="537210"/>
                  </a:lnTo>
                  <a:lnTo>
                    <a:pt x="300133" y="578358"/>
                  </a:lnTo>
                  <a:lnTo>
                    <a:pt x="583883" y="578358"/>
                  </a:lnTo>
                  <a:cubicBezTo>
                    <a:pt x="698659" y="578358"/>
                    <a:pt x="792004" y="485013"/>
                    <a:pt x="792004" y="370237"/>
                  </a:cubicBezTo>
                  <a:cubicBezTo>
                    <a:pt x="792004" y="255461"/>
                    <a:pt x="703231" y="166783"/>
                    <a:pt x="592360" y="162306"/>
                  </a:cubicBezTo>
                  <a:close/>
                </a:path>
              </a:pathLst>
            </a:custGeom>
            <a:grpFill/>
            <a:ln>
              <a:noFill/>
            </a:ln>
          </p:spPr>
          <p:txBody>
            <a:bodyPr spcFirstLastPara="1" wrap="square" lIns="86850" tIns="43400" rIns="86850"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5532" name="Google Shape;5455;p52">
            <a:extLst>
              <a:ext uri="{FF2B5EF4-FFF2-40B4-BE49-F238E27FC236}">
                <a16:creationId xmlns:a16="http://schemas.microsoft.com/office/drawing/2014/main" id="{36A6680B-FC6D-C973-2748-C3224786F297}"/>
              </a:ext>
            </a:extLst>
          </p:cNvPr>
          <p:cNvGrpSpPr/>
          <p:nvPr/>
        </p:nvGrpSpPr>
        <p:grpSpPr>
          <a:xfrm>
            <a:off x="1422118" y="2037064"/>
            <a:ext cx="704690" cy="558322"/>
            <a:chOff x="5443067" y="7020176"/>
            <a:chExt cx="742239" cy="588074"/>
          </a:xfrm>
          <a:solidFill>
            <a:schemeClr val="bg1">
              <a:alpha val="23000"/>
            </a:schemeClr>
          </a:solidFill>
        </p:grpSpPr>
        <p:sp>
          <p:nvSpPr>
            <p:cNvPr id="5533" name="Google Shape;5456;p52">
              <a:extLst>
                <a:ext uri="{FF2B5EF4-FFF2-40B4-BE49-F238E27FC236}">
                  <a16:creationId xmlns:a16="http://schemas.microsoft.com/office/drawing/2014/main" id="{1C48F0A4-FABF-AC51-7AAF-651CB1DE491C}"/>
                </a:ext>
              </a:extLst>
            </p:cNvPr>
            <p:cNvSpPr/>
            <p:nvPr/>
          </p:nvSpPr>
          <p:spPr>
            <a:xfrm>
              <a:off x="5443067" y="7020176"/>
              <a:ext cx="742239" cy="588074"/>
            </a:xfrm>
            <a:custGeom>
              <a:avLst/>
              <a:gdLst/>
              <a:ahLst/>
              <a:cxnLst/>
              <a:rect l="l" t="t" r="r" b="b"/>
              <a:pathLst>
                <a:path w="1028604" h="814959" extrusionOk="0">
                  <a:moveTo>
                    <a:pt x="933069" y="257747"/>
                  </a:moveTo>
                  <a:cubicBezTo>
                    <a:pt x="893540" y="218218"/>
                    <a:pt x="844868" y="189548"/>
                    <a:pt x="791718" y="174498"/>
                  </a:cubicBezTo>
                  <a:cubicBezTo>
                    <a:pt x="727901" y="66580"/>
                    <a:pt x="611410" y="0"/>
                    <a:pt x="485584" y="0"/>
                  </a:cubicBezTo>
                  <a:cubicBezTo>
                    <a:pt x="390620" y="0"/>
                    <a:pt x="301276" y="36957"/>
                    <a:pt x="234124" y="104108"/>
                  </a:cubicBezTo>
                  <a:cubicBezTo>
                    <a:pt x="190690" y="147542"/>
                    <a:pt x="159258" y="201263"/>
                    <a:pt x="142970" y="259747"/>
                  </a:cubicBezTo>
                  <a:cubicBezTo>
                    <a:pt x="54578" y="314135"/>
                    <a:pt x="0" y="411194"/>
                    <a:pt x="0" y="515207"/>
                  </a:cubicBezTo>
                  <a:cubicBezTo>
                    <a:pt x="0" y="595313"/>
                    <a:pt x="31147" y="670560"/>
                    <a:pt x="87820" y="727139"/>
                  </a:cubicBezTo>
                  <a:cubicBezTo>
                    <a:pt x="114967" y="754285"/>
                    <a:pt x="146399" y="775526"/>
                    <a:pt x="180594" y="790385"/>
                  </a:cubicBezTo>
                  <a:cubicBezTo>
                    <a:pt x="193357" y="795909"/>
                    <a:pt x="206502" y="800576"/>
                    <a:pt x="220027" y="804291"/>
                  </a:cubicBezTo>
                  <a:cubicBezTo>
                    <a:pt x="220027" y="804291"/>
                    <a:pt x="220027" y="804291"/>
                    <a:pt x="220027" y="804291"/>
                  </a:cubicBezTo>
                  <a:lnTo>
                    <a:pt x="254413" y="769906"/>
                  </a:lnTo>
                  <a:cubicBezTo>
                    <a:pt x="254413" y="769906"/>
                    <a:pt x="254413" y="769906"/>
                    <a:pt x="254413" y="769906"/>
                  </a:cubicBezTo>
                  <a:lnTo>
                    <a:pt x="558546" y="465773"/>
                  </a:lnTo>
                  <a:lnTo>
                    <a:pt x="558546" y="581787"/>
                  </a:lnTo>
                  <a:cubicBezTo>
                    <a:pt x="558546" y="593122"/>
                    <a:pt x="567785" y="602361"/>
                    <a:pt x="579120" y="602361"/>
                  </a:cubicBezTo>
                  <a:cubicBezTo>
                    <a:pt x="590455" y="602361"/>
                    <a:pt x="599694" y="593122"/>
                    <a:pt x="599694" y="581787"/>
                  </a:cubicBezTo>
                  <a:lnTo>
                    <a:pt x="599694" y="416147"/>
                  </a:lnTo>
                  <a:lnTo>
                    <a:pt x="599694" y="416147"/>
                  </a:lnTo>
                  <a:lnTo>
                    <a:pt x="599694" y="395573"/>
                  </a:lnTo>
                  <a:lnTo>
                    <a:pt x="413480" y="395573"/>
                  </a:lnTo>
                  <a:cubicBezTo>
                    <a:pt x="402145" y="395573"/>
                    <a:pt x="392906" y="404813"/>
                    <a:pt x="392906" y="416147"/>
                  </a:cubicBezTo>
                  <a:cubicBezTo>
                    <a:pt x="392906" y="427482"/>
                    <a:pt x="402145" y="436721"/>
                    <a:pt x="413480" y="436721"/>
                  </a:cubicBezTo>
                  <a:lnTo>
                    <a:pt x="529495" y="436721"/>
                  </a:lnTo>
                  <a:lnTo>
                    <a:pt x="208788" y="757428"/>
                  </a:lnTo>
                  <a:cubicBezTo>
                    <a:pt x="174688" y="744665"/>
                    <a:pt x="143446" y="724662"/>
                    <a:pt x="116967" y="698087"/>
                  </a:cubicBezTo>
                  <a:cubicBezTo>
                    <a:pt x="68104" y="649224"/>
                    <a:pt x="41243" y="584264"/>
                    <a:pt x="41243" y="515207"/>
                  </a:cubicBezTo>
                  <a:cubicBezTo>
                    <a:pt x="41243" y="423005"/>
                    <a:pt x="90964" y="337090"/>
                    <a:pt x="171069" y="290989"/>
                  </a:cubicBezTo>
                  <a:lnTo>
                    <a:pt x="178594" y="286607"/>
                  </a:lnTo>
                  <a:lnTo>
                    <a:pt x="180689" y="278130"/>
                  </a:lnTo>
                  <a:cubicBezTo>
                    <a:pt x="194405" y="223552"/>
                    <a:pt x="222980" y="173450"/>
                    <a:pt x="263271" y="133160"/>
                  </a:cubicBezTo>
                  <a:cubicBezTo>
                    <a:pt x="322707" y="73724"/>
                    <a:pt x="401669" y="41053"/>
                    <a:pt x="485584" y="41053"/>
                  </a:cubicBezTo>
                  <a:cubicBezTo>
                    <a:pt x="599503" y="41053"/>
                    <a:pt x="704755" y="102775"/>
                    <a:pt x="760190" y="202121"/>
                  </a:cubicBezTo>
                  <a:lnTo>
                    <a:pt x="764476" y="209836"/>
                  </a:lnTo>
                  <a:lnTo>
                    <a:pt x="773049" y="212027"/>
                  </a:lnTo>
                  <a:cubicBezTo>
                    <a:pt x="822293" y="224504"/>
                    <a:pt x="867537" y="250412"/>
                    <a:pt x="903922" y="286798"/>
                  </a:cubicBezTo>
                  <a:cubicBezTo>
                    <a:pt x="957834" y="340709"/>
                    <a:pt x="987457" y="412337"/>
                    <a:pt x="987457" y="488537"/>
                  </a:cubicBezTo>
                  <a:cubicBezTo>
                    <a:pt x="987457" y="564737"/>
                    <a:pt x="957739" y="636365"/>
                    <a:pt x="903922" y="690277"/>
                  </a:cubicBezTo>
                  <a:cubicBezTo>
                    <a:pt x="850011" y="744188"/>
                    <a:pt x="778383" y="773811"/>
                    <a:pt x="702183" y="773811"/>
                  </a:cubicBezTo>
                  <a:lnTo>
                    <a:pt x="341281" y="773811"/>
                  </a:lnTo>
                  <a:lnTo>
                    <a:pt x="300133" y="814959"/>
                  </a:lnTo>
                  <a:lnTo>
                    <a:pt x="702183" y="814959"/>
                  </a:lnTo>
                  <a:cubicBezTo>
                    <a:pt x="789337" y="814959"/>
                    <a:pt x="871347" y="781050"/>
                    <a:pt x="932974" y="719328"/>
                  </a:cubicBezTo>
                  <a:cubicBezTo>
                    <a:pt x="994600" y="657701"/>
                    <a:pt x="1028605" y="575691"/>
                    <a:pt x="1028605" y="488537"/>
                  </a:cubicBezTo>
                  <a:cubicBezTo>
                    <a:pt x="1028605" y="401384"/>
                    <a:pt x="994696" y="319373"/>
                    <a:pt x="932974" y="257747"/>
                  </a:cubicBezTo>
                  <a:close/>
                </a:path>
              </a:pathLst>
            </a:custGeom>
            <a:grpFill/>
            <a:ln>
              <a:noFill/>
            </a:ln>
          </p:spPr>
          <p:txBody>
            <a:bodyPr spcFirstLastPara="1" wrap="square" lIns="86850" tIns="43400" rIns="86850"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5534" name="Google Shape;5457;p52">
              <a:extLst>
                <a:ext uri="{FF2B5EF4-FFF2-40B4-BE49-F238E27FC236}">
                  <a16:creationId xmlns:a16="http://schemas.microsoft.com/office/drawing/2014/main" id="{98E42B5D-EC20-5497-F95C-84EE4A420F22}"/>
                </a:ext>
              </a:extLst>
            </p:cNvPr>
            <p:cNvSpPr/>
            <p:nvPr/>
          </p:nvSpPr>
          <p:spPr>
            <a:xfrm>
              <a:off x="5528363" y="7105473"/>
              <a:ext cx="571508" cy="417343"/>
            </a:xfrm>
            <a:custGeom>
              <a:avLst/>
              <a:gdLst/>
              <a:ahLst/>
              <a:cxnLst/>
              <a:rect l="l" t="t" r="r" b="b"/>
              <a:pathLst>
                <a:path w="792003" h="578358" extrusionOk="0">
                  <a:moveTo>
                    <a:pt x="592550" y="162401"/>
                  </a:moveTo>
                  <a:cubicBezTo>
                    <a:pt x="560546" y="66008"/>
                    <a:pt x="470154" y="0"/>
                    <a:pt x="367284" y="0"/>
                  </a:cubicBezTo>
                  <a:cubicBezTo>
                    <a:pt x="241268" y="0"/>
                    <a:pt x="137922" y="98679"/>
                    <a:pt x="130397" y="222790"/>
                  </a:cubicBezTo>
                  <a:cubicBezTo>
                    <a:pt x="53912" y="245174"/>
                    <a:pt x="0" y="315849"/>
                    <a:pt x="0" y="396907"/>
                  </a:cubicBezTo>
                  <a:cubicBezTo>
                    <a:pt x="0" y="462248"/>
                    <a:pt x="34766" y="519684"/>
                    <a:pt x="86773" y="551593"/>
                  </a:cubicBezTo>
                  <a:lnTo>
                    <a:pt x="116967" y="521399"/>
                  </a:lnTo>
                  <a:cubicBezTo>
                    <a:pt x="72009" y="497967"/>
                    <a:pt x="41148" y="451009"/>
                    <a:pt x="41148" y="396907"/>
                  </a:cubicBezTo>
                  <a:cubicBezTo>
                    <a:pt x="41148" y="329851"/>
                    <a:pt x="88868" y="272034"/>
                    <a:pt x="154496" y="259175"/>
                  </a:cubicBezTo>
                  <a:lnTo>
                    <a:pt x="171260" y="255937"/>
                  </a:lnTo>
                  <a:lnTo>
                    <a:pt x="171069" y="238792"/>
                  </a:lnTo>
                  <a:cubicBezTo>
                    <a:pt x="171069" y="238792"/>
                    <a:pt x="171069" y="237839"/>
                    <a:pt x="171069" y="237363"/>
                  </a:cubicBezTo>
                  <a:lnTo>
                    <a:pt x="171069" y="237173"/>
                  </a:lnTo>
                  <a:cubicBezTo>
                    <a:pt x="171069" y="128969"/>
                    <a:pt x="259080" y="41053"/>
                    <a:pt x="367189" y="41053"/>
                  </a:cubicBezTo>
                  <a:cubicBezTo>
                    <a:pt x="456629" y="41053"/>
                    <a:pt x="534734" y="101441"/>
                    <a:pt x="557117" y="188024"/>
                  </a:cubicBezTo>
                  <a:lnTo>
                    <a:pt x="561213" y="204026"/>
                  </a:lnTo>
                  <a:lnTo>
                    <a:pt x="578358" y="203359"/>
                  </a:lnTo>
                  <a:cubicBezTo>
                    <a:pt x="580168" y="203359"/>
                    <a:pt x="582073" y="203264"/>
                    <a:pt x="583883" y="203264"/>
                  </a:cubicBezTo>
                  <a:cubicBezTo>
                    <a:pt x="675894" y="203264"/>
                    <a:pt x="750856" y="278130"/>
                    <a:pt x="750856" y="370237"/>
                  </a:cubicBezTo>
                  <a:cubicBezTo>
                    <a:pt x="750856" y="462344"/>
                    <a:pt x="675989" y="537210"/>
                    <a:pt x="583883" y="537210"/>
                  </a:cubicBezTo>
                  <a:lnTo>
                    <a:pt x="341281" y="537210"/>
                  </a:lnTo>
                  <a:lnTo>
                    <a:pt x="300133" y="578358"/>
                  </a:lnTo>
                  <a:lnTo>
                    <a:pt x="583883" y="578358"/>
                  </a:lnTo>
                  <a:cubicBezTo>
                    <a:pt x="698659" y="578358"/>
                    <a:pt x="792004" y="485013"/>
                    <a:pt x="792004" y="370237"/>
                  </a:cubicBezTo>
                  <a:cubicBezTo>
                    <a:pt x="792004" y="255461"/>
                    <a:pt x="703231" y="166783"/>
                    <a:pt x="592360" y="162306"/>
                  </a:cubicBezTo>
                  <a:close/>
                </a:path>
              </a:pathLst>
            </a:custGeom>
            <a:grpFill/>
            <a:ln>
              <a:noFill/>
            </a:ln>
          </p:spPr>
          <p:txBody>
            <a:bodyPr spcFirstLastPara="1" wrap="square" lIns="86850" tIns="43400" rIns="86850"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5535" name="Google Shape;5458;p52">
            <a:extLst>
              <a:ext uri="{FF2B5EF4-FFF2-40B4-BE49-F238E27FC236}">
                <a16:creationId xmlns:a16="http://schemas.microsoft.com/office/drawing/2014/main" id="{6325A532-70D5-BDD2-E79F-AB045C28F6B4}"/>
              </a:ext>
            </a:extLst>
          </p:cNvPr>
          <p:cNvGrpSpPr/>
          <p:nvPr/>
        </p:nvGrpSpPr>
        <p:grpSpPr>
          <a:xfrm>
            <a:off x="861842" y="506026"/>
            <a:ext cx="704690" cy="558322"/>
            <a:chOff x="5443067" y="7020176"/>
            <a:chExt cx="742239" cy="588074"/>
          </a:xfrm>
          <a:solidFill>
            <a:schemeClr val="bg1">
              <a:alpha val="23000"/>
            </a:schemeClr>
          </a:solidFill>
        </p:grpSpPr>
        <p:sp>
          <p:nvSpPr>
            <p:cNvPr id="5536" name="Google Shape;5459;p52">
              <a:extLst>
                <a:ext uri="{FF2B5EF4-FFF2-40B4-BE49-F238E27FC236}">
                  <a16:creationId xmlns:a16="http://schemas.microsoft.com/office/drawing/2014/main" id="{AE87ED4C-E60F-EC38-89D7-1AB9EE6EFAE6}"/>
                </a:ext>
              </a:extLst>
            </p:cNvPr>
            <p:cNvSpPr/>
            <p:nvPr/>
          </p:nvSpPr>
          <p:spPr>
            <a:xfrm>
              <a:off x="5443067" y="7020176"/>
              <a:ext cx="742239" cy="588074"/>
            </a:xfrm>
            <a:custGeom>
              <a:avLst/>
              <a:gdLst/>
              <a:ahLst/>
              <a:cxnLst/>
              <a:rect l="l" t="t" r="r" b="b"/>
              <a:pathLst>
                <a:path w="1028604" h="814959" extrusionOk="0">
                  <a:moveTo>
                    <a:pt x="933069" y="257747"/>
                  </a:moveTo>
                  <a:cubicBezTo>
                    <a:pt x="893540" y="218218"/>
                    <a:pt x="844868" y="189548"/>
                    <a:pt x="791718" y="174498"/>
                  </a:cubicBezTo>
                  <a:cubicBezTo>
                    <a:pt x="727901" y="66580"/>
                    <a:pt x="611410" y="0"/>
                    <a:pt x="485584" y="0"/>
                  </a:cubicBezTo>
                  <a:cubicBezTo>
                    <a:pt x="390620" y="0"/>
                    <a:pt x="301276" y="36957"/>
                    <a:pt x="234124" y="104108"/>
                  </a:cubicBezTo>
                  <a:cubicBezTo>
                    <a:pt x="190690" y="147542"/>
                    <a:pt x="159258" y="201263"/>
                    <a:pt x="142970" y="259747"/>
                  </a:cubicBezTo>
                  <a:cubicBezTo>
                    <a:pt x="54578" y="314135"/>
                    <a:pt x="0" y="411194"/>
                    <a:pt x="0" y="515207"/>
                  </a:cubicBezTo>
                  <a:cubicBezTo>
                    <a:pt x="0" y="595313"/>
                    <a:pt x="31147" y="670560"/>
                    <a:pt x="87820" y="727139"/>
                  </a:cubicBezTo>
                  <a:cubicBezTo>
                    <a:pt x="114967" y="754285"/>
                    <a:pt x="146399" y="775526"/>
                    <a:pt x="180594" y="790385"/>
                  </a:cubicBezTo>
                  <a:cubicBezTo>
                    <a:pt x="193357" y="795909"/>
                    <a:pt x="206502" y="800576"/>
                    <a:pt x="220027" y="804291"/>
                  </a:cubicBezTo>
                  <a:cubicBezTo>
                    <a:pt x="220027" y="804291"/>
                    <a:pt x="220027" y="804291"/>
                    <a:pt x="220027" y="804291"/>
                  </a:cubicBezTo>
                  <a:lnTo>
                    <a:pt x="254413" y="769906"/>
                  </a:lnTo>
                  <a:cubicBezTo>
                    <a:pt x="254413" y="769906"/>
                    <a:pt x="254413" y="769906"/>
                    <a:pt x="254413" y="769906"/>
                  </a:cubicBezTo>
                  <a:lnTo>
                    <a:pt x="558546" y="465773"/>
                  </a:lnTo>
                  <a:lnTo>
                    <a:pt x="558546" y="581787"/>
                  </a:lnTo>
                  <a:cubicBezTo>
                    <a:pt x="558546" y="593122"/>
                    <a:pt x="567785" y="602361"/>
                    <a:pt x="579120" y="602361"/>
                  </a:cubicBezTo>
                  <a:cubicBezTo>
                    <a:pt x="590455" y="602361"/>
                    <a:pt x="599694" y="593122"/>
                    <a:pt x="599694" y="581787"/>
                  </a:cubicBezTo>
                  <a:lnTo>
                    <a:pt x="599694" y="416147"/>
                  </a:lnTo>
                  <a:lnTo>
                    <a:pt x="599694" y="416147"/>
                  </a:lnTo>
                  <a:lnTo>
                    <a:pt x="599694" y="395573"/>
                  </a:lnTo>
                  <a:lnTo>
                    <a:pt x="413480" y="395573"/>
                  </a:lnTo>
                  <a:cubicBezTo>
                    <a:pt x="402145" y="395573"/>
                    <a:pt x="392906" y="404813"/>
                    <a:pt x="392906" y="416147"/>
                  </a:cubicBezTo>
                  <a:cubicBezTo>
                    <a:pt x="392906" y="427482"/>
                    <a:pt x="402145" y="436721"/>
                    <a:pt x="413480" y="436721"/>
                  </a:cubicBezTo>
                  <a:lnTo>
                    <a:pt x="529495" y="436721"/>
                  </a:lnTo>
                  <a:lnTo>
                    <a:pt x="208788" y="757428"/>
                  </a:lnTo>
                  <a:cubicBezTo>
                    <a:pt x="174688" y="744665"/>
                    <a:pt x="143446" y="724662"/>
                    <a:pt x="116967" y="698087"/>
                  </a:cubicBezTo>
                  <a:cubicBezTo>
                    <a:pt x="68104" y="649224"/>
                    <a:pt x="41243" y="584264"/>
                    <a:pt x="41243" y="515207"/>
                  </a:cubicBezTo>
                  <a:cubicBezTo>
                    <a:pt x="41243" y="423005"/>
                    <a:pt x="90964" y="337090"/>
                    <a:pt x="171069" y="290989"/>
                  </a:cubicBezTo>
                  <a:lnTo>
                    <a:pt x="178594" y="286607"/>
                  </a:lnTo>
                  <a:lnTo>
                    <a:pt x="180689" y="278130"/>
                  </a:lnTo>
                  <a:cubicBezTo>
                    <a:pt x="194405" y="223552"/>
                    <a:pt x="222980" y="173450"/>
                    <a:pt x="263271" y="133160"/>
                  </a:cubicBezTo>
                  <a:cubicBezTo>
                    <a:pt x="322707" y="73724"/>
                    <a:pt x="401669" y="41053"/>
                    <a:pt x="485584" y="41053"/>
                  </a:cubicBezTo>
                  <a:cubicBezTo>
                    <a:pt x="599503" y="41053"/>
                    <a:pt x="704755" y="102775"/>
                    <a:pt x="760190" y="202121"/>
                  </a:cubicBezTo>
                  <a:lnTo>
                    <a:pt x="764476" y="209836"/>
                  </a:lnTo>
                  <a:lnTo>
                    <a:pt x="773049" y="212027"/>
                  </a:lnTo>
                  <a:cubicBezTo>
                    <a:pt x="822293" y="224504"/>
                    <a:pt x="867537" y="250412"/>
                    <a:pt x="903922" y="286798"/>
                  </a:cubicBezTo>
                  <a:cubicBezTo>
                    <a:pt x="957834" y="340709"/>
                    <a:pt x="987457" y="412337"/>
                    <a:pt x="987457" y="488537"/>
                  </a:cubicBezTo>
                  <a:cubicBezTo>
                    <a:pt x="987457" y="564737"/>
                    <a:pt x="957739" y="636365"/>
                    <a:pt x="903922" y="690277"/>
                  </a:cubicBezTo>
                  <a:cubicBezTo>
                    <a:pt x="850011" y="744188"/>
                    <a:pt x="778383" y="773811"/>
                    <a:pt x="702183" y="773811"/>
                  </a:cubicBezTo>
                  <a:lnTo>
                    <a:pt x="341281" y="773811"/>
                  </a:lnTo>
                  <a:lnTo>
                    <a:pt x="300133" y="814959"/>
                  </a:lnTo>
                  <a:lnTo>
                    <a:pt x="702183" y="814959"/>
                  </a:lnTo>
                  <a:cubicBezTo>
                    <a:pt x="789337" y="814959"/>
                    <a:pt x="871347" y="781050"/>
                    <a:pt x="932974" y="719328"/>
                  </a:cubicBezTo>
                  <a:cubicBezTo>
                    <a:pt x="994600" y="657701"/>
                    <a:pt x="1028605" y="575691"/>
                    <a:pt x="1028605" y="488537"/>
                  </a:cubicBezTo>
                  <a:cubicBezTo>
                    <a:pt x="1028605" y="401384"/>
                    <a:pt x="994696" y="319373"/>
                    <a:pt x="932974" y="257747"/>
                  </a:cubicBezTo>
                  <a:close/>
                </a:path>
              </a:pathLst>
            </a:custGeom>
            <a:grpFill/>
            <a:ln>
              <a:noFill/>
            </a:ln>
          </p:spPr>
          <p:txBody>
            <a:bodyPr spcFirstLastPara="1" wrap="square" lIns="86850" tIns="43400" rIns="86850"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5537" name="Google Shape;5460;p52">
              <a:extLst>
                <a:ext uri="{FF2B5EF4-FFF2-40B4-BE49-F238E27FC236}">
                  <a16:creationId xmlns:a16="http://schemas.microsoft.com/office/drawing/2014/main" id="{A9E7D804-7804-069B-B81C-03EA690BF45D}"/>
                </a:ext>
              </a:extLst>
            </p:cNvPr>
            <p:cNvSpPr/>
            <p:nvPr/>
          </p:nvSpPr>
          <p:spPr>
            <a:xfrm>
              <a:off x="5528363" y="7105473"/>
              <a:ext cx="571508" cy="417343"/>
            </a:xfrm>
            <a:custGeom>
              <a:avLst/>
              <a:gdLst/>
              <a:ahLst/>
              <a:cxnLst/>
              <a:rect l="l" t="t" r="r" b="b"/>
              <a:pathLst>
                <a:path w="792003" h="578358" extrusionOk="0">
                  <a:moveTo>
                    <a:pt x="592550" y="162401"/>
                  </a:moveTo>
                  <a:cubicBezTo>
                    <a:pt x="560546" y="66008"/>
                    <a:pt x="470154" y="0"/>
                    <a:pt x="367284" y="0"/>
                  </a:cubicBezTo>
                  <a:cubicBezTo>
                    <a:pt x="241268" y="0"/>
                    <a:pt x="137922" y="98679"/>
                    <a:pt x="130397" y="222790"/>
                  </a:cubicBezTo>
                  <a:cubicBezTo>
                    <a:pt x="53912" y="245174"/>
                    <a:pt x="0" y="315849"/>
                    <a:pt x="0" y="396907"/>
                  </a:cubicBezTo>
                  <a:cubicBezTo>
                    <a:pt x="0" y="462248"/>
                    <a:pt x="34766" y="519684"/>
                    <a:pt x="86773" y="551593"/>
                  </a:cubicBezTo>
                  <a:lnTo>
                    <a:pt x="116967" y="521399"/>
                  </a:lnTo>
                  <a:cubicBezTo>
                    <a:pt x="72009" y="497967"/>
                    <a:pt x="41148" y="451009"/>
                    <a:pt x="41148" y="396907"/>
                  </a:cubicBezTo>
                  <a:cubicBezTo>
                    <a:pt x="41148" y="329851"/>
                    <a:pt x="88868" y="272034"/>
                    <a:pt x="154496" y="259175"/>
                  </a:cubicBezTo>
                  <a:lnTo>
                    <a:pt x="171260" y="255937"/>
                  </a:lnTo>
                  <a:lnTo>
                    <a:pt x="171069" y="238792"/>
                  </a:lnTo>
                  <a:cubicBezTo>
                    <a:pt x="171069" y="238792"/>
                    <a:pt x="171069" y="237839"/>
                    <a:pt x="171069" y="237363"/>
                  </a:cubicBezTo>
                  <a:lnTo>
                    <a:pt x="171069" y="237173"/>
                  </a:lnTo>
                  <a:cubicBezTo>
                    <a:pt x="171069" y="128969"/>
                    <a:pt x="259080" y="41053"/>
                    <a:pt x="367189" y="41053"/>
                  </a:cubicBezTo>
                  <a:cubicBezTo>
                    <a:pt x="456629" y="41053"/>
                    <a:pt x="534734" y="101441"/>
                    <a:pt x="557117" y="188024"/>
                  </a:cubicBezTo>
                  <a:lnTo>
                    <a:pt x="561213" y="204026"/>
                  </a:lnTo>
                  <a:lnTo>
                    <a:pt x="578358" y="203359"/>
                  </a:lnTo>
                  <a:cubicBezTo>
                    <a:pt x="580168" y="203359"/>
                    <a:pt x="582073" y="203264"/>
                    <a:pt x="583883" y="203264"/>
                  </a:cubicBezTo>
                  <a:cubicBezTo>
                    <a:pt x="675894" y="203264"/>
                    <a:pt x="750856" y="278130"/>
                    <a:pt x="750856" y="370237"/>
                  </a:cubicBezTo>
                  <a:cubicBezTo>
                    <a:pt x="750856" y="462344"/>
                    <a:pt x="675989" y="537210"/>
                    <a:pt x="583883" y="537210"/>
                  </a:cubicBezTo>
                  <a:lnTo>
                    <a:pt x="341281" y="537210"/>
                  </a:lnTo>
                  <a:lnTo>
                    <a:pt x="300133" y="578358"/>
                  </a:lnTo>
                  <a:lnTo>
                    <a:pt x="583883" y="578358"/>
                  </a:lnTo>
                  <a:cubicBezTo>
                    <a:pt x="698659" y="578358"/>
                    <a:pt x="792004" y="485013"/>
                    <a:pt x="792004" y="370237"/>
                  </a:cubicBezTo>
                  <a:cubicBezTo>
                    <a:pt x="792004" y="255461"/>
                    <a:pt x="703231" y="166783"/>
                    <a:pt x="592360" y="162306"/>
                  </a:cubicBezTo>
                  <a:close/>
                </a:path>
              </a:pathLst>
            </a:custGeom>
            <a:grpFill/>
            <a:ln>
              <a:noFill/>
            </a:ln>
          </p:spPr>
          <p:txBody>
            <a:bodyPr spcFirstLastPara="1" wrap="square" lIns="86850" tIns="43400" rIns="86850"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5538" name="Google Shape;5461;p52">
            <a:extLst>
              <a:ext uri="{FF2B5EF4-FFF2-40B4-BE49-F238E27FC236}">
                <a16:creationId xmlns:a16="http://schemas.microsoft.com/office/drawing/2014/main" id="{9164D715-2125-5702-C4DA-56809AC6557D}"/>
              </a:ext>
            </a:extLst>
          </p:cNvPr>
          <p:cNvGrpSpPr/>
          <p:nvPr/>
        </p:nvGrpSpPr>
        <p:grpSpPr>
          <a:xfrm>
            <a:off x="10757237" y="506026"/>
            <a:ext cx="704690" cy="558322"/>
            <a:chOff x="5443067" y="7020176"/>
            <a:chExt cx="742239" cy="588074"/>
          </a:xfrm>
          <a:solidFill>
            <a:schemeClr val="bg1">
              <a:alpha val="23000"/>
            </a:schemeClr>
          </a:solidFill>
        </p:grpSpPr>
        <p:sp>
          <p:nvSpPr>
            <p:cNvPr id="5539" name="Google Shape;5462;p52">
              <a:extLst>
                <a:ext uri="{FF2B5EF4-FFF2-40B4-BE49-F238E27FC236}">
                  <a16:creationId xmlns:a16="http://schemas.microsoft.com/office/drawing/2014/main" id="{083278C1-23B5-BA65-85E6-BA980935EC75}"/>
                </a:ext>
              </a:extLst>
            </p:cNvPr>
            <p:cNvSpPr/>
            <p:nvPr/>
          </p:nvSpPr>
          <p:spPr>
            <a:xfrm>
              <a:off x="5443067" y="7020176"/>
              <a:ext cx="742239" cy="588074"/>
            </a:xfrm>
            <a:custGeom>
              <a:avLst/>
              <a:gdLst/>
              <a:ahLst/>
              <a:cxnLst/>
              <a:rect l="l" t="t" r="r" b="b"/>
              <a:pathLst>
                <a:path w="1028604" h="814959" extrusionOk="0">
                  <a:moveTo>
                    <a:pt x="933069" y="257747"/>
                  </a:moveTo>
                  <a:cubicBezTo>
                    <a:pt x="893540" y="218218"/>
                    <a:pt x="844868" y="189548"/>
                    <a:pt x="791718" y="174498"/>
                  </a:cubicBezTo>
                  <a:cubicBezTo>
                    <a:pt x="727901" y="66580"/>
                    <a:pt x="611410" y="0"/>
                    <a:pt x="485584" y="0"/>
                  </a:cubicBezTo>
                  <a:cubicBezTo>
                    <a:pt x="390620" y="0"/>
                    <a:pt x="301276" y="36957"/>
                    <a:pt x="234124" y="104108"/>
                  </a:cubicBezTo>
                  <a:cubicBezTo>
                    <a:pt x="190690" y="147542"/>
                    <a:pt x="159258" y="201263"/>
                    <a:pt x="142970" y="259747"/>
                  </a:cubicBezTo>
                  <a:cubicBezTo>
                    <a:pt x="54578" y="314135"/>
                    <a:pt x="0" y="411194"/>
                    <a:pt x="0" y="515207"/>
                  </a:cubicBezTo>
                  <a:cubicBezTo>
                    <a:pt x="0" y="595313"/>
                    <a:pt x="31147" y="670560"/>
                    <a:pt x="87820" y="727139"/>
                  </a:cubicBezTo>
                  <a:cubicBezTo>
                    <a:pt x="114967" y="754285"/>
                    <a:pt x="146399" y="775526"/>
                    <a:pt x="180594" y="790385"/>
                  </a:cubicBezTo>
                  <a:cubicBezTo>
                    <a:pt x="193357" y="795909"/>
                    <a:pt x="206502" y="800576"/>
                    <a:pt x="220027" y="804291"/>
                  </a:cubicBezTo>
                  <a:cubicBezTo>
                    <a:pt x="220027" y="804291"/>
                    <a:pt x="220027" y="804291"/>
                    <a:pt x="220027" y="804291"/>
                  </a:cubicBezTo>
                  <a:lnTo>
                    <a:pt x="254413" y="769906"/>
                  </a:lnTo>
                  <a:cubicBezTo>
                    <a:pt x="254413" y="769906"/>
                    <a:pt x="254413" y="769906"/>
                    <a:pt x="254413" y="769906"/>
                  </a:cubicBezTo>
                  <a:lnTo>
                    <a:pt x="558546" y="465773"/>
                  </a:lnTo>
                  <a:lnTo>
                    <a:pt x="558546" y="581787"/>
                  </a:lnTo>
                  <a:cubicBezTo>
                    <a:pt x="558546" y="593122"/>
                    <a:pt x="567785" y="602361"/>
                    <a:pt x="579120" y="602361"/>
                  </a:cubicBezTo>
                  <a:cubicBezTo>
                    <a:pt x="590455" y="602361"/>
                    <a:pt x="599694" y="593122"/>
                    <a:pt x="599694" y="581787"/>
                  </a:cubicBezTo>
                  <a:lnTo>
                    <a:pt x="599694" y="416147"/>
                  </a:lnTo>
                  <a:lnTo>
                    <a:pt x="599694" y="416147"/>
                  </a:lnTo>
                  <a:lnTo>
                    <a:pt x="599694" y="395573"/>
                  </a:lnTo>
                  <a:lnTo>
                    <a:pt x="413480" y="395573"/>
                  </a:lnTo>
                  <a:cubicBezTo>
                    <a:pt x="402145" y="395573"/>
                    <a:pt x="392906" y="404813"/>
                    <a:pt x="392906" y="416147"/>
                  </a:cubicBezTo>
                  <a:cubicBezTo>
                    <a:pt x="392906" y="427482"/>
                    <a:pt x="402145" y="436721"/>
                    <a:pt x="413480" y="436721"/>
                  </a:cubicBezTo>
                  <a:lnTo>
                    <a:pt x="529495" y="436721"/>
                  </a:lnTo>
                  <a:lnTo>
                    <a:pt x="208788" y="757428"/>
                  </a:lnTo>
                  <a:cubicBezTo>
                    <a:pt x="174688" y="744665"/>
                    <a:pt x="143446" y="724662"/>
                    <a:pt x="116967" y="698087"/>
                  </a:cubicBezTo>
                  <a:cubicBezTo>
                    <a:pt x="68104" y="649224"/>
                    <a:pt x="41243" y="584264"/>
                    <a:pt x="41243" y="515207"/>
                  </a:cubicBezTo>
                  <a:cubicBezTo>
                    <a:pt x="41243" y="423005"/>
                    <a:pt x="90964" y="337090"/>
                    <a:pt x="171069" y="290989"/>
                  </a:cubicBezTo>
                  <a:lnTo>
                    <a:pt x="178594" y="286607"/>
                  </a:lnTo>
                  <a:lnTo>
                    <a:pt x="180689" y="278130"/>
                  </a:lnTo>
                  <a:cubicBezTo>
                    <a:pt x="194405" y="223552"/>
                    <a:pt x="222980" y="173450"/>
                    <a:pt x="263271" y="133160"/>
                  </a:cubicBezTo>
                  <a:cubicBezTo>
                    <a:pt x="322707" y="73724"/>
                    <a:pt x="401669" y="41053"/>
                    <a:pt x="485584" y="41053"/>
                  </a:cubicBezTo>
                  <a:cubicBezTo>
                    <a:pt x="599503" y="41053"/>
                    <a:pt x="704755" y="102775"/>
                    <a:pt x="760190" y="202121"/>
                  </a:cubicBezTo>
                  <a:lnTo>
                    <a:pt x="764476" y="209836"/>
                  </a:lnTo>
                  <a:lnTo>
                    <a:pt x="773049" y="212027"/>
                  </a:lnTo>
                  <a:cubicBezTo>
                    <a:pt x="822293" y="224504"/>
                    <a:pt x="867537" y="250412"/>
                    <a:pt x="903922" y="286798"/>
                  </a:cubicBezTo>
                  <a:cubicBezTo>
                    <a:pt x="957834" y="340709"/>
                    <a:pt x="987457" y="412337"/>
                    <a:pt x="987457" y="488537"/>
                  </a:cubicBezTo>
                  <a:cubicBezTo>
                    <a:pt x="987457" y="564737"/>
                    <a:pt x="957739" y="636365"/>
                    <a:pt x="903922" y="690277"/>
                  </a:cubicBezTo>
                  <a:cubicBezTo>
                    <a:pt x="850011" y="744188"/>
                    <a:pt x="778383" y="773811"/>
                    <a:pt x="702183" y="773811"/>
                  </a:cubicBezTo>
                  <a:lnTo>
                    <a:pt x="341281" y="773811"/>
                  </a:lnTo>
                  <a:lnTo>
                    <a:pt x="300133" y="814959"/>
                  </a:lnTo>
                  <a:lnTo>
                    <a:pt x="702183" y="814959"/>
                  </a:lnTo>
                  <a:cubicBezTo>
                    <a:pt x="789337" y="814959"/>
                    <a:pt x="871347" y="781050"/>
                    <a:pt x="932974" y="719328"/>
                  </a:cubicBezTo>
                  <a:cubicBezTo>
                    <a:pt x="994600" y="657701"/>
                    <a:pt x="1028605" y="575691"/>
                    <a:pt x="1028605" y="488537"/>
                  </a:cubicBezTo>
                  <a:cubicBezTo>
                    <a:pt x="1028605" y="401384"/>
                    <a:pt x="994696" y="319373"/>
                    <a:pt x="932974" y="257747"/>
                  </a:cubicBezTo>
                  <a:close/>
                </a:path>
              </a:pathLst>
            </a:custGeom>
            <a:grpFill/>
            <a:ln>
              <a:noFill/>
            </a:ln>
          </p:spPr>
          <p:txBody>
            <a:bodyPr spcFirstLastPara="1" wrap="square" lIns="86850" tIns="43400" rIns="86850"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5540" name="Google Shape;5463;p52">
              <a:extLst>
                <a:ext uri="{FF2B5EF4-FFF2-40B4-BE49-F238E27FC236}">
                  <a16:creationId xmlns:a16="http://schemas.microsoft.com/office/drawing/2014/main" id="{74631C24-FCC4-D0EC-515F-8005AA7273E5}"/>
                </a:ext>
              </a:extLst>
            </p:cNvPr>
            <p:cNvSpPr/>
            <p:nvPr/>
          </p:nvSpPr>
          <p:spPr>
            <a:xfrm>
              <a:off x="5528363" y="7105473"/>
              <a:ext cx="571508" cy="417343"/>
            </a:xfrm>
            <a:custGeom>
              <a:avLst/>
              <a:gdLst/>
              <a:ahLst/>
              <a:cxnLst/>
              <a:rect l="l" t="t" r="r" b="b"/>
              <a:pathLst>
                <a:path w="792003" h="578358" extrusionOk="0">
                  <a:moveTo>
                    <a:pt x="592550" y="162401"/>
                  </a:moveTo>
                  <a:cubicBezTo>
                    <a:pt x="560546" y="66008"/>
                    <a:pt x="470154" y="0"/>
                    <a:pt x="367284" y="0"/>
                  </a:cubicBezTo>
                  <a:cubicBezTo>
                    <a:pt x="241268" y="0"/>
                    <a:pt x="137922" y="98679"/>
                    <a:pt x="130397" y="222790"/>
                  </a:cubicBezTo>
                  <a:cubicBezTo>
                    <a:pt x="53912" y="245174"/>
                    <a:pt x="0" y="315849"/>
                    <a:pt x="0" y="396907"/>
                  </a:cubicBezTo>
                  <a:cubicBezTo>
                    <a:pt x="0" y="462248"/>
                    <a:pt x="34766" y="519684"/>
                    <a:pt x="86773" y="551593"/>
                  </a:cubicBezTo>
                  <a:lnTo>
                    <a:pt x="116967" y="521399"/>
                  </a:lnTo>
                  <a:cubicBezTo>
                    <a:pt x="72009" y="497967"/>
                    <a:pt x="41148" y="451009"/>
                    <a:pt x="41148" y="396907"/>
                  </a:cubicBezTo>
                  <a:cubicBezTo>
                    <a:pt x="41148" y="329851"/>
                    <a:pt x="88868" y="272034"/>
                    <a:pt x="154496" y="259175"/>
                  </a:cubicBezTo>
                  <a:lnTo>
                    <a:pt x="171260" y="255937"/>
                  </a:lnTo>
                  <a:lnTo>
                    <a:pt x="171069" y="238792"/>
                  </a:lnTo>
                  <a:cubicBezTo>
                    <a:pt x="171069" y="238792"/>
                    <a:pt x="171069" y="237839"/>
                    <a:pt x="171069" y="237363"/>
                  </a:cubicBezTo>
                  <a:lnTo>
                    <a:pt x="171069" y="237173"/>
                  </a:lnTo>
                  <a:cubicBezTo>
                    <a:pt x="171069" y="128969"/>
                    <a:pt x="259080" y="41053"/>
                    <a:pt x="367189" y="41053"/>
                  </a:cubicBezTo>
                  <a:cubicBezTo>
                    <a:pt x="456629" y="41053"/>
                    <a:pt x="534734" y="101441"/>
                    <a:pt x="557117" y="188024"/>
                  </a:cubicBezTo>
                  <a:lnTo>
                    <a:pt x="561213" y="204026"/>
                  </a:lnTo>
                  <a:lnTo>
                    <a:pt x="578358" y="203359"/>
                  </a:lnTo>
                  <a:cubicBezTo>
                    <a:pt x="580168" y="203359"/>
                    <a:pt x="582073" y="203264"/>
                    <a:pt x="583883" y="203264"/>
                  </a:cubicBezTo>
                  <a:cubicBezTo>
                    <a:pt x="675894" y="203264"/>
                    <a:pt x="750856" y="278130"/>
                    <a:pt x="750856" y="370237"/>
                  </a:cubicBezTo>
                  <a:cubicBezTo>
                    <a:pt x="750856" y="462344"/>
                    <a:pt x="675989" y="537210"/>
                    <a:pt x="583883" y="537210"/>
                  </a:cubicBezTo>
                  <a:lnTo>
                    <a:pt x="341281" y="537210"/>
                  </a:lnTo>
                  <a:lnTo>
                    <a:pt x="300133" y="578358"/>
                  </a:lnTo>
                  <a:lnTo>
                    <a:pt x="583883" y="578358"/>
                  </a:lnTo>
                  <a:cubicBezTo>
                    <a:pt x="698659" y="578358"/>
                    <a:pt x="792004" y="485013"/>
                    <a:pt x="792004" y="370237"/>
                  </a:cubicBezTo>
                  <a:cubicBezTo>
                    <a:pt x="792004" y="255461"/>
                    <a:pt x="703231" y="166783"/>
                    <a:pt x="592360" y="162306"/>
                  </a:cubicBezTo>
                  <a:close/>
                </a:path>
              </a:pathLst>
            </a:custGeom>
            <a:grpFill/>
            <a:ln>
              <a:noFill/>
            </a:ln>
          </p:spPr>
          <p:txBody>
            <a:bodyPr spcFirstLastPara="1" wrap="square" lIns="86850" tIns="43400" rIns="86850"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5541" name="Google Shape;5464;p52">
            <a:extLst>
              <a:ext uri="{FF2B5EF4-FFF2-40B4-BE49-F238E27FC236}">
                <a16:creationId xmlns:a16="http://schemas.microsoft.com/office/drawing/2014/main" id="{377E0786-4621-27F0-4ADD-77236C6EB565}"/>
              </a:ext>
            </a:extLst>
          </p:cNvPr>
          <p:cNvGrpSpPr/>
          <p:nvPr/>
        </p:nvGrpSpPr>
        <p:grpSpPr>
          <a:xfrm>
            <a:off x="11914268" y="3077407"/>
            <a:ext cx="704690" cy="558322"/>
            <a:chOff x="5443067" y="7020176"/>
            <a:chExt cx="742239" cy="588074"/>
          </a:xfrm>
          <a:solidFill>
            <a:schemeClr val="bg1">
              <a:alpha val="23000"/>
            </a:schemeClr>
          </a:solidFill>
        </p:grpSpPr>
        <p:sp>
          <p:nvSpPr>
            <p:cNvPr id="5542" name="Google Shape;5465;p52">
              <a:extLst>
                <a:ext uri="{FF2B5EF4-FFF2-40B4-BE49-F238E27FC236}">
                  <a16:creationId xmlns:a16="http://schemas.microsoft.com/office/drawing/2014/main" id="{AD2DD307-696D-7792-21EE-0E1800F9AFB7}"/>
                </a:ext>
              </a:extLst>
            </p:cNvPr>
            <p:cNvSpPr/>
            <p:nvPr/>
          </p:nvSpPr>
          <p:spPr>
            <a:xfrm>
              <a:off x="5443067" y="7020176"/>
              <a:ext cx="742239" cy="588074"/>
            </a:xfrm>
            <a:custGeom>
              <a:avLst/>
              <a:gdLst/>
              <a:ahLst/>
              <a:cxnLst/>
              <a:rect l="l" t="t" r="r" b="b"/>
              <a:pathLst>
                <a:path w="1028604" h="814959" extrusionOk="0">
                  <a:moveTo>
                    <a:pt x="933069" y="257747"/>
                  </a:moveTo>
                  <a:cubicBezTo>
                    <a:pt x="893540" y="218218"/>
                    <a:pt x="844868" y="189548"/>
                    <a:pt x="791718" y="174498"/>
                  </a:cubicBezTo>
                  <a:cubicBezTo>
                    <a:pt x="727901" y="66580"/>
                    <a:pt x="611410" y="0"/>
                    <a:pt x="485584" y="0"/>
                  </a:cubicBezTo>
                  <a:cubicBezTo>
                    <a:pt x="390620" y="0"/>
                    <a:pt x="301276" y="36957"/>
                    <a:pt x="234124" y="104108"/>
                  </a:cubicBezTo>
                  <a:cubicBezTo>
                    <a:pt x="190690" y="147542"/>
                    <a:pt x="159258" y="201263"/>
                    <a:pt x="142970" y="259747"/>
                  </a:cubicBezTo>
                  <a:cubicBezTo>
                    <a:pt x="54578" y="314135"/>
                    <a:pt x="0" y="411194"/>
                    <a:pt x="0" y="515207"/>
                  </a:cubicBezTo>
                  <a:cubicBezTo>
                    <a:pt x="0" y="595313"/>
                    <a:pt x="31147" y="670560"/>
                    <a:pt x="87820" y="727139"/>
                  </a:cubicBezTo>
                  <a:cubicBezTo>
                    <a:pt x="114967" y="754285"/>
                    <a:pt x="146399" y="775526"/>
                    <a:pt x="180594" y="790385"/>
                  </a:cubicBezTo>
                  <a:cubicBezTo>
                    <a:pt x="193357" y="795909"/>
                    <a:pt x="206502" y="800576"/>
                    <a:pt x="220027" y="804291"/>
                  </a:cubicBezTo>
                  <a:cubicBezTo>
                    <a:pt x="220027" y="804291"/>
                    <a:pt x="220027" y="804291"/>
                    <a:pt x="220027" y="804291"/>
                  </a:cubicBezTo>
                  <a:lnTo>
                    <a:pt x="254413" y="769906"/>
                  </a:lnTo>
                  <a:cubicBezTo>
                    <a:pt x="254413" y="769906"/>
                    <a:pt x="254413" y="769906"/>
                    <a:pt x="254413" y="769906"/>
                  </a:cubicBezTo>
                  <a:lnTo>
                    <a:pt x="558546" y="465773"/>
                  </a:lnTo>
                  <a:lnTo>
                    <a:pt x="558546" y="581787"/>
                  </a:lnTo>
                  <a:cubicBezTo>
                    <a:pt x="558546" y="593122"/>
                    <a:pt x="567785" y="602361"/>
                    <a:pt x="579120" y="602361"/>
                  </a:cubicBezTo>
                  <a:cubicBezTo>
                    <a:pt x="590455" y="602361"/>
                    <a:pt x="599694" y="593122"/>
                    <a:pt x="599694" y="581787"/>
                  </a:cubicBezTo>
                  <a:lnTo>
                    <a:pt x="599694" y="416147"/>
                  </a:lnTo>
                  <a:lnTo>
                    <a:pt x="599694" y="416147"/>
                  </a:lnTo>
                  <a:lnTo>
                    <a:pt x="599694" y="395573"/>
                  </a:lnTo>
                  <a:lnTo>
                    <a:pt x="413480" y="395573"/>
                  </a:lnTo>
                  <a:cubicBezTo>
                    <a:pt x="402145" y="395573"/>
                    <a:pt x="392906" y="404813"/>
                    <a:pt x="392906" y="416147"/>
                  </a:cubicBezTo>
                  <a:cubicBezTo>
                    <a:pt x="392906" y="427482"/>
                    <a:pt x="402145" y="436721"/>
                    <a:pt x="413480" y="436721"/>
                  </a:cubicBezTo>
                  <a:lnTo>
                    <a:pt x="529495" y="436721"/>
                  </a:lnTo>
                  <a:lnTo>
                    <a:pt x="208788" y="757428"/>
                  </a:lnTo>
                  <a:cubicBezTo>
                    <a:pt x="174688" y="744665"/>
                    <a:pt x="143446" y="724662"/>
                    <a:pt x="116967" y="698087"/>
                  </a:cubicBezTo>
                  <a:cubicBezTo>
                    <a:pt x="68104" y="649224"/>
                    <a:pt x="41243" y="584264"/>
                    <a:pt x="41243" y="515207"/>
                  </a:cubicBezTo>
                  <a:cubicBezTo>
                    <a:pt x="41243" y="423005"/>
                    <a:pt x="90964" y="337090"/>
                    <a:pt x="171069" y="290989"/>
                  </a:cubicBezTo>
                  <a:lnTo>
                    <a:pt x="178594" y="286607"/>
                  </a:lnTo>
                  <a:lnTo>
                    <a:pt x="180689" y="278130"/>
                  </a:lnTo>
                  <a:cubicBezTo>
                    <a:pt x="194405" y="223552"/>
                    <a:pt x="222980" y="173450"/>
                    <a:pt x="263271" y="133160"/>
                  </a:cubicBezTo>
                  <a:cubicBezTo>
                    <a:pt x="322707" y="73724"/>
                    <a:pt x="401669" y="41053"/>
                    <a:pt x="485584" y="41053"/>
                  </a:cubicBezTo>
                  <a:cubicBezTo>
                    <a:pt x="599503" y="41053"/>
                    <a:pt x="704755" y="102775"/>
                    <a:pt x="760190" y="202121"/>
                  </a:cubicBezTo>
                  <a:lnTo>
                    <a:pt x="764476" y="209836"/>
                  </a:lnTo>
                  <a:lnTo>
                    <a:pt x="773049" y="212027"/>
                  </a:lnTo>
                  <a:cubicBezTo>
                    <a:pt x="822293" y="224504"/>
                    <a:pt x="867537" y="250412"/>
                    <a:pt x="903922" y="286798"/>
                  </a:cubicBezTo>
                  <a:cubicBezTo>
                    <a:pt x="957834" y="340709"/>
                    <a:pt x="987457" y="412337"/>
                    <a:pt x="987457" y="488537"/>
                  </a:cubicBezTo>
                  <a:cubicBezTo>
                    <a:pt x="987457" y="564737"/>
                    <a:pt x="957739" y="636365"/>
                    <a:pt x="903922" y="690277"/>
                  </a:cubicBezTo>
                  <a:cubicBezTo>
                    <a:pt x="850011" y="744188"/>
                    <a:pt x="778383" y="773811"/>
                    <a:pt x="702183" y="773811"/>
                  </a:cubicBezTo>
                  <a:lnTo>
                    <a:pt x="341281" y="773811"/>
                  </a:lnTo>
                  <a:lnTo>
                    <a:pt x="300133" y="814959"/>
                  </a:lnTo>
                  <a:lnTo>
                    <a:pt x="702183" y="814959"/>
                  </a:lnTo>
                  <a:cubicBezTo>
                    <a:pt x="789337" y="814959"/>
                    <a:pt x="871347" y="781050"/>
                    <a:pt x="932974" y="719328"/>
                  </a:cubicBezTo>
                  <a:cubicBezTo>
                    <a:pt x="994600" y="657701"/>
                    <a:pt x="1028605" y="575691"/>
                    <a:pt x="1028605" y="488537"/>
                  </a:cubicBezTo>
                  <a:cubicBezTo>
                    <a:pt x="1028605" y="401384"/>
                    <a:pt x="994696" y="319373"/>
                    <a:pt x="932974" y="257747"/>
                  </a:cubicBezTo>
                  <a:close/>
                </a:path>
              </a:pathLst>
            </a:custGeom>
            <a:grpFill/>
            <a:ln>
              <a:noFill/>
            </a:ln>
          </p:spPr>
          <p:txBody>
            <a:bodyPr spcFirstLastPara="1" wrap="square" lIns="86850" tIns="43400" rIns="86850"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5543" name="Google Shape;5466;p52">
              <a:extLst>
                <a:ext uri="{FF2B5EF4-FFF2-40B4-BE49-F238E27FC236}">
                  <a16:creationId xmlns:a16="http://schemas.microsoft.com/office/drawing/2014/main" id="{1F5EA448-46F6-ABFE-309C-3223164EC999}"/>
                </a:ext>
              </a:extLst>
            </p:cNvPr>
            <p:cNvSpPr/>
            <p:nvPr/>
          </p:nvSpPr>
          <p:spPr>
            <a:xfrm>
              <a:off x="5528363" y="7105473"/>
              <a:ext cx="571508" cy="417343"/>
            </a:xfrm>
            <a:custGeom>
              <a:avLst/>
              <a:gdLst/>
              <a:ahLst/>
              <a:cxnLst/>
              <a:rect l="l" t="t" r="r" b="b"/>
              <a:pathLst>
                <a:path w="792003" h="578358" extrusionOk="0">
                  <a:moveTo>
                    <a:pt x="592550" y="162401"/>
                  </a:moveTo>
                  <a:cubicBezTo>
                    <a:pt x="560546" y="66008"/>
                    <a:pt x="470154" y="0"/>
                    <a:pt x="367284" y="0"/>
                  </a:cubicBezTo>
                  <a:cubicBezTo>
                    <a:pt x="241268" y="0"/>
                    <a:pt x="137922" y="98679"/>
                    <a:pt x="130397" y="222790"/>
                  </a:cubicBezTo>
                  <a:cubicBezTo>
                    <a:pt x="53912" y="245174"/>
                    <a:pt x="0" y="315849"/>
                    <a:pt x="0" y="396907"/>
                  </a:cubicBezTo>
                  <a:cubicBezTo>
                    <a:pt x="0" y="462248"/>
                    <a:pt x="34766" y="519684"/>
                    <a:pt x="86773" y="551593"/>
                  </a:cubicBezTo>
                  <a:lnTo>
                    <a:pt x="116967" y="521399"/>
                  </a:lnTo>
                  <a:cubicBezTo>
                    <a:pt x="72009" y="497967"/>
                    <a:pt x="41148" y="451009"/>
                    <a:pt x="41148" y="396907"/>
                  </a:cubicBezTo>
                  <a:cubicBezTo>
                    <a:pt x="41148" y="329851"/>
                    <a:pt x="88868" y="272034"/>
                    <a:pt x="154496" y="259175"/>
                  </a:cubicBezTo>
                  <a:lnTo>
                    <a:pt x="171260" y="255937"/>
                  </a:lnTo>
                  <a:lnTo>
                    <a:pt x="171069" y="238792"/>
                  </a:lnTo>
                  <a:cubicBezTo>
                    <a:pt x="171069" y="238792"/>
                    <a:pt x="171069" y="237839"/>
                    <a:pt x="171069" y="237363"/>
                  </a:cubicBezTo>
                  <a:lnTo>
                    <a:pt x="171069" y="237173"/>
                  </a:lnTo>
                  <a:cubicBezTo>
                    <a:pt x="171069" y="128969"/>
                    <a:pt x="259080" y="41053"/>
                    <a:pt x="367189" y="41053"/>
                  </a:cubicBezTo>
                  <a:cubicBezTo>
                    <a:pt x="456629" y="41053"/>
                    <a:pt x="534734" y="101441"/>
                    <a:pt x="557117" y="188024"/>
                  </a:cubicBezTo>
                  <a:lnTo>
                    <a:pt x="561213" y="204026"/>
                  </a:lnTo>
                  <a:lnTo>
                    <a:pt x="578358" y="203359"/>
                  </a:lnTo>
                  <a:cubicBezTo>
                    <a:pt x="580168" y="203359"/>
                    <a:pt x="582073" y="203264"/>
                    <a:pt x="583883" y="203264"/>
                  </a:cubicBezTo>
                  <a:cubicBezTo>
                    <a:pt x="675894" y="203264"/>
                    <a:pt x="750856" y="278130"/>
                    <a:pt x="750856" y="370237"/>
                  </a:cubicBezTo>
                  <a:cubicBezTo>
                    <a:pt x="750856" y="462344"/>
                    <a:pt x="675989" y="537210"/>
                    <a:pt x="583883" y="537210"/>
                  </a:cubicBezTo>
                  <a:lnTo>
                    <a:pt x="341281" y="537210"/>
                  </a:lnTo>
                  <a:lnTo>
                    <a:pt x="300133" y="578358"/>
                  </a:lnTo>
                  <a:lnTo>
                    <a:pt x="583883" y="578358"/>
                  </a:lnTo>
                  <a:cubicBezTo>
                    <a:pt x="698659" y="578358"/>
                    <a:pt x="792004" y="485013"/>
                    <a:pt x="792004" y="370237"/>
                  </a:cubicBezTo>
                  <a:cubicBezTo>
                    <a:pt x="792004" y="255461"/>
                    <a:pt x="703231" y="166783"/>
                    <a:pt x="592360" y="162306"/>
                  </a:cubicBezTo>
                  <a:close/>
                </a:path>
              </a:pathLst>
            </a:custGeom>
            <a:grpFill/>
            <a:ln>
              <a:noFill/>
            </a:ln>
          </p:spPr>
          <p:txBody>
            <a:bodyPr spcFirstLastPara="1" wrap="square" lIns="86850" tIns="43400" rIns="86850"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5544" name="Google Shape;5467;p52">
            <a:extLst>
              <a:ext uri="{FF2B5EF4-FFF2-40B4-BE49-F238E27FC236}">
                <a16:creationId xmlns:a16="http://schemas.microsoft.com/office/drawing/2014/main" id="{D7079C24-4BF8-DB7B-1A70-D9F455E592D7}"/>
              </a:ext>
            </a:extLst>
          </p:cNvPr>
          <p:cNvGrpSpPr/>
          <p:nvPr/>
        </p:nvGrpSpPr>
        <p:grpSpPr>
          <a:xfrm>
            <a:off x="-325629" y="3077407"/>
            <a:ext cx="704690" cy="558322"/>
            <a:chOff x="5443067" y="7020176"/>
            <a:chExt cx="742239" cy="588074"/>
          </a:xfrm>
          <a:solidFill>
            <a:schemeClr val="bg1">
              <a:alpha val="23000"/>
            </a:schemeClr>
          </a:solidFill>
        </p:grpSpPr>
        <p:sp>
          <p:nvSpPr>
            <p:cNvPr id="5545" name="Google Shape;5468;p52">
              <a:extLst>
                <a:ext uri="{FF2B5EF4-FFF2-40B4-BE49-F238E27FC236}">
                  <a16:creationId xmlns:a16="http://schemas.microsoft.com/office/drawing/2014/main" id="{4B9F0560-7B28-AA13-9862-18A9EE128916}"/>
                </a:ext>
              </a:extLst>
            </p:cNvPr>
            <p:cNvSpPr/>
            <p:nvPr/>
          </p:nvSpPr>
          <p:spPr>
            <a:xfrm>
              <a:off x="5443067" y="7020176"/>
              <a:ext cx="742239" cy="588074"/>
            </a:xfrm>
            <a:custGeom>
              <a:avLst/>
              <a:gdLst/>
              <a:ahLst/>
              <a:cxnLst/>
              <a:rect l="l" t="t" r="r" b="b"/>
              <a:pathLst>
                <a:path w="1028604" h="814959" extrusionOk="0">
                  <a:moveTo>
                    <a:pt x="933069" y="257747"/>
                  </a:moveTo>
                  <a:cubicBezTo>
                    <a:pt x="893540" y="218218"/>
                    <a:pt x="844868" y="189548"/>
                    <a:pt x="791718" y="174498"/>
                  </a:cubicBezTo>
                  <a:cubicBezTo>
                    <a:pt x="727901" y="66580"/>
                    <a:pt x="611410" y="0"/>
                    <a:pt x="485584" y="0"/>
                  </a:cubicBezTo>
                  <a:cubicBezTo>
                    <a:pt x="390620" y="0"/>
                    <a:pt x="301276" y="36957"/>
                    <a:pt x="234124" y="104108"/>
                  </a:cubicBezTo>
                  <a:cubicBezTo>
                    <a:pt x="190690" y="147542"/>
                    <a:pt x="159258" y="201263"/>
                    <a:pt x="142970" y="259747"/>
                  </a:cubicBezTo>
                  <a:cubicBezTo>
                    <a:pt x="54578" y="314135"/>
                    <a:pt x="0" y="411194"/>
                    <a:pt x="0" y="515207"/>
                  </a:cubicBezTo>
                  <a:cubicBezTo>
                    <a:pt x="0" y="595313"/>
                    <a:pt x="31147" y="670560"/>
                    <a:pt x="87820" y="727139"/>
                  </a:cubicBezTo>
                  <a:cubicBezTo>
                    <a:pt x="114967" y="754285"/>
                    <a:pt x="146399" y="775526"/>
                    <a:pt x="180594" y="790385"/>
                  </a:cubicBezTo>
                  <a:cubicBezTo>
                    <a:pt x="193357" y="795909"/>
                    <a:pt x="206502" y="800576"/>
                    <a:pt x="220027" y="804291"/>
                  </a:cubicBezTo>
                  <a:cubicBezTo>
                    <a:pt x="220027" y="804291"/>
                    <a:pt x="220027" y="804291"/>
                    <a:pt x="220027" y="804291"/>
                  </a:cubicBezTo>
                  <a:lnTo>
                    <a:pt x="254413" y="769906"/>
                  </a:lnTo>
                  <a:cubicBezTo>
                    <a:pt x="254413" y="769906"/>
                    <a:pt x="254413" y="769906"/>
                    <a:pt x="254413" y="769906"/>
                  </a:cubicBezTo>
                  <a:lnTo>
                    <a:pt x="558546" y="465773"/>
                  </a:lnTo>
                  <a:lnTo>
                    <a:pt x="558546" y="581787"/>
                  </a:lnTo>
                  <a:cubicBezTo>
                    <a:pt x="558546" y="593122"/>
                    <a:pt x="567785" y="602361"/>
                    <a:pt x="579120" y="602361"/>
                  </a:cubicBezTo>
                  <a:cubicBezTo>
                    <a:pt x="590455" y="602361"/>
                    <a:pt x="599694" y="593122"/>
                    <a:pt x="599694" y="581787"/>
                  </a:cubicBezTo>
                  <a:lnTo>
                    <a:pt x="599694" y="416147"/>
                  </a:lnTo>
                  <a:lnTo>
                    <a:pt x="599694" y="416147"/>
                  </a:lnTo>
                  <a:lnTo>
                    <a:pt x="599694" y="395573"/>
                  </a:lnTo>
                  <a:lnTo>
                    <a:pt x="413480" y="395573"/>
                  </a:lnTo>
                  <a:cubicBezTo>
                    <a:pt x="402145" y="395573"/>
                    <a:pt x="392906" y="404813"/>
                    <a:pt x="392906" y="416147"/>
                  </a:cubicBezTo>
                  <a:cubicBezTo>
                    <a:pt x="392906" y="427482"/>
                    <a:pt x="402145" y="436721"/>
                    <a:pt x="413480" y="436721"/>
                  </a:cubicBezTo>
                  <a:lnTo>
                    <a:pt x="529495" y="436721"/>
                  </a:lnTo>
                  <a:lnTo>
                    <a:pt x="208788" y="757428"/>
                  </a:lnTo>
                  <a:cubicBezTo>
                    <a:pt x="174688" y="744665"/>
                    <a:pt x="143446" y="724662"/>
                    <a:pt x="116967" y="698087"/>
                  </a:cubicBezTo>
                  <a:cubicBezTo>
                    <a:pt x="68104" y="649224"/>
                    <a:pt x="41243" y="584264"/>
                    <a:pt x="41243" y="515207"/>
                  </a:cubicBezTo>
                  <a:cubicBezTo>
                    <a:pt x="41243" y="423005"/>
                    <a:pt x="90964" y="337090"/>
                    <a:pt x="171069" y="290989"/>
                  </a:cubicBezTo>
                  <a:lnTo>
                    <a:pt x="178594" y="286607"/>
                  </a:lnTo>
                  <a:lnTo>
                    <a:pt x="180689" y="278130"/>
                  </a:lnTo>
                  <a:cubicBezTo>
                    <a:pt x="194405" y="223552"/>
                    <a:pt x="222980" y="173450"/>
                    <a:pt x="263271" y="133160"/>
                  </a:cubicBezTo>
                  <a:cubicBezTo>
                    <a:pt x="322707" y="73724"/>
                    <a:pt x="401669" y="41053"/>
                    <a:pt x="485584" y="41053"/>
                  </a:cubicBezTo>
                  <a:cubicBezTo>
                    <a:pt x="599503" y="41053"/>
                    <a:pt x="704755" y="102775"/>
                    <a:pt x="760190" y="202121"/>
                  </a:cubicBezTo>
                  <a:lnTo>
                    <a:pt x="764476" y="209836"/>
                  </a:lnTo>
                  <a:lnTo>
                    <a:pt x="773049" y="212027"/>
                  </a:lnTo>
                  <a:cubicBezTo>
                    <a:pt x="822293" y="224504"/>
                    <a:pt x="867537" y="250412"/>
                    <a:pt x="903922" y="286798"/>
                  </a:cubicBezTo>
                  <a:cubicBezTo>
                    <a:pt x="957834" y="340709"/>
                    <a:pt x="987457" y="412337"/>
                    <a:pt x="987457" y="488537"/>
                  </a:cubicBezTo>
                  <a:cubicBezTo>
                    <a:pt x="987457" y="564737"/>
                    <a:pt x="957739" y="636365"/>
                    <a:pt x="903922" y="690277"/>
                  </a:cubicBezTo>
                  <a:cubicBezTo>
                    <a:pt x="850011" y="744188"/>
                    <a:pt x="778383" y="773811"/>
                    <a:pt x="702183" y="773811"/>
                  </a:cubicBezTo>
                  <a:lnTo>
                    <a:pt x="341281" y="773811"/>
                  </a:lnTo>
                  <a:lnTo>
                    <a:pt x="300133" y="814959"/>
                  </a:lnTo>
                  <a:lnTo>
                    <a:pt x="702183" y="814959"/>
                  </a:lnTo>
                  <a:cubicBezTo>
                    <a:pt x="789337" y="814959"/>
                    <a:pt x="871347" y="781050"/>
                    <a:pt x="932974" y="719328"/>
                  </a:cubicBezTo>
                  <a:cubicBezTo>
                    <a:pt x="994600" y="657701"/>
                    <a:pt x="1028605" y="575691"/>
                    <a:pt x="1028605" y="488537"/>
                  </a:cubicBezTo>
                  <a:cubicBezTo>
                    <a:pt x="1028605" y="401384"/>
                    <a:pt x="994696" y="319373"/>
                    <a:pt x="932974" y="257747"/>
                  </a:cubicBezTo>
                  <a:close/>
                </a:path>
              </a:pathLst>
            </a:custGeom>
            <a:grpFill/>
            <a:ln>
              <a:noFill/>
            </a:ln>
          </p:spPr>
          <p:txBody>
            <a:bodyPr spcFirstLastPara="1" wrap="square" lIns="86850" tIns="43400" rIns="86850"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5546" name="Google Shape;5469;p52">
              <a:extLst>
                <a:ext uri="{FF2B5EF4-FFF2-40B4-BE49-F238E27FC236}">
                  <a16:creationId xmlns:a16="http://schemas.microsoft.com/office/drawing/2014/main" id="{D46EE87A-CA45-590A-E88B-F64969C668E8}"/>
                </a:ext>
              </a:extLst>
            </p:cNvPr>
            <p:cNvSpPr/>
            <p:nvPr/>
          </p:nvSpPr>
          <p:spPr>
            <a:xfrm>
              <a:off x="5528363" y="7105473"/>
              <a:ext cx="571508" cy="417343"/>
            </a:xfrm>
            <a:custGeom>
              <a:avLst/>
              <a:gdLst/>
              <a:ahLst/>
              <a:cxnLst/>
              <a:rect l="l" t="t" r="r" b="b"/>
              <a:pathLst>
                <a:path w="792003" h="578358" extrusionOk="0">
                  <a:moveTo>
                    <a:pt x="592550" y="162401"/>
                  </a:moveTo>
                  <a:cubicBezTo>
                    <a:pt x="560546" y="66008"/>
                    <a:pt x="470154" y="0"/>
                    <a:pt x="367284" y="0"/>
                  </a:cubicBezTo>
                  <a:cubicBezTo>
                    <a:pt x="241268" y="0"/>
                    <a:pt x="137922" y="98679"/>
                    <a:pt x="130397" y="222790"/>
                  </a:cubicBezTo>
                  <a:cubicBezTo>
                    <a:pt x="53912" y="245174"/>
                    <a:pt x="0" y="315849"/>
                    <a:pt x="0" y="396907"/>
                  </a:cubicBezTo>
                  <a:cubicBezTo>
                    <a:pt x="0" y="462248"/>
                    <a:pt x="34766" y="519684"/>
                    <a:pt x="86773" y="551593"/>
                  </a:cubicBezTo>
                  <a:lnTo>
                    <a:pt x="116967" y="521399"/>
                  </a:lnTo>
                  <a:cubicBezTo>
                    <a:pt x="72009" y="497967"/>
                    <a:pt x="41148" y="451009"/>
                    <a:pt x="41148" y="396907"/>
                  </a:cubicBezTo>
                  <a:cubicBezTo>
                    <a:pt x="41148" y="329851"/>
                    <a:pt x="88868" y="272034"/>
                    <a:pt x="154496" y="259175"/>
                  </a:cubicBezTo>
                  <a:lnTo>
                    <a:pt x="171260" y="255937"/>
                  </a:lnTo>
                  <a:lnTo>
                    <a:pt x="171069" y="238792"/>
                  </a:lnTo>
                  <a:cubicBezTo>
                    <a:pt x="171069" y="238792"/>
                    <a:pt x="171069" y="237839"/>
                    <a:pt x="171069" y="237363"/>
                  </a:cubicBezTo>
                  <a:lnTo>
                    <a:pt x="171069" y="237173"/>
                  </a:lnTo>
                  <a:cubicBezTo>
                    <a:pt x="171069" y="128969"/>
                    <a:pt x="259080" y="41053"/>
                    <a:pt x="367189" y="41053"/>
                  </a:cubicBezTo>
                  <a:cubicBezTo>
                    <a:pt x="456629" y="41053"/>
                    <a:pt x="534734" y="101441"/>
                    <a:pt x="557117" y="188024"/>
                  </a:cubicBezTo>
                  <a:lnTo>
                    <a:pt x="561213" y="204026"/>
                  </a:lnTo>
                  <a:lnTo>
                    <a:pt x="578358" y="203359"/>
                  </a:lnTo>
                  <a:cubicBezTo>
                    <a:pt x="580168" y="203359"/>
                    <a:pt x="582073" y="203264"/>
                    <a:pt x="583883" y="203264"/>
                  </a:cubicBezTo>
                  <a:cubicBezTo>
                    <a:pt x="675894" y="203264"/>
                    <a:pt x="750856" y="278130"/>
                    <a:pt x="750856" y="370237"/>
                  </a:cubicBezTo>
                  <a:cubicBezTo>
                    <a:pt x="750856" y="462344"/>
                    <a:pt x="675989" y="537210"/>
                    <a:pt x="583883" y="537210"/>
                  </a:cubicBezTo>
                  <a:lnTo>
                    <a:pt x="341281" y="537210"/>
                  </a:lnTo>
                  <a:lnTo>
                    <a:pt x="300133" y="578358"/>
                  </a:lnTo>
                  <a:lnTo>
                    <a:pt x="583883" y="578358"/>
                  </a:lnTo>
                  <a:cubicBezTo>
                    <a:pt x="698659" y="578358"/>
                    <a:pt x="792004" y="485013"/>
                    <a:pt x="792004" y="370237"/>
                  </a:cubicBezTo>
                  <a:cubicBezTo>
                    <a:pt x="792004" y="255461"/>
                    <a:pt x="703231" y="166783"/>
                    <a:pt x="592360" y="162306"/>
                  </a:cubicBezTo>
                  <a:close/>
                </a:path>
              </a:pathLst>
            </a:custGeom>
            <a:grpFill/>
            <a:ln>
              <a:noFill/>
            </a:ln>
          </p:spPr>
          <p:txBody>
            <a:bodyPr spcFirstLastPara="1" wrap="square" lIns="86850" tIns="43400" rIns="86850"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5547" name="Google Shape;5470;p52">
            <a:extLst>
              <a:ext uri="{FF2B5EF4-FFF2-40B4-BE49-F238E27FC236}">
                <a16:creationId xmlns:a16="http://schemas.microsoft.com/office/drawing/2014/main" id="{D733732D-8FBB-5DBB-65B7-DC010678FC35}"/>
              </a:ext>
            </a:extLst>
          </p:cNvPr>
          <p:cNvGrpSpPr/>
          <p:nvPr/>
        </p:nvGrpSpPr>
        <p:grpSpPr>
          <a:xfrm>
            <a:off x="10757237" y="5757294"/>
            <a:ext cx="704690" cy="558322"/>
            <a:chOff x="5443067" y="7020176"/>
            <a:chExt cx="742239" cy="588074"/>
          </a:xfrm>
          <a:solidFill>
            <a:schemeClr val="bg1">
              <a:alpha val="23000"/>
            </a:schemeClr>
          </a:solidFill>
        </p:grpSpPr>
        <p:sp>
          <p:nvSpPr>
            <p:cNvPr id="5548" name="Google Shape;5471;p52">
              <a:extLst>
                <a:ext uri="{FF2B5EF4-FFF2-40B4-BE49-F238E27FC236}">
                  <a16:creationId xmlns:a16="http://schemas.microsoft.com/office/drawing/2014/main" id="{F491A1F4-2BE7-4478-5D4B-47BF794309E4}"/>
                </a:ext>
              </a:extLst>
            </p:cNvPr>
            <p:cNvSpPr/>
            <p:nvPr/>
          </p:nvSpPr>
          <p:spPr>
            <a:xfrm>
              <a:off x="5443067" y="7020176"/>
              <a:ext cx="742239" cy="588074"/>
            </a:xfrm>
            <a:custGeom>
              <a:avLst/>
              <a:gdLst/>
              <a:ahLst/>
              <a:cxnLst/>
              <a:rect l="l" t="t" r="r" b="b"/>
              <a:pathLst>
                <a:path w="1028604" h="814959" extrusionOk="0">
                  <a:moveTo>
                    <a:pt x="933069" y="257747"/>
                  </a:moveTo>
                  <a:cubicBezTo>
                    <a:pt x="893540" y="218218"/>
                    <a:pt x="844868" y="189548"/>
                    <a:pt x="791718" y="174498"/>
                  </a:cubicBezTo>
                  <a:cubicBezTo>
                    <a:pt x="727901" y="66580"/>
                    <a:pt x="611410" y="0"/>
                    <a:pt x="485584" y="0"/>
                  </a:cubicBezTo>
                  <a:cubicBezTo>
                    <a:pt x="390620" y="0"/>
                    <a:pt x="301276" y="36957"/>
                    <a:pt x="234124" y="104108"/>
                  </a:cubicBezTo>
                  <a:cubicBezTo>
                    <a:pt x="190690" y="147542"/>
                    <a:pt x="159258" y="201263"/>
                    <a:pt x="142970" y="259747"/>
                  </a:cubicBezTo>
                  <a:cubicBezTo>
                    <a:pt x="54578" y="314135"/>
                    <a:pt x="0" y="411194"/>
                    <a:pt x="0" y="515207"/>
                  </a:cubicBezTo>
                  <a:cubicBezTo>
                    <a:pt x="0" y="595313"/>
                    <a:pt x="31147" y="670560"/>
                    <a:pt x="87820" y="727139"/>
                  </a:cubicBezTo>
                  <a:cubicBezTo>
                    <a:pt x="114967" y="754285"/>
                    <a:pt x="146399" y="775526"/>
                    <a:pt x="180594" y="790385"/>
                  </a:cubicBezTo>
                  <a:cubicBezTo>
                    <a:pt x="193357" y="795909"/>
                    <a:pt x="206502" y="800576"/>
                    <a:pt x="220027" y="804291"/>
                  </a:cubicBezTo>
                  <a:cubicBezTo>
                    <a:pt x="220027" y="804291"/>
                    <a:pt x="220027" y="804291"/>
                    <a:pt x="220027" y="804291"/>
                  </a:cubicBezTo>
                  <a:lnTo>
                    <a:pt x="254413" y="769906"/>
                  </a:lnTo>
                  <a:cubicBezTo>
                    <a:pt x="254413" y="769906"/>
                    <a:pt x="254413" y="769906"/>
                    <a:pt x="254413" y="769906"/>
                  </a:cubicBezTo>
                  <a:lnTo>
                    <a:pt x="558546" y="465773"/>
                  </a:lnTo>
                  <a:lnTo>
                    <a:pt x="558546" y="581787"/>
                  </a:lnTo>
                  <a:cubicBezTo>
                    <a:pt x="558546" y="593122"/>
                    <a:pt x="567785" y="602361"/>
                    <a:pt x="579120" y="602361"/>
                  </a:cubicBezTo>
                  <a:cubicBezTo>
                    <a:pt x="590455" y="602361"/>
                    <a:pt x="599694" y="593122"/>
                    <a:pt x="599694" y="581787"/>
                  </a:cubicBezTo>
                  <a:lnTo>
                    <a:pt x="599694" y="416147"/>
                  </a:lnTo>
                  <a:lnTo>
                    <a:pt x="599694" y="416147"/>
                  </a:lnTo>
                  <a:lnTo>
                    <a:pt x="599694" y="395573"/>
                  </a:lnTo>
                  <a:lnTo>
                    <a:pt x="413480" y="395573"/>
                  </a:lnTo>
                  <a:cubicBezTo>
                    <a:pt x="402145" y="395573"/>
                    <a:pt x="392906" y="404813"/>
                    <a:pt x="392906" y="416147"/>
                  </a:cubicBezTo>
                  <a:cubicBezTo>
                    <a:pt x="392906" y="427482"/>
                    <a:pt x="402145" y="436721"/>
                    <a:pt x="413480" y="436721"/>
                  </a:cubicBezTo>
                  <a:lnTo>
                    <a:pt x="529495" y="436721"/>
                  </a:lnTo>
                  <a:lnTo>
                    <a:pt x="208788" y="757428"/>
                  </a:lnTo>
                  <a:cubicBezTo>
                    <a:pt x="174688" y="744665"/>
                    <a:pt x="143446" y="724662"/>
                    <a:pt x="116967" y="698087"/>
                  </a:cubicBezTo>
                  <a:cubicBezTo>
                    <a:pt x="68104" y="649224"/>
                    <a:pt x="41243" y="584264"/>
                    <a:pt x="41243" y="515207"/>
                  </a:cubicBezTo>
                  <a:cubicBezTo>
                    <a:pt x="41243" y="423005"/>
                    <a:pt x="90964" y="337090"/>
                    <a:pt x="171069" y="290989"/>
                  </a:cubicBezTo>
                  <a:lnTo>
                    <a:pt x="178594" y="286607"/>
                  </a:lnTo>
                  <a:lnTo>
                    <a:pt x="180689" y="278130"/>
                  </a:lnTo>
                  <a:cubicBezTo>
                    <a:pt x="194405" y="223552"/>
                    <a:pt x="222980" y="173450"/>
                    <a:pt x="263271" y="133160"/>
                  </a:cubicBezTo>
                  <a:cubicBezTo>
                    <a:pt x="322707" y="73724"/>
                    <a:pt x="401669" y="41053"/>
                    <a:pt x="485584" y="41053"/>
                  </a:cubicBezTo>
                  <a:cubicBezTo>
                    <a:pt x="599503" y="41053"/>
                    <a:pt x="704755" y="102775"/>
                    <a:pt x="760190" y="202121"/>
                  </a:cubicBezTo>
                  <a:lnTo>
                    <a:pt x="764476" y="209836"/>
                  </a:lnTo>
                  <a:lnTo>
                    <a:pt x="773049" y="212027"/>
                  </a:lnTo>
                  <a:cubicBezTo>
                    <a:pt x="822293" y="224504"/>
                    <a:pt x="867537" y="250412"/>
                    <a:pt x="903922" y="286798"/>
                  </a:cubicBezTo>
                  <a:cubicBezTo>
                    <a:pt x="957834" y="340709"/>
                    <a:pt x="987457" y="412337"/>
                    <a:pt x="987457" y="488537"/>
                  </a:cubicBezTo>
                  <a:cubicBezTo>
                    <a:pt x="987457" y="564737"/>
                    <a:pt x="957739" y="636365"/>
                    <a:pt x="903922" y="690277"/>
                  </a:cubicBezTo>
                  <a:cubicBezTo>
                    <a:pt x="850011" y="744188"/>
                    <a:pt x="778383" y="773811"/>
                    <a:pt x="702183" y="773811"/>
                  </a:cubicBezTo>
                  <a:lnTo>
                    <a:pt x="341281" y="773811"/>
                  </a:lnTo>
                  <a:lnTo>
                    <a:pt x="300133" y="814959"/>
                  </a:lnTo>
                  <a:lnTo>
                    <a:pt x="702183" y="814959"/>
                  </a:lnTo>
                  <a:cubicBezTo>
                    <a:pt x="789337" y="814959"/>
                    <a:pt x="871347" y="781050"/>
                    <a:pt x="932974" y="719328"/>
                  </a:cubicBezTo>
                  <a:cubicBezTo>
                    <a:pt x="994600" y="657701"/>
                    <a:pt x="1028605" y="575691"/>
                    <a:pt x="1028605" y="488537"/>
                  </a:cubicBezTo>
                  <a:cubicBezTo>
                    <a:pt x="1028605" y="401384"/>
                    <a:pt x="994696" y="319373"/>
                    <a:pt x="932974" y="257747"/>
                  </a:cubicBezTo>
                  <a:close/>
                </a:path>
              </a:pathLst>
            </a:custGeom>
            <a:grpFill/>
            <a:ln>
              <a:noFill/>
            </a:ln>
          </p:spPr>
          <p:txBody>
            <a:bodyPr spcFirstLastPara="1" wrap="square" lIns="86850" tIns="43400" rIns="86850"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5549" name="Google Shape;5472;p52">
              <a:extLst>
                <a:ext uri="{FF2B5EF4-FFF2-40B4-BE49-F238E27FC236}">
                  <a16:creationId xmlns:a16="http://schemas.microsoft.com/office/drawing/2014/main" id="{D85308B8-E78D-46AF-CE92-294D8E5D080F}"/>
                </a:ext>
              </a:extLst>
            </p:cNvPr>
            <p:cNvSpPr/>
            <p:nvPr/>
          </p:nvSpPr>
          <p:spPr>
            <a:xfrm>
              <a:off x="5528363" y="7105473"/>
              <a:ext cx="571508" cy="417343"/>
            </a:xfrm>
            <a:custGeom>
              <a:avLst/>
              <a:gdLst/>
              <a:ahLst/>
              <a:cxnLst/>
              <a:rect l="l" t="t" r="r" b="b"/>
              <a:pathLst>
                <a:path w="792003" h="578358" extrusionOk="0">
                  <a:moveTo>
                    <a:pt x="592550" y="162401"/>
                  </a:moveTo>
                  <a:cubicBezTo>
                    <a:pt x="560546" y="66008"/>
                    <a:pt x="470154" y="0"/>
                    <a:pt x="367284" y="0"/>
                  </a:cubicBezTo>
                  <a:cubicBezTo>
                    <a:pt x="241268" y="0"/>
                    <a:pt x="137922" y="98679"/>
                    <a:pt x="130397" y="222790"/>
                  </a:cubicBezTo>
                  <a:cubicBezTo>
                    <a:pt x="53912" y="245174"/>
                    <a:pt x="0" y="315849"/>
                    <a:pt x="0" y="396907"/>
                  </a:cubicBezTo>
                  <a:cubicBezTo>
                    <a:pt x="0" y="462248"/>
                    <a:pt x="34766" y="519684"/>
                    <a:pt x="86773" y="551593"/>
                  </a:cubicBezTo>
                  <a:lnTo>
                    <a:pt x="116967" y="521399"/>
                  </a:lnTo>
                  <a:cubicBezTo>
                    <a:pt x="72009" y="497967"/>
                    <a:pt x="41148" y="451009"/>
                    <a:pt x="41148" y="396907"/>
                  </a:cubicBezTo>
                  <a:cubicBezTo>
                    <a:pt x="41148" y="329851"/>
                    <a:pt x="88868" y="272034"/>
                    <a:pt x="154496" y="259175"/>
                  </a:cubicBezTo>
                  <a:lnTo>
                    <a:pt x="171260" y="255937"/>
                  </a:lnTo>
                  <a:lnTo>
                    <a:pt x="171069" y="238792"/>
                  </a:lnTo>
                  <a:cubicBezTo>
                    <a:pt x="171069" y="238792"/>
                    <a:pt x="171069" y="237839"/>
                    <a:pt x="171069" y="237363"/>
                  </a:cubicBezTo>
                  <a:lnTo>
                    <a:pt x="171069" y="237173"/>
                  </a:lnTo>
                  <a:cubicBezTo>
                    <a:pt x="171069" y="128969"/>
                    <a:pt x="259080" y="41053"/>
                    <a:pt x="367189" y="41053"/>
                  </a:cubicBezTo>
                  <a:cubicBezTo>
                    <a:pt x="456629" y="41053"/>
                    <a:pt x="534734" y="101441"/>
                    <a:pt x="557117" y="188024"/>
                  </a:cubicBezTo>
                  <a:lnTo>
                    <a:pt x="561213" y="204026"/>
                  </a:lnTo>
                  <a:lnTo>
                    <a:pt x="578358" y="203359"/>
                  </a:lnTo>
                  <a:cubicBezTo>
                    <a:pt x="580168" y="203359"/>
                    <a:pt x="582073" y="203264"/>
                    <a:pt x="583883" y="203264"/>
                  </a:cubicBezTo>
                  <a:cubicBezTo>
                    <a:pt x="675894" y="203264"/>
                    <a:pt x="750856" y="278130"/>
                    <a:pt x="750856" y="370237"/>
                  </a:cubicBezTo>
                  <a:cubicBezTo>
                    <a:pt x="750856" y="462344"/>
                    <a:pt x="675989" y="537210"/>
                    <a:pt x="583883" y="537210"/>
                  </a:cubicBezTo>
                  <a:lnTo>
                    <a:pt x="341281" y="537210"/>
                  </a:lnTo>
                  <a:lnTo>
                    <a:pt x="300133" y="578358"/>
                  </a:lnTo>
                  <a:lnTo>
                    <a:pt x="583883" y="578358"/>
                  </a:lnTo>
                  <a:cubicBezTo>
                    <a:pt x="698659" y="578358"/>
                    <a:pt x="792004" y="485013"/>
                    <a:pt x="792004" y="370237"/>
                  </a:cubicBezTo>
                  <a:cubicBezTo>
                    <a:pt x="792004" y="255461"/>
                    <a:pt x="703231" y="166783"/>
                    <a:pt x="592360" y="162306"/>
                  </a:cubicBezTo>
                  <a:close/>
                </a:path>
              </a:pathLst>
            </a:custGeom>
            <a:grpFill/>
            <a:ln>
              <a:noFill/>
            </a:ln>
          </p:spPr>
          <p:txBody>
            <a:bodyPr spcFirstLastPara="1" wrap="square" lIns="86850" tIns="43400" rIns="86850"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5550" name="Google Shape;5473;p52">
            <a:extLst>
              <a:ext uri="{FF2B5EF4-FFF2-40B4-BE49-F238E27FC236}">
                <a16:creationId xmlns:a16="http://schemas.microsoft.com/office/drawing/2014/main" id="{E359DD2E-D098-A5C8-0B94-849B797C842C}"/>
              </a:ext>
            </a:extLst>
          </p:cNvPr>
          <p:cNvSpPr/>
          <p:nvPr/>
        </p:nvSpPr>
        <p:spPr>
          <a:xfrm>
            <a:off x="1562326" y="-1103086"/>
            <a:ext cx="9064172" cy="9064172"/>
          </a:xfrm>
          <a:prstGeom prst="ellipse">
            <a:avLst/>
          </a:prstGeom>
          <a:gradFill>
            <a:gsLst>
              <a:gs pos="0">
                <a:schemeClr val="accent4"/>
              </a:gs>
              <a:gs pos="15000">
                <a:schemeClr val="accent4"/>
              </a:gs>
              <a:gs pos="52999">
                <a:schemeClr val="accent3"/>
              </a:gs>
              <a:gs pos="100000">
                <a:schemeClr val="accent5"/>
              </a:gs>
            </a:gsLst>
            <a:lin ang="108000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41032"/>
              </a:solidFill>
              <a:effectLst/>
              <a:uLnTx/>
              <a:uFillTx/>
              <a:latin typeface="Arial"/>
              <a:ea typeface="Arial"/>
              <a:cs typeface="Arial"/>
              <a:sym typeface="Arial"/>
            </a:endParaRPr>
          </a:p>
        </p:txBody>
      </p:sp>
      <p:sp>
        <p:nvSpPr>
          <p:cNvPr id="5551" name="Google Shape;5474;p52">
            <a:extLst>
              <a:ext uri="{FF2B5EF4-FFF2-40B4-BE49-F238E27FC236}">
                <a16:creationId xmlns:a16="http://schemas.microsoft.com/office/drawing/2014/main" id="{1A5A19A6-5868-D8CA-63D9-79E9EB53850E}"/>
              </a:ext>
            </a:extLst>
          </p:cNvPr>
          <p:cNvSpPr/>
          <p:nvPr/>
        </p:nvSpPr>
        <p:spPr>
          <a:xfrm>
            <a:off x="1663925" y="-1001486"/>
            <a:ext cx="8860974" cy="8860972"/>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41032"/>
                </a:solidFill>
                <a:effectLst/>
                <a:uLnTx/>
                <a:uFillTx/>
                <a:latin typeface="Arial"/>
                <a:ea typeface="Arial"/>
                <a:cs typeface="Arial"/>
                <a:sym typeface="Arial"/>
              </a:rPr>
              <a:t>̵</a:t>
            </a:r>
            <a:endParaRPr kumimoji="0" sz="1200" b="0" i="0" u="none" strike="noStrike" kern="1200" cap="none" spc="0" normalizeH="0" baseline="0" noProof="0" dirty="0">
              <a:ln>
                <a:noFill/>
              </a:ln>
              <a:solidFill>
                <a:srgbClr val="041032"/>
              </a:solidFill>
              <a:effectLst/>
              <a:uLnTx/>
              <a:uFillTx/>
              <a:latin typeface="Arial"/>
              <a:ea typeface="Arial"/>
              <a:cs typeface="Arial"/>
              <a:sym typeface="Arial"/>
            </a:endParaRPr>
          </a:p>
        </p:txBody>
      </p:sp>
      <p:sp>
        <p:nvSpPr>
          <p:cNvPr id="5552" name="Google Shape;5475;p52">
            <a:extLst>
              <a:ext uri="{FF2B5EF4-FFF2-40B4-BE49-F238E27FC236}">
                <a16:creationId xmlns:a16="http://schemas.microsoft.com/office/drawing/2014/main" id="{84310990-3FFF-2D44-78C7-B6412DA80662}"/>
              </a:ext>
            </a:extLst>
          </p:cNvPr>
          <p:cNvSpPr/>
          <p:nvPr/>
        </p:nvSpPr>
        <p:spPr>
          <a:xfrm>
            <a:off x="6329197" y="1402277"/>
            <a:ext cx="636288" cy="636288"/>
          </a:xfrm>
          <a:prstGeom prst="ellipse">
            <a:avLst/>
          </a:prstGeom>
          <a:gradFill>
            <a:gsLst>
              <a:gs pos="0">
                <a:srgbClr val="14C8BE">
                  <a:alpha val="0"/>
                </a:srgbClr>
              </a:gs>
              <a:gs pos="4000">
                <a:srgbClr val="14C8BE">
                  <a:alpha val="0"/>
                </a:srgbClr>
              </a:gs>
              <a:gs pos="91000">
                <a:srgbClr val="91C55F">
                  <a:alpha val="0"/>
                </a:srgbClr>
              </a:gs>
              <a:gs pos="100000">
                <a:srgbClr val="91C55F">
                  <a:alpha val="0"/>
                </a:srgbClr>
              </a:gs>
            </a:gsLst>
            <a:lin ang="2700000" scaled="0"/>
          </a:gradFill>
          <a:ln>
            <a:noFill/>
          </a:ln>
        </p:spPr>
        <p:txBody>
          <a:bodyPr spcFirstLastPara="1" wrap="square" lIns="0" tIns="0" rIns="0" bIns="0"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1100"/>
              <a:buFont typeface="Arial"/>
              <a:buNone/>
              <a:tabLst/>
              <a:defRPr/>
            </a:pPr>
            <a:endParaRPr kumimoji="0" sz="11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5553" name="Google Shape;5476;p52">
            <a:extLst>
              <a:ext uri="{FF2B5EF4-FFF2-40B4-BE49-F238E27FC236}">
                <a16:creationId xmlns:a16="http://schemas.microsoft.com/office/drawing/2014/main" id="{39308F8B-91B1-4C67-E659-36E870B68D08}"/>
              </a:ext>
            </a:extLst>
          </p:cNvPr>
          <p:cNvSpPr/>
          <p:nvPr/>
        </p:nvSpPr>
        <p:spPr>
          <a:xfrm>
            <a:off x="5220189" y="1402277"/>
            <a:ext cx="636288" cy="636288"/>
          </a:xfrm>
          <a:prstGeom prst="ellipse">
            <a:avLst/>
          </a:prstGeom>
          <a:gradFill>
            <a:gsLst>
              <a:gs pos="0">
                <a:srgbClr val="9B49EB">
                  <a:alpha val="0"/>
                </a:srgbClr>
              </a:gs>
              <a:gs pos="9000">
                <a:srgbClr val="9B49EB">
                  <a:alpha val="0"/>
                </a:srgbClr>
              </a:gs>
              <a:gs pos="90000">
                <a:srgbClr val="3776FB">
                  <a:alpha val="0"/>
                </a:srgbClr>
              </a:gs>
              <a:gs pos="100000">
                <a:srgbClr val="3776FB">
                  <a:alpha val="0"/>
                </a:srgbClr>
              </a:gs>
            </a:gsLst>
            <a:lin ang="18900000" scaled="0"/>
          </a:gradFill>
          <a:ln>
            <a:noFill/>
          </a:ln>
        </p:spPr>
        <p:txBody>
          <a:bodyPr spcFirstLastPara="1" wrap="square" lIns="0" tIns="0" rIns="0" bIns="0"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1100"/>
              <a:buFont typeface="Arial"/>
              <a:buNone/>
              <a:tabLst/>
              <a:defRPr/>
            </a:pPr>
            <a:endParaRPr kumimoji="0" sz="11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5555" name="Google Shape;5478;p52">
            <a:extLst>
              <a:ext uri="{FF2B5EF4-FFF2-40B4-BE49-F238E27FC236}">
                <a16:creationId xmlns:a16="http://schemas.microsoft.com/office/drawing/2014/main" id="{415DF219-91CB-C3BA-D2E8-2128C3285ACF}"/>
              </a:ext>
            </a:extLst>
          </p:cNvPr>
          <p:cNvPicPr preferRelativeResize="0"/>
          <p:nvPr/>
        </p:nvPicPr>
        <p:blipFill rotWithShape="1">
          <a:blip r:embed="rId3">
            <a:alphaModFix amt="0"/>
          </a:blip>
          <a:srcRect/>
          <a:stretch/>
        </p:blipFill>
        <p:spPr>
          <a:xfrm>
            <a:off x="4670451" y="1854902"/>
            <a:ext cx="2847922" cy="1798338"/>
          </a:xfrm>
          <a:prstGeom prst="rect">
            <a:avLst/>
          </a:prstGeom>
          <a:noFill/>
          <a:ln>
            <a:noFill/>
          </a:ln>
        </p:spPr>
      </p:pic>
      <p:pic>
        <p:nvPicPr>
          <p:cNvPr id="5556" name="Google Shape;5479;p52">
            <a:extLst>
              <a:ext uri="{FF2B5EF4-FFF2-40B4-BE49-F238E27FC236}">
                <a16:creationId xmlns:a16="http://schemas.microsoft.com/office/drawing/2014/main" id="{12E84753-B305-2631-F2BD-96E444FF110C}"/>
              </a:ext>
            </a:extLst>
          </p:cNvPr>
          <p:cNvPicPr preferRelativeResize="0"/>
          <p:nvPr/>
        </p:nvPicPr>
        <p:blipFill rotWithShape="1">
          <a:blip r:embed="rId4">
            <a:alphaModFix amt="0"/>
          </a:blip>
          <a:srcRect/>
          <a:stretch/>
        </p:blipFill>
        <p:spPr>
          <a:xfrm>
            <a:off x="4842444" y="2037064"/>
            <a:ext cx="2580403" cy="1483622"/>
          </a:xfrm>
          <a:prstGeom prst="rect">
            <a:avLst/>
          </a:prstGeom>
          <a:noFill/>
          <a:ln>
            <a:noFill/>
          </a:ln>
        </p:spPr>
      </p:pic>
      <p:sp>
        <p:nvSpPr>
          <p:cNvPr id="5557" name="Google Shape;5480;p52">
            <a:extLst>
              <a:ext uri="{FF2B5EF4-FFF2-40B4-BE49-F238E27FC236}">
                <a16:creationId xmlns:a16="http://schemas.microsoft.com/office/drawing/2014/main" id="{606541F7-D07E-5987-CA53-D99EF257404D}"/>
              </a:ext>
            </a:extLst>
          </p:cNvPr>
          <p:cNvSpPr/>
          <p:nvPr/>
        </p:nvSpPr>
        <p:spPr>
          <a:xfrm>
            <a:off x="6437525" y="1510606"/>
            <a:ext cx="419632" cy="419632"/>
          </a:xfrm>
          <a:prstGeom prst="ellipse">
            <a:avLst/>
          </a:prstGeom>
          <a:gradFill>
            <a:gsLst>
              <a:gs pos="0">
                <a:srgbClr val="14C8BE">
                  <a:alpha val="0"/>
                </a:srgbClr>
              </a:gs>
              <a:gs pos="4000">
                <a:srgbClr val="14C8BE">
                  <a:alpha val="0"/>
                </a:srgbClr>
              </a:gs>
              <a:gs pos="91000">
                <a:srgbClr val="91C55F">
                  <a:alpha val="0"/>
                </a:srgbClr>
              </a:gs>
              <a:gs pos="100000">
                <a:srgbClr val="91C55F">
                  <a:alpha val="0"/>
                </a:srgbClr>
              </a:gs>
            </a:gsLst>
            <a:lin ang="2700000" scaled="0"/>
          </a:gradFill>
          <a:ln>
            <a:noFill/>
          </a:ln>
        </p:spPr>
        <p:txBody>
          <a:bodyPr spcFirstLastPara="1" wrap="square" lIns="0" tIns="0" rIns="0" bIns="0"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1100"/>
              <a:buFont typeface="Arial"/>
              <a:buNone/>
              <a:tabLst/>
              <a:defRPr/>
            </a:pPr>
            <a:endParaRPr kumimoji="0" sz="11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5558" name="Google Shape;5481;p52">
            <a:extLst>
              <a:ext uri="{FF2B5EF4-FFF2-40B4-BE49-F238E27FC236}">
                <a16:creationId xmlns:a16="http://schemas.microsoft.com/office/drawing/2014/main" id="{E83B9463-FD29-2819-0E72-FD9C46E57C4D}"/>
              </a:ext>
            </a:extLst>
          </p:cNvPr>
          <p:cNvSpPr/>
          <p:nvPr/>
        </p:nvSpPr>
        <p:spPr>
          <a:xfrm>
            <a:off x="6532637" y="1600831"/>
            <a:ext cx="227468" cy="227468"/>
          </a:xfrm>
          <a:custGeom>
            <a:avLst/>
            <a:gdLst/>
            <a:ahLst/>
            <a:cxnLst/>
            <a:rect l="l" t="t" r="r" b="b"/>
            <a:pathLst>
              <a:path w="1371600" h="1371601" extrusionOk="0">
                <a:moveTo>
                  <a:pt x="1267458" y="1204438"/>
                </a:moveTo>
                <a:cubicBezTo>
                  <a:pt x="1232698" y="1204438"/>
                  <a:pt x="1204436" y="1232707"/>
                  <a:pt x="1204436" y="1267478"/>
                </a:cubicBezTo>
                <a:cubicBezTo>
                  <a:pt x="1204436" y="1302248"/>
                  <a:pt x="1232698" y="1330517"/>
                  <a:pt x="1267458" y="1330517"/>
                </a:cubicBezTo>
                <a:cubicBezTo>
                  <a:pt x="1302173" y="1330517"/>
                  <a:pt x="1330434" y="1302248"/>
                  <a:pt x="1330434" y="1267478"/>
                </a:cubicBezTo>
                <a:cubicBezTo>
                  <a:pt x="1330434" y="1232707"/>
                  <a:pt x="1302220" y="1204438"/>
                  <a:pt x="1267458" y="1204438"/>
                </a:cubicBezTo>
                <a:close/>
                <a:moveTo>
                  <a:pt x="685800" y="1204438"/>
                </a:moveTo>
                <a:cubicBezTo>
                  <a:pt x="651039" y="1204438"/>
                  <a:pt x="622778" y="1232707"/>
                  <a:pt x="622778" y="1267478"/>
                </a:cubicBezTo>
                <a:cubicBezTo>
                  <a:pt x="622778" y="1302248"/>
                  <a:pt x="651039" y="1330517"/>
                  <a:pt x="685800" y="1330517"/>
                </a:cubicBezTo>
                <a:cubicBezTo>
                  <a:pt x="720514" y="1330517"/>
                  <a:pt x="748775" y="1302248"/>
                  <a:pt x="748775" y="1267478"/>
                </a:cubicBezTo>
                <a:cubicBezTo>
                  <a:pt x="748775" y="1232707"/>
                  <a:pt x="720561" y="1204438"/>
                  <a:pt x="685800" y="1204438"/>
                </a:cubicBezTo>
                <a:close/>
                <a:moveTo>
                  <a:pt x="104095" y="1204438"/>
                </a:moveTo>
                <a:cubicBezTo>
                  <a:pt x="69381" y="1204438"/>
                  <a:pt x="41120" y="1232707"/>
                  <a:pt x="41120" y="1267478"/>
                </a:cubicBezTo>
                <a:cubicBezTo>
                  <a:pt x="41120" y="1302248"/>
                  <a:pt x="69381" y="1330517"/>
                  <a:pt x="104095" y="1330517"/>
                </a:cubicBezTo>
                <a:cubicBezTo>
                  <a:pt x="138856" y="1330517"/>
                  <a:pt x="167117" y="1302248"/>
                  <a:pt x="167117" y="1267478"/>
                </a:cubicBezTo>
                <a:cubicBezTo>
                  <a:pt x="167117" y="1232707"/>
                  <a:pt x="138809" y="1204438"/>
                  <a:pt x="104095" y="1204438"/>
                </a:cubicBezTo>
                <a:close/>
                <a:moveTo>
                  <a:pt x="252041" y="979418"/>
                </a:moveTo>
                <a:lnTo>
                  <a:pt x="289393" y="979418"/>
                </a:lnTo>
                <a:lnTo>
                  <a:pt x="1119465" y="979418"/>
                </a:lnTo>
                <a:lnTo>
                  <a:pt x="1119465" y="1034825"/>
                </a:lnTo>
                <a:cubicBezTo>
                  <a:pt x="1119465" y="1055462"/>
                  <a:pt x="1102743" y="1072187"/>
                  <a:pt x="1082113" y="1072187"/>
                </a:cubicBezTo>
                <a:lnTo>
                  <a:pt x="289393" y="1072187"/>
                </a:lnTo>
                <a:cubicBezTo>
                  <a:pt x="268762" y="1072187"/>
                  <a:pt x="252041" y="1055462"/>
                  <a:pt x="252041" y="1034825"/>
                </a:cubicBezTo>
                <a:close/>
                <a:moveTo>
                  <a:pt x="252041" y="868401"/>
                </a:moveTo>
                <a:lnTo>
                  <a:pt x="1119465" y="868401"/>
                </a:lnTo>
                <a:lnTo>
                  <a:pt x="1119465" y="947319"/>
                </a:lnTo>
                <a:lnTo>
                  <a:pt x="252041" y="947319"/>
                </a:lnTo>
                <a:close/>
                <a:moveTo>
                  <a:pt x="252041" y="757383"/>
                </a:moveTo>
                <a:lnTo>
                  <a:pt x="1119465" y="757383"/>
                </a:lnTo>
                <a:lnTo>
                  <a:pt x="1119465" y="836301"/>
                </a:lnTo>
                <a:lnTo>
                  <a:pt x="252041" y="836301"/>
                </a:lnTo>
                <a:close/>
                <a:moveTo>
                  <a:pt x="252041" y="646318"/>
                </a:moveTo>
                <a:lnTo>
                  <a:pt x="1119465" y="646318"/>
                </a:lnTo>
                <a:lnTo>
                  <a:pt x="1119465" y="725283"/>
                </a:lnTo>
                <a:lnTo>
                  <a:pt x="252041" y="725283"/>
                </a:lnTo>
                <a:close/>
                <a:moveTo>
                  <a:pt x="252041" y="535301"/>
                </a:moveTo>
                <a:lnTo>
                  <a:pt x="1119465" y="535301"/>
                </a:lnTo>
                <a:lnTo>
                  <a:pt x="1119465" y="614219"/>
                </a:lnTo>
                <a:lnTo>
                  <a:pt x="252041" y="614219"/>
                </a:lnTo>
                <a:close/>
                <a:moveTo>
                  <a:pt x="252041" y="424283"/>
                </a:moveTo>
                <a:lnTo>
                  <a:pt x="1119465" y="424283"/>
                </a:lnTo>
                <a:lnTo>
                  <a:pt x="1119465" y="503201"/>
                </a:lnTo>
                <a:lnTo>
                  <a:pt x="252041" y="503201"/>
                </a:lnTo>
                <a:close/>
                <a:moveTo>
                  <a:pt x="289393" y="299413"/>
                </a:moveTo>
                <a:lnTo>
                  <a:pt x="1082113" y="299413"/>
                </a:lnTo>
                <a:cubicBezTo>
                  <a:pt x="1102743" y="299413"/>
                  <a:pt x="1119465" y="316139"/>
                  <a:pt x="1119465" y="336775"/>
                </a:cubicBezTo>
                <a:lnTo>
                  <a:pt x="1119465" y="392182"/>
                </a:lnTo>
                <a:lnTo>
                  <a:pt x="252041" y="392182"/>
                </a:lnTo>
                <a:lnTo>
                  <a:pt x="252041" y="336775"/>
                </a:lnTo>
                <a:cubicBezTo>
                  <a:pt x="252041" y="316139"/>
                  <a:pt x="268762" y="299413"/>
                  <a:pt x="289393" y="299413"/>
                </a:cubicBezTo>
                <a:close/>
                <a:moveTo>
                  <a:pt x="205458" y="117645"/>
                </a:moveTo>
                <a:cubicBezTo>
                  <a:pt x="199334" y="162593"/>
                  <a:pt x="165704" y="197034"/>
                  <a:pt x="121334" y="204760"/>
                </a:cubicBezTo>
                <a:lnTo>
                  <a:pt x="121334" y="1166841"/>
                </a:lnTo>
                <a:cubicBezTo>
                  <a:pt x="165704" y="1174568"/>
                  <a:pt x="199334" y="1209008"/>
                  <a:pt x="205458" y="1253956"/>
                </a:cubicBezTo>
                <a:lnTo>
                  <a:pt x="205458" y="1252401"/>
                </a:lnTo>
                <a:lnTo>
                  <a:pt x="584767" y="1252401"/>
                </a:lnTo>
                <a:cubicBezTo>
                  <a:pt x="592303" y="1202365"/>
                  <a:pt x="633705" y="1163354"/>
                  <a:pt x="685800" y="1163354"/>
                </a:cubicBezTo>
                <a:cubicBezTo>
                  <a:pt x="737895" y="1163354"/>
                  <a:pt x="779250" y="1202365"/>
                  <a:pt x="786833" y="1252401"/>
                </a:cubicBezTo>
                <a:lnTo>
                  <a:pt x="1166425" y="1252401"/>
                </a:lnTo>
                <a:lnTo>
                  <a:pt x="1166425" y="1252353"/>
                </a:lnTo>
                <a:cubicBezTo>
                  <a:pt x="1173066" y="1208443"/>
                  <a:pt x="1205944" y="1174897"/>
                  <a:pt x="1249419" y="1166982"/>
                </a:cubicBezTo>
                <a:lnTo>
                  <a:pt x="1249419" y="204571"/>
                </a:lnTo>
                <a:cubicBezTo>
                  <a:pt x="1205991" y="196704"/>
                  <a:pt x="1173114" y="163158"/>
                  <a:pt x="1166425" y="119341"/>
                </a:cubicBezTo>
                <a:lnTo>
                  <a:pt x="787116" y="119341"/>
                </a:lnTo>
                <a:cubicBezTo>
                  <a:pt x="780239" y="170178"/>
                  <a:pt x="738460" y="209990"/>
                  <a:pt x="685753" y="209990"/>
                </a:cubicBezTo>
                <a:cubicBezTo>
                  <a:pt x="633046" y="209990"/>
                  <a:pt x="591267" y="170225"/>
                  <a:pt x="584390" y="119341"/>
                </a:cubicBezTo>
                <a:lnTo>
                  <a:pt x="205458" y="119341"/>
                </a:lnTo>
                <a:close/>
                <a:moveTo>
                  <a:pt x="685800" y="42875"/>
                </a:moveTo>
                <a:cubicBezTo>
                  <a:pt x="651039" y="42875"/>
                  <a:pt x="622778" y="71190"/>
                  <a:pt x="622778" y="105914"/>
                </a:cubicBezTo>
                <a:cubicBezTo>
                  <a:pt x="622778" y="140637"/>
                  <a:pt x="651086" y="168906"/>
                  <a:pt x="685800" y="168906"/>
                </a:cubicBezTo>
                <a:cubicBezTo>
                  <a:pt x="720514" y="168906"/>
                  <a:pt x="748775" y="140685"/>
                  <a:pt x="748775" y="105914"/>
                </a:cubicBezTo>
                <a:cubicBezTo>
                  <a:pt x="748775" y="71143"/>
                  <a:pt x="720561" y="42875"/>
                  <a:pt x="685800" y="42875"/>
                </a:cubicBezTo>
                <a:close/>
                <a:moveTo>
                  <a:pt x="1267458" y="41131"/>
                </a:moveTo>
                <a:cubicBezTo>
                  <a:pt x="1232698" y="41131"/>
                  <a:pt x="1204436" y="69400"/>
                  <a:pt x="1204436" y="104171"/>
                </a:cubicBezTo>
                <a:cubicBezTo>
                  <a:pt x="1204436" y="138941"/>
                  <a:pt x="1232745" y="167210"/>
                  <a:pt x="1267458" y="167210"/>
                </a:cubicBezTo>
                <a:cubicBezTo>
                  <a:pt x="1302173" y="167210"/>
                  <a:pt x="1330434" y="138941"/>
                  <a:pt x="1330434" y="104171"/>
                </a:cubicBezTo>
                <a:cubicBezTo>
                  <a:pt x="1330434" y="69400"/>
                  <a:pt x="1302173" y="41131"/>
                  <a:pt x="1267458" y="41131"/>
                </a:cubicBezTo>
                <a:close/>
                <a:moveTo>
                  <a:pt x="104095" y="41084"/>
                </a:moveTo>
                <a:cubicBezTo>
                  <a:pt x="69381" y="41084"/>
                  <a:pt x="41120" y="69353"/>
                  <a:pt x="41120" y="104124"/>
                </a:cubicBezTo>
                <a:cubicBezTo>
                  <a:pt x="41120" y="138894"/>
                  <a:pt x="69334" y="167163"/>
                  <a:pt x="104095" y="167163"/>
                </a:cubicBezTo>
                <a:cubicBezTo>
                  <a:pt x="138856" y="167163"/>
                  <a:pt x="167117" y="138894"/>
                  <a:pt x="167117" y="104124"/>
                </a:cubicBezTo>
                <a:cubicBezTo>
                  <a:pt x="167117" y="69353"/>
                  <a:pt x="138809" y="41084"/>
                  <a:pt x="104095" y="41084"/>
                </a:cubicBezTo>
                <a:close/>
                <a:moveTo>
                  <a:pt x="104095" y="0"/>
                </a:moveTo>
                <a:cubicBezTo>
                  <a:pt x="156754" y="0"/>
                  <a:pt x="198534" y="39765"/>
                  <a:pt x="205458" y="90602"/>
                </a:cubicBezTo>
                <a:lnTo>
                  <a:pt x="205458" y="89047"/>
                </a:lnTo>
                <a:lnTo>
                  <a:pt x="585097" y="89047"/>
                </a:lnTo>
                <a:cubicBezTo>
                  <a:pt x="593481" y="39906"/>
                  <a:pt x="634318" y="1791"/>
                  <a:pt x="685800" y="1791"/>
                </a:cubicBezTo>
                <a:cubicBezTo>
                  <a:pt x="737282" y="1791"/>
                  <a:pt x="778119" y="39906"/>
                  <a:pt x="786456" y="89047"/>
                </a:cubicBezTo>
                <a:lnTo>
                  <a:pt x="1166425" y="89047"/>
                </a:lnTo>
                <a:cubicBezTo>
                  <a:pt x="1174009" y="39011"/>
                  <a:pt x="1215317" y="0"/>
                  <a:pt x="1267458" y="0"/>
                </a:cubicBezTo>
                <a:cubicBezTo>
                  <a:pt x="1324970" y="0"/>
                  <a:pt x="1371553" y="46644"/>
                  <a:pt x="1371553" y="104124"/>
                </a:cubicBezTo>
                <a:cubicBezTo>
                  <a:pt x="1371553" y="157316"/>
                  <a:pt x="1331187" y="199436"/>
                  <a:pt x="1279752" y="205797"/>
                </a:cubicBezTo>
                <a:lnTo>
                  <a:pt x="1279752" y="1165804"/>
                </a:lnTo>
                <a:lnTo>
                  <a:pt x="1279799" y="1165804"/>
                </a:lnTo>
                <a:cubicBezTo>
                  <a:pt x="1331234" y="1172165"/>
                  <a:pt x="1371600" y="1214332"/>
                  <a:pt x="1371600" y="1267478"/>
                </a:cubicBezTo>
                <a:cubicBezTo>
                  <a:pt x="1371600" y="1324957"/>
                  <a:pt x="1325017" y="1371601"/>
                  <a:pt x="1267506" y="1371601"/>
                </a:cubicBezTo>
                <a:cubicBezTo>
                  <a:pt x="1215411" y="1371601"/>
                  <a:pt x="1174150" y="1332637"/>
                  <a:pt x="1166472" y="1282695"/>
                </a:cubicBezTo>
                <a:lnTo>
                  <a:pt x="786833" y="1282695"/>
                </a:lnTo>
                <a:cubicBezTo>
                  <a:pt x="779156" y="1332684"/>
                  <a:pt x="737895" y="1371601"/>
                  <a:pt x="685800" y="1371601"/>
                </a:cubicBezTo>
                <a:cubicBezTo>
                  <a:pt x="633705" y="1371601"/>
                  <a:pt x="592397" y="1332637"/>
                  <a:pt x="584767" y="1282695"/>
                </a:cubicBezTo>
                <a:lnTo>
                  <a:pt x="205458" y="1282695"/>
                </a:lnTo>
                <a:lnTo>
                  <a:pt x="205458" y="1281000"/>
                </a:lnTo>
                <a:cubicBezTo>
                  <a:pt x="198534" y="1331836"/>
                  <a:pt x="156801" y="1371601"/>
                  <a:pt x="104095" y="1371601"/>
                </a:cubicBezTo>
                <a:cubicBezTo>
                  <a:pt x="46583" y="1371601"/>
                  <a:pt x="0" y="1324957"/>
                  <a:pt x="0" y="1267478"/>
                </a:cubicBezTo>
                <a:cubicBezTo>
                  <a:pt x="0" y="1214615"/>
                  <a:pt x="39989" y="1172683"/>
                  <a:pt x="91000" y="1165993"/>
                </a:cubicBezTo>
                <a:lnTo>
                  <a:pt x="91000" y="205608"/>
                </a:lnTo>
                <a:cubicBezTo>
                  <a:pt x="39989" y="198918"/>
                  <a:pt x="0" y="156986"/>
                  <a:pt x="0" y="104124"/>
                </a:cubicBezTo>
                <a:cubicBezTo>
                  <a:pt x="0" y="46644"/>
                  <a:pt x="46583" y="0"/>
                  <a:pt x="104095" y="0"/>
                </a:cubicBezTo>
                <a:close/>
              </a:path>
            </a:pathLst>
          </a:custGeom>
          <a:solidFill>
            <a:schemeClr val="dk1">
              <a:alpha val="0"/>
            </a:schemeClr>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2F2F2"/>
              </a:solidFill>
              <a:effectLst/>
              <a:uLnTx/>
              <a:uFillTx/>
              <a:latin typeface="Arial"/>
              <a:ea typeface="Arial"/>
              <a:cs typeface="Arial"/>
              <a:sym typeface="Arial"/>
            </a:endParaRPr>
          </a:p>
        </p:txBody>
      </p:sp>
      <p:sp>
        <p:nvSpPr>
          <p:cNvPr id="5559" name="Google Shape;5482;p52">
            <a:extLst>
              <a:ext uri="{FF2B5EF4-FFF2-40B4-BE49-F238E27FC236}">
                <a16:creationId xmlns:a16="http://schemas.microsoft.com/office/drawing/2014/main" id="{580E926F-8191-1697-175A-E7F3B26E6000}"/>
              </a:ext>
            </a:extLst>
          </p:cNvPr>
          <p:cNvSpPr/>
          <p:nvPr/>
        </p:nvSpPr>
        <p:spPr>
          <a:xfrm>
            <a:off x="5328517" y="1510606"/>
            <a:ext cx="419632" cy="419632"/>
          </a:xfrm>
          <a:prstGeom prst="ellipse">
            <a:avLst/>
          </a:prstGeom>
          <a:gradFill>
            <a:gsLst>
              <a:gs pos="0">
                <a:srgbClr val="9B49EB">
                  <a:alpha val="0"/>
                </a:srgbClr>
              </a:gs>
              <a:gs pos="9000">
                <a:srgbClr val="9B49EB">
                  <a:alpha val="0"/>
                </a:srgbClr>
              </a:gs>
              <a:gs pos="90000">
                <a:srgbClr val="3776FB">
                  <a:alpha val="0"/>
                </a:srgbClr>
              </a:gs>
              <a:gs pos="100000">
                <a:srgbClr val="3776FB">
                  <a:alpha val="0"/>
                </a:srgbClr>
              </a:gs>
            </a:gsLst>
            <a:lin ang="18900000" scaled="0"/>
          </a:gradFill>
          <a:ln>
            <a:noFill/>
          </a:ln>
        </p:spPr>
        <p:txBody>
          <a:bodyPr spcFirstLastPara="1" wrap="square" lIns="0" tIns="0" rIns="0" bIns="0"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1100"/>
              <a:buFont typeface="Arial"/>
              <a:buNone/>
              <a:tabLst/>
              <a:defRPr/>
            </a:pPr>
            <a:endParaRPr kumimoji="0" sz="11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5560" name="Google Shape;5483;p52">
            <a:extLst>
              <a:ext uri="{FF2B5EF4-FFF2-40B4-BE49-F238E27FC236}">
                <a16:creationId xmlns:a16="http://schemas.microsoft.com/office/drawing/2014/main" id="{C2E6A5A2-A7AA-9D35-FEF1-3211886A3E83}"/>
              </a:ext>
            </a:extLst>
          </p:cNvPr>
          <p:cNvGrpSpPr/>
          <p:nvPr/>
        </p:nvGrpSpPr>
        <p:grpSpPr>
          <a:xfrm>
            <a:off x="5426607" y="1590832"/>
            <a:ext cx="228412" cy="227924"/>
            <a:chOff x="3540985" y="3847673"/>
            <a:chExt cx="569517" cy="568292"/>
          </a:xfrm>
        </p:grpSpPr>
        <p:sp>
          <p:nvSpPr>
            <p:cNvPr id="5561" name="Google Shape;5484;p52">
              <a:extLst>
                <a:ext uri="{FF2B5EF4-FFF2-40B4-BE49-F238E27FC236}">
                  <a16:creationId xmlns:a16="http://schemas.microsoft.com/office/drawing/2014/main" id="{974B208B-5A6B-024C-3F1C-535BFB52E422}"/>
                </a:ext>
              </a:extLst>
            </p:cNvPr>
            <p:cNvSpPr/>
            <p:nvPr/>
          </p:nvSpPr>
          <p:spPr>
            <a:xfrm>
              <a:off x="3617280" y="4059078"/>
              <a:ext cx="416927" cy="76254"/>
            </a:xfrm>
            <a:custGeom>
              <a:avLst/>
              <a:gdLst/>
              <a:ahLst/>
              <a:cxnLst/>
              <a:rect l="l" t="t" r="r" b="b"/>
              <a:pathLst>
                <a:path w="416927" h="76254" extrusionOk="0">
                  <a:moveTo>
                    <a:pt x="416927" y="76254"/>
                  </a:moveTo>
                  <a:lnTo>
                    <a:pt x="401897" y="76254"/>
                  </a:lnTo>
                  <a:lnTo>
                    <a:pt x="401897" y="14989"/>
                  </a:lnTo>
                  <a:lnTo>
                    <a:pt x="15030" y="14989"/>
                  </a:lnTo>
                  <a:lnTo>
                    <a:pt x="15030" y="76254"/>
                  </a:lnTo>
                  <a:lnTo>
                    <a:pt x="0" y="76254"/>
                  </a:lnTo>
                  <a:lnTo>
                    <a:pt x="0" y="0"/>
                  </a:lnTo>
                  <a:lnTo>
                    <a:pt x="416927" y="0"/>
                  </a:lnTo>
                  <a:lnTo>
                    <a:pt x="416927" y="76254"/>
                  </a:lnTo>
                  <a:close/>
                </a:path>
              </a:pathLst>
            </a:custGeom>
            <a:solidFill>
              <a:schemeClr val="dk1">
                <a:alpha val="0"/>
              </a:schemeClr>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2F2F2"/>
                </a:solidFill>
                <a:effectLst/>
                <a:uLnTx/>
                <a:uFillTx/>
                <a:latin typeface="Arial"/>
                <a:ea typeface="Arial"/>
                <a:cs typeface="Arial"/>
                <a:sym typeface="Arial"/>
              </a:endParaRPr>
            </a:p>
          </p:txBody>
        </p:sp>
        <p:sp>
          <p:nvSpPr>
            <p:cNvPr id="5562" name="Google Shape;5485;p52">
              <a:extLst>
                <a:ext uri="{FF2B5EF4-FFF2-40B4-BE49-F238E27FC236}">
                  <a16:creationId xmlns:a16="http://schemas.microsoft.com/office/drawing/2014/main" id="{3E6B483E-0631-EBF7-585B-8705B545ACAE}"/>
                </a:ext>
              </a:extLst>
            </p:cNvPr>
            <p:cNvSpPr/>
            <p:nvPr/>
          </p:nvSpPr>
          <p:spPr>
            <a:xfrm>
              <a:off x="3720695" y="4119444"/>
              <a:ext cx="210138" cy="296521"/>
            </a:xfrm>
            <a:custGeom>
              <a:avLst/>
              <a:gdLst/>
              <a:ahLst/>
              <a:cxnLst/>
              <a:rect l="l" t="t" r="r" b="b"/>
              <a:pathLst>
                <a:path w="210138" h="296521" extrusionOk="0">
                  <a:moveTo>
                    <a:pt x="0" y="0"/>
                  </a:moveTo>
                  <a:lnTo>
                    <a:pt x="0" y="0"/>
                  </a:lnTo>
                  <a:lnTo>
                    <a:pt x="0" y="296522"/>
                  </a:lnTo>
                  <a:lnTo>
                    <a:pt x="210138" y="296522"/>
                  </a:lnTo>
                  <a:lnTo>
                    <a:pt x="210138" y="0"/>
                  </a:lnTo>
                  <a:lnTo>
                    <a:pt x="0" y="0"/>
                  </a:lnTo>
                  <a:close/>
                  <a:moveTo>
                    <a:pt x="165088" y="226435"/>
                  </a:moveTo>
                  <a:lnTo>
                    <a:pt x="45009" y="226435"/>
                  </a:lnTo>
                  <a:lnTo>
                    <a:pt x="45009" y="214182"/>
                  </a:lnTo>
                  <a:lnTo>
                    <a:pt x="165088" y="214182"/>
                  </a:lnTo>
                  <a:lnTo>
                    <a:pt x="165088" y="226435"/>
                  </a:lnTo>
                  <a:close/>
                  <a:moveTo>
                    <a:pt x="165088" y="169663"/>
                  </a:moveTo>
                  <a:lnTo>
                    <a:pt x="45009" y="169663"/>
                  </a:lnTo>
                  <a:lnTo>
                    <a:pt x="45009" y="157410"/>
                  </a:lnTo>
                  <a:lnTo>
                    <a:pt x="165088" y="157410"/>
                  </a:lnTo>
                  <a:lnTo>
                    <a:pt x="165088" y="169663"/>
                  </a:lnTo>
                  <a:close/>
                  <a:moveTo>
                    <a:pt x="165088" y="114402"/>
                  </a:moveTo>
                  <a:lnTo>
                    <a:pt x="45009" y="114402"/>
                  </a:lnTo>
                  <a:lnTo>
                    <a:pt x="45009" y="102149"/>
                  </a:lnTo>
                  <a:lnTo>
                    <a:pt x="165088" y="102149"/>
                  </a:lnTo>
                  <a:lnTo>
                    <a:pt x="165088" y="114402"/>
                  </a:lnTo>
                  <a:close/>
                  <a:moveTo>
                    <a:pt x="165088" y="59018"/>
                  </a:moveTo>
                  <a:lnTo>
                    <a:pt x="45009" y="59018"/>
                  </a:lnTo>
                  <a:lnTo>
                    <a:pt x="45009" y="46765"/>
                  </a:lnTo>
                  <a:lnTo>
                    <a:pt x="165088" y="46765"/>
                  </a:lnTo>
                  <a:lnTo>
                    <a:pt x="165088" y="59018"/>
                  </a:lnTo>
                  <a:close/>
                </a:path>
              </a:pathLst>
            </a:custGeom>
            <a:solidFill>
              <a:schemeClr val="dk1">
                <a:alpha val="0"/>
              </a:schemeClr>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2F2F2"/>
                </a:solidFill>
                <a:effectLst/>
                <a:uLnTx/>
                <a:uFillTx/>
                <a:latin typeface="Arial"/>
                <a:ea typeface="Arial"/>
                <a:cs typeface="Arial"/>
                <a:sym typeface="Arial"/>
              </a:endParaRPr>
            </a:p>
          </p:txBody>
        </p:sp>
        <p:sp>
          <p:nvSpPr>
            <p:cNvPr id="5563" name="Google Shape;5486;p52">
              <a:extLst>
                <a:ext uri="{FF2B5EF4-FFF2-40B4-BE49-F238E27FC236}">
                  <a16:creationId xmlns:a16="http://schemas.microsoft.com/office/drawing/2014/main" id="{59D75631-FA4E-D239-A67A-2FED26E363BC}"/>
                </a:ext>
              </a:extLst>
            </p:cNvPr>
            <p:cNvSpPr/>
            <p:nvPr/>
          </p:nvSpPr>
          <p:spPr>
            <a:xfrm>
              <a:off x="3960404" y="4133249"/>
              <a:ext cx="150098" cy="269605"/>
            </a:xfrm>
            <a:custGeom>
              <a:avLst/>
              <a:gdLst/>
              <a:ahLst/>
              <a:cxnLst/>
              <a:rect l="l" t="t" r="r" b="b"/>
              <a:pathLst>
                <a:path w="150098" h="269605" extrusionOk="0">
                  <a:moveTo>
                    <a:pt x="0" y="0"/>
                  </a:moveTo>
                  <a:lnTo>
                    <a:pt x="0" y="15030"/>
                  </a:lnTo>
                  <a:lnTo>
                    <a:pt x="0" y="46357"/>
                  </a:lnTo>
                  <a:lnTo>
                    <a:pt x="103619" y="46357"/>
                  </a:lnTo>
                  <a:lnTo>
                    <a:pt x="103619" y="58610"/>
                  </a:lnTo>
                  <a:lnTo>
                    <a:pt x="0" y="58610"/>
                  </a:lnTo>
                  <a:lnTo>
                    <a:pt x="0" y="101781"/>
                  </a:lnTo>
                  <a:lnTo>
                    <a:pt x="103619" y="101781"/>
                  </a:lnTo>
                  <a:lnTo>
                    <a:pt x="103619" y="114034"/>
                  </a:lnTo>
                  <a:lnTo>
                    <a:pt x="0" y="114034"/>
                  </a:lnTo>
                  <a:lnTo>
                    <a:pt x="0" y="157042"/>
                  </a:lnTo>
                  <a:lnTo>
                    <a:pt x="103619" y="157042"/>
                  </a:lnTo>
                  <a:lnTo>
                    <a:pt x="103619" y="169295"/>
                  </a:lnTo>
                  <a:lnTo>
                    <a:pt x="0" y="169295"/>
                  </a:lnTo>
                  <a:lnTo>
                    <a:pt x="0" y="213814"/>
                  </a:lnTo>
                  <a:lnTo>
                    <a:pt x="103619" y="213814"/>
                  </a:lnTo>
                  <a:lnTo>
                    <a:pt x="103619" y="226067"/>
                  </a:lnTo>
                  <a:lnTo>
                    <a:pt x="0" y="226067"/>
                  </a:lnTo>
                  <a:lnTo>
                    <a:pt x="0" y="254576"/>
                  </a:lnTo>
                  <a:lnTo>
                    <a:pt x="0" y="269606"/>
                  </a:lnTo>
                  <a:lnTo>
                    <a:pt x="150099" y="269606"/>
                  </a:lnTo>
                  <a:lnTo>
                    <a:pt x="150099" y="0"/>
                  </a:lnTo>
                  <a:lnTo>
                    <a:pt x="0" y="0"/>
                  </a:lnTo>
                  <a:close/>
                </a:path>
              </a:pathLst>
            </a:custGeom>
            <a:solidFill>
              <a:schemeClr val="dk1">
                <a:alpha val="0"/>
              </a:schemeClr>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2F2F2"/>
                </a:solidFill>
                <a:effectLst/>
                <a:uLnTx/>
                <a:uFillTx/>
                <a:latin typeface="Arial"/>
                <a:ea typeface="Arial"/>
                <a:cs typeface="Arial"/>
                <a:sym typeface="Arial"/>
              </a:endParaRPr>
            </a:p>
          </p:txBody>
        </p:sp>
        <p:sp>
          <p:nvSpPr>
            <p:cNvPr id="5564" name="Google Shape;5487;p52">
              <a:extLst>
                <a:ext uri="{FF2B5EF4-FFF2-40B4-BE49-F238E27FC236}">
                  <a16:creationId xmlns:a16="http://schemas.microsoft.com/office/drawing/2014/main" id="{B7939C93-AF22-465F-E7D7-B237388D00A9}"/>
                </a:ext>
              </a:extLst>
            </p:cNvPr>
            <p:cNvSpPr/>
            <p:nvPr/>
          </p:nvSpPr>
          <p:spPr>
            <a:xfrm>
              <a:off x="3540985" y="4133249"/>
              <a:ext cx="150098" cy="269605"/>
            </a:xfrm>
            <a:custGeom>
              <a:avLst/>
              <a:gdLst/>
              <a:ahLst/>
              <a:cxnLst/>
              <a:rect l="l" t="t" r="r" b="b"/>
              <a:pathLst>
                <a:path w="150098" h="269605" extrusionOk="0">
                  <a:moveTo>
                    <a:pt x="46439" y="226067"/>
                  </a:moveTo>
                  <a:lnTo>
                    <a:pt x="46439" y="213814"/>
                  </a:lnTo>
                  <a:lnTo>
                    <a:pt x="150099" y="213814"/>
                  </a:lnTo>
                  <a:lnTo>
                    <a:pt x="150099" y="169295"/>
                  </a:lnTo>
                  <a:lnTo>
                    <a:pt x="46439" y="169295"/>
                  </a:lnTo>
                  <a:lnTo>
                    <a:pt x="46439" y="157042"/>
                  </a:lnTo>
                  <a:lnTo>
                    <a:pt x="150099" y="157042"/>
                  </a:lnTo>
                  <a:lnTo>
                    <a:pt x="150099" y="114034"/>
                  </a:lnTo>
                  <a:lnTo>
                    <a:pt x="46439" y="114034"/>
                  </a:lnTo>
                  <a:lnTo>
                    <a:pt x="46439" y="101781"/>
                  </a:lnTo>
                  <a:lnTo>
                    <a:pt x="150099" y="101781"/>
                  </a:lnTo>
                  <a:lnTo>
                    <a:pt x="150099" y="58610"/>
                  </a:lnTo>
                  <a:lnTo>
                    <a:pt x="46439" y="58610"/>
                  </a:lnTo>
                  <a:lnTo>
                    <a:pt x="46439" y="46357"/>
                  </a:lnTo>
                  <a:lnTo>
                    <a:pt x="150099" y="46357"/>
                  </a:lnTo>
                  <a:lnTo>
                    <a:pt x="150099" y="7515"/>
                  </a:lnTo>
                  <a:lnTo>
                    <a:pt x="150099" y="7515"/>
                  </a:lnTo>
                  <a:lnTo>
                    <a:pt x="150099" y="0"/>
                  </a:lnTo>
                  <a:lnTo>
                    <a:pt x="0" y="0"/>
                  </a:lnTo>
                  <a:lnTo>
                    <a:pt x="0" y="269606"/>
                  </a:lnTo>
                  <a:lnTo>
                    <a:pt x="150099" y="269606"/>
                  </a:lnTo>
                  <a:lnTo>
                    <a:pt x="150099" y="262091"/>
                  </a:lnTo>
                  <a:lnTo>
                    <a:pt x="150099" y="262091"/>
                  </a:lnTo>
                  <a:lnTo>
                    <a:pt x="150099" y="226067"/>
                  </a:lnTo>
                  <a:lnTo>
                    <a:pt x="46439" y="226067"/>
                  </a:lnTo>
                  <a:close/>
                </a:path>
              </a:pathLst>
            </a:custGeom>
            <a:solidFill>
              <a:schemeClr val="dk1">
                <a:alpha val="0"/>
              </a:schemeClr>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2F2F2"/>
                </a:solidFill>
                <a:effectLst/>
                <a:uLnTx/>
                <a:uFillTx/>
                <a:latin typeface="Arial"/>
                <a:ea typeface="Arial"/>
                <a:cs typeface="Arial"/>
                <a:sym typeface="Arial"/>
              </a:endParaRPr>
            </a:p>
          </p:txBody>
        </p:sp>
        <p:sp>
          <p:nvSpPr>
            <p:cNvPr id="5565" name="Google Shape;5488;p52">
              <a:extLst>
                <a:ext uri="{FF2B5EF4-FFF2-40B4-BE49-F238E27FC236}">
                  <a16:creationId xmlns:a16="http://schemas.microsoft.com/office/drawing/2014/main" id="{C9777AC9-19AB-24FE-7115-6B17EB8413B9}"/>
                </a:ext>
              </a:extLst>
            </p:cNvPr>
            <p:cNvSpPr/>
            <p:nvPr/>
          </p:nvSpPr>
          <p:spPr>
            <a:xfrm>
              <a:off x="3818596" y="4009780"/>
              <a:ext cx="15030" cy="117383"/>
            </a:xfrm>
            <a:custGeom>
              <a:avLst/>
              <a:gdLst/>
              <a:ahLst/>
              <a:cxnLst/>
              <a:rect l="l" t="t" r="r" b="b"/>
              <a:pathLst>
                <a:path w="15030" h="117383" extrusionOk="0">
                  <a:moveTo>
                    <a:pt x="0" y="0"/>
                  </a:moveTo>
                  <a:lnTo>
                    <a:pt x="15030" y="0"/>
                  </a:lnTo>
                  <a:lnTo>
                    <a:pt x="15030" y="117383"/>
                  </a:lnTo>
                  <a:lnTo>
                    <a:pt x="0" y="117383"/>
                  </a:lnTo>
                  <a:close/>
                </a:path>
              </a:pathLst>
            </a:custGeom>
            <a:solidFill>
              <a:schemeClr val="dk1">
                <a:alpha val="0"/>
              </a:schemeClr>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2F2F2"/>
                </a:solidFill>
                <a:effectLst/>
                <a:uLnTx/>
                <a:uFillTx/>
                <a:latin typeface="Arial"/>
                <a:ea typeface="Arial"/>
                <a:cs typeface="Arial"/>
                <a:sym typeface="Arial"/>
              </a:endParaRPr>
            </a:p>
          </p:txBody>
        </p:sp>
        <p:sp>
          <p:nvSpPr>
            <p:cNvPr id="5566" name="Google Shape;5489;p52">
              <a:extLst>
                <a:ext uri="{FF2B5EF4-FFF2-40B4-BE49-F238E27FC236}">
                  <a16:creationId xmlns:a16="http://schemas.microsoft.com/office/drawing/2014/main" id="{9DE32A53-4F25-2795-413D-8D87C3B6D7A8}"/>
                </a:ext>
              </a:extLst>
            </p:cNvPr>
            <p:cNvSpPr/>
            <p:nvPr/>
          </p:nvSpPr>
          <p:spPr>
            <a:xfrm>
              <a:off x="3695372" y="3847673"/>
              <a:ext cx="261519" cy="161820"/>
            </a:xfrm>
            <a:custGeom>
              <a:avLst/>
              <a:gdLst/>
              <a:ahLst/>
              <a:cxnLst/>
              <a:rect l="l" t="t" r="r" b="b"/>
              <a:pathLst>
                <a:path w="261519" h="161820" extrusionOk="0">
                  <a:moveTo>
                    <a:pt x="0" y="0"/>
                  </a:moveTo>
                  <a:lnTo>
                    <a:pt x="0" y="161821"/>
                  </a:lnTo>
                  <a:lnTo>
                    <a:pt x="261519" y="161821"/>
                  </a:lnTo>
                  <a:lnTo>
                    <a:pt x="261519" y="0"/>
                  </a:lnTo>
                  <a:lnTo>
                    <a:pt x="0" y="0"/>
                  </a:lnTo>
                  <a:close/>
                  <a:moveTo>
                    <a:pt x="66329" y="27896"/>
                  </a:moveTo>
                  <a:cubicBezTo>
                    <a:pt x="68780" y="27896"/>
                    <a:pt x="70455" y="29407"/>
                    <a:pt x="70455" y="32062"/>
                  </a:cubicBezTo>
                  <a:cubicBezTo>
                    <a:pt x="70455" y="34717"/>
                    <a:pt x="68862" y="36228"/>
                    <a:pt x="66248" y="36228"/>
                  </a:cubicBezTo>
                  <a:lnTo>
                    <a:pt x="66166" y="36228"/>
                  </a:lnTo>
                  <a:cubicBezTo>
                    <a:pt x="63797" y="36228"/>
                    <a:pt x="62123" y="34758"/>
                    <a:pt x="62123" y="32184"/>
                  </a:cubicBezTo>
                  <a:cubicBezTo>
                    <a:pt x="62123" y="29611"/>
                    <a:pt x="63879" y="27937"/>
                    <a:pt x="66329" y="27937"/>
                  </a:cubicBezTo>
                  <a:close/>
                  <a:moveTo>
                    <a:pt x="49706" y="27896"/>
                  </a:moveTo>
                  <a:cubicBezTo>
                    <a:pt x="52157" y="27896"/>
                    <a:pt x="53831" y="29407"/>
                    <a:pt x="53831" y="32062"/>
                  </a:cubicBezTo>
                  <a:cubicBezTo>
                    <a:pt x="53831" y="34717"/>
                    <a:pt x="52238" y="36228"/>
                    <a:pt x="49624" y="36228"/>
                  </a:cubicBezTo>
                  <a:lnTo>
                    <a:pt x="49543" y="36228"/>
                  </a:lnTo>
                  <a:cubicBezTo>
                    <a:pt x="47174" y="36228"/>
                    <a:pt x="45499" y="34758"/>
                    <a:pt x="45499" y="32184"/>
                  </a:cubicBezTo>
                  <a:cubicBezTo>
                    <a:pt x="45499" y="29611"/>
                    <a:pt x="47256" y="27937"/>
                    <a:pt x="49706" y="27937"/>
                  </a:cubicBezTo>
                  <a:close/>
                  <a:moveTo>
                    <a:pt x="33124" y="27896"/>
                  </a:moveTo>
                  <a:cubicBezTo>
                    <a:pt x="35574" y="27896"/>
                    <a:pt x="37249" y="29407"/>
                    <a:pt x="37249" y="32062"/>
                  </a:cubicBezTo>
                  <a:cubicBezTo>
                    <a:pt x="37249" y="34717"/>
                    <a:pt x="35656" y="36228"/>
                    <a:pt x="33042" y="36228"/>
                  </a:cubicBezTo>
                  <a:lnTo>
                    <a:pt x="32960" y="36228"/>
                  </a:lnTo>
                  <a:cubicBezTo>
                    <a:pt x="30592" y="36228"/>
                    <a:pt x="28917" y="34758"/>
                    <a:pt x="28917" y="32184"/>
                  </a:cubicBezTo>
                  <a:cubicBezTo>
                    <a:pt x="28917" y="29611"/>
                    <a:pt x="30673" y="27937"/>
                    <a:pt x="33124" y="27937"/>
                  </a:cubicBezTo>
                  <a:close/>
                  <a:moveTo>
                    <a:pt x="169826" y="128574"/>
                  </a:moveTo>
                  <a:lnTo>
                    <a:pt x="121223" y="100515"/>
                  </a:lnTo>
                  <a:lnTo>
                    <a:pt x="112686" y="115300"/>
                  </a:lnTo>
                  <a:lnTo>
                    <a:pt x="89487" y="75111"/>
                  </a:lnTo>
                  <a:lnTo>
                    <a:pt x="135926" y="75111"/>
                  </a:lnTo>
                  <a:cubicBezTo>
                    <a:pt x="135926" y="75111"/>
                    <a:pt x="127390" y="89896"/>
                    <a:pt x="127390" y="89896"/>
                  </a:cubicBezTo>
                  <a:lnTo>
                    <a:pt x="175993" y="117955"/>
                  </a:lnTo>
                  <a:lnTo>
                    <a:pt x="169867" y="128574"/>
                  </a:lnTo>
                  <a:close/>
                  <a:moveTo>
                    <a:pt x="222105" y="56895"/>
                  </a:moveTo>
                  <a:lnTo>
                    <a:pt x="11314" y="56895"/>
                  </a:lnTo>
                  <a:lnTo>
                    <a:pt x="11314" y="44642"/>
                  </a:lnTo>
                  <a:lnTo>
                    <a:pt x="222105" y="44642"/>
                  </a:lnTo>
                  <a:lnTo>
                    <a:pt x="222105" y="56895"/>
                  </a:lnTo>
                  <a:close/>
                </a:path>
              </a:pathLst>
            </a:custGeom>
            <a:solidFill>
              <a:schemeClr val="dk1">
                <a:alpha val="0"/>
              </a:schemeClr>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2F2F2"/>
                </a:solidFill>
                <a:effectLst/>
                <a:uLnTx/>
                <a:uFillTx/>
                <a:latin typeface="Arial"/>
                <a:ea typeface="Arial"/>
                <a:cs typeface="Arial"/>
                <a:sym typeface="Arial"/>
              </a:endParaRPr>
            </a:p>
          </p:txBody>
        </p:sp>
      </p:grpSp>
      <p:grpSp>
        <p:nvGrpSpPr>
          <p:cNvPr id="5567" name="Google Shape;5498;p52">
            <a:extLst>
              <a:ext uri="{FF2B5EF4-FFF2-40B4-BE49-F238E27FC236}">
                <a16:creationId xmlns:a16="http://schemas.microsoft.com/office/drawing/2014/main" id="{34C04CA0-C400-F9D7-5AFA-B2EFCD6E4E91}"/>
              </a:ext>
            </a:extLst>
          </p:cNvPr>
          <p:cNvGrpSpPr/>
          <p:nvPr/>
        </p:nvGrpSpPr>
        <p:grpSpPr>
          <a:xfrm>
            <a:off x="5351924" y="293689"/>
            <a:ext cx="1476374" cy="1169722"/>
            <a:chOff x="8966440" y="-2554834"/>
            <a:chExt cx="1028604" cy="814959"/>
          </a:xfrm>
        </p:grpSpPr>
        <p:sp>
          <p:nvSpPr>
            <p:cNvPr id="5568" name="Google Shape;5499;p52">
              <a:extLst>
                <a:ext uri="{FF2B5EF4-FFF2-40B4-BE49-F238E27FC236}">
                  <a16:creationId xmlns:a16="http://schemas.microsoft.com/office/drawing/2014/main" id="{210AE5A3-0352-DBF5-CB35-6E9A4DCA7DE3}"/>
                </a:ext>
              </a:extLst>
            </p:cNvPr>
            <p:cNvSpPr/>
            <p:nvPr/>
          </p:nvSpPr>
          <p:spPr>
            <a:xfrm>
              <a:off x="8966440" y="-2554834"/>
              <a:ext cx="1028604" cy="814959"/>
            </a:xfrm>
            <a:custGeom>
              <a:avLst/>
              <a:gdLst/>
              <a:ahLst/>
              <a:cxnLst/>
              <a:rect l="l" t="t" r="r" b="b"/>
              <a:pathLst>
                <a:path w="1028604" h="814959" extrusionOk="0">
                  <a:moveTo>
                    <a:pt x="933069" y="257747"/>
                  </a:moveTo>
                  <a:cubicBezTo>
                    <a:pt x="893540" y="218218"/>
                    <a:pt x="844868" y="189548"/>
                    <a:pt x="791718" y="174498"/>
                  </a:cubicBezTo>
                  <a:cubicBezTo>
                    <a:pt x="727901" y="66580"/>
                    <a:pt x="611410" y="0"/>
                    <a:pt x="485584" y="0"/>
                  </a:cubicBezTo>
                  <a:cubicBezTo>
                    <a:pt x="390620" y="0"/>
                    <a:pt x="301276" y="36957"/>
                    <a:pt x="234124" y="104108"/>
                  </a:cubicBezTo>
                  <a:cubicBezTo>
                    <a:pt x="190690" y="147542"/>
                    <a:pt x="159258" y="201263"/>
                    <a:pt x="142970" y="259747"/>
                  </a:cubicBezTo>
                  <a:cubicBezTo>
                    <a:pt x="54578" y="314135"/>
                    <a:pt x="0" y="411194"/>
                    <a:pt x="0" y="515207"/>
                  </a:cubicBezTo>
                  <a:cubicBezTo>
                    <a:pt x="0" y="595313"/>
                    <a:pt x="31147" y="670560"/>
                    <a:pt x="87820" y="727139"/>
                  </a:cubicBezTo>
                  <a:cubicBezTo>
                    <a:pt x="114967" y="754285"/>
                    <a:pt x="146399" y="775526"/>
                    <a:pt x="180594" y="790385"/>
                  </a:cubicBezTo>
                  <a:cubicBezTo>
                    <a:pt x="193357" y="795909"/>
                    <a:pt x="206502" y="800576"/>
                    <a:pt x="220027" y="804291"/>
                  </a:cubicBezTo>
                  <a:cubicBezTo>
                    <a:pt x="220027" y="804291"/>
                    <a:pt x="220027" y="804291"/>
                    <a:pt x="220027" y="804291"/>
                  </a:cubicBezTo>
                  <a:lnTo>
                    <a:pt x="254413" y="769906"/>
                  </a:lnTo>
                  <a:cubicBezTo>
                    <a:pt x="254413" y="769906"/>
                    <a:pt x="254413" y="769906"/>
                    <a:pt x="254413" y="769906"/>
                  </a:cubicBezTo>
                  <a:lnTo>
                    <a:pt x="558546" y="465773"/>
                  </a:lnTo>
                  <a:lnTo>
                    <a:pt x="558546" y="581787"/>
                  </a:lnTo>
                  <a:cubicBezTo>
                    <a:pt x="558546" y="593122"/>
                    <a:pt x="567785" y="602361"/>
                    <a:pt x="579120" y="602361"/>
                  </a:cubicBezTo>
                  <a:cubicBezTo>
                    <a:pt x="590455" y="602361"/>
                    <a:pt x="599694" y="593122"/>
                    <a:pt x="599694" y="581787"/>
                  </a:cubicBezTo>
                  <a:lnTo>
                    <a:pt x="599694" y="416147"/>
                  </a:lnTo>
                  <a:lnTo>
                    <a:pt x="599694" y="416147"/>
                  </a:lnTo>
                  <a:lnTo>
                    <a:pt x="599694" y="395573"/>
                  </a:lnTo>
                  <a:lnTo>
                    <a:pt x="413480" y="395573"/>
                  </a:lnTo>
                  <a:cubicBezTo>
                    <a:pt x="402145" y="395573"/>
                    <a:pt x="392906" y="404813"/>
                    <a:pt x="392906" y="416147"/>
                  </a:cubicBezTo>
                  <a:cubicBezTo>
                    <a:pt x="392906" y="427482"/>
                    <a:pt x="402145" y="436721"/>
                    <a:pt x="413480" y="436721"/>
                  </a:cubicBezTo>
                  <a:lnTo>
                    <a:pt x="529495" y="436721"/>
                  </a:lnTo>
                  <a:lnTo>
                    <a:pt x="208788" y="757428"/>
                  </a:lnTo>
                  <a:cubicBezTo>
                    <a:pt x="174688" y="744665"/>
                    <a:pt x="143446" y="724662"/>
                    <a:pt x="116967" y="698087"/>
                  </a:cubicBezTo>
                  <a:cubicBezTo>
                    <a:pt x="68104" y="649224"/>
                    <a:pt x="41243" y="584264"/>
                    <a:pt x="41243" y="515207"/>
                  </a:cubicBezTo>
                  <a:cubicBezTo>
                    <a:pt x="41243" y="423005"/>
                    <a:pt x="90964" y="337090"/>
                    <a:pt x="171069" y="290989"/>
                  </a:cubicBezTo>
                  <a:lnTo>
                    <a:pt x="178594" y="286607"/>
                  </a:lnTo>
                  <a:lnTo>
                    <a:pt x="180689" y="278130"/>
                  </a:lnTo>
                  <a:cubicBezTo>
                    <a:pt x="194405" y="223552"/>
                    <a:pt x="222980" y="173450"/>
                    <a:pt x="263271" y="133160"/>
                  </a:cubicBezTo>
                  <a:cubicBezTo>
                    <a:pt x="322707" y="73724"/>
                    <a:pt x="401669" y="41053"/>
                    <a:pt x="485584" y="41053"/>
                  </a:cubicBezTo>
                  <a:cubicBezTo>
                    <a:pt x="599503" y="41053"/>
                    <a:pt x="704755" y="102775"/>
                    <a:pt x="760190" y="202121"/>
                  </a:cubicBezTo>
                  <a:lnTo>
                    <a:pt x="764476" y="209836"/>
                  </a:lnTo>
                  <a:lnTo>
                    <a:pt x="773049" y="212027"/>
                  </a:lnTo>
                  <a:cubicBezTo>
                    <a:pt x="822293" y="224504"/>
                    <a:pt x="867537" y="250412"/>
                    <a:pt x="903922" y="286798"/>
                  </a:cubicBezTo>
                  <a:cubicBezTo>
                    <a:pt x="957834" y="340709"/>
                    <a:pt x="987457" y="412337"/>
                    <a:pt x="987457" y="488537"/>
                  </a:cubicBezTo>
                  <a:cubicBezTo>
                    <a:pt x="987457" y="564737"/>
                    <a:pt x="957739" y="636365"/>
                    <a:pt x="903922" y="690277"/>
                  </a:cubicBezTo>
                  <a:cubicBezTo>
                    <a:pt x="850011" y="744188"/>
                    <a:pt x="778383" y="773811"/>
                    <a:pt x="702183" y="773811"/>
                  </a:cubicBezTo>
                  <a:lnTo>
                    <a:pt x="341281" y="773811"/>
                  </a:lnTo>
                  <a:lnTo>
                    <a:pt x="300133" y="814959"/>
                  </a:lnTo>
                  <a:lnTo>
                    <a:pt x="702183" y="814959"/>
                  </a:lnTo>
                  <a:cubicBezTo>
                    <a:pt x="789337" y="814959"/>
                    <a:pt x="871347" y="781050"/>
                    <a:pt x="932974" y="719328"/>
                  </a:cubicBezTo>
                  <a:cubicBezTo>
                    <a:pt x="994600" y="657701"/>
                    <a:pt x="1028605" y="575691"/>
                    <a:pt x="1028605" y="488537"/>
                  </a:cubicBezTo>
                  <a:cubicBezTo>
                    <a:pt x="1028605" y="401384"/>
                    <a:pt x="994696" y="319373"/>
                    <a:pt x="932974" y="257747"/>
                  </a:cubicBezTo>
                  <a:close/>
                </a:path>
              </a:pathLst>
            </a:custGeom>
            <a:solidFill>
              <a:srgbClr val="0098C7"/>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2F2F2"/>
                </a:solidFill>
                <a:effectLst/>
                <a:uLnTx/>
                <a:uFillTx/>
                <a:latin typeface="Arial"/>
                <a:ea typeface="Arial"/>
                <a:cs typeface="Arial"/>
                <a:sym typeface="Arial"/>
              </a:endParaRPr>
            </a:p>
          </p:txBody>
        </p:sp>
        <p:sp>
          <p:nvSpPr>
            <p:cNvPr id="5569" name="Google Shape;5500;p52">
              <a:extLst>
                <a:ext uri="{FF2B5EF4-FFF2-40B4-BE49-F238E27FC236}">
                  <a16:creationId xmlns:a16="http://schemas.microsoft.com/office/drawing/2014/main" id="{E7F7F514-160A-2586-EEA1-4BB5F187F8C6}"/>
                </a:ext>
              </a:extLst>
            </p:cNvPr>
            <p:cNvSpPr/>
            <p:nvPr/>
          </p:nvSpPr>
          <p:spPr>
            <a:xfrm>
              <a:off x="9084645" y="-2436629"/>
              <a:ext cx="792003" cy="578358"/>
            </a:xfrm>
            <a:custGeom>
              <a:avLst/>
              <a:gdLst/>
              <a:ahLst/>
              <a:cxnLst/>
              <a:rect l="l" t="t" r="r" b="b"/>
              <a:pathLst>
                <a:path w="792003" h="578358" extrusionOk="0">
                  <a:moveTo>
                    <a:pt x="592550" y="162401"/>
                  </a:moveTo>
                  <a:cubicBezTo>
                    <a:pt x="560546" y="66008"/>
                    <a:pt x="470154" y="0"/>
                    <a:pt x="367284" y="0"/>
                  </a:cubicBezTo>
                  <a:cubicBezTo>
                    <a:pt x="241268" y="0"/>
                    <a:pt x="137922" y="98679"/>
                    <a:pt x="130397" y="222790"/>
                  </a:cubicBezTo>
                  <a:cubicBezTo>
                    <a:pt x="53912" y="245174"/>
                    <a:pt x="0" y="315849"/>
                    <a:pt x="0" y="396907"/>
                  </a:cubicBezTo>
                  <a:cubicBezTo>
                    <a:pt x="0" y="462248"/>
                    <a:pt x="34766" y="519684"/>
                    <a:pt x="86773" y="551593"/>
                  </a:cubicBezTo>
                  <a:lnTo>
                    <a:pt x="116967" y="521399"/>
                  </a:lnTo>
                  <a:cubicBezTo>
                    <a:pt x="72009" y="497967"/>
                    <a:pt x="41148" y="451009"/>
                    <a:pt x="41148" y="396907"/>
                  </a:cubicBezTo>
                  <a:cubicBezTo>
                    <a:pt x="41148" y="329851"/>
                    <a:pt x="88868" y="272034"/>
                    <a:pt x="154496" y="259175"/>
                  </a:cubicBezTo>
                  <a:lnTo>
                    <a:pt x="171260" y="255937"/>
                  </a:lnTo>
                  <a:lnTo>
                    <a:pt x="171069" y="238792"/>
                  </a:lnTo>
                  <a:cubicBezTo>
                    <a:pt x="171069" y="238792"/>
                    <a:pt x="171069" y="237839"/>
                    <a:pt x="171069" y="237363"/>
                  </a:cubicBezTo>
                  <a:lnTo>
                    <a:pt x="171069" y="237173"/>
                  </a:lnTo>
                  <a:cubicBezTo>
                    <a:pt x="171069" y="128969"/>
                    <a:pt x="259080" y="41053"/>
                    <a:pt x="367189" y="41053"/>
                  </a:cubicBezTo>
                  <a:cubicBezTo>
                    <a:pt x="456629" y="41053"/>
                    <a:pt x="534734" y="101441"/>
                    <a:pt x="557117" y="188024"/>
                  </a:cubicBezTo>
                  <a:lnTo>
                    <a:pt x="561213" y="204026"/>
                  </a:lnTo>
                  <a:lnTo>
                    <a:pt x="578358" y="203359"/>
                  </a:lnTo>
                  <a:cubicBezTo>
                    <a:pt x="580168" y="203359"/>
                    <a:pt x="582073" y="203264"/>
                    <a:pt x="583883" y="203264"/>
                  </a:cubicBezTo>
                  <a:cubicBezTo>
                    <a:pt x="675894" y="203264"/>
                    <a:pt x="750856" y="278130"/>
                    <a:pt x="750856" y="370237"/>
                  </a:cubicBezTo>
                  <a:cubicBezTo>
                    <a:pt x="750856" y="462344"/>
                    <a:pt x="675989" y="537210"/>
                    <a:pt x="583883" y="537210"/>
                  </a:cubicBezTo>
                  <a:lnTo>
                    <a:pt x="341281" y="537210"/>
                  </a:lnTo>
                  <a:lnTo>
                    <a:pt x="300133" y="578358"/>
                  </a:lnTo>
                  <a:lnTo>
                    <a:pt x="583883" y="578358"/>
                  </a:lnTo>
                  <a:cubicBezTo>
                    <a:pt x="698659" y="578358"/>
                    <a:pt x="792004" y="485013"/>
                    <a:pt x="792004" y="370237"/>
                  </a:cubicBezTo>
                  <a:cubicBezTo>
                    <a:pt x="792004" y="255461"/>
                    <a:pt x="703231" y="166783"/>
                    <a:pt x="592360" y="162306"/>
                  </a:cubicBezTo>
                  <a:close/>
                </a:path>
              </a:pathLst>
            </a:custGeom>
            <a:solidFill>
              <a:srgbClr val="005C8A"/>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2F2F2"/>
                </a:solidFill>
                <a:effectLst/>
                <a:uLnTx/>
                <a:uFillTx/>
                <a:latin typeface="Arial"/>
                <a:ea typeface="Arial"/>
                <a:cs typeface="Arial"/>
                <a:sym typeface="Arial"/>
              </a:endParaRPr>
            </a:p>
          </p:txBody>
        </p:sp>
      </p:grpSp>
      <p:grpSp>
        <p:nvGrpSpPr>
          <p:cNvPr id="5572" name="Google Shape;5521;p52">
            <a:extLst>
              <a:ext uri="{FF2B5EF4-FFF2-40B4-BE49-F238E27FC236}">
                <a16:creationId xmlns:a16="http://schemas.microsoft.com/office/drawing/2014/main" id="{1F4F4730-7C07-1FB9-2F36-1058BDF64A01}"/>
              </a:ext>
            </a:extLst>
          </p:cNvPr>
          <p:cNvGrpSpPr/>
          <p:nvPr/>
        </p:nvGrpSpPr>
        <p:grpSpPr>
          <a:xfrm flipH="1">
            <a:off x="10035860" y="5671136"/>
            <a:ext cx="1986004" cy="1186864"/>
            <a:chOff x="1818969" y="3670020"/>
            <a:chExt cx="2509116" cy="1499090"/>
          </a:xfrm>
        </p:grpSpPr>
        <p:sp>
          <p:nvSpPr>
            <p:cNvPr id="5573" name="Google Shape;5522;p52">
              <a:extLst>
                <a:ext uri="{FF2B5EF4-FFF2-40B4-BE49-F238E27FC236}">
                  <a16:creationId xmlns:a16="http://schemas.microsoft.com/office/drawing/2014/main" id="{5FB56D7A-4250-47E5-9DD5-EF279AD5A942}"/>
                </a:ext>
              </a:extLst>
            </p:cNvPr>
            <p:cNvSpPr/>
            <p:nvPr/>
          </p:nvSpPr>
          <p:spPr>
            <a:xfrm>
              <a:off x="2776315" y="3670020"/>
              <a:ext cx="603863" cy="921603"/>
            </a:xfrm>
            <a:custGeom>
              <a:avLst/>
              <a:gdLst/>
              <a:ahLst/>
              <a:cxnLst/>
              <a:rect l="l" t="t" r="r" b="b"/>
              <a:pathLst>
                <a:path w="603863" h="921603" extrusionOk="0">
                  <a:moveTo>
                    <a:pt x="414942" y="921603"/>
                  </a:moveTo>
                  <a:lnTo>
                    <a:pt x="138521" y="921603"/>
                  </a:lnTo>
                  <a:cubicBezTo>
                    <a:pt x="58263" y="921603"/>
                    <a:pt x="29638" y="831453"/>
                    <a:pt x="29638" y="796564"/>
                  </a:cubicBezTo>
                  <a:cubicBezTo>
                    <a:pt x="29638" y="761675"/>
                    <a:pt x="75825" y="688033"/>
                    <a:pt x="54927" y="601161"/>
                  </a:cubicBezTo>
                  <a:cubicBezTo>
                    <a:pt x="34028" y="514289"/>
                    <a:pt x="-29428" y="392820"/>
                    <a:pt x="16057" y="294650"/>
                  </a:cubicBezTo>
                  <a:cubicBezTo>
                    <a:pt x="61542" y="196480"/>
                    <a:pt x="131028" y="183660"/>
                    <a:pt x="148706" y="180031"/>
                  </a:cubicBezTo>
                  <a:cubicBezTo>
                    <a:pt x="166327" y="176460"/>
                    <a:pt x="237569" y="155503"/>
                    <a:pt x="251267" y="95149"/>
                  </a:cubicBezTo>
                  <a:cubicBezTo>
                    <a:pt x="264965" y="34795"/>
                    <a:pt x="347563" y="-28193"/>
                    <a:pt x="432913" y="13428"/>
                  </a:cubicBezTo>
                  <a:cubicBezTo>
                    <a:pt x="506029" y="49079"/>
                    <a:pt x="505385" y="108554"/>
                    <a:pt x="505385" y="142624"/>
                  </a:cubicBezTo>
                  <a:cubicBezTo>
                    <a:pt x="505385" y="176694"/>
                    <a:pt x="451529" y="290728"/>
                    <a:pt x="551396" y="390537"/>
                  </a:cubicBezTo>
                  <a:cubicBezTo>
                    <a:pt x="641078" y="480160"/>
                    <a:pt x="591613" y="598936"/>
                    <a:pt x="577798" y="619835"/>
                  </a:cubicBezTo>
                  <a:cubicBezTo>
                    <a:pt x="564041" y="640733"/>
                    <a:pt x="512585" y="686569"/>
                    <a:pt x="533718" y="757870"/>
                  </a:cubicBezTo>
                  <a:cubicBezTo>
                    <a:pt x="553094" y="823258"/>
                    <a:pt x="518732" y="921486"/>
                    <a:pt x="414883" y="921486"/>
                  </a:cubicBezTo>
                  <a:close/>
                </a:path>
              </a:pathLst>
            </a:custGeom>
            <a:solidFill>
              <a:srgbClr val="84C341"/>
            </a:solidFill>
            <a:ln w="9525" cap="flat" cmpd="sng">
              <a:solidFill>
                <a:srgbClr val="78BE2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b="0" i="0" u="none" strike="noStrike" kern="1200" cap="none" spc="0" normalizeH="0" baseline="0" noProof="0">
                <a:ln>
                  <a:noFill/>
                </a:ln>
                <a:solidFill>
                  <a:srgbClr val="717074"/>
                </a:solidFill>
                <a:effectLst/>
                <a:uLnTx/>
                <a:uFillTx/>
                <a:latin typeface="Arial"/>
                <a:ea typeface="Arial"/>
                <a:cs typeface="Arial"/>
                <a:sym typeface="Arial"/>
              </a:endParaRPr>
            </a:p>
          </p:txBody>
        </p:sp>
        <p:sp>
          <p:nvSpPr>
            <p:cNvPr id="5574" name="Google Shape;5523;p52">
              <a:extLst>
                <a:ext uri="{FF2B5EF4-FFF2-40B4-BE49-F238E27FC236}">
                  <a16:creationId xmlns:a16="http://schemas.microsoft.com/office/drawing/2014/main" id="{44D79593-49C8-6C8B-8AC4-7C22D276FCA5}"/>
                </a:ext>
              </a:extLst>
            </p:cNvPr>
            <p:cNvSpPr/>
            <p:nvPr/>
          </p:nvSpPr>
          <p:spPr>
            <a:xfrm>
              <a:off x="3056676" y="3957177"/>
              <a:ext cx="34069" cy="998032"/>
            </a:xfrm>
            <a:custGeom>
              <a:avLst/>
              <a:gdLst/>
              <a:ahLst/>
              <a:cxnLst/>
              <a:rect l="l" t="t" r="r" b="b"/>
              <a:pathLst>
                <a:path w="34069" h="998032" extrusionOk="0">
                  <a:moveTo>
                    <a:pt x="34070" y="998032"/>
                  </a:moveTo>
                  <a:lnTo>
                    <a:pt x="0" y="998032"/>
                  </a:lnTo>
                  <a:lnTo>
                    <a:pt x="9308" y="0"/>
                  </a:lnTo>
                  <a:lnTo>
                    <a:pt x="24821" y="0"/>
                  </a:lnTo>
                  <a:lnTo>
                    <a:pt x="34070" y="998032"/>
                  </a:lnTo>
                  <a:close/>
                </a:path>
              </a:pathLst>
            </a:custGeom>
            <a:solidFill>
              <a:srgbClr val="4D4D4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b="0" i="0" u="none" strike="noStrike" kern="1200" cap="none" spc="0" normalizeH="0" baseline="0" noProof="0">
                <a:ln>
                  <a:noFill/>
                </a:ln>
                <a:solidFill>
                  <a:srgbClr val="717074"/>
                </a:solidFill>
                <a:effectLst/>
                <a:uLnTx/>
                <a:uFillTx/>
                <a:latin typeface="Arial"/>
                <a:ea typeface="Arial"/>
                <a:cs typeface="Arial"/>
                <a:sym typeface="Arial"/>
              </a:endParaRPr>
            </a:p>
          </p:txBody>
        </p:sp>
        <p:sp>
          <p:nvSpPr>
            <p:cNvPr id="5575" name="Google Shape;5524;p52">
              <a:extLst>
                <a:ext uri="{FF2B5EF4-FFF2-40B4-BE49-F238E27FC236}">
                  <a16:creationId xmlns:a16="http://schemas.microsoft.com/office/drawing/2014/main" id="{BE52FF76-C041-6F64-102A-35CC8B5EB2A9}"/>
                </a:ext>
              </a:extLst>
            </p:cNvPr>
            <p:cNvSpPr/>
            <p:nvPr/>
          </p:nvSpPr>
          <p:spPr>
            <a:xfrm>
              <a:off x="3073710" y="4403537"/>
              <a:ext cx="106658" cy="106599"/>
            </a:xfrm>
            <a:custGeom>
              <a:avLst/>
              <a:gdLst/>
              <a:ahLst/>
              <a:cxnLst/>
              <a:rect l="l" t="t" r="r" b="b"/>
              <a:pathLst>
                <a:path w="106658" h="106599" extrusionOk="0">
                  <a:moveTo>
                    <a:pt x="106658" y="0"/>
                  </a:moveTo>
                  <a:lnTo>
                    <a:pt x="0" y="106600"/>
                  </a:lnTo>
                </a:path>
              </a:pathLst>
            </a:custGeom>
            <a:noFill/>
            <a:ln w="12400" cap="flat" cmpd="sng">
              <a:solidFill>
                <a:srgbClr val="4D4D4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b="0" i="0" u="none" strike="noStrike" kern="1200" cap="none" spc="0" normalizeH="0" baseline="0" noProof="0">
                <a:ln>
                  <a:noFill/>
                </a:ln>
                <a:solidFill>
                  <a:srgbClr val="717074"/>
                </a:solidFill>
                <a:effectLst/>
                <a:uLnTx/>
                <a:uFillTx/>
                <a:latin typeface="Arial"/>
                <a:ea typeface="Arial"/>
                <a:cs typeface="Arial"/>
                <a:sym typeface="Arial"/>
              </a:endParaRPr>
            </a:p>
          </p:txBody>
        </p:sp>
        <p:sp>
          <p:nvSpPr>
            <p:cNvPr id="5576" name="Google Shape;5525;p52">
              <a:extLst>
                <a:ext uri="{FF2B5EF4-FFF2-40B4-BE49-F238E27FC236}">
                  <a16:creationId xmlns:a16="http://schemas.microsoft.com/office/drawing/2014/main" id="{C42CC3DF-08E9-4B26-EA5F-C2EE77C260B5}"/>
                </a:ext>
              </a:extLst>
            </p:cNvPr>
            <p:cNvSpPr/>
            <p:nvPr/>
          </p:nvSpPr>
          <p:spPr>
            <a:xfrm>
              <a:off x="2929236" y="4425782"/>
              <a:ext cx="144767" cy="144767"/>
            </a:xfrm>
            <a:custGeom>
              <a:avLst/>
              <a:gdLst/>
              <a:ahLst/>
              <a:cxnLst/>
              <a:rect l="l" t="t" r="r" b="b"/>
              <a:pathLst>
                <a:path w="144767" h="144767" extrusionOk="0">
                  <a:moveTo>
                    <a:pt x="0" y="0"/>
                  </a:moveTo>
                  <a:lnTo>
                    <a:pt x="144767" y="144767"/>
                  </a:lnTo>
                </a:path>
              </a:pathLst>
            </a:custGeom>
            <a:noFill/>
            <a:ln w="12400" cap="flat" cmpd="sng">
              <a:solidFill>
                <a:srgbClr val="4D4D4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b="0" i="0" u="none" strike="noStrike" kern="1200" cap="none" spc="0" normalizeH="0" baseline="0" noProof="0">
                <a:ln>
                  <a:noFill/>
                </a:ln>
                <a:solidFill>
                  <a:srgbClr val="717074"/>
                </a:solidFill>
                <a:effectLst/>
                <a:uLnTx/>
                <a:uFillTx/>
                <a:latin typeface="Arial"/>
                <a:ea typeface="Arial"/>
                <a:cs typeface="Arial"/>
                <a:sym typeface="Arial"/>
              </a:endParaRPr>
            </a:p>
          </p:txBody>
        </p:sp>
        <p:sp>
          <p:nvSpPr>
            <p:cNvPr id="5577" name="Google Shape;5526;p52">
              <a:extLst>
                <a:ext uri="{FF2B5EF4-FFF2-40B4-BE49-F238E27FC236}">
                  <a16:creationId xmlns:a16="http://schemas.microsoft.com/office/drawing/2014/main" id="{4A6A00CD-7472-B1BE-4C25-151DB1E94D35}"/>
                </a:ext>
              </a:extLst>
            </p:cNvPr>
            <p:cNvSpPr/>
            <p:nvPr/>
          </p:nvSpPr>
          <p:spPr>
            <a:xfrm>
              <a:off x="3193623" y="4012972"/>
              <a:ext cx="470157" cy="740511"/>
            </a:xfrm>
            <a:custGeom>
              <a:avLst/>
              <a:gdLst/>
              <a:ahLst/>
              <a:cxnLst/>
              <a:rect l="l" t="t" r="r" b="b"/>
              <a:pathLst>
                <a:path w="470157" h="740511" extrusionOk="0">
                  <a:moveTo>
                    <a:pt x="323052" y="740395"/>
                  </a:moveTo>
                  <a:lnTo>
                    <a:pt x="155514" y="740395"/>
                  </a:lnTo>
                  <a:cubicBezTo>
                    <a:pt x="92994" y="740395"/>
                    <a:pt x="41304" y="678577"/>
                    <a:pt x="37382" y="614477"/>
                  </a:cubicBezTo>
                  <a:cubicBezTo>
                    <a:pt x="35684" y="587432"/>
                    <a:pt x="59041" y="558572"/>
                    <a:pt x="42767" y="490960"/>
                  </a:cubicBezTo>
                  <a:cubicBezTo>
                    <a:pt x="26494" y="423288"/>
                    <a:pt x="-22913" y="328748"/>
                    <a:pt x="12503" y="252296"/>
                  </a:cubicBezTo>
                  <a:cubicBezTo>
                    <a:pt x="47919" y="175844"/>
                    <a:pt x="78184" y="165834"/>
                    <a:pt x="91940" y="163082"/>
                  </a:cubicBezTo>
                  <a:cubicBezTo>
                    <a:pt x="105697" y="160272"/>
                    <a:pt x="124254" y="-19852"/>
                    <a:pt x="289744" y="1807"/>
                  </a:cubicBezTo>
                  <a:cubicBezTo>
                    <a:pt x="372518" y="12637"/>
                    <a:pt x="393475" y="107470"/>
                    <a:pt x="393475" y="133988"/>
                  </a:cubicBezTo>
                  <a:cubicBezTo>
                    <a:pt x="393475" y="160507"/>
                    <a:pt x="351502" y="201601"/>
                    <a:pt x="429301" y="279341"/>
                  </a:cubicBezTo>
                  <a:cubicBezTo>
                    <a:pt x="499138" y="349120"/>
                    <a:pt x="460619" y="441611"/>
                    <a:pt x="449848" y="457885"/>
                  </a:cubicBezTo>
                  <a:cubicBezTo>
                    <a:pt x="439135" y="474159"/>
                    <a:pt x="399036" y="533693"/>
                    <a:pt x="415486" y="589247"/>
                  </a:cubicBezTo>
                  <a:cubicBezTo>
                    <a:pt x="430589" y="640176"/>
                    <a:pt x="403836" y="740512"/>
                    <a:pt x="322935" y="740512"/>
                  </a:cubicBezTo>
                  <a:close/>
                </a:path>
              </a:pathLst>
            </a:custGeom>
            <a:solidFill>
              <a:srgbClr val="84C341"/>
            </a:solidFill>
            <a:ln w="9525" cap="flat" cmpd="sng">
              <a:solidFill>
                <a:srgbClr val="78BE2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b="0" i="0" u="none" strike="noStrike" kern="1200" cap="none" spc="0" normalizeH="0" baseline="0" noProof="0">
                <a:ln>
                  <a:noFill/>
                </a:ln>
                <a:solidFill>
                  <a:srgbClr val="717074"/>
                </a:solidFill>
                <a:effectLst/>
                <a:uLnTx/>
                <a:uFillTx/>
                <a:latin typeface="Arial"/>
                <a:ea typeface="Arial"/>
                <a:cs typeface="Arial"/>
                <a:sym typeface="Arial"/>
              </a:endParaRPr>
            </a:p>
          </p:txBody>
        </p:sp>
        <p:sp>
          <p:nvSpPr>
            <p:cNvPr id="5578" name="Google Shape;5527;p52">
              <a:extLst>
                <a:ext uri="{FF2B5EF4-FFF2-40B4-BE49-F238E27FC236}">
                  <a16:creationId xmlns:a16="http://schemas.microsoft.com/office/drawing/2014/main" id="{5EEDBE2D-0667-FCE3-96DB-DFD2876813E5}"/>
                </a:ext>
              </a:extLst>
            </p:cNvPr>
            <p:cNvSpPr/>
            <p:nvPr/>
          </p:nvSpPr>
          <p:spPr>
            <a:xfrm>
              <a:off x="3411891" y="4259414"/>
              <a:ext cx="26576" cy="777106"/>
            </a:xfrm>
            <a:custGeom>
              <a:avLst/>
              <a:gdLst/>
              <a:ahLst/>
              <a:cxnLst/>
              <a:rect l="l" t="t" r="r" b="b"/>
              <a:pathLst>
                <a:path w="26576" h="777106" extrusionOk="0">
                  <a:moveTo>
                    <a:pt x="26577" y="777106"/>
                  </a:moveTo>
                  <a:lnTo>
                    <a:pt x="0" y="777106"/>
                  </a:lnTo>
                  <a:lnTo>
                    <a:pt x="7259" y="0"/>
                  </a:lnTo>
                  <a:lnTo>
                    <a:pt x="19318" y="0"/>
                  </a:lnTo>
                  <a:lnTo>
                    <a:pt x="26577" y="777106"/>
                  </a:lnTo>
                  <a:close/>
                </a:path>
              </a:pathLst>
            </a:custGeom>
            <a:solidFill>
              <a:srgbClr val="4D4D4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b="0" i="0" u="none" strike="noStrike" kern="1200" cap="none" spc="0" normalizeH="0" baseline="0" noProof="0">
                <a:ln>
                  <a:noFill/>
                </a:ln>
                <a:solidFill>
                  <a:srgbClr val="717074"/>
                </a:solidFill>
                <a:effectLst/>
                <a:uLnTx/>
                <a:uFillTx/>
                <a:latin typeface="Arial"/>
                <a:ea typeface="Arial"/>
                <a:cs typeface="Arial"/>
                <a:sym typeface="Arial"/>
              </a:endParaRPr>
            </a:p>
          </p:txBody>
        </p:sp>
        <p:sp>
          <p:nvSpPr>
            <p:cNvPr id="5579" name="Google Shape;5528;p52">
              <a:extLst>
                <a:ext uri="{FF2B5EF4-FFF2-40B4-BE49-F238E27FC236}">
                  <a16:creationId xmlns:a16="http://schemas.microsoft.com/office/drawing/2014/main" id="{95A06416-D8B7-341D-BA50-B6E5F933D63B}"/>
                </a:ext>
              </a:extLst>
            </p:cNvPr>
            <p:cNvSpPr/>
            <p:nvPr/>
          </p:nvSpPr>
          <p:spPr>
            <a:xfrm>
              <a:off x="3425179" y="4606960"/>
              <a:ext cx="83008" cy="83008"/>
            </a:xfrm>
            <a:custGeom>
              <a:avLst/>
              <a:gdLst/>
              <a:ahLst/>
              <a:cxnLst/>
              <a:rect l="l" t="t" r="r" b="b"/>
              <a:pathLst>
                <a:path w="83008" h="83008" extrusionOk="0">
                  <a:moveTo>
                    <a:pt x="83008" y="0"/>
                  </a:moveTo>
                  <a:lnTo>
                    <a:pt x="0" y="83008"/>
                  </a:lnTo>
                </a:path>
              </a:pathLst>
            </a:custGeom>
            <a:noFill/>
            <a:ln w="9650" cap="flat" cmpd="sng">
              <a:solidFill>
                <a:srgbClr val="4D4D4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b="0" i="0" u="none" strike="noStrike" kern="1200" cap="none" spc="0" normalizeH="0" baseline="0" noProof="0">
                <a:ln>
                  <a:noFill/>
                </a:ln>
                <a:solidFill>
                  <a:srgbClr val="717074"/>
                </a:solidFill>
                <a:effectLst/>
                <a:uLnTx/>
                <a:uFillTx/>
                <a:latin typeface="Arial"/>
                <a:ea typeface="Arial"/>
                <a:cs typeface="Arial"/>
                <a:sym typeface="Arial"/>
              </a:endParaRPr>
            </a:p>
          </p:txBody>
        </p:sp>
        <p:sp>
          <p:nvSpPr>
            <p:cNvPr id="5580" name="Google Shape;5529;p52">
              <a:extLst>
                <a:ext uri="{FF2B5EF4-FFF2-40B4-BE49-F238E27FC236}">
                  <a16:creationId xmlns:a16="http://schemas.microsoft.com/office/drawing/2014/main" id="{3952B660-249C-25F9-6DC5-92CAB75FC373}"/>
                </a:ext>
              </a:extLst>
            </p:cNvPr>
            <p:cNvSpPr/>
            <p:nvPr/>
          </p:nvSpPr>
          <p:spPr>
            <a:xfrm>
              <a:off x="3312667" y="4624288"/>
              <a:ext cx="112746" cy="112746"/>
            </a:xfrm>
            <a:custGeom>
              <a:avLst/>
              <a:gdLst/>
              <a:ahLst/>
              <a:cxnLst/>
              <a:rect l="l" t="t" r="r" b="b"/>
              <a:pathLst>
                <a:path w="112746" h="112746" extrusionOk="0">
                  <a:moveTo>
                    <a:pt x="0" y="0"/>
                  </a:moveTo>
                  <a:lnTo>
                    <a:pt x="112746" y="112746"/>
                  </a:lnTo>
                </a:path>
              </a:pathLst>
            </a:custGeom>
            <a:noFill/>
            <a:ln w="9650" cap="flat" cmpd="sng">
              <a:solidFill>
                <a:srgbClr val="4D4D4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b="0" i="0" u="none" strike="noStrike" kern="1200" cap="none" spc="0" normalizeH="0" baseline="0" noProof="0">
                <a:ln>
                  <a:noFill/>
                </a:ln>
                <a:solidFill>
                  <a:srgbClr val="717074"/>
                </a:solidFill>
                <a:effectLst/>
                <a:uLnTx/>
                <a:uFillTx/>
                <a:latin typeface="Arial"/>
                <a:ea typeface="Arial"/>
                <a:cs typeface="Arial"/>
                <a:sym typeface="Arial"/>
              </a:endParaRPr>
            </a:p>
          </p:txBody>
        </p:sp>
        <p:sp>
          <p:nvSpPr>
            <p:cNvPr id="5581" name="Google Shape;5530;p52">
              <a:extLst>
                <a:ext uri="{FF2B5EF4-FFF2-40B4-BE49-F238E27FC236}">
                  <a16:creationId xmlns:a16="http://schemas.microsoft.com/office/drawing/2014/main" id="{39E0E789-E71D-4718-921D-BEDFF641DB9A}"/>
                </a:ext>
              </a:extLst>
            </p:cNvPr>
            <p:cNvSpPr/>
            <p:nvPr/>
          </p:nvSpPr>
          <p:spPr>
            <a:xfrm>
              <a:off x="1818969" y="4980205"/>
              <a:ext cx="1414186" cy="188905"/>
            </a:xfrm>
            <a:custGeom>
              <a:avLst/>
              <a:gdLst/>
              <a:ahLst/>
              <a:cxnLst/>
              <a:rect l="l" t="t" r="r" b="b"/>
              <a:pathLst>
                <a:path w="1414186" h="188905" extrusionOk="0">
                  <a:moveTo>
                    <a:pt x="0" y="188906"/>
                  </a:moveTo>
                  <a:lnTo>
                    <a:pt x="1414187" y="188906"/>
                  </a:lnTo>
                  <a:cubicBezTo>
                    <a:pt x="1256834" y="74579"/>
                    <a:pt x="998793" y="0"/>
                    <a:pt x="707093" y="0"/>
                  </a:cubicBezTo>
                  <a:cubicBezTo>
                    <a:pt x="415393" y="0"/>
                    <a:pt x="157353" y="74579"/>
                    <a:pt x="0" y="188906"/>
                  </a:cubicBezTo>
                  <a:close/>
                </a:path>
              </a:pathLst>
            </a:custGeom>
            <a:solidFill>
              <a:srgbClr val="AACF37"/>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b="0" i="0" u="none" strike="noStrike" kern="1200" cap="none" spc="0" normalizeH="0" baseline="0" noProof="0">
                <a:ln>
                  <a:noFill/>
                </a:ln>
                <a:solidFill>
                  <a:srgbClr val="717074"/>
                </a:solidFill>
                <a:effectLst/>
                <a:uLnTx/>
                <a:uFillTx/>
                <a:latin typeface="Arial"/>
                <a:ea typeface="Arial"/>
                <a:cs typeface="Arial"/>
                <a:sym typeface="Arial"/>
              </a:endParaRPr>
            </a:p>
          </p:txBody>
        </p:sp>
        <p:sp>
          <p:nvSpPr>
            <p:cNvPr id="5582" name="Google Shape;5531;p52">
              <a:extLst>
                <a:ext uri="{FF2B5EF4-FFF2-40B4-BE49-F238E27FC236}">
                  <a16:creationId xmlns:a16="http://schemas.microsoft.com/office/drawing/2014/main" id="{73DD78E0-2CBE-C7D5-23B1-B9A6B002E091}"/>
                </a:ext>
              </a:extLst>
            </p:cNvPr>
            <p:cNvSpPr/>
            <p:nvPr/>
          </p:nvSpPr>
          <p:spPr>
            <a:xfrm flipH="1">
              <a:off x="1975167" y="4869098"/>
              <a:ext cx="2352918" cy="300012"/>
            </a:xfrm>
            <a:custGeom>
              <a:avLst/>
              <a:gdLst/>
              <a:ahLst/>
              <a:cxnLst/>
              <a:rect l="l" t="t" r="r" b="b"/>
              <a:pathLst>
                <a:path w="2352918" h="300012" extrusionOk="0">
                  <a:moveTo>
                    <a:pt x="0" y="300013"/>
                  </a:moveTo>
                  <a:lnTo>
                    <a:pt x="2352919" y="300013"/>
                  </a:lnTo>
                  <a:cubicBezTo>
                    <a:pt x="1555383" y="282334"/>
                    <a:pt x="1423377" y="0"/>
                    <a:pt x="938030" y="0"/>
                  </a:cubicBezTo>
                  <a:cubicBezTo>
                    <a:pt x="452683" y="0"/>
                    <a:pt x="261787" y="109761"/>
                    <a:pt x="0" y="300013"/>
                  </a:cubicBezTo>
                  <a:close/>
                </a:path>
              </a:pathLst>
            </a:custGeom>
            <a:solidFill>
              <a:srgbClr val="84C34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b="0" i="0" u="none" strike="noStrike" kern="1200" cap="none" spc="0" normalizeH="0" baseline="0" noProof="0">
                <a:ln>
                  <a:noFill/>
                </a:ln>
                <a:solidFill>
                  <a:srgbClr val="717074"/>
                </a:solidFill>
                <a:effectLst/>
                <a:uLnTx/>
                <a:uFillTx/>
                <a:latin typeface="Arial"/>
                <a:ea typeface="Arial"/>
                <a:cs typeface="Arial"/>
                <a:sym typeface="Arial"/>
              </a:endParaRPr>
            </a:p>
          </p:txBody>
        </p:sp>
      </p:grpSp>
      <p:grpSp>
        <p:nvGrpSpPr>
          <p:cNvPr id="5586" name="Group 5585">
            <a:extLst>
              <a:ext uri="{FF2B5EF4-FFF2-40B4-BE49-F238E27FC236}">
                <a16:creationId xmlns:a16="http://schemas.microsoft.com/office/drawing/2014/main" id="{E2C810D0-86EB-BB3C-2BBA-E78AA60EF456}"/>
              </a:ext>
            </a:extLst>
          </p:cNvPr>
          <p:cNvGrpSpPr/>
          <p:nvPr/>
        </p:nvGrpSpPr>
        <p:grpSpPr>
          <a:xfrm>
            <a:off x="4434205" y="5150090"/>
            <a:ext cx="3311813" cy="1835572"/>
            <a:chOff x="368306" y="4443669"/>
            <a:chExt cx="3311813" cy="1835572"/>
          </a:xfrm>
        </p:grpSpPr>
        <p:sp>
          <p:nvSpPr>
            <p:cNvPr id="5587" name="Google Shape;5149;p81">
              <a:extLst>
                <a:ext uri="{FF2B5EF4-FFF2-40B4-BE49-F238E27FC236}">
                  <a16:creationId xmlns:a16="http://schemas.microsoft.com/office/drawing/2014/main" id="{F67B03B1-56EC-3FC8-ACF6-092B4B8CA399}"/>
                </a:ext>
              </a:extLst>
            </p:cNvPr>
            <p:cNvSpPr/>
            <p:nvPr/>
          </p:nvSpPr>
          <p:spPr>
            <a:xfrm flipH="1">
              <a:off x="2440762" y="5971642"/>
              <a:ext cx="1239357" cy="165552"/>
            </a:xfrm>
            <a:custGeom>
              <a:avLst/>
              <a:gdLst/>
              <a:ahLst/>
              <a:cxnLst/>
              <a:rect l="l" t="t" r="r" b="b"/>
              <a:pathLst>
                <a:path w="1414186" h="188905" extrusionOk="0">
                  <a:moveTo>
                    <a:pt x="0" y="188906"/>
                  </a:moveTo>
                  <a:lnTo>
                    <a:pt x="1414187" y="188906"/>
                  </a:lnTo>
                  <a:cubicBezTo>
                    <a:pt x="1256834" y="74579"/>
                    <a:pt x="998793" y="0"/>
                    <a:pt x="707093" y="0"/>
                  </a:cubicBezTo>
                  <a:cubicBezTo>
                    <a:pt x="415393" y="0"/>
                    <a:pt x="157353" y="74579"/>
                    <a:pt x="0" y="188906"/>
                  </a:cubicBezTo>
                  <a:close/>
                </a:path>
              </a:pathLst>
            </a:custGeom>
            <a:solidFill>
              <a:srgbClr val="84C34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5588" name="Google Shape;5150;p81">
              <a:extLst>
                <a:ext uri="{FF2B5EF4-FFF2-40B4-BE49-F238E27FC236}">
                  <a16:creationId xmlns:a16="http://schemas.microsoft.com/office/drawing/2014/main" id="{F9CDEBBA-CE04-9CCD-17D3-D859F7FF4588}"/>
                </a:ext>
              </a:extLst>
            </p:cNvPr>
            <p:cNvSpPr/>
            <p:nvPr/>
          </p:nvSpPr>
          <p:spPr>
            <a:xfrm flipH="1">
              <a:off x="368306" y="5885688"/>
              <a:ext cx="2062039" cy="262924"/>
            </a:xfrm>
            <a:custGeom>
              <a:avLst/>
              <a:gdLst/>
              <a:ahLst/>
              <a:cxnLst/>
              <a:rect l="l" t="t" r="r" b="b"/>
              <a:pathLst>
                <a:path w="2352918" h="300012" extrusionOk="0">
                  <a:moveTo>
                    <a:pt x="0" y="300013"/>
                  </a:moveTo>
                  <a:lnTo>
                    <a:pt x="2352919" y="300013"/>
                  </a:lnTo>
                  <a:cubicBezTo>
                    <a:pt x="1555383" y="282334"/>
                    <a:pt x="1423377" y="0"/>
                    <a:pt x="938030" y="0"/>
                  </a:cubicBezTo>
                  <a:cubicBezTo>
                    <a:pt x="452683" y="0"/>
                    <a:pt x="261787" y="109761"/>
                    <a:pt x="0" y="300013"/>
                  </a:cubicBezTo>
                  <a:close/>
                </a:path>
              </a:pathLst>
            </a:custGeom>
            <a:solidFill>
              <a:srgbClr val="AACF37"/>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5589" name="Google Shape;5152;p81" descr="On Prem">
              <a:extLst>
                <a:ext uri="{FF2B5EF4-FFF2-40B4-BE49-F238E27FC236}">
                  <a16:creationId xmlns:a16="http://schemas.microsoft.com/office/drawing/2014/main" id="{B0633EEF-5C59-C79B-055E-039E854B4ABB}"/>
                </a:ext>
              </a:extLst>
            </p:cNvPr>
            <p:cNvGrpSpPr/>
            <p:nvPr/>
          </p:nvGrpSpPr>
          <p:grpSpPr>
            <a:xfrm>
              <a:off x="1778058" y="4952537"/>
              <a:ext cx="1325409" cy="1326704"/>
              <a:chOff x="5126086" y="3679258"/>
              <a:chExt cx="1946038" cy="1946038"/>
            </a:xfrm>
          </p:grpSpPr>
          <p:sp>
            <p:nvSpPr>
              <p:cNvPr id="5603" name="Google Shape;5153;p81">
                <a:extLst>
                  <a:ext uri="{FF2B5EF4-FFF2-40B4-BE49-F238E27FC236}">
                    <a16:creationId xmlns:a16="http://schemas.microsoft.com/office/drawing/2014/main" id="{13AE8A0F-C4C6-F445-DD99-32F09187BFFC}"/>
                  </a:ext>
                </a:extLst>
              </p:cNvPr>
              <p:cNvSpPr/>
              <p:nvPr/>
            </p:nvSpPr>
            <p:spPr>
              <a:xfrm>
                <a:off x="5492186" y="3906456"/>
                <a:ext cx="1180618" cy="1504710"/>
              </a:xfrm>
              <a:custGeom>
                <a:avLst/>
                <a:gdLst/>
                <a:ahLst/>
                <a:cxnLst/>
                <a:rect l="l" t="t" r="r" b="b"/>
                <a:pathLst>
                  <a:path w="1180618" h="1504710" extrusionOk="0">
                    <a:moveTo>
                      <a:pt x="0" y="0"/>
                    </a:moveTo>
                    <a:lnTo>
                      <a:pt x="602225" y="0"/>
                    </a:lnTo>
                    <a:lnTo>
                      <a:pt x="602225" y="625034"/>
                    </a:lnTo>
                    <a:lnTo>
                      <a:pt x="1180618" y="625034"/>
                    </a:lnTo>
                    <a:lnTo>
                      <a:pt x="1180618" y="1504710"/>
                    </a:lnTo>
                    <a:lnTo>
                      <a:pt x="0" y="1504710"/>
                    </a:lnTo>
                    <a:lnTo>
                      <a:pt x="0" y="821804"/>
                    </a:lnTo>
                    <a:lnTo>
                      <a:pt x="0" y="625034"/>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5604" name="Google Shape;5154;p81">
                <a:extLst>
                  <a:ext uri="{FF2B5EF4-FFF2-40B4-BE49-F238E27FC236}">
                    <a16:creationId xmlns:a16="http://schemas.microsoft.com/office/drawing/2014/main" id="{9143B13B-187D-E712-DCCE-E6362E443B8E}"/>
                  </a:ext>
                </a:extLst>
              </p:cNvPr>
              <p:cNvPicPr preferRelativeResize="0"/>
              <p:nvPr/>
            </p:nvPicPr>
            <p:blipFill rotWithShape="1">
              <a:blip r:embed="rId5">
                <a:alphaModFix/>
                <a:extLst>
                  <a:ext uri="{BEBA8EAE-BF5A-486C-A8C5-ECC9F3942E4B}">
                    <a14:imgProps xmlns:a14="http://schemas.microsoft.com/office/drawing/2010/main">
                      <a14:imgLayer r:embed="rId6">
                        <a14:imgEffect>
                          <a14:saturation sat="0"/>
                        </a14:imgEffect>
                      </a14:imgLayer>
                    </a14:imgProps>
                  </a:ext>
                </a:extLst>
              </a:blip>
              <a:srcRect/>
              <a:stretch/>
            </p:blipFill>
            <p:spPr>
              <a:xfrm>
                <a:off x="5126086" y="3679258"/>
                <a:ext cx="1946038" cy="1946038"/>
              </a:xfrm>
              <a:prstGeom prst="rect">
                <a:avLst/>
              </a:prstGeom>
              <a:noFill/>
              <a:ln>
                <a:noFill/>
              </a:ln>
            </p:spPr>
          </p:pic>
        </p:grpSp>
        <p:grpSp>
          <p:nvGrpSpPr>
            <p:cNvPr id="5590" name="Google Shape;5155;p81">
              <a:extLst>
                <a:ext uri="{FF2B5EF4-FFF2-40B4-BE49-F238E27FC236}">
                  <a16:creationId xmlns:a16="http://schemas.microsoft.com/office/drawing/2014/main" id="{2703EF7F-1F23-3028-53F8-AB1534BBCC96}"/>
                </a:ext>
              </a:extLst>
            </p:cNvPr>
            <p:cNvGrpSpPr/>
            <p:nvPr/>
          </p:nvGrpSpPr>
          <p:grpSpPr>
            <a:xfrm>
              <a:off x="1305380" y="5377305"/>
              <a:ext cx="773784" cy="774538"/>
              <a:chOff x="7097330" y="2464037"/>
              <a:chExt cx="853972" cy="853973"/>
            </a:xfrm>
          </p:grpSpPr>
          <p:sp>
            <p:nvSpPr>
              <p:cNvPr id="5601" name="Google Shape;5156;p81">
                <a:extLst>
                  <a:ext uri="{FF2B5EF4-FFF2-40B4-BE49-F238E27FC236}">
                    <a16:creationId xmlns:a16="http://schemas.microsoft.com/office/drawing/2014/main" id="{82AE251A-52A8-BC5F-965F-B672019F3963}"/>
                  </a:ext>
                </a:extLst>
              </p:cNvPr>
              <p:cNvSpPr/>
              <p:nvPr/>
            </p:nvSpPr>
            <p:spPr>
              <a:xfrm>
                <a:off x="7258466" y="2554605"/>
                <a:ext cx="523896" cy="664068"/>
              </a:xfrm>
              <a:custGeom>
                <a:avLst/>
                <a:gdLst/>
                <a:ahLst/>
                <a:cxnLst/>
                <a:rect l="l" t="t" r="r" b="b"/>
                <a:pathLst>
                  <a:path w="523896" h="664068" extrusionOk="0">
                    <a:moveTo>
                      <a:pt x="0" y="0"/>
                    </a:moveTo>
                    <a:lnTo>
                      <a:pt x="260790" y="0"/>
                    </a:lnTo>
                    <a:lnTo>
                      <a:pt x="260790" y="285750"/>
                    </a:lnTo>
                    <a:lnTo>
                      <a:pt x="523896" y="285750"/>
                    </a:lnTo>
                    <a:lnTo>
                      <a:pt x="523896" y="664068"/>
                    </a:lnTo>
                    <a:lnTo>
                      <a:pt x="0" y="664068"/>
                    </a:lnTo>
                    <a:lnTo>
                      <a:pt x="0" y="378318"/>
                    </a:lnTo>
                    <a:lnTo>
                      <a:pt x="0" y="285750"/>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5602" name="Google Shape;5157;p81">
                <a:extLst>
                  <a:ext uri="{FF2B5EF4-FFF2-40B4-BE49-F238E27FC236}">
                    <a16:creationId xmlns:a16="http://schemas.microsoft.com/office/drawing/2014/main" id="{8FDE6695-01ED-ABC7-E273-B177F4B87A97}"/>
                  </a:ext>
                </a:extLst>
              </p:cNvPr>
              <p:cNvPicPr preferRelativeResize="0"/>
              <p:nvPr/>
            </p:nvPicPr>
            <p:blipFill rotWithShape="1">
              <a:blip r:embed="rId5">
                <a:alphaModFix/>
                <a:extLst>
                  <a:ext uri="{BEBA8EAE-BF5A-486C-A8C5-ECC9F3942E4B}">
                    <a14:imgProps xmlns:a14="http://schemas.microsoft.com/office/drawing/2010/main">
                      <a14:imgLayer r:embed="rId7">
                        <a14:imgEffect>
                          <a14:saturation sat="0"/>
                        </a14:imgEffect>
                      </a14:imgLayer>
                    </a14:imgProps>
                  </a:ext>
                </a:extLst>
              </a:blip>
              <a:srcRect/>
              <a:stretch/>
            </p:blipFill>
            <p:spPr>
              <a:xfrm>
                <a:off x="7097330" y="2464037"/>
                <a:ext cx="853972" cy="853973"/>
              </a:xfrm>
              <a:prstGeom prst="rect">
                <a:avLst/>
              </a:prstGeom>
              <a:noFill/>
              <a:ln>
                <a:noFill/>
              </a:ln>
            </p:spPr>
          </p:pic>
        </p:grpSp>
        <p:grpSp>
          <p:nvGrpSpPr>
            <p:cNvPr id="5591" name="Google Shape;5158;p81">
              <a:extLst>
                <a:ext uri="{FF2B5EF4-FFF2-40B4-BE49-F238E27FC236}">
                  <a16:creationId xmlns:a16="http://schemas.microsoft.com/office/drawing/2014/main" id="{3EB6DF0C-3E63-F515-ED6D-B1BBDABB6174}"/>
                </a:ext>
              </a:extLst>
            </p:cNvPr>
            <p:cNvGrpSpPr/>
            <p:nvPr/>
          </p:nvGrpSpPr>
          <p:grpSpPr>
            <a:xfrm>
              <a:off x="2852330" y="5457192"/>
              <a:ext cx="702265" cy="702950"/>
              <a:chOff x="8796384" y="2464037"/>
              <a:chExt cx="853972" cy="853973"/>
            </a:xfrm>
          </p:grpSpPr>
          <p:sp>
            <p:nvSpPr>
              <p:cNvPr id="5599" name="Google Shape;5159;p81">
                <a:extLst>
                  <a:ext uri="{FF2B5EF4-FFF2-40B4-BE49-F238E27FC236}">
                    <a16:creationId xmlns:a16="http://schemas.microsoft.com/office/drawing/2014/main" id="{D750D0A8-1F94-0666-FA50-0998A09765D4}"/>
                  </a:ext>
                </a:extLst>
              </p:cNvPr>
              <p:cNvSpPr/>
              <p:nvPr/>
            </p:nvSpPr>
            <p:spPr>
              <a:xfrm>
                <a:off x="8959194" y="2554605"/>
                <a:ext cx="523896" cy="664068"/>
              </a:xfrm>
              <a:custGeom>
                <a:avLst/>
                <a:gdLst/>
                <a:ahLst/>
                <a:cxnLst/>
                <a:rect l="l" t="t" r="r" b="b"/>
                <a:pathLst>
                  <a:path w="523896" h="664068" extrusionOk="0">
                    <a:moveTo>
                      <a:pt x="0" y="0"/>
                    </a:moveTo>
                    <a:lnTo>
                      <a:pt x="260790" y="0"/>
                    </a:lnTo>
                    <a:lnTo>
                      <a:pt x="260790" y="285750"/>
                    </a:lnTo>
                    <a:lnTo>
                      <a:pt x="523896" y="285750"/>
                    </a:lnTo>
                    <a:lnTo>
                      <a:pt x="523896" y="664068"/>
                    </a:lnTo>
                    <a:lnTo>
                      <a:pt x="0" y="664068"/>
                    </a:lnTo>
                    <a:lnTo>
                      <a:pt x="0" y="378318"/>
                    </a:lnTo>
                    <a:lnTo>
                      <a:pt x="0" y="285750"/>
                    </a:lnTo>
                    <a:close/>
                  </a:path>
                </a:pathLst>
              </a:cu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5600" name="Google Shape;5160;p81">
                <a:extLst>
                  <a:ext uri="{FF2B5EF4-FFF2-40B4-BE49-F238E27FC236}">
                    <a16:creationId xmlns:a16="http://schemas.microsoft.com/office/drawing/2014/main" id="{2E483137-8B57-4D1A-3EBE-22C29092EF88}"/>
                  </a:ext>
                </a:extLst>
              </p:cNvPr>
              <p:cNvPicPr preferRelativeResize="0"/>
              <p:nvPr/>
            </p:nvPicPr>
            <p:blipFill rotWithShape="1">
              <a:blip r:embed="rId5">
                <a:alphaModFix/>
                <a:extLst>
                  <a:ext uri="{BEBA8EAE-BF5A-486C-A8C5-ECC9F3942E4B}">
                    <a14:imgProps xmlns:a14="http://schemas.microsoft.com/office/drawing/2010/main">
                      <a14:imgLayer r:embed="rId7">
                        <a14:imgEffect>
                          <a14:saturation sat="0"/>
                        </a14:imgEffect>
                      </a14:imgLayer>
                    </a14:imgProps>
                  </a:ext>
                </a:extLst>
              </a:blip>
              <a:srcRect/>
              <a:stretch/>
            </p:blipFill>
            <p:spPr>
              <a:xfrm>
                <a:off x="8796384" y="2464037"/>
                <a:ext cx="853972" cy="853973"/>
              </a:xfrm>
              <a:prstGeom prst="rect">
                <a:avLst/>
              </a:prstGeom>
              <a:noFill/>
              <a:ln>
                <a:noFill/>
              </a:ln>
            </p:spPr>
          </p:pic>
        </p:grpSp>
        <p:grpSp>
          <p:nvGrpSpPr>
            <p:cNvPr id="5592" name="Group 5591">
              <a:extLst>
                <a:ext uri="{FF2B5EF4-FFF2-40B4-BE49-F238E27FC236}">
                  <a16:creationId xmlns:a16="http://schemas.microsoft.com/office/drawing/2014/main" id="{3FC06AE7-E073-BA19-8AC7-649FBFFCC287}"/>
                </a:ext>
              </a:extLst>
            </p:cNvPr>
            <p:cNvGrpSpPr/>
            <p:nvPr/>
          </p:nvGrpSpPr>
          <p:grpSpPr>
            <a:xfrm>
              <a:off x="1245414" y="4443669"/>
              <a:ext cx="2303725" cy="1079362"/>
              <a:chOff x="1350388" y="4459559"/>
              <a:chExt cx="2303725" cy="1079362"/>
            </a:xfrm>
          </p:grpSpPr>
          <p:pic>
            <p:nvPicPr>
              <p:cNvPr id="5593" name="Graphic 5592">
                <a:extLst>
                  <a:ext uri="{FF2B5EF4-FFF2-40B4-BE49-F238E27FC236}">
                    <a16:creationId xmlns:a16="http://schemas.microsoft.com/office/drawing/2014/main" id="{7D60ECBB-2E46-2F87-0EBE-750C0F4C79E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326781" y="4527514"/>
                <a:ext cx="452264" cy="452264"/>
              </a:xfrm>
              <a:prstGeom prst="rect">
                <a:avLst/>
              </a:prstGeom>
            </p:spPr>
          </p:pic>
          <p:pic>
            <p:nvPicPr>
              <p:cNvPr id="5594" name="Graphic 5593">
                <a:extLst>
                  <a:ext uri="{FF2B5EF4-FFF2-40B4-BE49-F238E27FC236}">
                    <a16:creationId xmlns:a16="http://schemas.microsoft.com/office/drawing/2014/main" id="{3A84A0FE-2B4D-78F7-5BF6-08775FED68A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350388" y="4459559"/>
                <a:ext cx="264495" cy="264495"/>
              </a:xfrm>
              <a:prstGeom prst="rect">
                <a:avLst/>
              </a:prstGeom>
            </p:spPr>
          </p:pic>
          <p:pic>
            <p:nvPicPr>
              <p:cNvPr id="5595" name="Graphic 5594">
                <a:extLst>
                  <a:ext uri="{FF2B5EF4-FFF2-40B4-BE49-F238E27FC236}">
                    <a16:creationId xmlns:a16="http://schemas.microsoft.com/office/drawing/2014/main" id="{C68BE209-DB25-18EE-7D22-D3AE075AE7F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799479" y="4963254"/>
                <a:ext cx="264495" cy="264495"/>
              </a:xfrm>
              <a:prstGeom prst="rect">
                <a:avLst/>
              </a:prstGeom>
            </p:spPr>
          </p:pic>
          <p:pic>
            <p:nvPicPr>
              <p:cNvPr id="5596" name="Graphic 5595">
                <a:extLst>
                  <a:ext uri="{FF2B5EF4-FFF2-40B4-BE49-F238E27FC236}">
                    <a16:creationId xmlns:a16="http://schemas.microsoft.com/office/drawing/2014/main" id="{2F695732-5EE6-A912-E94C-1BF154BBD67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931214" y="4513804"/>
                <a:ext cx="264495" cy="264495"/>
              </a:xfrm>
              <a:prstGeom prst="rect">
                <a:avLst/>
              </a:prstGeom>
            </p:spPr>
          </p:pic>
          <p:pic>
            <p:nvPicPr>
              <p:cNvPr id="5597" name="Graphic 5596">
                <a:extLst>
                  <a:ext uri="{FF2B5EF4-FFF2-40B4-BE49-F238E27FC236}">
                    <a16:creationId xmlns:a16="http://schemas.microsoft.com/office/drawing/2014/main" id="{D1EBFCB3-CF6B-2614-F11C-921E30FD19D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310922" y="5195730"/>
                <a:ext cx="343191" cy="343191"/>
              </a:xfrm>
              <a:prstGeom prst="rect">
                <a:avLst/>
              </a:prstGeom>
            </p:spPr>
          </p:pic>
          <p:pic>
            <p:nvPicPr>
              <p:cNvPr id="5598" name="Graphic 5597">
                <a:extLst>
                  <a:ext uri="{FF2B5EF4-FFF2-40B4-BE49-F238E27FC236}">
                    <a16:creationId xmlns:a16="http://schemas.microsoft.com/office/drawing/2014/main" id="{77956AF7-63AA-24E8-7F4B-F59309D51C8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404630" y="4808272"/>
                <a:ext cx="343191" cy="343191"/>
              </a:xfrm>
              <a:prstGeom prst="rect">
                <a:avLst/>
              </a:prstGeom>
            </p:spPr>
          </p:pic>
        </p:grpSp>
      </p:grpSp>
      <p:sp>
        <p:nvSpPr>
          <p:cNvPr id="5570" name="Google Shape;5501;p52">
            <a:extLst>
              <a:ext uri="{FF2B5EF4-FFF2-40B4-BE49-F238E27FC236}">
                <a16:creationId xmlns:a16="http://schemas.microsoft.com/office/drawing/2014/main" id="{E9EC747A-12AD-E80F-6B0B-38CB2E5AE758}"/>
              </a:ext>
            </a:extLst>
          </p:cNvPr>
          <p:cNvSpPr txBox="1"/>
          <p:nvPr/>
        </p:nvSpPr>
        <p:spPr>
          <a:xfrm>
            <a:off x="-4302" y="2334789"/>
            <a:ext cx="12188826" cy="1643486"/>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90000"/>
              </a:lnSpc>
              <a:spcBef>
                <a:spcPts val="0"/>
              </a:spcBef>
              <a:spcAft>
                <a:spcPts val="0"/>
              </a:spcAft>
              <a:buClr>
                <a:srgbClr val="000000"/>
              </a:buClr>
              <a:buSzPts val="5400"/>
              <a:buFont typeface="Arial"/>
              <a:buNone/>
              <a:tabLst/>
              <a:defRPr/>
            </a:pPr>
            <a:r>
              <a:rPr kumimoji="0" lang="en-US" sz="4400" b="1" i="0" u="none" strike="noStrike" kern="1200" cap="none" spc="0" normalizeH="0" baseline="0" noProof="0" dirty="0">
                <a:ln>
                  <a:noFill/>
                </a:ln>
                <a:solidFill>
                  <a:schemeClr val="accent2"/>
                </a:solidFill>
                <a:effectLst/>
                <a:uLnTx/>
                <a:uFillTx/>
                <a:latin typeface="Arial"/>
                <a:ea typeface="Arial"/>
                <a:cs typeface="Arial"/>
                <a:sym typeface="Arial"/>
              </a:rPr>
              <a:t>FASTER</a:t>
            </a:r>
            <a:br>
              <a:rPr kumimoji="0" lang="en-US" sz="4400" b="1" i="0" u="none" strike="noStrike" kern="1200" cap="none" spc="0" normalizeH="0" baseline="0" noProof="0" dirty="0">
                <a:ln>
                  <a:noFill/>
                </a:ln>
                <a:solidFill>
                  <a:schemeClr val="accent3"/>
                </a:solidFill>
                <a:effectLst/>
                <a:uLnTx/>
                <a:uFillTx/>
                <a:latin typeface="Arial"/>
                <a:ea typeface="Arial"/>
                <a:cs typeface="Arial"/>
                <a:sym typeface="Arial"/>
              </a:rPr>
            </a:br>
            <a:r>
              <a:rPr kumimoji="0" lang="en-US" sz="2400" i="0" u="none" strike="noStrike" kern="1200" cap="none" spc="0" normalizeH="0" baseline="0" noProof="0" dirty="0">
                <a:ln>
                  <a:noFill/>
                </a:ln>
                <a:effectLst/>
                <a:uLnTx/>
                <a:uFillTx/>
                <a:latin typeface="Arial"/>
                <a:ea typeface="Arial"/>
                <a:cs typeface="Arial"/>
                <a:sym typeface="Arial"/>
              </a:rPr>
              <a:t>and</a:t>
            </a:r>
          </a:p>
          <a:p>
            <a:pPr marL="0" marR="0" lvl="0" indent="0" algn="ctr" defTabSz="914400" rtl="0" eaLnBrk="1" fontAlgn="auto" latinLnBrk="0" hangingPunct="1">
              <a:lnSpc>
                <a:spcPct val="90000"/>
              </a:lnSpc>
              <a:spcBef>
                <a:spcPts val="0"/>
              </a:spcBef>
              <a:spcAft>
                <a:spcPts val="0"/>
              </a:spcAft>
              <a:buClr>
                <a:srgbClr val="000000"/>
              </a:buClr>
              <a:buSzPts val="5400"/>
              <a:buFont typeface="Arial"/>
              <a:buNone/>
              <a:tabLst/>
              <a:defRPr/>
            </a:pPr>
            <a:r>
              <a:rPr kumimoji="0" lang="en-US" sz="4400" b="1" i="0" u="none" strike="noStrike" kern="1200" cap="none" spc="0" normalizeH="0" baseline="0" noProof="0" dirty="0">
                <a:ln>
                  <a:noFill/>
                </a:ln>
                <a:solidFill>
                  <a:schemeClr val="accent2"/>
                </a:solidFill>
                <a:effectLst/>
                <a:uLnTx/>
                <a:uFillTx/>
                <a:latin typeface="Arial"/>
                <a:ea typeface="Arial"/>
                <a:cs typeface="Arial"/>
                <a:sym typeface="Arial"/>
              </a:rPr>
              <a:t>SPEND LESS TIME</a:t>
            </a:r>
          </a:p>
        </p:txBody>
      </p:sp>
      <p:sp>
        <p:nvSpPr>
          <p:cNvPr id="5606" name="TextBox 5605">
            <a:extLst>
              <a:ext uri="{FF2B5EF4-FFF2-40B4-BE49-F238E27FC236}">
                <a16:creationId xmlns:a16="http://schemas.microsoft.com/office/drawing/2014/main" id="{2ECDB207-C83B-3FB4-DEB8-E2B5610E6625}"/>
              </a:ext>
            </a:extLst>
          </p:cNvPr>
          <p:cNvSpPr txBox="1"/>
          <p:nvPr/>
        </p:nvSpPr>
        <p:spPr>
          <a:xfrm>
            <a:off x="2832561" y="1830269"/>
            <a:ext cx="6515100" cy="461665"/>
          </a:xfrm>
          <a:prstGeom prst="rect">
            <a:avLst/>
          </a:prstGeom>
          <a:noFill/>
        </p:spPr>
        <p:txBody>
          <a:bodyPr wrap="square" rtlCol="0">
            <a:spAutoFit/>
          </a:bodyPr>
          <a:lstStyle/>
          <a:p>
            <a:pPr algn="ctr"/>
            <a:r>
              <a:rPr kumimoji="0" lang="en-US" sz="2400" b="0" i="0" u="none" strike="noStrike" kern="1200" cap="none" spc="0" normalizeH="0" baseline="0" noProof="0" dirty="0">
                <a:ln>
                  <a:noFill/>
                </a:ln>
                <a:effectLst/>
                <a:uLnTx/>
                <a:uFillTx/>
                <a:latin typeface="Arial"/>
                <a:ea typeface="Arial"/>
                <a:cs typeface="Arial"/>
                <a:sym typeface="Arial"/>
              </a:rPr>
              <a:t>You are secure, compliant, and resilient</a:t>
            </a:r>
          </a:p>
        </p:txBody>
      </p:sp>
      <p:sp>
        <p:nvSpPr>
          <p:cNvPr id="5607" name="TextBox 5606">
            <a:extLst>
              <a:ext uri="{FF2B5EF4-FFF2-40B4-BE49-F238E27FC236}">
                <a16:creationId xmlns:a16="http://schemas.microsoft.com/office/drawing/2014/main" id="{171CEC3E-61AB-5CFB-2077-331239F6AA12}"/>
              </a:ext>
            </a:extLst>
          </p:cNvPr>
          <p:cNvSpPr txBox="1"/>
          <p:nvPr/>
        </p:nvSpPr>
        <p:spPr>
          <a:xfrm>
            <a:off x="2832561" y="3932647"/>
            <a:ext cx="6515100" cy="830997"/>
          </a:xfrm>
          <a:prstGeom prst="rect">
            <a:avLst/>
          </a:prstGeom>
          <a:noFill/>
        </p:spPr>
        <p:txBody>
          <a:bodyPr wrap="square" rtlCol="0">
            <a:spAutoFit/>
          </a:bodyPr>
          <a:lstStyle>
            <a:defPPr marR="0" lvl="0" algn="l" rtl="0">
              <a:lnSpc>
                <a:spcPct val="100000"/>
              </a:lnSpc>
              <a:spcBef>
                <a:spcPts val="0"/>
              </a:spcBef>
              <a:spcAft>
                <a:spcPts val="0"/>
              </a:spcAft>
            </a:defPPr>
            <a:lvl1pPr algn="ctr">
              <a:defRPr kumimoji="0" sz="2000" kern="1200" spc="0" normalizeH="0" baseline="0">
                <a:ln>
                  <a:noFill/>
                </a:ln>
                <a:effectLst/>
                <a:uLnTx/>
                <a:uFillTx/>
              </a:defRPr>
            </a:lvl1pPr>
          </a:lstStyle>
          <a:p>
            <a:r>
              <a:rPr lang="en-US" sz="2400" dirty="0"/>
              <a:t>on the process, with less complexity</a:t>
            </a:r>
            <a:br>
              <a:rPr lang="en-US" sz="2400" dirty="0"/>
            </a:br>
            <a:r>
              <a:rPr lang="en-US" sz="2400" dirty="0"/>
              <a:t>and more inherent, provable trust.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2651A-CADE-8D8E-DC6F-F8F79D2C6A7C}"/>
              </a:ext>
            </a:extLst>
          </p:cNvPr>
          <p:cNvSpPr>
            <a:spLocks noGrp="1"/>
          </p:cNvSpPr>
          <p:nvPr>
            <p:ph type="title"/>
          </p:nvPr>
        </p:nvSpPr>
        <p:spPr/>
        <p:txBody>
          <a:bodyPr/>
          <a:lstStyle/>
          <a:p>
            <a:r>
              <a:rPr lang="en-US" dirty="0"/>
              <a:t>What’s New</a:t>
            </a:r>
          </a:p>
        </p:txBody>
      </p:sp>
      <p:sp>
        <p:nvSpPr>
          <p:cNvPr id="3" name="Subtitle 2">
            <a:extLst>
              <a:ext uri="{FF2B5EF4-FFF2-40B4-BE49-F238E27FC236}">
                <a16:creationId xmlns:a16="http://schemas.microsoft.com/office/drawing/2014/main" id="{48688AC5-4D86-A6B3-F9D4-9AF37ACDF9D6}"/>
              </a:ext>
            </a:extLst>
          </p:cNvPr>
          <p:cNvSpPr>
            <a:spLocks noGrp="1"/>
          </p:cNvSpPr>
          <p:nvPr>
            <p:ph type="subTitle" idx="10"/>
          </p:nvPr>
        </p:nvSpPr>
        <p:spPr/>
        <p:txBody>
          <a:bodyPr/>
          <a:lstStyle/>
          <a:p>
            <a:r>
              <a:rPr lang="en-US" dirty="0"/>
              <a:t>VMware Cloud Foundation 9.0</a:t>
            </a:r>
          </a:p>
        </p:txBody>
      </p:sp>
    </p:spTree>
    <p:extLst>
      <p:ext uri="{BB962C8B-B14F-4D97-AF65-F5344CB8AC3E}">
        <p14:creationId xmlns:p14="http://schemas.microsoft.com/office/powerpoint/2010/main" val="3485052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EE86B-2BB1-D17A-4757-219485785D10}"/>
              </a:ext>
            </a:extLst>
          </p:cNvPr>
          <p:cNvSpPr>
            <a:spLocks noGrp="1"/>
          </p:cNvSpPr>
          <p:nvPr>
            <p:ph type="title"/>
          </p:nvPr>
        </p:nvSpPr>
        <p:spPr/>
        <p:txBody>
          <a:bodyPr/>
          <a:lstStyle/>
          <a:p>
            <a:r>
              <a:rPr lang="en-US" dirty="0"/>
              <a:t>Faster, Easier Updates and Patch Remediation</a:t>
            </a:r>
          </a:p>
        </p:txBody>
      </p:sp>
      <p:sp>
        <p:nvSpPr>
          <p:cNvPr id="18" name="Subtitle 17">
            <a:extLst>
              <a:ext uri="{FF2B5EF4-FFF2-40B4-BE49-F238E27FC236}">
                <a16:creationId xmlns:a16="http://schemas.microsoft.com/office/drawing/2014/main" id="{8DE22C28-75BB-A414-C552-63471BCC334A}"/>
              </a:ext>
            </a:extLst>
          </p:cNvPr>
          <p:cNvSpPr>
            <a:spLocks noGrp="1"/>
          </p:cNvSpPr>
          <p:nvPr>
            <p:ph type="subTitle" idx="10"/>
          </p:nvPr>
        </p:nvSpPr>
        <p:spPr/>
        <p:txBody>
          <a:bodyPr/>
          <a:lstStyle/>
          <a:p>
            <a:r>
              <a:rPr lang="en-US" dirty="0"/>
              <a:t>Patching &amp; Lifecycle Improvements</a:t>
            </a:r>
          </a:p>
        </p:txBody>
      </p:sp>
      <p:sp>
        <p:nvSpPr>
          <p:cNvPr id="5" name="Text Placeholder 4">
            <a:extLst>
              <a:ext uri="{FF2B5EF4-FFF2-40B4-BE49-F238E27FC236}">
                <a16:creationId xmlns:a16="http://schemas.microsoft.com/office/drawing/2014/main" id="{52205B2E-C668-AA12-5C65-1F773D14B028}"/>
              </a:ext>
            </a:extLst>
          </p:cNvPr>
          <p:cNvSpPr>
            <a:spLocks noGrp="1"/>
          </p:cNvSpPr>
          <p:nvPr>
            <p:ph type="body" sz="quarter" idx="19"/>
          </p:nvPr>
        </p:nvSpPr>
        <p:spPr/>
        <p:txBody>
          <a:bodyPr/>
          <a:lstStyle/>
          <a:p>
            <a:r>
              <a:rPr lang="en-US" dirty="0"/>
              <a:t>Multi-Vendor Cluster</a:t>
            </a:r>
            <a:br>
              <a:rPr lang="en-US" dirty="0"/>
            </a:br>
            <a:r>
              <a:rPr lang="en-US" dirty="0"/>
              <a:t>Images</a:t>
            </a:r>
          </a:p>
        </p:txBody>
      </p:sp>
      <p:sp>
        <p:nvSpPr>
          <p:cNvPr id="12" name="Text Placeholder 11">
            <a:extLst>
              <a:ext uri="{FF2B5EF4-FFF2-40B4-BE49-F238E27FC236}">
                <a16:creationId xmlns:a16="http://schemas.microsoft.com/office/drawing/2014/main" id="{C3034944-3FEA-9575-D5BB-26F7B9A06E24}"/>
              </a:ext>
            </a:extLst>
          </p:cNvPr>
          <p:cNvSpPr>
            <a:spLocks noGrp="1"/>
          </p:cNvSpPr>
          <p:nvPr>
            <p:ph type="body" sz="quarter" idx="21"/>
          </p:nvPr>
        </p:nvSpPr>
        <p:spPr/>
        <p:txBody>
          <a:bodyPr/>
          <a:lstStyle/>
          <a:p>
            <a:r>
              <a:rPr lang="en-US" dirty="0"/>
              <a:t>HA &amp; NSX</a:t>
            </a:r>
            <a:br>
              <a:rPr lang="en-US" dirty="0"/>
            </a:br>
            <a:r>
              <a:rPr lang="en-US" dirty="0"/>
              <a:t>VIBs now part of ESX</a:t>
            </a:r>
          </a:p>
        </p:txBody>
      </p:sp>
      <p:sp>
        <p:nvSpPr>
          <p:cNvPr id="6" name="Text Placeholder 5">
            <a:extLst>
              <a:ext uri="{FF2B5EF4-FFF2-40B4-BE49-F238E27FC236}">
                <a16:creationId xmlns:a16="http://schemas.microsoft.com/office/drawing/2014/main" id="{07006F99-4C48-1C65-47D2-F50922B88CA4}"/>
              </a:ext>
            </a:extLst>
          </p:cNvPr>
          <p:cNvSpPr>
            <a:spLocks noGrp="1"/>
          </p:cNvSpPr>
          <p:nvPr>
            <p:ph type="body" sz="quarter" idx="20"/>
          </p:nvPr>
        </p:nvSpPr>
        <p:spPr/>
        <p:txBody>
          <a:bodyPr/>
          <a:lstStyle/>
          <a:p>
            <a:r>
              <a:rPr lang="en-US" dirty="0"/>
              <a:t>Improved vMotion for </a:t>
            </a:r>
            <a:r>
              <a:rPr lang="en-US" dirty="0" err="1"/>
              <a:t>vGPU</a:t>
            </a:r>
            <a:endParaRPr lang="en-US" dirty="0"/>
          </a:p>
        </p:txBody>
      </p:sp>
      <p:sp>
        <p:nvSpPr>
          <p:cNvPr id="13" name="Text Placeholder 12">
            <a:extLst>
              <a:ext uri="{FF2B5EF4-FFF2-40B4-BE49-F238E27FC236}">
                <a16:creationId xmlns:a16="http://schemas.microsoft.com/office/drawing/2014/main" id="{80EBE367-B1A9-BEDE-70C2-67EF8B5BBB42}"/>
              </a:ext>
            </a:extLst>
          </p:cNvPr>
          <p:cNvSpPr>
            <a:spLocks noGrp="1"/>
          </p:cNvSpPr>
          <p:nvPr>
            <p:ph type="body" sz="quarter" idx="22"/>
          </p:nvPr>
        </p:nvSpPr>
        <p:spPr/>
        <p:txBody>
          <a:bodyPr/>
          <a:lstStyle/>
          <a:p>
            <a:r>
              <a:rPr lang="en-US" dirty="0"/>
              <a:t>Live Patch for </a:t>
            </a:r>
            <a:r>
              <a:rPr lang="en-US" dirty="0" err="1"/>
              <a:t>vmkernel</a:t>
            </a:r>
            <a:r>
              <a:rPr lang="en-US" dirty="0"/>
              <a:t> &amp; daemons</a:t>
            </a:r>
          </a:p>
        </p:txBody>
      </p:sp>
      <p:sp>
        <p:nvSpPr>
          <p:cNvPr id="19" name="Text Placeholder 18">
            <a:extLst>
              <a:ext uri="{FF2B5EF4-FFF2-40B4-BE49-F238E27FC236}">
                <a16:creationId xmlns:a16="http://schemas.microsoft.com/office/drawing/2014/main" id="{51943652-71DD-FA3E-F7A9-2639C68B272C}"/>
              </a:ext>
            </a:extLst>
          </p:cNvPr>
          <p:cNvSpPr>
            <a:spLocks noGrp="1"/>
          </p:cNvSpPr>
          <p:nvPr>
            <p:ph type="body" sz="quarter" idx="23"/>
          </p:nvPr>
        </p:nvSpPr>
        <p:spPr/>
        <p:txBody>
          <a:bodyPr/>
          <a:lstStyle/>
          <a:p>
            <a:r>
              <a:rPr lang="en-US" dirty="0"/>
              <a:t>Custom</a:t>
            </a:r>
            <a:br>
              <a:rPr lang="en-US" dirty="0"/>
            </a:br>
            <a:r>
              <a:rPr lang="en-US" dirty="0"/>
              <a:t>EVC</a:t>
            </a:r>
            <a:br>
              <a:rPr lang="en-US" dirty="0"/>
            </a:br>
            <a:r>
              <a:rPr lang="en-US" dirty="0"/>
              <a:t>Profiles</a:t>
            </a:r>
          </a:p>
        </p:txBody>
      </p:sp>
      <p:grpSp>
        <p:nvGrpSpPr>
          <p:cNvPr id="3" name="Group 2" descr="Recovery&#10;">
            <a:extLst>
              <a:ext uri="{FF2B5EF4-FFF2-40B4-BE49-F238E27FC236}">
                <a16:creationId xmlns:a16="http://schemas.microsoft.com/office/drawing/2014/main" id="{A556F24C-CDE1-D771-71E6-16F813C44943}"/>
              </a:ext>
            </a:extLst>
          </p:cNvPr>
          <p:cNvGrpSpPr>
            <a:grpSpLocks noChangeAspect="1"/>
          </p:cNvGrpSpPr>
          <p:nvPr/>
        </p:nvGrpSpPr>
        <p:grpSpPr>
          <a:xfrm>
            <a:off x="1022963" y="2523560"/>
            <a:ext cx="1004573" cy="1005840"/>
            <a:chOff x="529959" y="4482918"/>
            <a:chExt cx="600394" cy="601152"/>
          </a:xfrm>
          <a:solidFill>
            <a:schemeClr val="bg1"/>
          </a:solidFill>
        </p:grpSpPr>
        <p:sp>
          <p:nvSpPr>
            <p:cNvPr id="4" name="Picture Placeholder 75">
              <a:extLst>
                <a:ext uri="{FF2B5EF4-FFF2-40B4-BE49-F238E27FC236}">
                  <a16:creationId xmlns:a16="http://schemas.microsoft.com/office/drawing/2014/main" id="{F487DAC5-C0DE-C26B-5F19-FBE49A7C8ED2}"/>
                </a:ext>
              </a:extLst>
            </p:cNvPr>
            <p:cNvSpPr/>
            <p:nvPr/>
          </p:nvSpPr>
          <p:spPr>
            <a:xfrm>
              <a:off x="606171" y="4811734"/>
              <a:ext cx="37947" cy="15811"/>
            </a:xfrm>
            <a:custGeom>
              <a:avLst/>
              <a:gdLst>
                <a:gd name="connsiteX0" fmla="*/ 0 w 37947"/>
                <a:gd name="connsiteY0" fmla="*/ 0 h 15811"/>
                <a:gd name="connsiteX1" fmla="*/ 37948 w 37947"/>
                <a:gd name="connsiteY1" fmla="*/ 0 h 15811"/>
                <a:gd name="connsiteX2" fmla="*/ 37948 w 37947"/>
                <a:gd name="connsiteY2" fmla="*/ 15811 h 15811"/>
                <a:gd name="connsiteX3" fmla="*/ 0 w 37947"/>
                <a:gd name="connsiteY3" fmla="*/ 15811 h 15811"/>
              </a:gdLst>
              <a:ahLst/>
              <a:cxnLst>
                <a:cxn ang="0">
                  <a:pos x="connsiteX0" y="connsiteY0"/>
                </a:cxn>
                <a:cxn ang="0">
                  <a:pos x="connsiteX1" y="connsiteY1"/>
                </a:cxn>
                <a:cxn ang="0">
                  <a:pos x="connsiteX2" y="connsiteY2"/>
                </a:cxn>
                <a:cxn ang="0">
                  <a:pos x="connsiteX3" y="connsiteY3"/>
                </a:cxn>
              </a:cxnLst>
              <a:rect l="l" t="t" r="r" b="b"/>
              <a:pathLst>
                <a:path w="37947" h="15811">
                  <a:moveTo>
                    <a:pt x="0" y="0"/>
                  </a:moveTo>
                  <a:lnTo>
                    <a:pt x="37948" y="0"/>
                  </a:lnTo>
                  <a:lnTo>
                    <a:pt x="37948" y="15811"/>
                  </a:lnTo>
                  <a:lnTo>
                    <a:pt x="0" y="15811"/>
                  </a:lnTo>
                  <a:close/>
                </a:path>
              </a:pathLst>
            </a:custGeom>
            <a:grpFill/>
            <a:ln w="6271" cap="flat">
              <a:noFill/>
              <a:prstDash val="solid"/>
              <a:miter/>
            </a:ln>
          </p:spPr>
          <p:txBody>
            <a:bodyPr rtlCol="0" anchor="ctr"/>
            <a:lstStyle/>
            <a:p>
              <a:endParaRPr lang="en-US"/>
            </a:p>
          </p:txBody>
        </p:sp>
        <p:sp>
          <p:nvSpPr>
            <p:cNvPr id="7" name="Picture Placeholder 75">
              <a:extLst>
                <a:ext uri="{FF2B5EF4-FFF2-40B4-BE49-F238E27FC236}">
                  <a16:creationId xmlns:a16="http://schemas.microsoft.com/office/drawing/2014/main" id="{122AFD81-3845-3432-0A56-D4977CA4CC64}"/>
                </a:ext>
              </a:extLst>
            </p:cNvPr>
            <p:cNvSpPr/>
            <p:nvPr/>
          </p:nvSpPr>
          <p:spPr>
            <a:xfrm>
              <a:off x="529959" y="4781692"/>
              <a:ext cx="45853" cy="45853"/>
            </a:xfrm>
            <a:custGeom>
              <a:avLst/>
              <a:gdLst>
                <a:gd name="connsiteX0" fmla="*/ 45853 w 45853"/>
                <a:gd name="connsiteY0" fmla="*/ 45853 h 45853"/>
                <a:gd name="connsiteX1" fmla="*/ 0 w 45853"/>
                <a:gd name="connsiteY1" fmla="*/ 45853 h 45853"/>
                <a:gd name="connsiteX2" fmla="*/ 0 w 45853"/>
                <a:gd name="connsiteY2" fmla="*/ 0 h 45853"/>
                <a:gd name="connsiteX3" fmla="*/ 15812 w 45853"/>
                <a:gd name="connsiteY3" fmla="*/ 0 h 45853"/>
                <a:gd name="connsiteX4" fmla="*/ 15812 w 45853"/>
                <a:gd name="connsiteY4" fmla="*/ 30042 h 45853"/>
                <a:gd name="connsiteX5" fmla="*/ 45853 w 45853"/>
                <a:gd name="connsiteY5" fmla="*/ 30042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0" y="45853"/>
                  </a:lnTo>
                  <a:lnTo>
                    <a:pt x="0" y="0"/>
                  </a:lnTo>
                  <a:lnTo>
                    <a:pt x="15812" y="0"/>
                  </a:lnTo>
                  <a:lnTo>
                    <a:pt x="15812" y="30042"/>
                  </a:lnTo>
                  <a:lnTo>
                    <a:pt x="45853" y="30042"/>
                  </a:lnTo>
                  <a:lnTo>
                    <a:pt x="45853" y="45853"/>
                  </a:lnTo>
                  <a:close/>
                </a:path>
              </a:pathLst>
            </a:custGeom>
            <a:grpFill/>
            <a:ln w="6271" cap="flat">
              <a:noFill/>
              <a:prstDash val="solid"/>
              <a:miter/>
            </a:ln>
          </p:spPr>
          <p:txBody>
            <a:bodyPr rtlCol="0" anchor="ctr"/>
            <a:lstStyle/>
            <a:p>
              <a:endParaRPr lang="en-US"/>
            </a:p>
          </p:txBody>
        </p:sp>
        <p:sp>
          <p:nvSpPr>
            <p:cNvPr id="8" name="Picture Placeholder 75">
              <a:extLst>
                <a:ext uri="{FF2B5EF4-FFF2-40B4-BE49-F238E27FC236}">
                  <a16:creationId xmlns:a16="http://schemas.microsoft.com/office/drawing/2014/main" id="{EF3D6BEA-E167-9D00-3F19-5D9935A5D37A}"/>
                </a:ext>
              </a:extLst>
            </p:cNvPr>
            <p:cNvSpPr/>
            <p:nvPr/>
          </p:nvSpPr>
          <p:spPr>
            <a:xfrm>
              <a:off x="529959" y="4556916"/>
              <a:ext cx="15811" cy="196631"/>
            </a:xfrm>
            <a:custGeom>
              <a:avLst/>
              <a:gdLst>
                <a:gd name="connsiteX0" fmla="*/ 15812 w 15811"/>
                <a:gd name="connsiteY0" fmla="*/ 196632 h 196631"/>
                <a:gd name="connsiteX1" fmla="*/ 0 w 15811"/>
                <a:gd name="connsiteY1" fmla="*/ 196632 h 196631"/>
                <a:gd name="connsiteX2" fmla="*/ 0 w 15811"/>
                <a:gd name="connsiteY2" fmla="*/ 112388 h 196631"/>
                <a:gd name="connsiteX3" fmla="*/ 15812 w 15811"/>
                <a:gd name="connsiteY3" fmla="*/ 112388 h 196631"/>
                <a:gd name="connsiteX4" fmla="*/ 15812 w 15811"/>
                <a:gd name="connsiteY4" fmla="*/ 84244 h 196631"/>
                <a:gd name="connsiteX5" fmla="*/ 0 w 15811"/>
                <a:gd name="connsiteY5" fmla="*/ 84244 h 196631"/>
                <a:gd name="connsiteX6" fmla="*/ 0 w 15811"/>
                <a:gd name="connsiteY6" fmla="*/ 0 h 196631"/>
                <a:gd name="connsiteX7" fmla="*/ 15812 w 15811"/>
                <a:gd name="connsiteY7" fmla="*/ 0 h 196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 h="196631">
                  <a:moveTo>
                    <a:pt x="15812" y="196632"/>
                  </a:moveTo>
                  <a:lnTo>
                    <a:pt x="0" y="196632"/>
                  </a:lnTo>
                  <a:lnTo>
                    <a:pt x="0" y="112388"/>
                  </a:lnTo>
                  <a:lnTo>
                    <a:pt x="15812" y="112388"/>
                  </a:lnTo>
                  <a:close/>
                  <a:moveTo>
                    <a:pt x="15812" y="84244"/>
                  </a:moveTo>
                  <a:lnTo>
                    <a:pt x="0" y="84244"/>
                  </a:lnTo>
                  <a:lnTo>
                    <a:pt x="0" y="0"/>
                  </a:lnTo>
                  <a:lnTo>
                    <a:pt x="15812" y="0"/>
                  </a:lnTo>
                  <a:close/>
                </a:path>
              </a:pathLst>
            </a:custGeom>
            <a:grpFill/>
            <a:ln w="6271" cap="flat">
              <a:noFill/>
              <a:prstDash val="solid"/>
              <a:miter/>
            </a:ln>
          </p:spPr>
          <p:txBody>
            <a:bodyPr rtlCol="0" anchor="ctr"/>
            <a:lstStyle/>
            <a:p>
              <a:endParaRPr lang="en-US"/>
            </a:p>
          </p:txBody>
        </p:sp>
        <p:sp>
          <p:nvSpPr>
            <p:cNvPr id="9" name="Picture Placeholder 75">
              <a:extLst>
                <a:ext uri="{FF2B5EF4-FFF2-40B4-BE49-F238E27FC236}">
                  <a16:creationId xmlns:a16="http://schemas.microsoft.com/office/drawing/2014/main" id="{6D4C4AC5-9471-0368-16DE-016E9465FD2E}"/>
                </a:ext>
              </a:extLst>
            </p:cNvPr>
            <p:cNvSpPr/>
            <p:nvPr/>
          </p:nvSpPr>
          <p:spPr>
            <a:xfrm>
              <a:off x="529959" y="4482981"/>
              <a:ext cx="45853" cy="45853"/>
            </a:xfrm>
            <a:custGeom>
              <a:avLst/>
              <a:gdLst>
                <a:gd name="connsiteX0" fmla="*/ 15812 w 45853"/>
                <a:gd name="connsiteY0" fmla="*/ 45853 h 45853"/>
                <a:gd name="connsiteX1" fmla="*/ 0 w 45853"/>
                <a:gd name="connsiteY1" fmla="*/ 45853 h 45853"/>
                <a:gd name="connsiteX2" fmla="*/ 0 w 45853"/>
                <a:gd name="connsiteY2" fmla="*/ 0 h 45853"/>
                <a:gd name="connsiteX3" fmla="*/ 45853 w 45853"/>
                <a:gd name="connsiteY3" fmla="*/ 0 h 45853"/>
                <a:gd name="connsiteX4" fmla="*/ 45853 w 45853"/>
                <a:gd name="connsiteY4" fmla="*/ 15812 h 45853"/>
                <a:gd name="connsiteX5" fmla="*/ 15812 w 45853"/>
                <a:gd name="connsiteY5" fmla="*/ 15812 h 45853"/>
                <a:gd name="connsiteX6" fmla="*/ 15812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15812" y="45853"/>
                  </a:moveTo>
                  <a:lnTo>
                    <a:pt x="0" y="45853"/>
                  </a:lnTo>
                  <a:lnTo>
                    <a:pt x="0" y="0"/>
                  </a:lnTo>
                  <a:lnTo>
                    <a:pt x="45853" y="0"/>
                  </a:lnTo>
                  <a:lnTo>
                    <a:pt x="45853" y="15812"/>
                  </a:lnTo>
                  <a:lnTo>
                    <a:pt x="15812" y="15812"/>
                  </a:lnTo>
                  <a:lnTo>
                    <a:pt x="15812" y="45853"/>
                  </a:lnTo>
                  <a:close/>
                </a:path>
              </a:pathLst>
            </a:custGeom>
            <a:grpFill/>
            <a:ln w="6271" cap="flat">
              <a:noFill/>
              <a:prstDash val="solid"/>
              <a:miter/>
            </a:ln>
          </p:spPr>
          <p:txBody>
            <a:bodyPr rtlCol="0" anchor="ctr"/>
            <a:lstStyle/>
            <a:p>
              <a:endParaRPr lang="en-US"/>
            </a:p>
          </p:txBody>
        </p:sp>
        <p:sp>
          <p:nvSpPr>
            <p:cNvPr id="10" name="Picture Placeholder 75">
              <a:extLst>
                <a:ext uri="{FF2B5EF4-FFF2-40B4-BE49-F238E27FC236}">
                  <a16:creationId xmlns:a16="http://schemas.microsoft.com/office/drawing/2014/main" id="{5232AAFC-6F3E-2DF1-C3C3-1E140FA2F3CE}"/>
                </a:ext>
              </a:extLst>
            </p:cNvPr>
            <p:cNvSpPr/>
            <p:nvPr/>
          </p:nvSpPr>
          <p:spPr>
            <a:xfrm>
              <a:off x="604021" y="4482918"/>
              <a:ext cx="197580" cy="15811"/>
            </a:xfrm>
            <a:custGeom>
              <a:avLst/>
              <a:gdLst>
                <a:gd name="connsiteX0" fmla="*/ 197581 w 197580"/>
                <a:gd name="connsiteY0" fmla="*/ 15812 h 15811"/>
                <a:gd name="connsiteX1" fmla="*/ 112894 w 197580"/>
                <a:gd name="connsiteY1" fmla="*/ 15812 h 15811"/>
                <a:gd name="connsiteX2" fmla="*/ 112894 w 197580"/>
                <a:gd name="connsiteY2" fmla="*/ 0 h 15811"/>
                <a:gd name="connsiteX3" fmla="*/ 197581 w 197580"/>
                <a:gd name="connsiteY3" fmla="*/ 0 h 15811"/>
                <a:gd name="connsiteX4" fmla="*/ 84623 w 197580"/>
                <a:gd name="connsiteY4" fmla="*/ 15812 h 15811"/>
                <a:gd name="connsiteX5" fmla="*/ 0 w 197580"/>
                <a:gd name="connsiteY5" fmla="*/ 15812 h 15811"/>
                <a:gd name="connsiteX6" fmla="*/ 0 w 197580"/>
                <a:gd name="connsiteY6" fmla="*/ 0 h 15811"/>
                <a:gd name="connsiteX7" fmla="*/ 84623 w 197580"/>
                <a:gd name="connsiteY7" fmla="*/ 0 h 1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580" h="15811">
                  <a:moveTo>
                    <a:pt x="197581" y="15812"/>
                  </a:moveTo>
                  <a:lnTo>
                    <a:pt x="112894" y="15812"/>
                  </a:lnTo>
                  <a:lnTo>
                    <a:pt x="112894" y="0"/>
                  </a:lnTo>
                  <a:lnTo>
                    <a:pt x="197581" y="0"/>
                  </a:lnTo>
                  <a:close/>
                  <a:moveTo>
                    <a:pt x="84623" y="15812"/>
                  </a:moveTo>
                  <a:lnTo>
                    <a:pt x="0" y="15812"/>
                  </a:lnTo>
                  <a:lnTo>
                    <a:pt x="0" y="0"/>
                  </a:lnTo>
                  <a:lnTo>
                    <a:pt x="84623" y="0"/>
                  </a:lnTo>
                  <a:close/>
                </a:path>
              </a:pathLst>
            </a:custGeom>
            <a:grpFill/>
            <a:ln w="6271" cap="flat">
              <a:noFill/>
              <a:prstDash val="solid"/>
              <a:miter/>
            </a:ln>
          </p:spPr>
          <p:txBody>
            <a:bodyPr rtlCol="0" anchor="ctr"/>
            <a:lstStyle/>
            <a:p>
              <a:endParaRPr lang="en-US"/>
            </a:p>
          </p:txBody>
        </p:sp>
        <p:sp>
          <p:nvSpPr>
            <p:cNvPr id="11" name="Picture Placeholder 75">
              <a:extLst>
                <a:ext uri="{FF2B5EF4-FFF2-40B4-BE49-F238E27FC236}">
                  <a16:creationId xmlns:a16="http://schemas.microsoft.com/office/drawing/2014/main" id="{184146F9-9453-6193-995F-CC3A1E1F589F}"/>
                </a:ext>
              </a:extLst>
            </p:cNvPr>
            <p:cNvSpPr/>
            <p:nvPr/>
          </p:nvSpPr>
          <p:spPr>
            <a:xfrm>
              <a:off x="829809" y="4482981"/>
              <a:ext cx="45853" cy="45853"/>
            </a:xfrm>
            <a:custGeom>
              <a:avLst/>
              <a:gdLst>
                <a:gd name="connsiteX0" fmla="*/ 45853 w 45853"/>
                <a:gd name="connsiteY0" fmla="*/ 45853 h 45853"/>
                <a:gd name="connsiteX1" fmla="*/ 30042 w 45853"/>
                <a:gd name="connsiteY1" fmla="*/ 45853 h 45853"/>
                <a:gd name="connsiteX2" fmla="*/ 30042 w 45853"/>
                <a:gd name="connsiteY2" fmla="*/ 15812 h 45853"/>
                <a:gd name="connsiteX3" fmla="*/ 0 w 45853"/>
                <a:gd name="connsiteY3" fmla="*/ 15812 h 45853"/>
                <a:gd name="connsiteX4" fmla="*/ 0 w 45853"/>
                <a:gd name="connsiteY4" fmla="*/ 0 h 45853"/>
                <a:gd name="connsiteX5" fmla="*/ 45853 w 45853"/>
                <a:gd name="connsiteY5" fmla="*/ 0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30042" y="45853"/>
                  </a:lnTo>
                  <a:lnTo>
                    <a:pt x="30042" y="15812"/>
                  </a:lnTo>
                  <a:lnTo>
                    <a:pt x="0" y="15812"/>
                  </a:lnTo>
                  <a:lnTo>
                    <a:pt x="0" y="0"/>
                  </a:lnTo>
                  <a:lnTo>
                    <a:pt x="45853" y="0"/>
                  </a:lnTo>
                  <a:lnTo>
                    <a:pt x="45853" y="45853"/>
                  </a:lnTo>
                  <a:close/>
                </a:path>
              </a:pathLst>
            </a:custGeom>
            <a:grpFill/>
            <a:ln w="6271" cap="flat">
              <a:noFill/>
              <a:prstDash val="solid"/>
              <a:miter/>
            </a:ln>
          </p:spPr>
          <p:txBody>
            <a:bodyPr rtlCol="0" anchor="ctr"/>
            <a:lstStyle/>
            <a:p>
              <a:endParaRPr lang="en-US"/>
            </a:p>
          </p:txBody>
        </p:sp>
        <p:sp>
          <p:nvSpPr>
            <p:cNvPr id="14" name="Picture Placeholder 75">
              <a:extLst>
                <a:ext uri="{FF2B5EF4-FFF2-40B4-BE49-F238E27FC236}">
                  <a16:creationId xmlns:a16="http://schemas.microsoft.com/office/drawing/2014/main" id="{E828D9A1-5AF3-F320-EB2A-BBB67B1FAE9A}"/>
                </a:ext>
              </a:extLst>
            </p:cNvPr>
            <p:cNvSpPr/>
            <p:nvPr/>
          </p:nvSpPr>
          <p:spPr>
            <a:xfrm>
              <a:off x="859851" y="4557295"/>
              <a:ext cx="15811" cy="37947"/>
            </a:xfrm>
            <a:custGeom>
              <a:avLst/>
              <a:gdLst>
                <a:gd name="connsiteX0" fmla="*/ 0 w 15811"/>
                <a:gd name="connsiteY0" fmla="*/ 0 h 37947"/>
                <a:gd name="connsiteX1" fmla="*/ 15811 w 15811"/>
                <a:gd name="connsiteY1" fmla="*/ 0 h 37947"/>
                <a:gd name="connsiteX2" fmla="*/ 15811 w 15811"/>
                <a:gd name="connsiteY2" fmla="*/ 37948 h 37947"/>
                <a:gd name="connsiteX3" fmla="*/ 0 w 15811"/>
                <a:gd name="connsiteY3" fmla="*/ 37948 h 37947"/>
              </a:gdLst>
              <a:ahLst/>
              <a:cxnLst>
                <a:cxn ang="0">
                  <a:pos x="connsiteX0" y="connsiteY0"/>
                </a:cxn>
                <a:cxn ang="0">
                  <a:pos x="connsiteX1" y="connsiteY1"/>
                </a:cxn>
                <a:cxn ang="0">
                  <a:pos x="connsiteX2" y="connsiteY2"/>
                </a:cxn>
                <a:cxn ang="0">
                  <a:pos x="connsiteX3" y="connsiteY3"/>
                </a:cxn>
              </a:cxnLst>
              <a:rect l="l" t="t" r="r" b="b"/>
              <a:pathLst>
                <a:path w="15811" h="37947">
                  <a:moveTo>
                    <a:pt x="0" y="0"/>
                  </a:moveTo>
                  <a:lnTo>
                    <a:pt x="15811" y="0"/>
                  </a:lnTo>
                  <a:lnTo>
                    <a:pt x="15811" y="37948"/>
                  </a:lnTo>
                  <a:lnTo>
                    <a:pt x="0" y="37948"/>
                  </a:lnTo>
                  <a:close/>
                </a:path>
              </a:pathLst>
            </a:custGeom>
            <a:grpFill/>
            <a:ln w="6271" cap="flat">
              <a:noFill/>
              <a:prstDash val="solid"/>
              <a:miter/>
            </a:ln>
          </p:spPr>
          <p:txBody>
            <a:bodyPr rtlCol="0" anchor="ctr"/>
            <a:lstStyle/>
            <a:p>
              <a:endParaRPr lang="en-US"/>
            </a:p>
          </p:txBody>
        </p:sp>
        <p:sp>
          <p:nvSpPr>
            <p:cNvPr id="15" name="Picture Placeholder 75">
              <a:extLst>
                <a:ext uri="{FF2B5EF4-FFF2-40B4-BE49-F238E27FC236}">
                  <a16:creationId xmlns:a16="http://schemas.microsoft.com/office/drawing/2014/main" id="{DAF48721-2F66-62BB-C33C-0CF07030772A}"/>
                </a:ext>
              </a:extLst>
            </p:cNvPr>
            <p:cNvSpPr/>
            <p:nvPr/>
          </p:nvSpPr>
          <p:spPr>
            <a:xfrm>
              <a:off x="719634" y="4935317"/>
              <a:ext cx="37947" cy="15811"/>
            </a:xfrm>
            <a:custGeom>
              <a:avLst/>
              <a:gdLst>
                <a:gd name="connsiteX0" fmla="*/ 0 w 37947"/>
                <a:gd name="connsiteY0" fmla="*/ 0 h 15811"/>
                <a:gd name="connsiteX1" fmla="*/ 37948 w 37947"/>
                <a:gd name="connsiteY1" fmla="*/ 0 h 15811"/>
                <a:gd name="connsiteX2" fmla="*/ 37948 w 37947"/>
                <a:gd name="connsiteY2" fmla="*/ 15811 h 15811"/>
                <a:gd name="connsiteX3" fmla="*/ 0 w 37947"/>
                <a:gd name="connsiteY3" fmla="*/ 15811 h 15811"/>
              </a:gdLst>
              <a:ahLst/>
              <a:cxnLst>
                <a:cxn ang="0">
                  <a:pos x="connsiteX0" y="connsiteY0"/>
                </a:cxn>
                <a:cxn ang="0">
                  <a:pos x="connsiteX1" y="connsiteY1"/>
                </a:cxn>
                <a:cxn ang="0">
                  <a:pos x="connsiteX2" y="connsiteY2"/>
                </a:cxn>
                <a:cxn ang="0">
                  <a:pos x="connsiteX3" y="connsiteY3"/>
                </a:cxn>
              </a:cxnLst>
              <a:rect l="l" t="t" r="r" b="b"/>
              <a:pathLst>
                <a:path w="37947" h="15811">
                  <a:moveTo>
                    <a:pt x="0" y="0"/>
                  </a:moveTo>
                  <a:lnTo>
                    <a:pt x="37948" y="0"/>
                  </a:lnTo>
                  <a:lnTo>
                    <a:pt x="37948" y="15811"/>
                  </a:lnTo>
                  <a:lnTo>
                    <a:pt x="0" y="15811"/>
                  </a:lnTo>
                  <a:close/>
                </a:path>
              </a:pathLst>
            </a:custGeom>
            <a:grpFill/>
            <a:ln w="6271" cap="flat">
              <a:noFill/>
              <a:prstDash val="solid"/>
              <a:miter/>
            </a:ln>
          </p:spPr>
          <p:txBody>
            <a:bodyPr rtlCol="0" anchor="ctr"/>
            <a:lstStyle/>
            <a:p>
              <a:endParaRPr lang="en-US"/>
            </a:p>
          </p:txBody>
        </p:sp>
        <p:sp>
          <p:nvSpPr>
            <p:cNvPr id="16" name="Picture Placeholder 75">
              <a:extLst>
                <a:ext uri="{FF2B5EF4-FFF2-40B4-BE49-F238E27FC236}">
                  <a16:creationId xmlns:a16="http://schemas.microsoft.com/office/drawing/2014/main" id="{D44AC82B-2DE4-5001-2A17-5B7C627831E7}"/>
                </a:ext>
              </a:extLst>
            </p:cNvPr>
            <p:cNvSpPr/>
            <p:nvPr/>
          </p:nvSpPr>
          <p:spPr>
            <a:xfrm>
              <a:off x="653669" y="4905275"/>
              <a:ext cx="45853" cy="45853"/>
            </a:xfrm>
            <a:custGeom>
              <a:avLst/>
              <a:gdLst>
                <a:gd name="connsiteX0" fmla="*/ 45853 w 45853"/>
                <a:gd name="connsiteY0" fmla="*/ 45853 h 45853"/>
                <a:gd name="connsiteX1" fmla="*/ 0 w 45853"/>
                <a:gd name="connsiteY1" fmla="*/ 45853 h 45853"/>
                <a:gd name="connsiteX2" fmla="*/ 0 w 45853"/>
                <a:gd name="connsiteY2" fmla="*/ 0 h 45853"/>
                <a:gd name="connsiteX3" fmla="*/ 15812 w 45853"/>
                <a:gd name="connsiteY3" fmla="*/ 0 h 45853"/>
                <a:gd name="connsiteX4" fmla="*/ 15812 w 45853"/>
                <a:gd name="connsiteY4" fmla="*/ 30042 h 45853"/>
                <a:gd name="connsiteX5" fmla="*/ 45853 w 45853"/>
                <a:gd name="connsiteY5" fmla="*/ 30042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0" y="45853"/>
                  </a:lnTo>
                  <a:lnTo>
                    <a:pt x="0" y="0"/>
                  </a:lnTo>
                  <a:lnTo>
                    <a:pt x="15812" y="0"/>
                  </a:lnTo>
                  <a:lnTo>
                    <a:pt x="15812" y="30042"/>
                  </a:lnTo>
                  <a:lnTo>
                    <a:pt x="45853" y="30042"/>
                  </a:lnTo>
                  <a:lnTo>
                    <a:pt x="45853" y="45853"/>
                  </a:lnTo>
                  <a:close/>
                </a:path>
              </a:pathLst>
            </a:custGeom>
            <a:grpFill/>
            <a:ln w="6271" cap="flat">
              <a:noFill/>
              <a:prstDash val="solid"/>
              <a:miter/>
            </a:ln>
          </p:spPr>
          <p:txBody>
            <a:bodyPr rtlCol="0" anchor="ctr"/>
            <a:lstStyle/>
            <a:p>
              <a:endParaRPr lang="en-US"/>
            </a:p>
          </p:txBody>
        </p:sp>
        <p:sp>
          <p:nvSpPr>
            <p:cNvPr id="17" name="Picture Placeholder 75">
              <a:extLst>
                <a:ext uri="{FF2B5EF4-FFF2-40B4-BE49-F238E27FC236}">
                  <a16:creationId xmlns:a16="http://schemas.microsoft.com/office/drawing/2014/main" id="{59874881-BE66-8A2E-E171-2B474DF35787}"/>
                </a:ext>
              </a:extLst>
            </p:cNvPr>
            <p:cNvSpPr/>
            <p:nvPr/>
          </p:nvSpPr>
          <p:spPr>
            <a:xfrm>
              <a:off x="653858" y="4680372"/>
              <a:ext cx="15811" cy="196821"/>
            </a:xfrm>
            <a:custGeom>
              <a:avLst/>
              <a:gdLst>
                <a:gd name="connsiteX0" fmla="*/ 15812 w 15811"/>
                <a:gd name="connsiteY0" fmla="*/ 196822 h 196821"/>
                <a:gd name="connsiteX1" fmla="*/ 0 w 15811"/>
                <a:gd name="connsiteY1" fmla="*/ 196822 h 196821"/>
                <a:gd name="connsiteX2" fmla="*/ 0 w 15811"/>
                <a:gd name="connsiteY2" fmla="*/ 112515 h 196821"/>
                <a:gd name="connsiteX3" fmla="*/ 15812 w 15811"/>
                <a:gd name="connsiteY3" fmla="*/ 112515 h 196821"/>
                <a:gd name="connsiteX4" fmla="*/ 15812 w 15811"/>
                <a:gd name="connsiteY4" fmla="*/ 84433 h 196821"/>
                <a:gd name="connsiteX5" fmla="*/ 0 w 15811"/>
                <a:gd name="connsiteY5" fmla="*/ 84433 h 196821"/>
                <a:gd name="connsiteX6" fmla="*/ 0 w 15811"/>
                <a:gd name="connsiteY6" fmla="*/ 0 h 196821"/>
                <a:gd name="connsiteX7" fmla="*/ 15812 w 15811"/>
                <a:gd name="connsiteY7" fmla="*/ 0 h 19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 h="196821">
                  <a:moveTo>
                    <a:pt x="15812" y="196822"/>
                  </a:moveTo>
                  <a:lnTo>
                    <a:pt x="0" y="196822"/>
                  </a:lnTo>
                  <a:lnTo>
                    <a:pt x="0" y="112515"/>
                  </a:lnTo>
                  <a:lnTo>
                    <a:pt x="15812" y="112515"/>
                  </a:lnTo>
                  <a:close/>
                  <a:moveTo>
                    <a:pt x="15812" y="84433"/>
                  </a:moveTo>
                  <a:lnTo>
                    <a:pt x="0" y="84433"/>
                  </a:lnTo>
                  <a:lnTo>
                    <a:pt x="0" y="0"/>
                  </a:lnTo>
                  <a:lnTo>
                    <a:pt x="15812" y="0"/>
                  </a:lnTo>
                  <a:close/>
                </a:path>
              </a:pathLst>
            </a:custGeom>
            <a:grpFill/>
            <a:ln w="6271" cap="flat">
              <a:noFill/>
              <a:prstDash val="solid"/>
              <a:miter/>
            </a:ln>
          </p:spPr>
          <p:txBody>
            <a:bodyPr rtlCol="0" anchor="ctr"/>
            <a:lstStyle/>
            <a:p>
              <a:endParaRPr lang="en-US"/>
            </a:p>
          </p:txBody>
        </p:sp>
        <p:sp>
          <p:nvSpPr>
            <p:cNvPr id="25" name="Picture Placeholder 75">
              <a:extLst>
                <a:ext uri="{FF2B5EF4-FFF2-40B4-BE49-F238E27FC236}">
                  <a16:creationId xmlns:a16="http://schemas.microsoft.com/office/drawing/2014/main" id="{073ECB58-0515-5A2D-62AD-2C6B2FA6C390}"/>
                </a:ext>
              </a:extLst>
            </p:cNvPr>
            <p:cNvSpPr/>
            <p:nvPr/>
          </p:nvSpPr>
          <p:spPr>
            <a:xfrm>
              <a:off x="653669" y="4606564"/>
              <a:ext cx="45853" cy="45853"/>
            </a:xfrm>
            <a:custGeom>
              <a:avLst/>
              <a:gdLst>
                <a:gd name="connsiteX0" fmla="*/ 15812 w 45853"/>
                <a:gd name="connsiteY0" fmla="*/ 45853 h 45853"/>
                <a:gd name="connsiteX1" fmla="*/ 0 w 45853"/>
                <a:gd name="connsiteY1" fmla="*/ 45853 h 45853"/>
                <a:gd name="connsiteX2" fmla="*/ 0 w 45853"/>
                <a:gd name="connsiteY2" fmla="*/ 0 h 45853"/>
                <a:gd name="connsiteX3" fmla="*/ 45853 w 45853"/>
                <a:gd name="connsiteY3" fmla="*/ 0 h 45853"/>
                <a:gd name="connsiteX4" fmla="*/ 45853 w 45853"/>
                <a:gd name="connsiteY4" fmla="*/ 15812 h 45853"/>
                <a:gd name="connsiteX5" fmla="*/ 15812 w 45853"/>
                <a:gd name="connsiteY5" fmla="*/ 15812 h 45853"/>
                <a:gd name="connsiteX6" fmla="*/ 15812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15812" y="45853"/>
                  </a:moveTo>
                  <a:lnTo>
                    <a:pt x="0" y="45853"/>
                  </a:lnTo>
                  <a:lnTo>
                    <a:pt x="0" y="0"/>
                  </a:lnTo>
                  <a:lnTo>
                    <a:pt x="45853" y="0"/>
                  </a:lnTo>
                  <a:lnTo>
                    <a:pt x="45853" y="15812"/>
                  </a:lnTo>
                  <a:lnTo>
                    <a:pt x="15812" y="15812"/>
                  </a:lnTo>
                  <a:lnTo>
                    <a:pt x="15812" y="45853"/>
                  </a:lnTo>
                  <a:close/>
                </a:path>
              </a:pathLst>
            </a:custGeom>
            <a:grpFill/>
            <a:ln w="6271" cap="flat">
              <a:noFill/>
              <a:prstDash val="solid"/>
              <a:miter/>
            </a:ln>
          </p:spPr>
          <p:txBody>
            <a:bodyPr rtlCol="0" anchor="ctr"/>
            <a:lstStyle/>
            <a:p>
              <a:endParaRPr lang="en-US"/>
            </a:p>
          </p:txBody>
        </p:sp>
        <p:sp>
          <p:nvSpPr>
            <p:cNvPr id="26" name="Picture Placeholder 75">
              <a:extLst>
                <a:ext uri="{FF2B5EF4-FFF2-40B4-BE49-F238E27FC236}">
                  <a16:creationId xmlns:a16="http://schemas.microsoft.com/office/drawing/2014/main" id="{10023071-C993-AC28-3CC5-02C721573BD3}"/>
                </a:ext>
              </a:extLst>
            </p:cNvPr>
            <p:cNvSpPr/>
            <p:nvPr/>
          </p:nvSpPr>
          <p:spPr>
            <a:xfrm>
              <a:off x="727793" y="4606564"/>
              <a:ext cx="197517" cy="15811"/>
            </a:xfrm>
            <a:custGeom>
              <a:avLst/>
              <a:gdLst>
                <a:gd name="connsiteX0" fmla="*/ 197517 w 197517"/>
                <a:gd name="connsiteY0" fmla="*/ 15812 h 15811"/>
                <a:gd name="connsiteX1" fmla="*/ 112641 w 197517"/>
                <a:gd name="connsiteY1" fmla="*/ 15812 h 15811"/>
                <a:gd name="connsiteX2" fmla="*/ 112641 w 197517"/>
                <a:gd name="connsiteY2" fmla="*/ 0 h 15811"/>
                <a:gd name="connsiteX3" fmla="*/ 197517 w 197517"/>
                <a:gd name="connsiteY3" fmla="*/ 0 h 15811"/>
                <a:gd name="connsiteX4" fmla="*/ 84623 w 197517"/>
                <a:gd name="connsiteY4" fmla="*/ 15812 h 15811"/>
                <a:gd name="connsiteX5" fmla="*/ 0 w 197517"/>
                <a:gd name="connsiteY5" fmla="*/ 15812 h 15811"/>
                <a:gd name="connsiteX6" fmla="*/ 0 w 197517"/>
                <a:gd name="connsiteY6" fmla="*/ 0 h 15811"/>
                <a:gd name="connsiteX7" fmla="*/ 84623 w 197517"/>
                <a:gd name="connsiteY7" fmla="*/ 0 h 1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517" h="15811">
                  <a:moveTo>
                    <a:pt x="197517" y="15812"/>
                  </a:moveTo>
                  <a:lnTo>
                    <a:pt x="112641" y="15812"/>
                  </a:lnTo>
                  <a:lnTo>
                    <a:pt x="112641" y="0"/>
                  </a:lnTo>
                  <a:lnTo>
                    <a:pt x="197517" y="0"/>
                  </a:lnTo>
                  <a:close/>
                  <a:moveTo>
                    <a:pt x="84623" y="15812"/>
                  </a:moveTo>
                  <a:lnTo>
                    <a:pt x="0" y="15812"/>
                  </a:lnTo>
                  <a:lnTo>
                    <a:pt x="0" y="0"/>
                  </a:lnTo>
                  <a:lnTo>
                    <a:pt x="84623" y="0"/>
                  </a:lnTo>
                  <a:close/>
                </a:path>
              </a:pathLst>
            </a:custGeom>
            <a:grpFill/>
            <a:ln w="6271" cap="flat">
              <a:noFill/>
              <a:prstDash val="solid"/>
              <a:miter/>
            </a:ln>
          </p:spPr>
          <p:txBody>
            <a:bodyPr rtlCol="0" anchor="ctr"/>
            <a:lstStyle/>
            <a:p>
              <a:endParaRPr lang="en-US"/>
            </a:p>
          </p:txBody>
        </p:sp>
        <p:sp>
          <p:nvSpPr>
            <p:cNvPr id="27" name="Picture Placeholder 75">
              <a:extLst>
                <a:ext uri="{FF2B5EF4-FFF2-40B4-BE49-F238E27FC236}">
                  <a16:creationId xmlns:a16="http://schemas.microsoft.com/office/drawing/2014/main" id="{75081748-B584-2331-8FE3-5E616ED98D95}"/>
                </a:ext>
              </a:extLst>
            </p:cNvPr>
            <p:cNvSpPr/>
            <p:nvPr/>
          </p:nvSpPr>
          <p:spPr>
            <a:xfrm>
              <a:off x="953581" y="4606564"/>
              <a:ext cx="45853" cy="45853"/>
            </a:xfrm>
            <a:custGeom>
              <a:avLst/>
              <a:gdLst>
                <a:gd name="connsiteX0" fmla="*/ 45853 w 45853"/>
                <a:gd name="connsiteY0" fmla="*/ 45853 h 45853"/>
                <a:gd name="connsiteX1" fmla="*/ 30042 w 45853"/>
                <a:gd name="connsiteY1" fmla="*/ 45853 h 45853"/>
                <a:gd name="connsiteX2" fmla="*/ 30042 w 45853"/>
                <a:gd name="connsiteY2" fmla="*/ 15812 h 45853"/>
                <a:gd name="connsiteX3" fmla="*/ 0 w 45853"/>
                <a:gd name="connsiteY3" fmla="*/ 15812 h 45853"/>
                <a:gd name="connsiteX4" fmla="*/ 0 w 45853"/>
                <a:gd name="connsiteY4" fmla="*/ 0 h 45853"/>
                <a:gd name="connsiteX5" fmla="*/ 45853 w 45853"/>
                <a:gd name="connsiteY5" fmla="*/ 0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30042" y="45853"/>
                  </a:lnTo>
                  <a:lnTo>
                    <a:pt x="30042" y="15812"/>
                  </a:lnTo>
                  <a:lnTo>
                    <a:pt x="0" y="15812"/>
                  </a:lnTo>
                  <a:lnTo>
                    <a:pt x="0" y="0"/>
                  </a:lnTo>
                  <a:lnTo>
                    <a:pt x="45853" y="0"/>
                  </a:lnTo>
                  <a:lnTo>
                    <a:pt x="45853" y="45853"/>
                  </a:lnTo>
                  <a:close/>
                </a:path>
              </a:pathLst>
            </a:custGeom>
            <a:grpFill/>
            <a:ln w="6271" cap="flat">
              <a:noFill/>
              <a:prstDash val="solid"/>
              <a:miter/>
            </a:ln>
          </p:spPr>
          <p:txBody>
            <a:bodyPr rtlCol="0" anchor="ctr"/>
            <a:lstStyle/>
            <a:p>
              <a:endParaRPr lang="en-US"/>
            </a:p>
          </p:txBody>
        </p:sp>
        <p:sp>
          <p:nvSpPr>
            <p:cNvPr id="28" name="Picture Placeholder 75">
              <a:extLst>
                <a:ext uri="{FF2B5EF4-FFF2-40B4-BE49-F238E27FC236}">
                  <a16:creationId xmlns:a16="http://schemas.microsoft.com/office/drawing/2014/main" id="{EC5C613C-5FD3-E655-8294-68A2C1D10691}"/>
                </a:ext>
              </a:extLst>
            </p:cNvPr>
            <p:cNvSpPr/>
            <p:nvPr/>
          </p:nvSpPr>
          <p:spPr>
            <a:xfrm>
              <a:off x="983623" y="4674427"/>
              <a:ext cx="15811" cy="37947"/>
            </a:xfrm>
            <a:custGeom>
              <a:avLst/>
              <a:gdLst>
                <a:gd name="connsiteX0" fmla="*/ 0 w 15811"/>
                <a:gd name="connsiteY0" fmla="*/ 0 h 37947"/>
                <a:gd name="connsiteX1" fmla="*/ 15811 w 15811"/>
                <a:gd name="connsiteY1" fmla="*/ 0 h 37947"/>
                <a:gd name="connsiteX2" fmla="*/ 15811 w 15811"/>
                <a:gd name="connsiteY2" fmla="*/ 37948 h 37947"/>
                <a:gd name="connsiteX3" fmla="*/ 0 w 15811"/>
                <a:gd name="connsiteY3" fmla="*/ 37948 h 37947"/>
              </a:gdLst>
              <a:ahLst/>
              <a:cxnLst>
                <a:cxn ang="0">
                  <a:pos x="connsiteX0" y="connsiteY0"/>
                </a:cxn>
                <a:cxn ang="0">
                  <a:pos x="connsiteX1" y="connsiteY1"/>
                </a:cxn>
                <a:cxn ang="0">
                  <a:pos x="connsiteX2" y="connsiteY2"/>
                </a:cxn>
                <a:cxn ang="0">
                  <a:pos x="connsiteX3" y="connsiteY3"/>
                </a:cxn>
              </a:cxnLst>
              <a:rect l="l" t="t" r="r" b="b"/>
              <a:pathLst>
                <a:path w="15811" h="37947">
                  <a:moveTo>
                    <a:pt x="0" y="0"/>
                  </a:moveTo>
                  <a:lnTo>
                    <a:pt x="15811" y="0"/>
                  </a:lnTo>
                  <a:lnTo>
                    <a:pt x="15811" y="37948"/>
                  </a:lnTo>
                  <a:lnTo>
                    <a:pt x="0" y="37948"/>
                  </a:lnTo>
                  <a:close/>
                </a:path>
              </a:pathLst>
            </a:custGeom>
            <a:grpFill/>
            <a:ln w="6271" cap="flat">
              <a:noFill/>
              <a:prstDash val="solid"/>
              <a:miter/>
            </a:ln>
          </p:spPr>
          <p:txBody>
            <a:bodyPr rtlCol="0" anchor="ctr"/>
            <a:lstStyle/>
            <a:p>
              <a:endParaRPr lang="en-US"/>
            </a:p>
          </p:txBody>
        </p:sp>
        <p:sp>
          <p:nvSpPr>
            <p:cNvPr id="29" name="Picture Placeholder 75">
              <a:extLst>
                <a:ext uri="{FF2B5EF4-FFF2-40B4-BE49-F238E27FC236}">
                  <a16:creationId xmlns:a16="http://schemas.microsoft.com/office/drawing/2014/main" id="{D9E9050D-8FD7-DFB1-0638-3408C74069AB}"/>
                </a:ext>
              </a:extLst>
            </p:cNvPr>
            <p:cNvSpPr/>
            <p:nvPr/>
          </p:nvSpPr>
          <p:spPr>
            <a:xfrm>
              <a:off x="773646" y="4728565"/>
              <a:ext cx="356707" cy="355505"/>
            </a:xfrm>
            <a:custGeom>
              <a:avLst/>
              <a:gdLst>
                <a:gd name="connsiteX0" fmla="*/ 340896 w 356707"/>
                <a:gd name="connsiteY0" fmla="*/ 15812 h 355505"/>
                <a:gd name="connsiteX1" fmla="*/ 340896 w 356707"/>
                <a:gd name="connsiteY1" fmla="*/ 339694 h 355505"/>
                <a:gd name="connsiteX2" fmla="*/ 15812 w 356707"/>
                <a:gd name="connsiteY2" fmla="*/ 339694 h 355505"/>
                <a:gd name="connsiteX3" fmla="*/ 15812 w 356707"/>
                <a:gd name="connsiteY3" fmla="*/ 15812 h 355505"/>
                <a:gd name="connsiteX4" fmla="*/ 340896 w 356707"/>
                <a:gd name="connsiteY4" fmla="*/ 15812 h 355505"/>
                <a:gd name="connsiteX5" fmla="*/ 356707 w 356707"/>
                <a:gd name="connsiteY5" fmla="*/ 0 h 355505"/>
                <a:gd name="connsiteX6" fmla="*/ 0 w 356707"/>
                <a:gd name="connsiteY6" fmla="*/ 0 h 355505"/>
                <a:gd name="connsiteX7" fmla="*/ 0 w 356707"/>
                <a:gd name="connsiteY7" fmla="*/ 355506 h 355505"/>
                <a:gd name="connsiteX8" fmla="*/ 356707 w 356707"/>
                <a:gd name="connsiteY8" fmla="*/ 355506 h 355505"/>
                <a:gd name="connsiteX9" fmla="*/ 356707 w 356707"/>
                <a:gd name="connsiteY9" fmla="*/ 0 h 355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6707" h="355505">
                  <a:moveTo>
                    <a:pt x="340896" y="15812"/>
                  </a:moveTo>
                  <a:lnTo>
                    <a:pt x="340896" y="339694"/>
                  </a:lnTo>
                  <a:lnTo>
                    <a:pt x="15812" y="339694"/>
                  </a:lnTo>
                  <a:lnTo>
                    <a:pt x="15812" y="15812"/>
                  </a:lnTo>
                  <a:lnTo>
                    <a:pt x="340896" y="15812"/>
                  </a:lnTo>
                  <a:moveTo>
                    <a:pt x="356707" y="0"/>
                  </a:moveTo>
                  <a:lnTo>
                    <a:pt x="0" y="0"/>
                  </a:lnTo>
                  <a:lnTo>
                    <a:pt x="0" y="355506"/>
                  </a:lnTo>
                  <a:lnTo>
                    <a:pt x="356707" y="355506"/>
                  </a:lnTo>
                  <a:lnTo>
                    <a:pt x="356707" y="0"/>
                  </a:lnTo>
                  <a:close/>
                </a:path>
              </a:pathLst>
            </a:custGeom>
            <a:grpFill/>
            <a:ln w="6271" cap="flat">
              <a:noFill/>
              <a:prstDash val="solid"/>
              <a:miter/>
            </a:ln>
          </p:spPr>
          <p:txBody>
            <a:bodyPr rtlCol="0" anchor="ctr"/>
            <a:lstStyle/>
            <a:p>
              <a:endParaRPr lang="en-US"/>
            </a:p>
          </p:txBody>
        </p:sp>
        <p:sp>
          <p:nvSpPr>
            <p:cNvPr id="30" name="Picture Placeholder 75">
              <a:extLst>
                <a:ext uri="{FF2B5EF4-FFF2-40B4-BE49-F238E27FC236}">
                  <a16:creationId xmlns:a16="http://schemas.microsoft.com/office/drawing/2014/main" id="{FD6D9AC3-2331-FA3B-2383-2DDC585A4032}"/>
                </a:ext>
              </a:extLst>
            </p:cNvPr>
            <p:cNvSpPr/>
            <p:nvPr/>
          </p:nvSpPr>
          <p:spPr>
            <a:xfrm>
              <a:off x="844988" y="4799858"/>
              <a:ext cx="213265" cy="213265"/>
            </a:xfrm>
            <a:custGeom>
              <a:avLst/>
              <a:gdLst>
                <a:gd name="connsiteX0" fmla="*/ 194418 w 213265"/>
                <a:gd name="connsiteY0" fmla="*/ 83660 h 213265"/>
                <a:gd name="connsiteX1" fmla="*/ 197453 w 213265"/>
                <a:gd name="connsiteY1" fmla="*/ 106492 h 213265"/>
                <a:gd name="connsiteX2" fmla="*/ 106455 w 213265"/>
                <a:gd name="connsiteY2" fmla="*/ 197894 h 213265"/>
                <a:gd name="connsiteX3" fmla="*/ 15053 w 213265"/>
                <a:gd name="connsiteY3" fmla="*/ 106895 h 213265"/>
                <a:gd name="connsiteX4" fmla="*/ 106051 w 213265"/>
                <a:gd name="connsiteY4" fmla="*/ 15493 h 213265"/>
                <a:gd name="connsiteX5" fmla="*/ 170068 w 213265"/>
                <a:gd name="connsiteY5" fmla="*/ 41538 h 213265"/>
                <a:gd name="connsiteX6" fmla="*/ 181199 w 213265"/>
                <a:gd name="connsiteY6" fmla="*/ 30407 h 213265"/>
                <a:gd name="connsiteX7" fmla="*/ 30407 w 213265"/>
                <a:gd name="connsiteY7" fmla="*/ 32066 h 213265"/>
                <a:gd name="connsiteX8" fmla="*/ 32066 w 213265"/>
                <a:gd name="connsiteY8" fmla="*/ 182859 h 213265"/>
                <a:gd name="connsiteX9" fmla="*/ 182859 w 213265"/>
                <a:gd name="connsiteY9" fmla="*/ 181199 h 213265"/>
                <a:gd name="connsiteX10" fmla="*/ 213265 w 213265"/>
                <a:gd name="connsiteY10" fmla="*/ 106302 h 213265"/>
                <a:gd name="connsiteX11" fmla="*/ 206940 w 213265"/>
                <a:gd name="connsiteY11" fmla="*/ 70821 h 213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3265" h="213265">
                  <a:moveTo>
                    <a:pt x="194418" y="83660"/>
                  </a:moveTo>
                  <a:cubicBezTo>
                    <a:pt x="196430" y="91104"/>
                    <a:pt x="197451" y="98781"/>
                    <a:pt x="197453" y="106492"/>
                  </a:cubicBezTo>
                  <a:cubicBezTo>
                    <a:pt x="197565" y="156860"/>
                    <a:pt x="156824" y="197782"/>
                    <a:pt x="106455" y="197894"/>
                  </a:cubicBezTo>
                  <a:cubicBezTo>
                    <a:pt x="56086" y="198006"/>
                    <a:pt x="15164" y="157264"/>
                    <a:pt x="15053" y="106895"/>
                  </a:cubicBezTo>
                  <a:cubicBezTo>
                    <a:pt x="14941" y="56527"/>
                    <a:pt x="55683" y="15605"/>
                    <a:pt x="106051" y="15493"/>
                  </a:cubicBezTo>
                  <a:cubicBezTo>
                    <a:pt x="129981" y="15440"/>
                    <a:pt x="152973" y="24794"/>
                    <a:pt x="170068" y="41538"/>
                  </a:cubicBezTo>
                  <a:lnTo>
                    <a:pt x="181199" y="30407"/>
                  </a:lnTo>
                  <a:cubicBezTo>
                    <a:pt x="139101" y="-10775"/>
                    <a:pt x="71589" y="-10032"/>
                    <a:pt x="30407" y="32066"/>
                  </a:cubicBezTo>
                  <a:cubicBezTo>
                    <a:pt x="-10775" y="74164"/>
                    <a:pt x="-10032" y="141677"/>
                    <a:pt x="32066" y="182859"/>
                  </a:cubicBezTo>
                  <a:cubicBezTo>
                    <a:pt x="74165" y="224040"/>
                    <a:pt x="141677" y="223298"/>
                    <a:pt x="182859" y="181199"/>
                  </a:cubicBezTo>
                  <a:cubicBezTo>
                    <a:pt x="202431" y="161191"/>
                    <a:pt x="213352" y="134291"/>
                    <a:pt x="213265" y="106302"/>
                  </a:cubicBezTo>
                  <a:cubicBezTo>
                    <a:pt x="213225" y="94198"/>
                    <a:pt x="211086" y="82193"/>
                    <a:pt x="206940" y="70821"/>
                  </a:cubicBezTo>
                  <a:close/>
                </a:path>
              </a:pathLst>
            </a:custGeom>
            <a:grpFill/>
            <a:ln w="6271" cap="flat">
              <a:noFill/>
              <a:prstDash val="solid"/>
              <a:miter/>
            </a:ln>
          </p:spPr>
          <p:txBody>
            <a:bodyPr rtlCol="0" anchor="ctr"/>
            <a:lstStyle/>
            <a:p>
              <a:endParaRPr lang="en-US"/>
            </a:p>
          </p:txBody>
        </p:sp>
        <p:sp>
          <p:nvSpPr>
            <p:cNvPr id="31" name="Picture Placeholder 75">
              <a:extLst>
                <a:ext uri="{FF2B5EF4-FFF2-40B4-BE49-F238E27FC236}">
                  <a16:creationId xmlns:a16="http://schemas.microsoft.com/office/drawing/2014/main" id="{3881E916-3C9E-D94C-217B-11F89D4170CB}"/>
                </a:ext>
              </a:extLst>
            </p:cNvPr>
            <p:cNvSpPr/>
            <p:nvPr/>
          </p:nvSpPr>
          <p:spPr>
            <a:xfrm>
              <a:off x="888375" y="4818122"/>
              <a:ext cx="183350" cy="138002"/>
            </a:xfrm>
            <a:custGeom>
              <a:avLst/>
              <a:gdLst>
                <a:gd name="connsiteX0" fmla="*/ 56732 w 183350"/>
                <a:gd name="connsiteY0" fmla="*/ 138003 h 138002"/>
                <a:gd name="connsiteX1" fmla="*/ 0 w 183350"/>
                <a:gd name="connsiteY1" fmla="*/ 81461 h 138002"/>
                <a:gd name="connsiteX2" fmla="*/ 11131 w 183350"/>
                <a:gd name="connsiteY2" fmla="*/ 70266 h 138002"/>
                <a:gd name="connsiteX3" fmla="*/ 56668 w 183350"/>
                <a:gd name="connsiteY3" fmla="*/ 115677 h 138002"/>
                <a:gd name="connsiteX4" fmla="*/ 172156 w 183350"/>
                <a:gd name="connsiteY4" fmla="*/ 0 h 138002"/>
                <a:gd name="connsiteX5" fmla="*/ 183350 w 183350"/>
                <a:gd name="connsiteY5" fmla="*/ 11195 h 138002"/>
                <a:gd name="connsiteX6" fmla="*/ 56732 w 183350"/>
                <a:gd name="connsiteY6" fmla="*/ 138003 h 13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3350" h="138002">
                  <a:moveTo>
                    <a:pt x="56732" y="138003"/>
                  </a:moveTo>
                  <a:lnTo>
                    <a:pt x="0" y="81461"/>
                  </a:lnTo>
                  <a:lnTo>
                    <a:pt x="11131" y="70266"/>
                  </a:lnTo>
                  <a:lnTo>
                    <a:pt x="56668" y="115677"/>
                  </a:lnTo>
                  <a:lnTo>
                    <a:pt x="172156" y="0"/>
                  </a:lnTo>
                  <a:lnTo>
                    <a:pt x="183350" y="11195"/>
                  </a:lnTo>
                  <a:lnTo>
                    <a:pt x="56732" y="138003"/>
                  </a:lnTo>
                  <a:close/>
                </a:path>
              </a:pathLst>
            </a:custGeom>
            <a:grpFill/>
            <a:ln w="6271" cap="flat">
              <a:noFill/>
              <a:prstDash val="solid"/>
              <a:miter/>
            </a:ln>
          </p:spPr>
          <p:txBody>
            <a:bodyPr rtlCol="0" anchor="ctr"/>
            <a:lstStyle/>
            <a:p>
              <a:endParaRPr lang="en-US"/>
            </a:p>
          </p:txBody>
        </p:sp>
      </p:grpSp>
      <p:grpSp>
        <p:nvGrpSpPr>
          <p:cNvPr id="32" name="Group 31" descr="Migration Transfer&#10;">
            <a:extLst>
              <a:ext uri="{FF2B5EF4-FFF2-40B4-BE49-F238E27FC236}">
                <a16:creationId xmlns:a16="http://schemas.microsoft.com/office/drawing/2014/main" id="{1BEC3B97-DF40-0DAF-CFAE-5DC568C726EB}"/>
              </a:ext>
            </a:extLst>
          </p:cNvPr>
          <p:cNvGrpSpPr>
            <a:grpSpLocks noChangeAspect="1"/>
          </p:cNvGrpSpPr>
          <p:nvPr/>
        </p:nvGrpSpPr>
        <p:grpSpPr>
          <a:xfrm>
            <a:off x="3235263" y="2729869"/>
            <a:ext cx="1188720" cy="541943"/>
            <a:chOff x="4485843" y="4609979"/>
            <a:chExt cx="600962" cy="273981"/>
          </a:xfrm>
          <a:solidFill>
            <a:schemeClr val="bg1"/>
          </a:solidFill>
        </p:grpSpPr>
        <p:sp>
          <p:nvSpPr>
            <p:cNvPr id="33" name="Picture Placeholder 78">
              <a:extLst>
                <a:ext uri="{FF2B5EF4-FFF2-40B4-BE49-F238E27FC236}">
                  <a16:creationId xmlns:a16="http://schemas.microsoft.com/office/drawing/2014/main" id="{811A480A-1611-B694-96A7-FECD872DC70A}"/>
                </a:ext>
              </a:extLst>
            </p:cNvPr>
            <p:cNvSpPr/>
            <p:nvPr/>
          </p:nvSpPr>
          <p:spPr>
            <a:xfrm>
              <a:off x="4713971" y="4838107"/>
              <a:ext cx="45853" cy="45853"/>
            </a:xfrm>
            <a:custGeom>
              <a:avLst/>
              <a:gdLst>
                <a:gd name="connsiteX0" fmla="*/ 45853 w 45853"/>
                <a:gd name="connsiteY0" fmla="*/ 45853 h 45853"/>
                <a:gd name="connsiteX1" fmla="*/ 0 w 45853"/>
                <a:gd name="connsiteY1" fmla="*/ 45853 h 45853"/>
                <a:gd name="connsiteX2" fmla="*/ 0 w 45853"/>
                <a:gd name="connsiteY2" fmla="*/ 30042 h 45853"/>
                <a:gd name="connsiteX3" fmla="*/ 30042 w 45853"/>
                <a:gd name="connsiteY3" fmla="*/ 30042 h 45853"/>
                <a:gd name="connsiteX4" fmla="*/ 30042 w 45853"/>
                <a:gd name="connsiteY4" fmla="*/ 0 h 45853"/>
                <a:gd name="connsiteX5" fmla="*/ 45853 w 45853"/>
                <a:gd name="connsiteY5" fmla="*/ 0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0" y="45853"/>
                  </a:lnTo>
                  <a:lnTo>
                    <a:pt x="0" y="30042"/>
                  </a:lnTo>
                  <a:lnTo>
                    <a:pt x="30042" y="30042"/>
                  </a:lnTo>
                  <a:lnTo>
                    <a:pt x="30042" y="0"/>
                  </a:lnTo>
                  <a:lnTo>
                    <a:pt x="45853" y="0"/>
                  </a:lnTo>
                  <a:lnTo>
                    <a:pt x="45853" y="45853"/>
                  </a:lnTo>
                  <a:close/>
                </a:path>
              </a:pathLst>
            </a:custGeom>
            <a:grpFill/>
            <a:ln w="6271" cap="flat">
              <a:noFill/>
              <a:prstDash val="solid"/>
              <a:miter/>
            </a:ln>
          </p:spPr>
          <p:txBody>
            <a:bodyPr rtlCol="0" anchor="ctr"/>
            <a:lstStyle/>
            <a:p>
              <a:endParaRPr lang="en-US"/>
            </a:p>
          </p:txBody>
        </p:sp>
        <p:sp>
          <p:nvSpPr>
            <p:cNvPr id="34" name="Picture Placeholder 78">
              <a:extLst>
                <a:ext uri="{FF2B5EF4-FFF2-40B4-BE49-F238E27FC236}">
                  <a16:creationId xmlns:a16="http://schemas.microsoft.com/office/drawing/2014/main" id="{C9821046-6734-FFD9-7E01-439EDA4ECDBB}"/>
                </a:ext>
              </a:extLst>
            </p:cNvPr>
            <p:cNvSpPr/>
            <p:nvPr/>
          </p:nvSpPr>
          <p:spPr>
            <a:xfrm>
              <a:off x="4551935" y="4868149"/>
              <a:ext cx="141797" cy="15811"/>
            </a:xfrm>
            <a:custGeom>
              <a:avLst/>
              <a:gdLst>
                <a:gd name="connsiteX0" fmla="*/ 141798 w 141797"/>
                <a:gd name="connsiteY0" fmla="*/ 15812 h 15811"/>
                <a:gd name="connsiteX1" fmla="*/ 81018 w 141797"/>
                <a:gd name="connsiteY1" fmla="*/ 15812 h 15811"/>
                <a:gd name="connsiteX2" fmla="*/ 81018 w 141797"/>
                <a:gd name="connsiteY2" fmla="*/ 0 h 15811"/>
                <a:gd name="connsiteX3" fmla="*/ 141798 w 141797"/>
                <a:gd name="connsiteY3" fmla="*/ 0 h 15811"/>
                <a:gd name="connsiteX4" fmla="*/ 60779 w 141797"/>
                <a:gd name="connsiteY4" fmla="*/ 15812 h 15811"/>
                <a:gd name="connsiteX5" fmla="*/ 0 w 141797"/>
                <a:gd name="connsiteY5" fmla="*/ 15812 h 15811"/>
                <a:gd name="connsiteX6" fmla="*/ 0 w 141797"/>
                <a:gd name="connsiteY6" fmla="*/ 0 h 15811"/>
                <a:gd name="connsiteX7" fmla="*/ 60779 w 141797"/>
                <a:gd name="connsiteY7" fmla="*/ 0 h 1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797" h="15811">
                  <a:moveTo>
                    <a:pt x="141798" y="15812"/>
                  </a:moveTo>
                  <a:lnTo>
                    <a:pt x="81018" y="15812"/>
                  </a:lnTo>
                  <a:lnTo>
                    <a:pt x="81018" y="0"/>
                  </a:lnTo>
                  <a:lnTo>
                    <a:pt x="141798" y="0"/>
                  </a:lnTo>
                  <a:close/>
                  <a:moveTo>
                    <a:pt x="60779" y="15812"/>
                  </a:moveTo>
                  <a:lnTo>
                    <a:pt x="0" y="15812"/>
                  </a:lnTo>
                  <a:lnTo>
                    <a:pt x="0" y="0"/>
                  </a:lnTo>
                  <a:lnTo>
                    <a:pt x="60779" y="0"/>
                  </a:lnTo>
                  <a:close/>
                </a:path>
              </a:pathLst>
            </a:custGeom>
            <a:grpFill/>
            <a:ln w="6271" cap="flat">
              <a:noFill/>
              <a:prstDash val="solid"/>
              <a:miter/>
            </a:ln>
          </p:spPr>
          <p:txBody>
            <a:bodyPr rtlCol="0" anchor="ctr"/>
            <a:lstStyle/>
            <a:p>
              <a:endParaRPr lang="en-US"/>
            </a:p>
          </p:txBody>
        </p:sp>
        <p:sp>
          <p:nvSpPr>
            <p:cNvPr id="35" name="Picture Placeholder 78">
              <a:extLst>
                <a:ext uri="{FF2B5EF4-FFF2-40B4-BE49-F238E27FC236}">
                  <a16:creationId xmlns:a16="http://schemas.microsoft.com/office/drawing/2014/main" id="{125EA014-02D4-D531-57C3-08C05AA2592F}"/>
                </a:ext>
              </a:extLst>
            </p:cNvPr>
            <p:cNvSpPr/>
            <p:nvPr/>
          </p:nvSpPr>
          <p:spPr>
            <a:xfrm>
              <a:off x="4485843" y="4838107"/>
              <a:ext cx="45853" cy="45853"/>
            </a:xfrm>
            <a:custGeom>
              <a:avLst/>
              <a:gdLst>
                <a:gd name="connsiteX0" fmla="*/ 45853 w 45853"/>
                <a:gd name="connsiteY0" fmla="*/ 45853 h 45853"/>
                <a:gd name="connsiteX1" fmla="*/ 0 w 45853"/>
                <a:gd name="connsiteY1" fmla="*/ 45853 h 45853"/>
                <a:gd name="connsiteX2" fmla="*/ 0 w 45853"/>
                <a:gd name="connsiteY2" fmla="*/ 0 h 45853"/>
                <a:gd name="connsiteX3" fmla="*/ 15812 w 45853"/>
                <a:gd name="connsiteY3" fmla="*/ 0 h 45853"/>
                <a:gd name="connsiteX4" fmla="*/ 15812 w 45853"/>
                <a:gd name="connsiteY4" fmla="*/ 30042 h 45853"/>
                <a:gd name="connsiteX5" fmla="*/ 45853 w 45853"/>
                <a:gd name="connsiteY5" fmla="*/ 30042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0" y="45853"/>
                  </a:lnTo>
                  <a:lnTo>
                    <a:pt x="0" y="0"/>
                  </a:lnTo>
                  <a:lnTo>
                    <a:pt x="15812" y="0"/>
                  </a:lnTo>
                  <a:lnTo>
                    <a:pt x="15812" y="30042"/>
                  </a:lnTo>
                  <a:lnTo>
                    <a:pt x="45853" y="30042"/>
                  </a:lnTo>
                  <a:lnTo>
                    <a:pt x="45853" y="45853"/>
                  </a:lnTo>
                  <a:close/>
                </a:path>
              </a:pathLst>
            </a:custGeom>
            <a:grpFill/>
            <a:ln w="6271" cap="flat">
              <a:noFill/>
              <a:prstDash val="solid"/>
              <a:miter/>
            </a:ln>
          </p:spPr>
          <p:txBody>
            <a:bodyPr rtlCol="0" anchor="ctr"/>
            <a:lstStyle/>
            <a:p>
              <a:endParaRPr lang="en-US"/>
            </a:p>
          </p:txBody>
        </p:sp>
        <p:sp>
          <p:nvSpPr>
            <p:cNvPr id="36" name="Picture Placeholder 78">
              <a:extLst>
                <a:ext uri="{FF2B5EF4-FFF2-40B4-BE49-F238E27FC236}">
                  <a16:creationId xmlns:a16="http://schemas.microsoft.com/office/drawing/2014/main" id="{470412B1-584D-54A7-41D2-FF799169C958}"/>
                </a:ext>
              </a:extLst>
            </p:cNvPr>
            <p:cNvSpPr/>
            <p:nvPr/>
          </p:nvSpPr>
          <p:spPr>
            <a:xfrm>
              <a:off x="4485843" y="4676071"/>
              <a:ext cx="15811" cy="141797"/>
            </a:xfrm>
            <a:custGeom>
              <a:avLst/>
              <a:gdLst>
                <a:gd name="connsiteX0" fmla="*/ 15812 w 15811"/>
                <a:gd name="connsiteY0" fmla="*/ 141798 h 141797"/>
                <a:gd name="connsiteX1" fmla="*/ 0 w 15811"/>
                <a:gd name="connsiteY1" fmla="*/ 141798 h 141797"/>
                <a:gd name="connsiteX2" fmla="*/ 0 w 15811"/>
                <a:gd name="connsiteY2" fmla="*/ 81018 h 141797"/>
                <a:gd name="connsiteX3" fmla="*/ 15812 w 15811"/>
                <a:gd name="connsiteY3" fmla="*/ 81018 h 141797"/>
                <a:gd name="connsiteX4" fmla="*/ 15812 w 15811"/>
                <a:gd name="connsiteY4" fmla="*/ 60779 h 141797"/>
                <a:gd name="connsiteX5" fmla="*/ 0 w 15811"/>
                <a:gd name="connsiteY5" fmla="*/ 60779 h 141797"/>
                <a:gd name="connsiteX6" fmla="*/ 0 w 15811"/>
                <a:gd name="connsiteY6" fmla="*/ 0 h 141797"/>
                <a:gd name="connsiteX7" fmla="*/ 15812 w 15811"/>
                <a:gd name="connsiteY7" fmla="*/ 0 h 14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 h="141797">
                  <a:moveTo>
                    <a:pt x="15812" y="141798"/>
                  </a:moveTo>
                  <a:lnTo>
                    <a:pt x="0" y="141798"/>
                  </a:lnTo>
                  <a:lnTo>
                    <a:pt x="0" y="81018"/>
                  </a:lnTo>
                  <a:lnTo>
                    <a:pt x="15812" y="81018"/>
                  </a:lnTo>
                  <a:close/>
                  <a:moveTo>
                    <a:pt x="15812" y="60779"/>
                  </a:moveTo>
                  <a:lnTo>
                    <a:pt x="0" y="60779"/>
                  </a:lnTo>
                  <a:lnTo>
                    <a:pt x="0" y="0"/>
                  </a:lnTo>
                  <a:lnTo>
                    <a:pt x="15812" y="0"/>
                  </a:lnTo>
                  <a:close/>
                </a:path>
              </a:pathLst>
            </a:custGeom>
            <a:grpFill/>
            <a:ln w="6271" cap="flat">
              <a:noFill/>
              <a:prstDash val="solid"/>
              <a:miter/>
            </a:ln>
          </p:spPr>
          <p:txBody>
            <a:bodyPr rtlCol="0" anchor="ctr"/>
            <a:lstStyle/>
            <a:p>
              <a:endParaRPr lang="en-US"/>
            </a:p>
          </p:txBody>
        </p:sp>
        <p:sp>
          <p:nvSpPr>
            <p:cNvPr id="37" name="Picture Placeholder 78">
              <a:extLst>
                <a:ext uri="{FF2B5EF4-FFF2-40B4-BE49-F238E27FC236}">
                  <a16:creationId xmlns:a16="http://schemas.microsoft.com/office/drawing/2014/main" id="{74BF77AA-D155-1960-F825-1FBEC1E5F89E}"/>
                </a:ext>
              </a:extLst>
            </p:cNvPr>
            <p:cNvSpPr/>
            <p:nvPr/>
          </p:nvSpPr>
          <p:spPr>
            <a:xfrm>
              <a:off x="4485843" y="4609979"/>
              <a:ext cx="45853" cy="45853"/>
            </a:xfrm>
            <a:custGeom>
              <a:avLst/>
              <a:gdLst>
                <a:gd name="connsiteX0" fmla="*/ 15812 w 45853"/>
                <a:gd name="connsiteY0" fmla="*/ 45853 h 45853"/>
                <a:gd name="connsiteX1" fmla="*/ 0 w 45853"/>
                <a:gd name="connsiteY1" fmla="*/ 45853 h 45853"/>
                <a:gd name="connsiteX2" fmla="*/ 0 w 45853"/>
                <a:gd name="connsiteY2" fmla="*/ 0 h 45853"/>
                <a:gd name="connsiteX3" fmla="*/ 45853 w 45853"/>
                <a:gd name="connsiteY3" fmla="*/ 0 h 45853"/>
                <a:gd name="connsiteX4" fmla="*/ 45853 w 45853"/>
                <a:gd name="connsiteY4" fmla="*/ 15812 h 45853"/>
                <a:gd name="connsiteX5" fmla="*/ 15812 w 45853"/>
                <a:gd name="connsiteY5" fmla="*/ 15812 h 45853"/>
                <a:gd name="connsiteX6" fmla="*/ 15812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15812" y="45853"/>
                  </a:moveTo>
                  <a:lnTo>
                    <a:pt x="0" y="45853"/>
                  </a:lnTo>
                  <a:lnTo>
                    <a:pt x="0" y="0"/>
                  </a:lnTo>
                  <a:lnTo>
                    <a:pt x="45853" y="0"/>
                  </a:lnTo>
                  <a:lnTo>
                    <a:pt x="45853" y="15812"/>
                  </a:lnTo>
                  <a:lnTo>
                    <a:pt x="15812" y="15812"/>
                  </a:lnTo>
                  <a:lnTo>
                    <a:pt x="15812" y="45853"/>
                  </a:lnTo>
                  <a:close/>
                </a:path>
              </a:pathLst>
            </a:custGeom>
            <a:grpFill/>
            <a:ln w="6271" cap="flat">
              <a:noFill/>
              <a:prstDash val="solid"/>
              <a:miter/>
            </a:ln>
          </p:spPr>
          <p:txBody>
            <a:bodyPr rtlCol="0" anchor="ctr"/>
            <a:lstStyle/>
            <a:p>
              <a:endParaRPr lang="en-US"/>
            </a:p>
          </p:txBody>
        </p:sp>
        <p:sp>
          <p:nvSpPr>
            <p:cNvPr id="38" name="Picture Placeholder 78">
              <a:extLst>
                <a:ext uri="{FF2B5EF4-FFF2-40B4-BE49-F238E27FC236}">
                  <a16:creationId xmlns:a16="http://schemas.microsoft.com/office/drawing/2014/main" id="{04814904-85EB-6057-AD63-1C959DD20D61}"/>
                </a:ext>
              </a:extLst>
            </p:cNvPr>
            <p:cNvSpPr/>
            <p:nvPr/>
          </p:nvSpPr>
          <p:spPr>
            <a:xfrm>
              <a:off x="4551935" y="4609979"/>
              <a:ext cx="141797" cy="15811"/>
            </a:xfrm>
            <a:custGeom>
              <a:avLst/>
              <a:gdLst>
                <a:gd name="connsiteX0" fmla="*/ 141798 w 141797"/>
                <a:gd name="connsiteY0" fmla="*/ 15812 h 15811"/>
                <a:gd name="connsiteX1" fmla="*/ 81018 w 141797"/>
                <a:gd name="connsiteY1" fmla="*/ 15812 h 15811"/>
                <a:gd name="connsiteX2" fmla="*/ 81018 w 141797"/>
                <a:gd name="connsiteY2" fmla="*/ 0 h 15811"/>
                <a:gd name="connsiteX3" fmla="*/ 141798 w 141797"/>
                <a:gd name="connsiteY3" fmla="*/ 0 h 15811"/>
                <a:gd name="connsiteX4" fmla="*/ 60779 w 141797"/>
                <a:gd name="connsiteY4" fmla="*/ 15812 h 15811"/>
                <a:gd name="connsiteX5" fmla="*/ 0 w 141797"/>
                <a:gd name="connsiteY5" fmla="*/ 15812 h 15811"/>
                <a:gd name="connsiteX6" fmla="*/ 0 w 141797"/>
                <a:gd name="connsiteY6" fmla="*/ 0 h 15811"/>
                <a:gd name="connsiteX7" fmla="*/ 60779 w 141797"/>
                <a:gd name="connsiteY7" fmla="*/ 0 h 1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797" h="15811">
                  <a:moveTo>
                    <a:pt x="141798" y="15812"/>
                  </a:moveTo>
                  <a:lnTo>
                    <a:pt x="81018" y="15812"/>
                  </a:lnTo>
                  <a:lnTo>
                    <a:pt x="81018" y="0"/>
                  </a:lnTo>
                  <a:lnTo>
                    <a:pt x="141798" y="0"/>
                  </a:lnTo>
                  <a:close/>
                  <a:moveTo>
                    <a:pt x="60779" y="15812"/>
                  </a:moveTo>
                  <a:lnTo>
                    <a:pt x="0" y="15812"/>
                  </a:lnTo>
                  <a:lnTo>
                    <a:pt x="0" y="0"/>
                  </a:lnTo>
                  <a:lnTo>
                    <a:pt x="60779" y="0"/>
                  </a:lnTo>
                  <a:close/>
                </a:path>
              </a:pathLst>
            </a:custGeom>
            <a:grpFill/>
            <a:ln w="6271" cap="flat">
              <a:noFill/>
              <a:prstDash val="solid"/>
              <a:miter/>
            </a:ln>
          </p:spPr>
          <p:txBody>
            <a:bodyPr rtlCol="0" anchor="ctr"/>
            <a:lstStyle/>
            <a:p>
              <a:endParaRPr lang="en-US"/>
            </a:p>
          </p:txBody>
        </p:sp>
        <p:sp>
          <p:nvSpPr>
            <p:cNvPr id="39" name="Picture Placeholder 78">
              <a:extLst>
                <a:ext uri="{FF2B5EF4-FFF2-40B4-BE49-F238E27FC236}">
                  <a16:creationId xmlns:a16="http://schemas.microsoft.com/office/drawing/2014/main" id="{CCB31FA4-50DB-B973-5E2C-18923EFD53FD}"/>
                </a:ext>
              </a:extLst>
            </p:cNvPr>
            <p:cNvSpPr/>
            <p:nvPr/>
          </p:nvSpPr>
          <p:spPr>
            <a:xfrm>
              <a:off x="4713971" y="4609979"/>
              <a:ext cx="45853" cy="45853"/>
            </a:xfrm>
            <a:custGeom>
              <a:avLst/>
              <a:gdLst>
                <a:gd name="connsiteX0" fmla="*/ 45853 w 45853"/>
                <a:gd name="connsiteY0" fmla="*/ 45853 h 45853"/>
                <a:gd name="connsiteX1" fmla="*/ 30042 w 45853"/>
                <a:gd name="connsiteY1" fmla="*/ 45853 h 45853"/>
                <a:gd name="connsiteX2" fmla="*/ 30042 w 45853"/>
                <a:gd name="connsiteY2" fmla="*/ 15812 h 45853"/>
                <a:gd name="connsiteX3" fmla="*/ 0 w 45853"/>
                <a:gd name="connsiteY3" fmla="*/ 15812 h 45853"/>
                <a:gd name="connsiteX4" fmla="*/ 0 w 45853"/>
                <a:gd name="connsiteY4" fmla="*/ 0 h 45853"/>
                <a:gd name="connsiteX5" fmla="*/ 45853 w 45853"/>
                <a:gd name="connsiteY5" fmla="*/ 0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30042" y="45853"/>
                  </a:lnTo>
                  <a:lnTo>
                    <a:pt x="30042" y="15812"/>
                  </a:lnTo>
                  <a:lnTo>
                    <a:pt x="0" y="15812"/>
                  </a:lnTo>
                  <a:lnTo>
                    <a:pt x="0" y="0"/>
                  </a:lnTo>
                  <a:lnTo>
                    <a:pt x="45853" y="0"/>
                  </a:lnTo>
                  <a:lnTo>
                    <a:pt x="45853" y="45853"/>
                  </a:lnTo>
                  <a:close/>
                </a:path>
              </a:pathLst>
            </a:custGeom>
            <a:grpFill/>
            <a:ln w="6271" cap="flat">
              <a:noFill/>
              <a:prstDash val="solid"/>
              <a:miter/>
            </a:ln>
          </p:spPr>
          <p:txBody>
            <a:bodyPr rtlCol="0" anchor="ctr"/>
            <a:lstStyle/>
            <a:p>
              <a:endParaRPr lang="en-US"/>
            </a:p>
          </p:txBody>
        </p:sp>
        <p:sp>
          <p:nvSpPr>
            <p:cNvPr id="40" name="Picture Placeholder 78">
              <a:extLst>
                <a:ext uri="{FF2B5EF4-FFF2-40B4-BE49-F238E27FC236}">
                  <a16:creationId xmlns:a16="http://schemas.microsoft.com/office/drawing/2014/main" id="{DBB68955-C609-B615-FF9A-C467D56E3920}"/>
                </a:ext>
              </a:extLst>
            </p:cNvPr>
            <p:cNvSpPr/>
            <p:nvPr/>
          </p:nvSpPr>
          <p:spPr>
            <a:xfrm>
              <a:off x="4744013" y="4676071"/>
              <a:ext cx="15811" cy="141797"/>
            </a:xfrm>
            <a:custGeom>
              <a:avLst/>
              <a:gdLst>
                <a:gd name="connsiteX0" fmla="*/ 15812 w 15811"/>
                <a:gd name="connsiteY0" fmla="*/ 141798 h 141797"/>
                <a:gd name="connsiteX1" fmla="*/ 0 w 15811"/>
                <a:gd name="connsiteY1" fmla="*/ 141798 h 141797"/>
                <a:gd name="connsiteX2" fmla="*/ 0 w 15811"/>
                <a:gd name="connsiteY2" fmla="*/ 94300 h 141797"/>
                <a:gd name="connsiteX3" fmla="*/ 15812 w 15811"/>
                <a:gd name="connsiteY3" fmla="*/ 94300 h 141797"/>
                <a:gd name="connsiteX4" fmla="*/ 15812 w 15811"/>
                <a:gd name="connsiteY4" fmla="*/ 46929 h 141797"/>
                <a:gd name="connsiteX5" fmla="*/ 0 w 15811"/>
                <a:gd name="connsiteY5" fmla="*/ 46929 h 141797"/>
                <a:gd name="connsiteX6" fmla="*/ 0 w 15811"/>
                <a:gd name="connsiteY6" fmla="*/ 0 h 141797"/>
                <a:gd name="connsiteX7" fmla="*/ 15812 w 15811"/>
                <a:gd name="connsiteY7" fmla="*/ 0 h 14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 h="141797">
                  <a:moveTo>
                    <a:pt x="15812" y="141798"/>
                  </a:moveTo>
                  <a:lnTo>
                    <a:pt x="0" y="141798"/>
                  </a:lnTo>
                  <a:lnTo>
                    <a:pt x="0" y="94300"/>
                  </a:lnTo>
                  <a:lnTo>
                    <a:pt x="15812" y="94300"/>
                  </a:lnTo>
                  <a:close/>
                  <a:moveTo>
                    <a:pt x="15812" y="46929"/>
                  </a:moveTo>
                  <a:lnTo>
                    <a:pt x="0" y="46929"/>
                  </a:lnTo>
                  <a:lnTo>
                    <a:pt x="0" y="0"/>
                  </a:lnTo>
                  <a:lnTo>
                    <a:pt x="15812" y="0"/>
                  </a:lnTo>
                  <a:close/>
                </a:path>
              </a:pathLst>
            </a:custGeom>
            <a:grpFill/>
            <a:ln w="6271" cap="flat">
              <a:noFill/>
              <a:prstDash val="solid"/>
              <a:miter/>
            </a:ln>
          </p:spPr>
          <p:txBody>
            <a:bodyPr rtlCol="0" anchor="ctr"/>
            <a:lstStyle/>
            <a:p>
              <a:endParaRPr lang="en-US"/>
            </a:p>
          </p:txBody>
        </p:sp>
        <p:sp>
          <p:nvSpPr>
            <p:cNvPr id="41" name="Picture Placeholder 78">
              <a:extLst>
                <a:ext uri="{FF2B5EF4-FFF2-40B4-BE49-F238E27FC236}">
                  <a16:creationId xmlns:a16="http://schemas.microsoft.com/office/drawing/2014/main" id="{8ADAE519-B91C-D376-7D44-B00E1A9DD1C7}"/>
                </a:ext>
              </a:extLst>
            </p:cNvPr>
            <p:cNvSpPr/>
            <p:nvPr/>
          </p:nvSpPr>
          <p:spPr>
            <a:xfrm>
              <a:off x="4813014" y="4610042"/>
              <a:ext cx="273791" cy="273791"/>
            </a:xfrm>
            <a:custGeom>
              <a:avLst/>
              <a:gdLst>
                <a:gd name="connsiteX0" fmla="*/ 0 w 273791"/>
                <a:gd name="connsiteY0" fmla="*/ 0 h 273791"/>
                <a:gd name="connsiteX1" fmla="*/ 0 w 273791"/>
                <a:gd name="connsiteY1" fmla="*/ 113653 h 273791"/>
                <a:gd name="connsiteX2" fmla="*/ 15812 w 273791"/>
                <a:gd name="connsiteY2" fmla="*/ 113653 h 273791"/>
                <a:gd name="connsiteX3" fmla="*/ 15812 w 273791"/>
                <a:gd name="connsiteY3" fmla="*/ 15812 h 273791"/>
                <a:gd name="connsiteX4" fmla="*/ 257980 w 273791"/>
                <a:gd name="connsiteY4" fmla="*/ 15812 h 273791"/>
                <a:gd name="connsiteX5" fmla="*/ 257980 w 273791"/>
                <a:gd name="connsiteY5" fmla="*/ 257980 h 273791"/>
                <a:gd name="connsiteX6" fmla="*/ 15812 w 273791"/>
                <a:gd name="connsiteY6" fmla="*/ 257980 h 273791"/>
                <a:gd name="connsiteX7" fmla="*/ 15812 w 273791"/>
                <a:gd name="connsiteY7" fmla="*/ 160645 h 273791"/>
                <a:gd name="connsiteX8" fmla="*/ 0 w 273791"/>
                <a:gd name="connsiteY8" fmla="*/ 160645 h 273791"/>
                <a:gd name="connsiteX9" fmla="*/ 0 w 273791"/>
                <a:gd name="connsiteY9" fmla="*/ 273792 h 273791"/>
                <a:gd name="connsiteX10" fmla="*/ 273792 w 273791"/>
                <a:gd name="connsiteY10" fmla="*/ 273792 h 273791"/>
                <a:gd name="connsiteX11" fmla="*/ 273792 w 273791"/>
                <a:gd name="connsiteY11" fmla="*/ 0 h 273791"/>
                <a:gd name="connsiteX12" fmla="*/ 0 w 273791"/>
                <a:gd name="connsiteY12" fmla="*/ 0 h 273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3791" h="273791">
                  <a:moveTo>
                    <a:pt x="0" y="0"/>
                  </a:moveTo>
                  <a:lnTo>
                    <a:pt x="0" y="113653"/>
                  </a:lnTo>
                  <a:lnTo>
                    <a:pt x="15812" y="113653"/>
                  </a:lnTo>
                  <a:lnTo>
                    <a:pt x="15812" y="15812"/>
                  </a:lnTo>
                  <a:lnTo>
                    <a:pt x="257980" y="15812"/>
                  </a:lnTo>
                  <a:lnTo>
                    <a:pt x="257980" y="257980"/>
                  </a:lnTo>
                  <a:lnTo>
                    <a:pt x="15812" y="257980"/>
                  </a:lnTo>
                  <a:lnTo>
                    <a:pt x="15812" y="160645"/>
                  </a:lnTo>
                  <a:lnTo>
                    <a:pt x="0" y="160645"/>
                  </a:lnTo>
                  <a:lnTo>
                    <a:pt x="0" y="273792"/>
                  </a:lnTo>
                  <a:lnTo>
                    <a:pt x="273792" y="273792"/>
                  </a:lnTo>
                  <a:lnTo>
                    <a:pt x="273792" y="0"/>
                  </a:lnTo>
                  <a:lnTo>
                    <a:pt x="0" y="0"/>
                  </a:lnTo>
                  <a:close/>
                </a:path>
              </a:pathLst>
            </a:custGeom>
            <a:grpFill/>
            <a:ln w="6271" cap="flat">
              <a:noFill/>
              <a:prstDash val="solid"/>
              <a:miter/>
            </a:ln>
          </p:spPr>
          <p:txBody>
            <a:bodyPr rtlCol="0" anchor="ctr"/>
            <a:lstStyle/>
            <a:p>
              <a:endParaRPr lang="en-US"/>
            </a:p>
          </p:txBody>
        </p:sp>
        <p:sp>
          <p:nvSpPr>
            <p:cNvPr id="42" name="Picture Placeholder 78">
              <a:extLst>
                <a:ext uri="{FF2B5EF4-FFF2-40B4-BE49-F238E27FC236}">
                  <a16:creationId xmlns:a16="http://schemas.microsoft.com/office/drawing/2014/main" id="{A75849D3-0FCE-4475-5EAA-03321517A045}"/>
                </a:ext>
              </a:extLst>
            </p:cNvPr>
            <p:cNvSpPr/>
            <p:nvPr/>
          </p:nvSpPr>
          <p:spPr>
            <a:xfrm>
              <a:off x="4573122" y="4695741"/>
              <a:ext cx="426594" cy="102458"/>
            </a:xfrm>
            <a:custGeom>
              <a:avLst/>
              <a:gdLst>
                <a:gd name="connsiteX0" fmla="*/ 426594 w 426594"/>
                <a:gd name="connsiteY0" fmla="*/ 51229 h 102458"/>
                <a:gd name="connsiteX1" fmla="*/ 375428 w 426594"/>
                <a:gd name="connsiteY1" fmla="*/ 21630 h 102458"/>
                <a:gd name="connsiteX2" fmla="*/ 375428 w 426594"/>
                <a:gd name="connsiteY2" fmla="*/ 43324 h 102458"/>
                <a:gd name="connsiteX3" fmla="*/ 102459 w 426594"/>
                <a:gd name="connsiteY3" fmla="*/ 43324 h 102458"/>
                <a:gd name="connsiteX4" fmla="*/ 102459 w 426594"/>
                <a:gd name="connsiteY4" fmla="*/ 0 h 102458"/>
                <a:gd name="connsiteX5" fmla="*/ 0 w 426594"/>
                <a:gd name="connsiteY5" fmla="*/ 0 h 102458"/>
                <a:gd name="connsiteX6" fmla="*/ 0 w 426594"/>
                <a:gd name="connsiteY6" fmla="*/ 102459 h 102458"/>
                <a:gd name="connsiteX7" fmla="*/ 102459 w 426594"/>
                <a:gd name="connsiteY7" fmla="*/ 102459 h 102458"/>
                <a:gd name="connsiteX8" fmla="*/ 102459 w 426594"/>
                <a:gd name="connsiteY8" fmla="*/ 59135 h 102458"/>
                <a:gd name="connsiteX9" fmla="*/ 375428 w 426594"/>
                <a:gd name="connsiteY9" fmla="*/ 59135 h 102458"/>
                <a:gd name="connsiteX10" fmla="*/ 375428 w 426594"/>
                <a:gd name="connsiteY10" fmla="*/ 80765 h 102458"/>
                <a:gd name="connsiteX11" fmla="*/ 86710 w 426594"/>
                <a:gd name="connsiteY11" fmla="*/ 86647 h 102458"/>
                <a:gd name="connsiteX12" fmla="*/ 15812 w 426594"/>
                <a:gd name="connsiteY12" fmla="*/ 86647 h 102458"/>
                <a:gd name="connsiteX13" fmla="*/ 15812 w 426594"/>
                <a:gd name="connsiteY13" fmla="*/ 15812 h 102458"/>
                <a:gd name="connsiteX14" fmla="*/ 86710 w 426594"/>
                <a:gd name="connsiteY14" fmla="*/ 15812 h 102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6594" h="102458">
                  <a:moveTo>
                    <a:pt x="426594" y="51229"/>
                  </a:moveTo>
                  <a:lnTo>
                    <a:pt x="375428" y="21630"/>
                  </a:lnTo>
                  <a:lnTo>
                    <a:pt x="375428" y="43324"/>
                  </a:lnTo>
                  <a:lnTo>
                    <a:pt x="102459" y="43324"/>
                  </a:lnTo>
                  <a:lnTo>
                    <a:pt x="102459" y="0"/>
                  </a:lnTo>
                  <a:lnTo>
                    <a:pt x="0" y="0"/>
                  </a:lnTo>
                  <a:lnTo>
                    <a:pt x="0" y="102459"/>
                  </a:lnTo>
                  <a:lnTo>
                    <a:pt x="102459" y="102459"/>
                  </a:lnTo>
                  <a:lnTo>
                    <a:pt x="102459" y="59135"/>
                  </a:lnTo>
                  <a:lnTo>
                    <a:pt x="375428" y="59135"/>
                  </a:lnTo>
                  <a:lnTo>
                    <a:pt x="375428" y="80765"/>
                  </a:lnTo>
                  <a:close/>
                  <a:moveTo>
                    <a:pt x="86710" y="86647"/>
                  </a:moveTo>
                  <a:lnTo>
                    <a:pt x="15812" y="86647"/>
                  </a:lnTo>
                  <a:lnTo>
                    <a:pt x="15812" y="15812"/>
                  </a:lnTo>
                  <a:lnTo>
                    <a:pt x="86710" y="15812"/>
                  </a:lnTo>
                  <a:close/>
                </a:path>
              </a:pathLst>
            </a:custGeom>
            <a:grpFill/>
            <a:ln w="6271" cap="flat">
              <a:noFill/>
              <a:prstDash val="solid"/>
              <a:miter/>
            </a:ln>
          </p:spPr>
          <p:txBody>
            <a:bodyPr rtlCol="0" anchor="ctr"/>
            <a:lstStyle/>
            <a:p>
              <a:endParaRPr lang="en-US"/>
            </a:p>
          </p:txBody>
        </p:sp>
      </p:grpSp>
      <p:grpSp>
        <p:nvGrpSpPr>
          <p:cNvPr id="43" name="Group 42" descr="Network Card&#10;">
            <a:extLst>
              <a:ext uri="{FF2B5EF4-FFF2-40B4-BE49-F238E27FC236}">
                <a16:creationId xmlns:a16="http://schemas.microsoft.com/office/drawing/2014/main" id="{FB200904-BE1F-BCC5-406C-6B09BA763E49}"/>
              </a:ext>
            </a:extLst>
          </p:cNvPr>
          <p:cNvGrpSpPr>
            <a:grpSpLocks noChangeAspect="1"/>
          </p:cNvGrpSpPr>
          <p:nvPr/>
        </p:nvGrpSpPr>
        <p:grpSpPr>
          <a:xfrm>
            <a:off x="5568167" y="2573751"/>
            <a:ext cx="1097280" cy="822010"/>
            <a:chOff x="7124173" y="2008599"/>
            <a:chExt cx="602545" cy="451386"/>
          </a:xfrm>
          <a:solidFill>
            <a:schemeClr val="bg1"/>
          </a:solidFill>
        </p:grpSpPr>
        <p:sp>
          <p:nvSpPr>
            <p:cNvPr id="44" name="Picture Placeholder 91">
              <a:extLst>
                <a:ext uri="{FF2B5EF4-FFF2-40B4-BE49-F238E27FC236}">
                  <a16:creationId xmlns:a16="http://schemas.microsoft.com/office/drawing/2014/main" id="{77E6C4B2-E839-B661-2000-F40D8861213D}"/>
                </a:ext>
              </a:extLst>
            </p:cNvPr>
            <p:cNvSpPr/>
            <p:nvPr/>
          </p:nvSpPr>
          <p:spPr>
            <a:xfrm>
              <a:off x="7443060" y="2142743"/>
              <a:ext cx="185627" cy="185563"/>
            </a:xfrm>
            <a:custGeom>
              <a:avLst/>
              <a:gdLst>
                <a:gd name="connsiteX0" fmla="*/ 0 w 185627"/>
                <a:gd name="connsiteY0" fmla="*/ 0 h 185563"/>
                <a:gd name="connsiteX1" fmla="*/ 0 w 185627"/>
                <a:gd name="connsiteY1" fmla="*/ 185564 h 185563"/>
                <a:gd name="connsiteX2" fmla="*/ 185627 w 185627"/>
                <a:gd name="connsiteY2" fmla="*/ 185564 h 185563"/>
                <a:gd name="connsiteX3" fmla="*/ 185627 w 185627"/>
                <a:gd name="connsiteY3" fmla="*/ 0 h 185563"/>
                <a:gd name="connsiteX4" fmla="*/ 169942 w 185627"/>
                <a:gd name="connsiteY4" fmla="*/ 169752 h 185563"/>
                <a:gd name="connsiteX5" fmla="*/ 15812 w 185627"/>
                <a:gd name="connsiteY5" fmla="*/ 169752 h 185563"/>
                <a:gd name="connsiteX6" fmla="*/ 15812 w 185627"/>
                <a:gd name="connsiteY6" fmla="*/ 15622 h 185563"/>
                <a:gd name="connsiteX7" fmla="*/ 169942 w 185627"/>
                <a:gd name="connsiteY7" fmla="*/ 15622 h 185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627" h="185563">
                  <a:moveTo>
                    <a:pt x="0" y="0"/>
                  </a:moveTo>
                  <a:lnTo>
                    <a:pt x="0" y="185564"/>
                  </a:lnTo>
                  <a:lnTo>
                    <a:pt x="185627" y="185564"/>
                  </a:lnTo>
                  <a:lnTo>
                    <a:pt x="185627" y="0"/>
                  </a:lnTo>
                  <a:close/>
                  <a:moveTo>
                    <a:pt x="169942" y="169752"/>
                  </a:moveTo>
                  <a:lnTo>
                    <a:pt x="15812" y="169752"/>
                  </a:lnTo>
                  <a:lnTo>
                    <a:pt x="15812" y="15622"/>
                  </a:lnTo>
                  <a:lnTo>
                    <a:pt x="169942" y="15622"/>
                  </a:lnTo>
                  <a:close/>
                </a:path>
              </a:pathLst>
            </a:custGeom>
            <a:grpFill/>
            <a:ln w="6271" cap="flat">
              <a:noFill/>
              <a:prstDash val="solid"/>
              <a:miter/>
            </a:ln>
          </p:spPr>
          <p:txBody>
            <a:bodyPr rtlCol="0" anchor="ctr"/>
            <a:lstStyle/>
            <a:p>
              <a:endParaRPr lang="en-US"/>
            </a:p>
          </p:txBody>
        </p:sp>
        <p:sp>
          <p:nvSpPr>
            <p:cNvPr id="45" name="Picture Placeholder 91">
              <a:extLst>
                <a:ext uri="{FF2B5EF4-FFF2-40B4-BE49-F238E27FC236}">
                  <a16:creationId xmlns:a16="http://schemas.microsoft.com/office/drawing/2014/main" id="{C18063EA-8D1D-9565-F0A3-581D8AA389CA}"/>
                </a:ext>
              </a:extLst>
            </p:cNvPr>
            <p:cNvSpPr/>
            <p:nvPr/>
          </p:nvSpPr>
          <p:spPr>
            <a:xfrm>
              <a:off x="7258489" y="2179103"/>
              <a:ext cx="168569" cy="112718"/>
            </a:xfrm>
            <a:custGeom>
              <a:avLst/>
              <a:gdLst>
                <a:gd name="connsiteX0" fmla="*/ 112154 w 168569"/>
                <a:gd name="connsiteY0" fmla="*/ 64265 h 112718"/>
                <a:gd name="connsiteX1" fmla="*/ 168570 w 168569"/>
                <a:gd name="connsiteY1" fmla="*/ 64265 h 112718"/>
                <a:gd name="connsiteX2" fmla="*/ 168570 w 168569"/>
                <a:gd name="connsiteY2" fmla="*/ 48454 h 112718"/>
                <a:gd name="connsiteX3" fmla="*/ 112154 w 168569"/>
                <a:gd name="connsiteY3" fmla="*/ 48454 h 112718"/>
                <a:gd name="connsiteX4" fmla="*/ 48454 w 168569"/>
                <a:gd name="connsiteY4" fmla="*/ 564 h 112718"/>
                <a:gd name="connsiteX5" fmla="*/ 564 w 168569"/>
                <a:gd name="connsiteY5" fmla="*/ 64265 h 112718"/>
                <a:gd name="connsiteX6" fmla="*/ 64265 w 168569"/>
                <a:gd name="connsiteY6" fmla="*/ 112154 h 112718"/>
                <a:gd name="connsiteX7" fmla="*/ 112154 w 168569"/>
                <a:gd name="connsiteY7" fmla="*/ 64265 h 112718"/>
                <a:gd name="connsiteX8" fmla="*/ 16020 w 168569"/>
                <a:gd name="connsiteY8" fmla="*/ 56359 h 112718"/>
                <a:gd name="connsiteX9" fmla="*/ 56561 w 168569"/>
                <a:gd name="connsiteY9" fmla="*/ 15819 h 112718"/>
                <a:gd name="connsiteX10" fmla="*/ 97102 w 168569"/>
                <a:gd name="connsiteY10" fmla="*/ 56359 h 112718"/>
                <a:gd name="connsiteX11" fmla="*/ 56561 w 168569"/>
                <a:gd name="connsiteY11" fmla="*/ 96900 h 112718"/>
                <a:gd name="connsiteX12" fmla="*/ 16020 w 168569"/>
                <a:gd name="connsiteY12" fmla="*/ 56359 h 11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569" h="112718">
                  <a:moveTo>
                    <a:pt x="112154" y="64265"/>
                  </a:moveTo>
                  <a:lnTo>
                    <a:pt x="168570" y="64265"/>
                  </a:lnTo>
                  <a:lnTo>
                    <a:pt x="168570" y="48454"/>
                  </a:lnTo>
                  <a:lnTo>
                    <a:pt x="112154" y="48454"/>
                  </a:lnTo>
                  <a:cubicBezTo>
                    <a:pt x="107788" y="17639"/>
                    <a:pt x="79268" y="-3802"/>
                    <a:pt x="48454" y="564"/>
                  </a:cubicBezTo>
                  <a:cubicBezTo>
                    <a:pt x="17639" y="4931"/>
                    <a:pt x="-3802" y="33450"/>
                    <a:pt x="564" y="64265"/>
                  </a:cubicBezTo>
                  <a:cubicBezTo>
                    <a:pt x="4931" y="95080"/>
                    <a:pt x="33450" y="116520"/>
                    <a:pt x="64265" y="112154"/>
                  </a:cubicBezTo>
                  <a:cubicBezTo>
                    <a:pt x="89110" y="108634"/>
                    <a:pt x="108634" y="89110"/>
                    <a:pt x="112154" y="64265"/>
                  </a:cubicBezTo>
                  <a:close/>
                  <a:moveTo>
                    <a:pt x="16020" y="56359"/>
                  </a:moveTo>
                  <a:cubicBezTo>
                    <a:pt x="16020" y="33970"/>
                    <a:pt x="34171" y="15819"/>
                    <a:pt x="56561" y="15819"/>
                  </a:cubicBezTo>
                  <a:cubicBezTo>
                    <a:pt x="78951" y="15819"/>
                    <a:pt x="97102" y="33970"/>
                    <a:pt x="97102" y="56359"/>
                  </a:cubicBezTo>
                  <a:cubicBezTo>
                    <a:pt x="97102" y="78749"/>
                    <a:pt x="78951" y="96900"/>
                    <a:pt x="56561" y="96900"/>
                  </a:cubicBezTo>
                  <a:cubicBezTo>
                    <a:pt x="34185" y="96865"/>
                    <a:pt x="16055" y="78735"/>
                    <a:pt x="16020" y="56359"/>
                  </a:cubicBezTo>
                  <a:close/>
                </a:path>
              </a:pathLst>
            </a:custGeom>
            <a:grpFill/>
            <a:ln w="6271" cap="flat">
              <a:noFill/>
              <a:prstDash val="solid"/>
              <a:miter/>
            </a:ln>
          </p:spPr>
          <p:txBody>
            <a:bodyPr rtlCol="0" anchor="ctr"/>
            <a:lstStyle/>
            <a:p>
              <a:endParaRPr lang="en-US"/>
            </a:p>
          </p:txBody>
        </p:sp>
        <p:sp>
          <p:nvSpPr>
            <p:cNvPr id="46" name="Picture Placeholder 91">
              <a:extLst>
                <a:ext uri="{FF2B5EF4-FFF2-40B4-BE49-F238E27FC236}">
                  <a16:creationId xmlns:a16="http://schemas.microsoft.com/office/drawing/2014/main" id="{6FC3316F-F4B1-F3DB-D6F2-7591FD931453}"/>
                </a:ext>
              </a:extLst>
            </p:cNvPr>
            <p:cNvSpPr/>
            <p:nvPr/>
          </p:nvSpPr>
          <p:spPr>
            <a:xfrm>
              <a:off x="7220750" y="2071845"/>
              <a:ext cx="505968" cy="316230"/>
            </a:xfrm>
            <a:custGeom>
              <a:avLst/>
              <a:gdLst>
                <a:gd name="connsiteX0" fmla="*/ 0 w 505968"/>
                <a:gd name="connsiteY0" fmla="*/ 0 h 316230"/>
                <a:gd name="connsiteX1" fmla="*/ 0 w 505968"/>
                <a:gd name="connsiteY1" fmla="*/ 15812 h 316230"/>
                <a:gd name="connsiteX2" fmla="*/ 490157 w 505968"/>
                <a:gd name="connsiteY2" fmla="*/ 15812 h 316230"/>
                <a:gd name="connsiteX3" fmla="*/ 490157 w 505968"/>
                <a:gd name="connsiteY3" fmla="*/ 300419 h 316230"/>
                <a:gd name="connsiteX4" fmla="*/ 0 w 505968"/>
                <a:gd name="connsiteY4" fmla="*/ 300419 h 316230"/>
                <a:gd name="connsiteX5" fmla="*/ 0 w 505968"/>
                <a:gd name="connsiteY5" fmla="*/ 316230 h 316230"/>
                <a:gd name="connsiteX6" fmla="*/ 505968 w 505968"/>
                <a:gd name="connsiteY6" fmla="*/ 316230 h 316230"/>
                <a:gd name="connsiteX7" fmla="*/ 505968 w 505968"/>
                <a:gd name="connsiteY7" fmla="*/ 0 h 316230"/>
                <a:gd name="connsiteX8" fmla="*/ 0 w 505968"/>
                <a:gd name="connsiteY8" fmla="*/ 0 h 31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5968" h="316230">
                  <a:moveTo>
                    <a:pt x="0" y="0"/>
                  </a:moveTo>
                  <a:lnTo>
                    <a:pt x="0" y="15812"/>
                  </a:lnTo>
                  <a:lnTo>
                    <a:pt x="490157" y="15812"/>
                  </a:lnTo>
                  <a:lnTo>
                    <a:pt x="490157" y="300419"/>
                  </a:lnTo>
                  <a:lnTo>
                    <a:pt x="0" y="300419"/>
                  </a:lnTo>
                  <a:lnTo>
                    <a:pt x="0" y="316230"/>
                  </a:lnTo>
                  <a:lnTo>
                    <a:pt x="505968" y="316230"/>
                  </a:lnTo>
                  <a:lnTo>
                    <a:pt x="505968" y="0"/>
                  </a:lnTo>
                  <a:lnTo>
                    <a:pt x="0" y="0"/>
                  </a:lnTo>
                  <a:close/>
                </a:path>
              </a:pathLst>
            </a:custGeom>
            <a:grpFill/>
            <a:ln w="6271" cap="flat">
              <a:noFill/>
              <a:prstDash val="solid"/>
              <a:miter/>
            </a:ln>
          </p:spPr>
          <p:txBody>
            <a:bodyPr rtlCol="0" anchor="ctr"/>
            <a:lstStyle/>
            <a:p>
              <a:endParaRPr lang="en-US"/>
            </a:p>
          </p:txBody>
        </p:sp>
        <p:sp>
          <p:nvSpPr>
            <p:cNvPr id="47" name="Picture Placeholder 91">
              <a:extLst>
                <a:ext uri="{FF2B5EF4-FFF2-40B4-BE49-F238E27FC236}">
                  <a16:creationId xmlns:a16="http://schemas.microsoft.com/office/drawing/2014/main" id="{FA859BF7-8D65-EAFD-A503-4D59003FD276}"/>
                </a:ext>
              </a:extLst>
            </p:cNvPr>
            <p:cNvSpPr/>
            <p:nvPr/>
          </p:nvSpPr>
          <p:spPr>
            <a:xfrm>
              <a:off x="7124173" y="2008599"/>
              <a:ext cx="79057" cy="442722"/>
            </a:xfrm>
            <a:custGeom>
              <a:avLst/>
              <a:gdLst>
                <a:gd name="connsiteX0" fmla="*/ 0 w 79057"/>
                <a:gd name="connsiteY0" fmla="*/ 442722 h 442722"/>
                <a:gd name="connsiteX1" fmla="*/ 79058 w 79057"/>
                <a:gd name="connsiteY1" fmla="*/ 442722 h 442722"/>
                <a:gd name="connsiteX2" fmla="*/ 79058 w 79057"/>
                <a:gd name="connsiteY2" fmla="*/ 0 h 442722"/>
                <a:gd name="connsiteX3" fmla="*/ 0 w 79057"/>
                <a:gd name="connsiteY3" fmla="*/ 0 h 442722"/>
                <a:gd name="connsiteX4" fmla="*/ 15812 w 79057"/>
                <a:gd name="connsiteY4" fmla="*/ 15812 h 442722"/>
                <a:gd name="connsiteX5" fmla="*/ 63246 w 79057"/>
                <a:gd name="connsiteY5" fmla="*/ 15812 h 442722"/>
                <a:gd name="connsiteX6" fmla="*/ 63246 w 79057"/>
                <a:gd name="connsiteY6" fmla="*/ 426911 h 442722"/>
                <a:gd name="connsiteX7" fmla="*/ 15812 w 79057"/>
                <a:gd name="connsiteY7" fmla="*/ 426911 h 44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57" h="442722">
                  <a:moveTo>
                    <a:pt x="0" y="442722"/>
                  </a:moveTo>
                  <a:lnTo>
                    <a:pt x="79058" y="442722"/>
                  </a:lnTo>
                  <a:lnTo>
                    <a:pt x="79058" y="0"/>
                  </a:lnTo>
                  <a:lnTo>
                    <a:pt x="0" y="0"/>
                  </a:lnTo>
                  <a:close/>
                  <a:moveTo>
                    <a:pt x="15812" y="15812"/>
                  </a:moveTo>
                  <a:lnTo>
                    <a:pt x="63246" y="15812"/>
                  </a:lnTo>
                  <a:lnTo>
                    <a:pt x="63246" y="426911"/>
                  </a:lnTo>
                  <a:lnTo>
                    <a:pt x="15812" y="426911"/>
                  </a:lnTo>
                  <a:close/>
                </a:path>
              </a:pathLst>
            </a:custGeom>
            <a:grpFill/>
            <a:ln w="6271" cap="flat">
              <a:noFill/>
              <a:prstDash val="solid"/>
              <a:miter/>
            </a:ln>
          </p:spPr>
          <p:txBody>
            <a:bodyPr rtlCol="0" anchor="ctr"/>
            <a:lstStyle/>
            <a:p>
              <a:endParaRPr lang="en-US"/>
            </a:p>
          </p:txBody>
        </p:sp>
        <p:sp>
          <p:nvSpPr>
            <p:cNvPr id="48" name="Picture Placeholder 91">
              <a:extLst>
                <a:ext uri="{FF2B5EF4-FFF2-40B4-BE49-F238E27FC236}">
                  <a16:creationId xmlns:a16="http://schemas.microsoft.com/office/drawing/2014/main" id="{A6121319-C44B-53C4-47AD-324520928D7D}"/>
                </a:ext>
              </a:extLst>
            </p:cNvPr>
            <p:cNvSpPr/>
            <p:nvPr/>
          </p:nvSpPr>
          <p:spPr>
            <a:xfrm>
              <a:off x="7388858" y="2403886"/>
              <a:ext cx="273159" cy="56099"/>
            </a:xfrm>
            <a:custGeom>
              <a:avLst/>
              <a:gdLst>
                <a:gd name="connsiteX0" fmla="*/ 257348 w 273159"/>
                <a:gd name="connsiteY0" fmla="*/ 40288 h 56099"/>
                <a:gd name="connsiteX1" fmla="*/ 218072 w 273159"/>
                <a:gd name="connsiteY1" fmla="*/ 40288 h 56099"/>
                <a:gd name="connsiteX2" fmla="*/ 218072 w 273159"/>
                <a:gd name="connsiteY2" fmla="*/ 0 h 56099"/>
                <a:gd name="connsiteX3" fmla="*/ 202261 w 273159"/>
                <a:gd name="connsiteY3" fmla="*/ 0 h 56099"/>
                <a:gd name="connsiteX4" fmla="*/ 202261 w 273159"/>
                <a:gd name="connsiteY4" fmla="*/ 40288 h 56099"/>
                <a:gd name="connsiteX5" fmla="*/ 168740 w 273159"/>
                <a:gd name="connsiteY5" fmla="*/ 40288 h 56099"/>
                <a:gd name="connsiteX6" fmla="*/ 168740 w 273159"/>
                <a:gd name="connsiteY6" fmla="*/ 0 h 56099"/>
                <a:gd name="connsiteX7" fmla="*/ 152929 w 273159"/>
                <a:gd name="connsiteY7" fmla="*/ 0 h 56099"/>
                <a:gd name="connsiteX8" fmla="*/ 152929 w 273159"/>
                <a:gd name="connsiteY8" fmla="*/ 40288 h 56099"/>
                <a:gd name="connsiteX9" fmla="*/ 119345 w 273159"/>
                <a:gd name="connsiteY9" fmla="*/ 40288 h 56099"/>
                <a:gd name="connsiteX10" fmla="*/ 119345 w 273159"/>
                <a:gd name="connsiteY10" fmla="*/ 0 h 56099"/>
                <a:gd name="connsiteX11" fmla="*/ 103534 w 273159"/>
                <a:gd name="connsiteY11" fmla="*/ 0 h 56099"/>
                <a:gd name="connsiteX12" fmla="*/ 103534 w 273159"/>
                <a:gd name="connsiteY12" fmla="*/ 40288 h 56099"/>
                <a:gd name="connsiteX13" fmla="*/ 70013 w 273159"/>
                <a:gd name="connsiteY13" fmla="*/ 40288 h 56099"/>
                <a:gd name="connsiteX14" fmla="*/ 70013 w 273159"/>
                <a:gd name="connsiteY14" fmla="*/ 0 h 56099"/>
                <a:gd name="connsiteX15" fmla="*/ 54202 w 273159"/>
                <a:gd name="connsiteY15" fmla="*/ 0 h 56099"/>
                <a:gd name="connsiteX16" fmla="*/ 54202 w 273159"/>
                <a:gd name="connsiteY16" fmla="*/ 40288 h 56099"/>
                <a:gd name="connsiteX17" fmla="*/ 15812 w 273159"/>
                <a:gd name="connsiteY17" fmla="*/ 40288 h 56099"/>
                <a:gd name="connsiteX18" fmla="*/ 15812 w 273159"/>
                <a:gd name="connsiteY18" fmla="*/ 0 h 56099"/>
                <a:gd name="connsiteX19" fmla="*/ 0 w 273159"/>
                <a:gd name="connsiteY19" fmla="*/ 0 h 56099"/>
                <a:gd name="connsiteX20" fmla="*/ 0 w 273159"/>
                <a:gd name="connsiteY20" fmla="*/ 56099 h 56099"/>
                <a:gd name="connsiteX21" fmla="*/ 273159 w 273159"/>
                <a:gd name="connsiteY21" fmla="*/ 56099 h 56099"/>
                <a:gd name="connsiteX22" fmla="*/ 273159 w 273159"/>
                <a:gd name="connsiteY22" fmla="*/ 0 h 56099"/>
                <a:gd name="connsiteX23" fmla="*/ 257348 w 273159"/>
                <a:gd name="connsiteY23" fmla="*/ 0 h 56099"/>
                <a:gd name="connsiteX24" fmla="*/ 257348 w 273159"/>
                <a:gd name="connsiteY24" fmla="*/ 40288 h 5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3159" h="56099">
                  <a:moveTo>
                    <a:pt x="257348" y="40288"/>
                  </a:moveTo>
                  <a:lnTo>
                    <a:pt x="218072" y="40288"/>
                  </a:lnTo>
                  <a:lnTo>
                    <a:pt x="218072" y="0"/>
                  </a:lnTo>
                  <a:lnTo>
                    <a:pt x="202261" y="0"/>
                  </a:lnTo>
                  <a:lnTo>
                    <a:pt x="202261" y="40288"/>
                  </a:lnTo>
                  <a:lnTo>
                    <a:pt x="168740" y="40288"/>
                  </a:lnTo>
                  <a:lnTo>
                    <a:pt x="168740" y="0"/>
                  </a:lnTo>
                  <a:lnTo>
                    <a:pt x="152929" y="0"/>
                  </a:lnTo>
                  <a:lnTo>
                    <a:pt x="152929" y="40288"/>
                  </a:lnTo>
                  <a:lnTo>
                    <a:pt x="119345" y="40288"/>
                  </a:lnTo>
                  <a:lnTo>
                    <a:pt x="119345" y="0"/>
                  </a:lnTo>
                  <a:lnTo>
                    <a:pt x="103534" y="0"/>
                  </a:lnTo>
                  <a:lnTo>
                    <a:pt x="103534" y="40288"/>
                  </a:lnTo>
                  <a:lnTo>
                    <a:pt x="70013" y="40288"/>
                  </a:lnTo>
                  <a:lnTo>
                    <a:pt x="70013" y="0"/>
                  </a:lnTo>
                  <a:lnTo>
                    <a:pt x="54202" y="0"/>
                  </a:lnTo>
                  <a:lnTo>
                    <a:pt x="54202" y="40288"/>
                  </a:lnTo>
                  <a:lnTo>
                    <a:pt x="15812" y="40288"/>
                  </a:lnTo>
                  <a:lnTo>
                    <a:pt x="15812" y="0"/>
                  </a:lnTo>
                  <a:lnTo>
                    <a:pt x="0" y="0"/>
                  </a:lnTo>
                  <a:lnTo>
                    <a:pt x="0" y="56099"/>
                  </a:lnTo>
                  <a:lnTo>
                    <a:pt x="273159" y="56099"/>
                  </a:lnTo>
                  <a:lnTo>
                    <a:pt x="273159" y="0"/>
                  </a:lnTo>
                  <a:lnTo>
                    <a:pt x="257348" y="0"/>
                  </a:lnTo>
                  <a:lnTo>
                    <a:pt x="257348" y="40288"/>
                  </a:lnTo>
                  <a:close/>
                </a:path>
              </a:pathLst>
            </a:custGeom>
            <a:grpFill/>
            <a:ln w="6271" cap="flat">
              <a:noFill/>
              <a:prstDash val="solid"/>
              <a:miter/>
            </a:ln>
          </p:spPr>
          <p:txBody>
            <a:bodyPr rtlCol="0" anchor="ctr"/>
            <a:lstStyle/>
            <a:p>
              <a:endParaRPr lang="en-US"/>
            </a:p>
          </p:txBody>
        </p:sp>
      </p:grpSp>
      <p:grpSp>
        <p:nvGrpSpPr>
          <p:cNvPr id="55" name="Group 54" descr="Container&#10;">
            <a:extLst>
              <a:ext uri="{FF2B5EF4-FFF2-40B4-BE49-F238E27FC236}">
                <a16:creationId xmlns:a16="http://schemas.microsoft.com/office/drawing/2014/main" id="{659500DC-564F-3A4A-DE72-FFEED496B370}"/>
              </a:ext>
            </a:extLst>
          </p:cNvPr>
          <p:cNvGrpSpPr>
            <a:grpSpLocks noChangeAspect="1"/>
          </p:cNvGrpSpPr>
          <p:nvPr/>
        </p:nvGrpSpPr>
        <p:grpSpPr>
          <a:xfrm>
            <a:off x="7882300" y="2481616"/>
            <a:ext cx="1005840" cy="1005840"/>
            <a:chOff x="530529" y="4420064"/>
            <a:chExt cx="600837" cy="600837"/>
          </a:xfrm>
          <a:solidFill>
            <a:schemeClr val="bg1"/>
          </a:solidFill>
        </p:grpSpPr>
        <p:sp>
          <p:nvSpPr>
            <p:cNvPr id="56" name="Picture Placeholder 113">
              <a:extLst>
                <a:ext uri="{FF2B5EF4-FFF2-40B4-BE49-F238E27FC236}">
                  <a16:creationId xmlns:a16="http://schemas.microsoft.com/office/drawing/2014/main" id="{CB2571B1-A4E3-0F07-77FA-FE97C76755FC}"/>
                </a:ext>
              </a:extLst>
            </p:cNvPr>
            <p:cNvSpPr/>
            <p:nvPr/>
          </p:nvSpPr>
          <p:spPr>
            <a:xfrm>
              <a:off x="530529" y="4420064"/>
              <a:ext cx="600837" cy="600837"/>
            </a:xfrm>
            <a:custGeom>
              <a:avLst/>
              <a:gdLst>
                <a:gd name="connsiteX0" fmla="*/ 554920 w 600837"/>
                <a:gd name="connsiteY0" fmla="*/ 15938 h 600837"/>
                <a:gd name="connsiteX1" fmla="*/ 585026 w 600837"/>
                <a:gd name="connsiteY1" fmla="*/ 46043 h 600837"/>
                <a:gd name="connsiteX2" fmla="*/ 585026 w 600837"/>
                <a:gd name="connsiteY2" fmla="*/ 555110 h 600837"/>
                <a:gd name="connsiteX3" fmla="*/ 554920 w 600837"/>
                <a:gd name="connsiteY3" fmla="*/ 585152 h 600837"/>
                <a:gd name="connsiteX4" fmla="*/ 45917 w 600837"/>
                <a:gd name="connsiteY4" fmla="*/ 585152 h 600837"/>
                <a:gd name="connsiteX5" fmla="*/ 15812 w 600837"/>
                <a:gd name="connsiteY5" fmla="*/ 555110 h 600837"/>
                <a:gd name="connsiteX6" fmla="*/ 15812 w 600837"/>
                <a:gd name="connsiteY6" fmla="*/ 45917 h 600837"/>
                <a:gd name="connsiteX7" fmla="*/ 45917 w 600837"/>
                <a:gd name="connsiteY7" fmla="*/ 15938 h 600837"/>
                <a:gd name="connsiteX8" fmla="*/ 554920 w 600837"/>
                <a:gd name="connsiteY8" fmla="*/ 15938 h 600837"/>
                <a:gd name="connsiteX9" fmla="*/ 554920 w 600837"/>
                <a:gd name="connsiteY9" fmla="*/ 126 h 600837"/>
                <a:gd name="connsiteX10" fmla="*/ 45917 w 600837"/>
                <a:gd name="connsiteY10" fmla="*/ 126 h 600837"/>
                <a:gd name="connsiteX11" fmla="*/ 0 w 600837"/>
                <a:gd name="connsiteY11" fmla="*/ 45917 h 600837"/>
                <a:gd name="connsiteX12" fmla="*/ 0 w 600837"/>
                <a:gd name="connsiteY12" fmla="*/ 554984 h 600837"/>
                <a:gd name="connsiteX13" fmla="*/ 45917 w 600837"/>
                <a:gd name="connsiteY13" fmla="*/ 600837 h 600837"/>
                <a:gd name="connsiteX14" fmla="*/ 554920 w 600837"/>
                <a:gd name="connsiteY14" fmla="*/ 600837 h 600837"/>
                <a:gd name="connsiteX15" fmla="*/ 600837 w 600837"/>
                <a:gd name="connsiteY15" fmla="*/ 554984 h 600837"/>
                <a:gd name="connsiteX16" fmla="*/ 600837 w 600837"/>
                <a:gd name="connsiteY16" fmla="*/ 45917 h 600837"/>
                <a:gd name="connsiteX17" fmla="*/ 554920 w 600837"/>
                <a:gd name="connsiteY17" fmla="*/ 0 h 6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0837" h="600837">
                  <a:moveTo>
                    <a:pt x="554920" y="15938"/>
                  </a:moveTo>
                  <a:cubicBezTo>
                    <a:pt x="571548" y="15938"/>
                    <a:pt x="585026" y="29416"/>
                    <a:pt x="585026" y="46043"/>
                  </a:cubicBezTo>
                  <a:lnTo>
                    <a:pt x="585026" y="555110"/>
                  </a:lnTo>
                  <a:cubicBezTo>
                    <a:pt x="584988" y="571712"/>
                    <a:pt x="571522" y="585152"/>
                    <a:pt x="554920" y="585152"/>
                  </a:cubicBezTo>
                  <a:lnTo>
                    <a:pt x="45917" y="585152"/>
                  </a:lnTo>
                  <a:cubicBezTo>
                    <a:pt x="29315" y="585152"/>
                    <a:pt x="15846" y="571712"/>
                    <a:pt x="15812" y="555110"/>
                  </a:cubicBezTo>
                  <a:lnTo>
                    <a:pt x="15812" y="45917"/>
                  </a:lnTo>
                  <a:cubicBezTo>
                    <a:pt x="15881" y="29339"/>
                    <a:pt x="29339" y="15938"/>
                    <a:pt x="45917" y="15938"/>
                  </a:cubicBezTo>
                  <a:lnTo>
                    <a:pt x="554920" y="15938"/>
                  </a:lnTo>
                  <a:moveTo>
                    <a:pt x="554920" y="126"/>
                  </a:moveTo>
                  <a:lnTo>
                    <a:pt x="45917" y="126"/>
                  </a:lnTo>
                  <a:cubicBezTo>
                    <a:pt x="20607" y="126"/>
                    <a:pt x="70" y="20607"/>
                    <a:pt x="0" y="45917"/>
                  </a:cubicBezTo>
                  <a:lnTo>
                    <a:pt x="0" y="554984"/>
                  </a:lnTo>
                  <a:cubicBezTo>
                    <a:pt x="35" y="580320"/>
                    <a:pt x="20582" y="600837"/>
                    <a:pt x="45917" y="600837"/>
                  </a:cubicBezTo>
                  <a:lnTo>
                    <a:pt x="554920" y="600837"/>
                  </a:lnTo>
                  <a:cubicBezTo>
                    <a:pt x="580257" y="600837"/>
                    <a:pt x="600799" y="580320"/>
                    <a:pt x="600837" y="554984"/>
                  </a:cubicBezTo>
                  <a:lnTo>
                    <a:pt x="600837" y="45917"/>
                  </a:lnTo>
                  <a:cubicBezTo>
                    <a:pt x="600837" y="20557"/>
                    <a:pt x="580282" y="0"/>
                    <a:pt x="554920" y="0"/>
                  </a:cubicBezTo>
                  <a:close/>
                </a:path>
              </a:pathLst>
            </a:custGeom>
            <a:grpFill/>
            <a:ln w="6271" cap="flat">
              <a:noFill/>
              <a:prstDash val="solid"/>
              <a:miter/>
            </a:ln>
          </p:spPr>
          <p:txBody>
            <a:bodyPr rtlCol="0" anchor="ctr"/>
            <a:lstStyle/>
            <a:p>
              <a:endParaRPr lang="en-US"/>
            </a:p>
          </p:txBody>
        </p:sp>
        <p:sp>
          <p:nvSpPr>
            <p:cNvPr id="57" name="Picture Placeholder 113">
              <a:extLst>
                <a:ext uri="{FF2B5EF4-FFF2-40B4-BE49-F238E27FC236}">
                  <a16:creationId xmlns:a16="http://schemas.microsoft.com/office/drawing/2014/main" id="{29E6992E-2196-0B0A-3E14-1BD7D3433C8E}"/>
                </a:ext>
              </a:extLst>
            </p:cNvPr>
            <p:cNvSpPr/>
            <p:nvPr/>
          </p:nvSpPr>
          <p:spPr>
            <a:xfrm>
              <a:off x="768207" y="4826672"/>
              <a:ext cx="126808" cy="126492"/>
            </a:xfrm>
            <a:custGeom>
              <a:avLst/>
              <a:gdLst>
                <a:gd name="connsiteX0" fmla="*/ 110870 w 126808"/>
                <a:gd name="connsiteY0" fmla="*/ 15812 h 126492"/>
                <a:gd name="connsiteX1" fmla="*/ 110870 w 126808"/>
                <a:gd name="connsiteY1" fmla="*/ 110681 h 126492"/>
                <a:gd name="connsiteX2" fmla="*/ 16001 w 126808"/>
                <a:gd name="connsiteY2" fmla="*/ 110681 h 126492"/>
                <a:gd name="connsiteX3" fmla="*/ 16001 w 126808"/>
                <a:gd name="connsiteY3" fmla="*/ 15812 h 126492"/>
                <a:gd name="connsiteX4" fmla="*/ 110870 w 126808"/>
                <a:gd name="connsiteY4" fmla="*/ 15812 h 126492"/>
                <a:gd name="connsiteX5" fmla="*/ 117195 w 126808"/>
                <a:gd name="connsiteY5" fmla="*/ 0 h 126492"/>
                <a:gd name="connsiteX6" fmla="*/ 9677 w 126808"/>
                <a:gd name="connsiteY6" fmla="*/ 0 h 126492"/>
                <a:gd name="connsiteX7" fmla="*/ 0 w 126808"/>
                <a:gd name="connsiteY7" fmla="*/ 9613 h 126492"/>
                <a:gd name="connsiteX8" fmla="*/ 0 w 126808"/>
                <a:gd name="connsiteY8" fmla="*/ 116815 h 126492"/>
                <a:gd name="connsiteX9" fmla="*/ 9677 w 126808"/>
                <a:gd name="connsiteY9" fmla="*/ 126492 h 126492"/>
                <a:gd name="connsiteX10" fmla="*/ 117195 w 126808"/>
                <a:gd name="connsiteY10" fmla="*/ 126492 h 126492"/>
                <a:gd name="connsiteX11" fmla="*/ 126808 w 126808"/>
                <a:gd name="connsiteY11" fmla="*/ 116815 h 126492"/>
                <a:gd name="connsiteX12" fmla="*/ 126808 w 126808"/>
                <a:gd name="connsiteY12" fmla="*/ 9613 h 126492"/>
                <a:gd name="connsiteX13" fmla="*/ 117195 w 126808"/>
                <a:gd name="connsiteY13" fmla="*/ 0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808" h="126492">
                  <a:moveTo>
                    <a:pt x="110870" y="15812"/>
                  </a:moveTo>
                  <a:lnTo>
                    <a:pt x="110870" y="110681"/>
                  </a:lnTo>
                  <a:lnTo>
                    <a:pt x="16001" y="110681"/>
                  </a:lnTo>
                  <a:lnTo>
                    <a:pt x="16001" y="15812"/>
                  </a:lnTo>
                  <a:lnTo>
                    <a:pt x="110870" y="15812"/>
                  </a:lnTo>
                  <a:moveTo>
                    <a:pt x="117195" y="0"/>
                  </a:moveTo>
                  <a:lnTo>
                    <a:pt x="9677" y="0"/>
                  </a:lnTo>
                  <a:cubicBezTo>
                    <a:pt x="4357" y="0"/>
                    <a:pt x="35" y="4294"/>
                    <a:pt x="0" y="9613"/>
                  </a:cubicBezTo>
                  <a:lnTo>
                    <a:pt x="0" y="116815"/>
                  </a:lnTo>
                  <a:cubicBezTo>
                    <a:pt x="35" y="122145"/>
                    <a:pt x="4347" y="126457"/>
                    <a:pt x="9677" y="126492"/>
                  </a:cubicBezTo>
                  <a:lnTo>
                    <a:pt x="117195" y="126492"/>
                  </a:lnTo>
                  <a:cubicBezTo>
                    <a:pt x="122514" y="126457"/>
                    <a:pt x="126808" y="122135"/>
                    <a:pt x="126808" y="116815"/>
                  </a:cubicBezTo>
                  <a:lnTo>
                    <a:pt x="126808" y="9613"/>
                  </a:lnTo>
                  <a:cubicBezTo>
                    <a:pt x="126808" y="4304"/>
                    <a:pt x="122504" y="0"/>
                    <a:pt x="117195" y="0"/>
                  </a:cubicBezTo>
                  <a:close/>
                </a:path>
              </a:pathLst>
            </a:custGeom>
            <a:grpFill/>
            <a:ln w="6271" cap="flat">
              <a:noFill/>
              <a:prstDash val="solid"/>
              <a:miter/>
            </a:ln>
          </p:spPr>
          <p:txBody>
            <a:bodyPr rtlCol="0" anchor="ctr"/>
            <a:lstStyle/>
            <a:p>
              <a:endParaRPr lang="en-US"/>
            </a:p>
          </p:txBody>
        </p:sp>
        <p:sp>
          <p:nvSpPr>
            <p:cNvPr id="58" name="Picture Placeholder 113">
              <a:extLst>
                <a:ext uri="{FF2B5EF4-FFF2-40B4-BE49-F238E27FC236}">
                  <a16:creationId xmlns:a16="http://schemas.microsoft.com/office/drawing/2014/main" id="{EBC30FC6-7063-62A6-AA1A-998FC408F2E2}"/>
                </a:ext>
              </a:extLst>
            </p:cNvPr>
            <p:cNvSpPr/>
            <p:nvPr/>
          </p:nvSpPr>
          <p:spPr>
            <a:xfrm>
              <a:off x="807926" y="4866201"/>
              <a:ext cx="47434" cy="47434"/>
            </a:xfrm>
            <a:custGeom>
              <a:avLst/>
              <a:gdLst>
                <a:gd name="connsiteX0" fmla="*/ 43829 w 47434"/>
                <a:gd name="connsiteY0" fmla="*/ 0 h 47434"/>
                <a:gd name="connsiteX1" fmla="*/ 47435 w 47434"/>
                <a:gd name="connsiteY1" fmla="*/ 0 h 47434"/>
                <a:gd name="connsiteX2" fmla="*/ 47435 w 47434"/>
                <a:gd name="connsiteY2" fmla="*/ 47434 h 47434"/>
                <a:gd name="connsiteX3" fmla="*/ 43829 w 47434"/>
                <a:gd name="connsiteY3" fmla="*/ 47434 h 47434"/>
                <a:gd name="connsiteX4" fmla="*/ 3605 w 47434"/>
                <a:gd name="connsiteY4" fmla="*/ 47434 h 47434"/>
                <a:gd name="connsiteX5" fmla="*/ 0 w 47434"/>
                <a:gd name="connsiteY5" fmla="*/ 47434 h 47434"/>
                <a:gd name="connsiteX6" fmla="*/ 0 w 47434"/>
                <a:gd name="connsiteY6" fmla="*/ 0 h 47434"/>
                <a:gd name="connsiteX7" fmla="*/ 3605 w 47434"/>
                <a:gd name="connsiteY7" fmla="*/ 0 h 4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34" h="47434">
                  <a:moveTo>
                    <a:pt x="43829" y="0"/>
                  </a:moveTo>
                  <a:cubicBezTo>
                    <a:pt x="45820" y="0"/>
                    <a:pt x="47435" y="0"/>
                    <a:pt x="47435" y="0"/>
                  </a:cubicBezTo>
                  <a:lnTo>
                    <a:pt x="47435" y="47434"/>
                  </a:lnTo>
                  <a:cubicBezTo>
                    <a:pt x="47435" y="47434"/>
                    <a:pt x="45820" y="47434"/>
                    <a:pt x="43829" y="47434"/>
                  </a:cubicBezTo>
                  <a:lnTo>
                    <a:pt x="3605" y="47434"/>
                  </a:lnTo>
                  <a:cubicBezTo>
                    <a:pt x="1614" y="47434"/>
                    <a:pt x="0" y="47434"/>
                    <a:pt x="0" y="47434"/>
                  </a:cubicBezTo>
                  <a:lnTo>
                    <a:pt x="0" y="0"/>
                  </a:lnTo>
                  <a:cubicBezTo>
                    <a:pt x="0" y="0"/>
                    <a:pt x="1614" y="0"/>
                    <a:pt x="3605" y="0"/>
                  </a:cubicBezTo>
                  <a:close/>
                </a:path>
              </a:pathLst>
            </a:custGeom>
            <a:grpFill/>
            <a:ln w="6271" cap="flat">
              <a:noFill/>
              <a:prstDash val="solid"/>
              <a:miter/>
            </a:ln>
          </p:spPr>
          <p:txBody>
            <a:bodyPr rtlCol="0" anchor="ctr"/>
            <a:lstStyle/>
            <a:p>
              <a:endParaRPr lang="en-US"/>
            </a:p>
          </p:txBody>
        </p:sp>
        <p:sp>
          <p:nvSpPr>
            <p:cNvPr id="59" name="Picture Placeholder 113">
              <a:extLst>
                <a:ext uri="{FF2B5EF4-FFF2-40B4-BE49-F238E27FC236}">
                  <a16:creationId xmlns:a16="http://schemas.microsoft.com/office/drawing/2014/main" id="{CA618201-2162-41B0-668C-5E09AB156D62}"/>
                </a:ext>
              </a:extLst>
            </p:cNvPr>
            <p:cNvSpPr/>
            <p:nvPr/>
          </p:nvSpPr>
          <p:spPr>
            <a:xfrm>
              <a:off x="768207" y="4492480"/>
              <a:ext cx="126808" cy="126492"/>
            </a:xfrm>
            <a:custGeom>
              <a:avLst/>
              <a:gdLst>
                <a:gd name="connsiteX0" fmla="*/ 110870 w 126808"/>
                <a:gd name="connsiteY0" fmla="*/ 15812 h 126492"/>
                <a:gd name="connsiteX1" fmla="*/ 110870 w 126808"/>
                <a:gd name="connsiteY1" fmla="*/ 110681 h 126492"/>
                <a:gd name="connsiteX2" fmla="*/ 16001 w 126808"/>
                <a:gd name="connsiteY2" fmla="*/ 110681 h 126492"/>
                <a:gd name="connsiteX3" fmla="*/ 16001 w 126808"/>
                <a:gd name="connsiteY3" fmla="*/ 15812 h 126492"/>
                <a:gd name="connsiteX4" fmla="*/ 110870 w 126808"/>
                <a:gd name="connsiteY4" fmla="*/ 15812 h 126492"/>
                <a:gd name="connsiteX5" fmla="*/ 117195 w 126808"/>
                <a:gd name="connsiteY5" fmla="*/ 0 h 126492"/>
                <a:gd name="connsiteX6" fmla="*/ 9677 w 126808"/>
                <a:gd name="connsiteY6" fmla="*/ 0 h 126492"/>
                <a:gd name="connsiteX7" fmla="*/ 0 w 126808"/>
                <a:gd name="connsiteY7" fmla="*/ 9677 h 126492"/>
                <a:gd name="connsiteX8" fmla="*/ 0 w 126808"/>
                <a:gd name="connsiteY8" fmla="*/ 116815 h 126492"/>
                <a:gd name="connsiteX9" fmla="*/ 9677 w 126808"/>
                <a:gd name="connsiteY9" fmla="*/ 126492 h 126492"/>
                <a:gd name="connsiteX10" fmla="*/ 117195 w 126808"/>
                <a:gd name="connsiteY10" fmla="*/ 126492 h 126492"/>
                <a:gd name="connsiteX11" fmla="*/ 126808 w 126808"/>
                <a:gd name="connsiteY11" fmla="*/ 116879 h 126492"/>
                <a:gd name="connsiteX12" fmla="*/ 126808 w 126808"/>
                <a:gd name="connsiteY12" fmla="*/ 116815 h 126492"/>
                <a:gd name="connsiteX13" fmla="*/ 126808 w 126808"/>
                <a:gd name="connsiteY13" fmla="*/ 9677 h 126492"/>
                <a:gd name="connsiteX14" fmla="*/ 117258 w 126808"/>
                <a:gd name="connsiteY14" fmla="*/ 0 h 126492"/>
                <a:gd name="connsiteX15" fmla="*/ 117195 w 126808"/>
                <a:gd name="connsiteY15" fmla="*/ 0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6808" h="126492">
                  <a:moveTo>
                    <a:pt x="110870" y="15812"/>
                  </a:moveTo>
                  <a:lnTo>
                    <a:pt x="110870" y="110681"/>
                  </a:lnTo>
                  <a:lnTo>
                    <a:pt x="16001" y="110681"/>
                  </a:lnTo>
                  <a:lnTo>
                    <a:pt x="16001" y="15812"/>
                  </a:lnTo>
                  <a:lnTo>
                    <a:pt x="110870" y="15812"/>
                  </a:lnTo>
                  <a:moveTo>
                    <a:pt x="117195" y="0"/>
                  </a:moveTo>
                  <a:lnTo>
                    <a:pt x="9677" y="0"/>
                  </a:lnTo>
                  <a:cubicBezTo>
                    <a:pt x="4332" y="0"/>
                    <a:pt x="0" y="4332"/>
                    <a:pt x="0" y="9677"/>
                  </a:cubicBezTo>
                  <a:lnTo>
                    <a:pt x="0" y="116815"/>
                  </a:lnTo>
                  <a:cubicBezTo>
                    <a:pt x="0" y="122160"/>
                    <a:pt x="4332" y="126492"/>
                    <a:pt x="9677" y="126492"/>
                  </a:cubicBezTo>
                  <a:lnTo>
                    <a:pt x="117195" y="126492"/>
                  </a:lnTo>
                  <a:cubicBezTo>
                    <a:pt x="122504" y="126492"/>
                    <a:pt x="126808" y="122188"/>
                    <a:pt x="126808" y="116879"/>
                  </a:cubicBezTo>
                  <a:cubicBezTo>
                    <a:pt x="126808" y="116858"/>
                    <a:pt x="126808" y="116836"/>
                    <a:pt x="126808" y="116815"/>
                  </a:cubicBezTo>
                  <a:lnTo>
                    <a:pt x="126808" y="9677"/>
                  </a:lnTo>
                  <a:cubicBezTo>
                    <a:pt x="126843" y="4367"/>
                    <a:pt x="122568" y="35"/>
                    <a:pt x="117258" y="0"/>
                  </a:cubicBezTo>
                  <a:cubicBezTo>
                    <a:pt x="117237" y="0"/>
                    <a:pt x="117216" y="0"/>
                    <a:pt x="117195" y="0"/>
                  </a:cubicBezTo>
                  <a:close/>
                </a:path>
              </a:pathLst>
            </a:custGeom>
            <a:grpFill/>
            <a:ln w="6271" cap="flat">
              <a:noFill/>
              <a:prstDash val="solid"/>
              <a:miter/>
            </a:ln>
          </p:spPr>
          <p:txBody>
            <a:bodyPr rtlCol="0" anchor="ctr"/>
            <a:lstStyle/>
            <a:p>
              <a:endParaRPr lang="en-US"/>
            </a:p>
          </p:txBody>
        </p:sp>
        <p:sp>
          <p:nvSpPr>
            <p:cNvPr id="60" name="Picture Placeholder 113">
              <a:extLst>
                <a:ext uri="{FF2B5EF4-FFF2-40B4-BE49-F238E27FC236}">
                  <a16:creationId xmlns:a16="http://schemas.microsoft.com/office/drawing/2014/main" id="{D44A4562-6ACE-1D97-4B86-DC4EC971033A}"/>
                </a:ext>
              </a:extLst>
            </p:cNvPr>
            <p:cNvSpPr/>
            <p:nvPr/>
          </p:nvSpPr>
          <p:spPr>
            <a:xfrm>
              <a:off x="942829" y="4828127"/>
              <a:ext cx="126492" cy="126492"/>
            </a:xfrm>
            <a:custGeom>
              <a:avLst/>
              <a:gdLst>
                <a:gd name="connsiteX0" fmla="*/ 110681 w 126492"/>
                <a:gd name="connsiteY0" fmla="*/ 15938 h 126492"/>
                <a:gd name="connsiteX1" fmla="*/ 110681 w 126492"/>
                <a:gd name="connsiteY1" fmla="*/ 110807 h 126492"/>
                <a:gd name="connsiteX2" fmla="*/ 15812 w 126492"/>
                <a:gd name="connsiteY2" fmla="*/ 110807 h 126492"/>
                <a:gd name="connsiteX3" fmla="*/ 15812 w 126492"/>
                <a:gd name="connsiteY3" fmla="*/ 15938 h 126492"/>
                <a:gd name="connsiteX4" fmla="*/ 110681 w 126492"/>
                <a:gd name="connsiteY4" fmla="*/ 15938 h 126492"/>
                <a:gd name="connsiteX5" fmla="*/ 117005 w 126492"/>
                <a:gd name="connsiteY5" fmla="*/ 126 h 126492"/>
                <a:gd name="connsiteX6" fmla="*/ 9677 w 126492"/>
                <a:gd name="connsiteY6" fmla="*/ 126 h 126492"/>
                <a:gd name="connsiteX7" fmla="*/ 0 w 126492"/>
                <a:gd name="connsiteY7" fmla="*/ 9676 h 126492"/>
                <a:gd name="connsiteX8" fmla="*/ 0 w 126492"/>
                <a:gd name="connsiteY8" fmla="*/ 9803 h 126492"/>
                <a:gd name="connsiteX9" fmla="*/ 0 w 126492"/>
                <a:gd name="connsiteY9" fmla="*/ 116942 h 126492"/>
                <a:gd name="connsiteX10" fmla="*/ 9676 w 126492"/>
                <a:gd name="connsiteY10" fmla="*/ 126492 h 126492"/>
                <a:gd name="connsiteX11" fmla="*/ 9677 w 126492"/>
                <a:gd name="connsiteY11" fmla="*/ 126492 h 126492"/>
                <a:gd name="connsiteX12" fmla="*/ 116815 w 126492"/>
                <a:gd name="connsiteY12" fmla="*/ 126492 h 126492"/>
                <a:gd name="connsiteX13" fmla="*/ 126492 w 126492"/>
                <a:gd name="connsiteY13" fmla="*/ 116815 h 126492"/>
                <a:gd name="connsiteX14" fmla="*/ 126492 w 126492"/>
                <a:gd name="connsiteY14" fmla="*/ 9803 h 126492"/>
                <a:gd name="connsiteX15" fmla="*/ 116942 w 126492"/>
                <a:gd name="connsiteY15" fmla="*/ 1 h 126492"/>
                <a:gd name="connsiteX16" fmla="*/ 116815 w 126492"/>
                <a:gd name="connsiteY16" fmla="*/ 0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492" h="126492">
                  <a:moveTo>
                    <a:pt x="110681" y="15938"/>
                  </a:moveTo>
                  <a:lnTo>
                    <a:pt x="110681" y="110807"/>
                  </a:lnTo>
                  <a:lnTo>
                    <a:pt x="15812" y="110807"/>
                  </a:lnTo>
                  <a:lnTo>
                    <a:pt x="15812" y="15938"/>
                  </a:lnTo>
                  <a:lnTo>
                    <a:pt x="110681" y="15938"/>
                  </a:lnTo>
                  <a:moveTo>
                    <a:pt x="117005" y="126"/>
                  </a:moveTo>
                  <a:lnTo>
                    <a:pt x="9677" y="126"/>
                  </a:lnTo>
                  <a:cubicBezTo>
                    <a:pt x="4367" y="92"/>
                    <a:pt x="35" y="4367"/>
                    <a:pt x="0" y="9676"/>
                  </a:cubicBezTo>
                  <a:cubicBezTo>
                    <a:pt x="0" y="9718"/>
                    <a:pt x="0" y="9761"/>
                    <a:pt x="0" y="9803"/>
                  </a:cubicBezTo>
                  <a:lnTo>
                    <a:pt x="0" y="116942"/>
                  </a:lnTo>
                  <a:cubicBezTo>
                    <a:pt x="35" y="122251"/>
                    <a:pt x="4367" y="126527"/>
                    <a:pt x="9676" y="126492"/>
                  </a:cubicBezTo>
                  <a:cubicBezTo>
                    <a:pt x="9677" y="126492"/>
                    <a:pt x="9677" y="126492"/>
                    <a:pt x="9677" y="126492"/>
                  </a:cubicBezTo>
                  <a:lnTo>
                    <a:pt x="116815" y="126492"/>
                  </a:lnTo>
                  <a:cubicBezTo>
                    <a:pt x="122160" y="126492"/>
                    <a:pt x="126492" y="122160"/>
                    <a:pt x="126492" y="116815"/>
                  </a:cubicBezTo>
                  <a:lnTo>
                    <a:pt x="126492" y="9803"/>
                  </a:lnTo>
                  <a:cubicBezTo>
                    <a:pt x="126562" y="4459"/>
                    <a:pt x="122287" y="71"/>
                    <a:pt x="116942" y="1"/>
                  </a:cubicBezTo>
                  <a:cubicBezTo>
                    <a:pt x="116900" y="1"/>
                    <a:pt x="116858" y="0"/>
                    <a:pt x="116815" y="0"/>
                  </a:cubicBezTo>
                  <a:close/>
                </a:path>
              </a:pathLst>
            </a:custGeom>
            <a:grpFill/>
            <a:ln w="6271" cap="flat">
              <a:noFill/>
              <a:prstDash val="solid"/>
              <a:miter/>
            </a:ln>
          </p:spPr>
          <p:txBody>
            <a:bodyPr rtlCol="0" anchor="ctr"/>
            <a:lstStyle/>
            <a:p>
              <a:endParaRPr lang="en-US"/>
            </a:p>
          </p:txBody>
        </p:sp>
        <p:sp>
          <p:nvSpPr>
            <p:cNvPr id="61" name="Picture Placeholder 113">
              <a:extLst>
                <a:ext uri="{FF2B5EF4-FFF2-40B4-BE49-F238E27FC236}">
                  <a16:creationId xmlns:a16="http://schemas.microsoft.com/office/drawing/2014/main" id="{7EDBDB31-2FAF-5033-D31E-76B42515E399}"/>
                </a:ext>
              </a:extLst>
            </p:cNvPr>
            <p:cNvSpPr/>
            <p:nvPr/>
          </p:nvSpPr>
          <p:spPr>
            <a:xfrm>
              <a:off x="942795" y="4657995"/>
              <a:ext cx="126496" cy="126816"/>
            </a:xfrm>
            <a:custGeom>
              <a:avLst/>
              <a:gdLst>
                <a:gd name="connsiteX0" fmla="*/ 63280 w 126496"/>
                <a:gd name="connsiteY0" fmla="*/ 19290 h 126816"/>
                <a:gd name="connsiteX1" fmla="*/ 107552 w 126496"/>
                <a:gd name="connsiteY1" fmla="*/ 63562 h 126816"/>
                <a:gd name="connsiteX2" fmla="*/ 63280 w 126496"/>
                <a:gd name="connsiteY2" fmla="*/ 107518 h 126816"/>
                <a:gd name="connsiteX3" fmla="*/ 19008 w 126496"/>
                <a:gd name="connsiteY3" fmla="*/ 63562 h 126816"/>
                <a:gd name="connsiteX4" fmla="*/ 63280 w 126496"/>
                <a:gd name="connsiteY4" fmla="*/ 19290 h 126816"/>
                <a:gd name="connsiteX5" fmla="*/ 63280 w 126496"/>
                <a:gd name="connsiteY5" fmla="*/ 316 h 126816"/>
                <a:gd name="connsiteX6" fmla="*/ 58031 w 126496"/>
                <a:gd name="connsiteY6" fmla="*/ 2467 h 126816"/>
                <a:gd name="connsiteX7" fmla="*/ 2184 w 126496"/>
                <a:gd name="connsiteY7" fmla="*/ 58313 h 126816"/>
                <a:gd name="connsiteX8" fmla="*/ 2150 w 126496"/>
                <a:gd name="connsiteY8" fmla="*/ 68778 h 126816"/>
                <a:gd name="connsiteX9" fmla="*/ 2184 w 126496"/>
                <a:gd name="connsiteY9" fmla="*/ 68812 h 126816"/>
                <a:gd name="connsiteX10" fmla="*/ 58031 w 126496"/>
                <a:gd name="connsiteY10" fmla="*/ 124658 h 126816"/>
                <a:gd name="connsiteX11" fmla="*/ 68529 w 126496"/>
                <a:gd name="connsiteY11" fmla="*/ 124658 h 126816"/>
                <a:gd name="connsiteX12" fmla="*/ 124312 w 126496"/>
                <a:gd name="connsiteY12" fmla="*/ 68812 h 126816"/>
                <a:gd name="connsiteX13" fmla="*/ 124347 w 126496"/>
                <a:gd name="connsiteY13" fmla="*/ 58347 h 126816"/>
                <a:gd name="connsiteX14" fmla="*/ 124312 w 126496"/>
                <a:gd name="connsiteY14" fmla="*/ 58313 h 126816"/>
                <a:gd name="connsiteX15" fmla="*/ 68403 w 126496"/>
                <a:gd name="connsiteY15" fmla="*/ 2151 h 126816"/>
                <a:gd name="connsiteX16" fmla="*/ 63154 w 126496"/>
                <a:gd name="connsiteY16" fmla="*/ 0 h 1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496" h="126816">
                  <a:moveTo>
                    <a:pt x="63280" y="19290"/>
                  </a:moveTo>
                  <a:lnTo>
                    <a:pt x="107552" y="63562"/>
                  </a:lnTo>
                  <a:lnTo>
                    <a:pt x="63280" y="107518"/>
                  </a:lnTo>
                  <a:lnTo>
                    <a:pt x="19008" y="63562"/>
                  </a:lnTo>
                  <a:lnTo>
                    <a:pt x="63280" y="19290"/>
                  </a:lnTo>
                  <a:moveTo>
                    <a:pt x="63280" y="316"/>
                  </a:moveTo>
                  <a:cubicBezTo>
                    <a:pt x="61312" y="301"/>
                    <a:pt x="59421" y="1075"/>
                    <a:pt x="58031" y="2467"/>
                  </a:cubicBezTo>
                  <a:lnTo>
                    <a:pt x="2184" y="58313"/>
                  </a:lnTo>
                  <a:cubicBezTo>
                    <a:pt x="-715" y="61193"/>
                    <a:pt x="-730" y="65879"/>
                    <a:pt x="2150" y="68778"/>
                  </a:cubicBezTo>
                  <a:cubicBezTo>
                    <a:pt x="2162" y="68789"/>
                    <a:pt x="2173" y="68801"/>
                    <a:pt x="2184" y="68812"/>
                  </a:cubicBezTo>
                  <a:lnTo>
                    <a:pt x="58031" y="124658"/>
                  </a:lnTo>
                  <a:cubicBezTo>
                    <a:pt x="60939" y="127536"/>
                    <a:pt x="65621" y="127536"/>
                    <a:pt x="68529" y="124658"/>
                  </a:cubicBezTo>
                  <a:lnTo>
                    <a:pt x="124312" y="68812"/>
                  </a:lnTo>
                  <a:cubicBezTo>
                    <a:pt x="127212" y="65932"/>
                    <a:pt x="127227" y="61246"/>
                    <a:pt x="124347" y="58347"/>
                  </a:cubicBezTo>
                  <a:cubicBezTo>
                    <a:pt x="124335" y="58336"/>
                    <a:pt x="124324" y="58324"/>
                    <a:pt x="124312" y="58313"/>
                  </a:cubicBezTo>
                  <a:lnTo>
                    <a:pt x="68403" y="2151"/>
                  </a:lnTo>
                  <a:cubicBezTo>
                    <a:pt x="67012" y="759"/>
                    <a:pt x="65121" y="-16"/>
                    <a:pt x="63154" y="0"/>
                  </a:cubicBezTo>
                  <a:close/>
                </a:path>
              </a:pathLst>
            </a:custGeom>
            <a:grpFill/>
            <a:ln w="6271" cap="flat">
              <a:noFill/>
              <a:prstDash val="solid"/>
              <a:miter/>
            </a:ln>
          </p:spPr>
          <p:txBody>
            <a:bodyPr rtlCol="0" anchor="ctr"/>
            <a:lstStyle/>
            <a:p>
              <a:endParaRPr lang="en-US"/>
            </a:p>
          </p:txBody>
        </p:sp>
        <p:sp>
          <p:nvSpPr>
            <p:cNvPr id="62" name="Picture Placeholder 113">
              <a:extLst>
                <a:ext uri="{FF2B5EF4-FFF2-40B4-BE49-F238E27FC236}">
                  <a16:creationId xmlns:a16="http://schemas.microsoft.com/office/drawing/2014/main" id="{CB623C1B-8ED1-FC91-6E17-FEA901E78AB2}"/>
                </a:ext>
              </a:extLst>
            </p:cNvPr>
            <p:cNvSpPr/>
            <p:nvPr/>
          </p:nvSpPr>
          <p:spPr>
            <a:xfrm>
              <a:off x="592383" y="4663814"/>
              <a:ext cx="126491" cy="126491"/>
            </a:xfrm>
            <a:custGeom>
              <a:avLst/>
              <a:gdLst>
                <a:gd name="connsiteX0" fmla="*/ 63246 w 126491"/>
                <a:gd name="connsiteY0" fmla="*/ 15812 h 126491"/>
                <a:gd name="connsiteX1" fmla="*/ 110680 w 126491"/>
                <a:gd name="connsiteY1" fmla="*/ 63246 h 126491"/>
                <a:gd name="connsiteX2" fmla="*/ 63246 w 126491"/>
                <a:gd name="connsiteY2" fmla="*/ 110680 h 126491"/>
                <a:gd name="connsiteX3" fmla="*/ 15812 w 126491"/>
                <a:gd name="connsiteY3" fmla="*/ 63246 h 126491"/>
                <a:gd name="connsiteX4" fmla="*/ 63246 w 126491"/>
                <a:gd name="connsiteY4" fmla="*/ 15812 h 126491"/>
                <a:gd name="connsiteX5" fmla="*/ 63246 w 126491"/>
                <a:gd name="connsiteY5" fmla="*/ 0 h 126491"/>
                <a:gd name="connsiteX6" fmla="*/ 0 w 126491"/>
                <a:gd name="connsiteY6" fmla="*/ 63246 h 126491"/>
                <a:gd name="connsiteX7" fmla="*/ 63246 w 126491"/>
                <a:gd name="connsiteY7" fmla="*/ 126492 h 126491"/>
                <a:gd name="connsiteX8" fmla="*/ 126492 w 126491"/>
                <a:gd name="connsiteY8" fmla="*/ 63246 h 126491"/>
                <a:gd name="connsiteX9" fmla="*/ 63246 w 126491"/>
                <a:gd name="connsiteY9" fmla="*/ 0 h 126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6491" h="126491">
                  <a:moveTo>
                    <a:pt x="63246" y="15812"/>
                  </a:moveTo>
                  <a:cubicBezTo>
                    <a:pt x="89443" y="15812"/>
                    <a:pt x="110680" y="37049"/>
                    <a:pt x="110680" y="63246"/>
                  </a:cubicBezTo>
                  <a:cubicBezTo>
                    <a:pt x="110680" y="89443"/>
                    <a:pt x="89443" y="110680"/>
                    <a:pt x="63246" y="110680"/>
                  </a:cubicBezTo>
                  <a:cubicBezTo>
                    <a:pt x="37049" y="110680"/>
                    <a:pt x="15812" y="89443"/>
                    <a:pt x="15812" y="63246"/>
                  </a:cubicBezTo>
                  <a:cubicBezTo>
                    <a:pt x="15881" y="37077"/>
                    <a:pt x="37077" y="15881"/>
                    <a:pt x="63246" y="15812"/>
                  </a:cubicBezTo>
                  <a:moveTo>
                    <a:pt x="63246" y="0"/>
                  </a:moveTo>
                  <a:cubicBezTo>
                    <a:pt x="28316" y="0"/>
                    <a:pt x="0" y="28316"/>
                    <a:pt x="0" y="63246"/>
                  </a:cubicBezTo>
                  <a:cubicBezTo>
                    <a:pt x="0" y="98176"/>
                    <a:pt x="28316" y="126492"/>
                    <a:pt x="63246" y="126492"/>
                  </a:cubicBezTo>
                  <a:cubicBezTo>
                    <a:pt x="98175" y="126492"/>
                    <a:pt x="126492" y="98176"/>
                    <a:pt x="126492" y="63246"/>
                  </a:cubicBezTo>
                  <a:cubicBezTo>
                    <a:pt x="126492" y="28316"/>
                    <a:pt x="98175" y="0"/>
                    <a:pt x="63246" y="0"/>
                  </a:cubicBezTo>
                  <a:close/>
                </a:path>
              </a:pathLst>
            </a:custGeom>
            <a:grpFill/>
            <a:ln w="6271" cap="flat">
              <a:noFill/>
              <a:prstDash val="solid"/>
              <a:miter/>
            </a:ln>
          </p:spPr>
          <p:txBody>
            <a:bodyPr rtlCol="0" anchor="ctr"/>
            <a:lstStyle/>
            <a:p>
              <a:endParaRPr lang="en-US"/>
            </a:p>
          </p:txBody>
        </p:sp>
        <p:sp>
          <p:nvSpPr>
            <p:cNvPr id="63" name="Picture Placeholder 113">
              <a:extLst>
                <a:ext uri="{FF2B5EF4-FFF2-40B4-BE49-F238E27FC236}">
                  <a16:creationId xmlns:a16="http://schemas.microsoft.com/office/drawing/2014/main" id="{6BAA474B-C9D8-FE69-BBA2-45CA3C0628CB}"/>
                </a:ext>
              </a:extLst>
            </p:cNvPr>
            <p:cNvSpPr/>
            <p:nvPr/>
          </p:nvSpPr>
          <p:spPr>
            <a:xfrm>
              <a:off x="942450" y="4492480"/>
              <a:ext cx="126492" cy="126492"/>
            </a:xfrm>
            <a:custGeom>
              <a:avLst/>
              <a:gdLst>
                <a:gd name="connsiteX0" fmla="*/ 63246 w 126492"/>
                <a:gd name="connsiteY0" fmla="*/ 15812 h 126492"/>
                <a:gd name="connsiteX1" fmla="*/ 110681 w 126492"/>
                <a:gd name="connsiteY1" fmla="*/ 63246 h 126492"/>
                <a:gd name="connsiteX2" fmla="*/ 63246 w 126492"/>
                <a:gd name="connsiteY2" fmla="*/ 110681 h 126492"/>
                <a:gd name="connsiteX3" fmla="*/ 15812 w 126492"/>
                <a:gd name="connsiteY3" fmla="*/ 63246 h 126492"/>
                <a:gd name="connsiteX4" fmla="*/ 63246 w 126492"/>
                <a:gd name="connsiteY4" fmla="*/ 15812 h 126492"/>
                <a:gd name="connsiteX5" fmla="*/ 63246 w 126492"/>
                <a:gd name="connsiteY5" fmla="*/ 0 h 126492"/>
                <a:gd name="connsiteX6" fmla="*/ 0 w 126492"/>
                <a:gd name="connsiteY6" fmla="*/ 63246 h 126492"/>
                <a:gd name="connsiteX7" fmla="*/ 63246 w 126492"/>
                <a:gd name="connsiteY7" fmla="*/ 126492 h 126492"/>
                <a:gd name="connsiteX8" fmla="*/ 126492 w 126492"/>
                <a:gd name="connsiteY8" fmla="*/ 63246 h 126492"/>
                <a:gd name="connsiteX9" fmla="*/ 63246 w 126492"/>
                <a:gd name="connsiteY9" fmla="*/ 0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6492" h="126492">
                  <a:moveTo>
                    <a:pt x="63246" y="15812"/>
                  </a:moveTo>
                  <a:cubicBezTo>
                    <a:pt x="89443" y="15812"/>
                    <a:pt x="110681" y="37049"/>
                    <a:pt x="110681" y="63246"/>
                  </a:cubicBezTo>
                  <a:cubicBezTo>
                    <a:pt x="110681" y="89443"/>
                    <a:pt x="89443" y="110681"/>
                    <a:pt x="63246" y="110681"/>
                  </a:cubicBezTo>
                  <a:cubicBezTo>
                    <a:pt x="37049" y="110681"/>
                    <a:pt x="15812" y="89443"/>
                    <a:pt x="15812" y="63246"/>
                  </a:cubicBezTo>
                  <a:cubicBezTo>
                    <a:pt x="15812" y="37049"/>
                    <a:pt x="37049" y="15812"/>
                    <a:pt x="63246" y="15812"/>
                  </a:cubicBezTo>
                  <a:moveTo>
                    <a:pt x="63246" y="0"/>
                  </a:moveTo>
                  <a:cubicBezTo>
                    <a:pt x="28316" y="0"/>
                    <a:pt x="0" y="28316"/>
                    <a:pt x="0" y="63246"/>
                  </a:cubicBezTo>
                  <a:cubicBezTo>
                    <a:pt x="0" y="98176"/>
                    <a:pt x="28316" y="126492"/>
                    <a:pt x="63246" y="126492"/>
                  </a:cubicBezTo>
                  <a:cubicBezTo>
                    <a:pt x="98176" y="126492"/>
                    <a:pt x="126492" y="98176"/>
                    <a:pt x="126492" y="63246"/>
                  </a:cubicBezTo>
                  <a:cubicBezTo>
                    <a:pt x="126492" y="28316"/>
                    <a:pt x="98176" y="0"/>
                    <a:pt x="63246" y="0"/>
                  </a:cubicBezTo>
                  <a:close/>
                </a:path>
              </a:pathLst>
            </a:custGeom>
            <a:grpFill/>
            <a:ln w="6271" cap="flat">
              <a:noFill/>
              <a:prstDash val="solid"/>
              <a:miter/>
            </a:ln>
          </p:spPr>
          <p:txBody>
            <a:bodyPr rtlCol="0" anchor="ctr"/>
            <a:lstStyle/>
            <a:p>
              <a:endParaRPr lang="en-US"/>
            </a:p>
          </p:txBody>
        </p:sp>
        <p:sp>
          <p:nvSpPr>
            <p:cNvPr id="64" name="Picture Placeholder 113">
              <a:extLst>
                <a:ext uri="{FF2B5EF4-FFF2-40B4-BE49-F238E27FC236}">
                  <a16:creationId xmlns:a16="http://schemas.microsoft.com/office/drawing/2014/main" id="{8118F7F8-FEC4-91C9-0A3F-3B87B8D1BE91}"/>
                </a:ext>
              </a:extLst>
            </p:cNvPr>
            <p:cNvSpPr/>
            <p:nvPr/>
          </p:nvSpPr>
          <p:spPr>
            <a:xfrm>
              <a:off x="974073" y="4524103"/>
              <a:ext cx="63246" cy="63246"/>
            </a:xfrm>
            <a:custGeom>
              <a:avLst/>
              <a:gdLst>
                <a:gd name="connsiteX0" fmla="*/ 31623 w 63246"/>
                <a:gd name="connsiteY0" fmla="*/ 15812 h 63246"/>
                <a:gd name="connsiteX1" fmla="*/ 47435 w 63246"/>
                <a:gd name="connsiteY1" fmla="*/ 31623 h 63246"/>
                <a:gd name="connsiteX2" fmla="*/ 31623 w 63246"/>
                <a:gd name="connsiteY2" fmla="*/ 47435 h 63246"/>
                <a:gd name="connsiteX3" fmla="*/ 15812 w 63246"/>
                <a:gd name="connsiteY3" fmla="*/ 31623 h 63246"/>
                <a:gd name="connsiteX4" fmla="*/ 31623 w 63246"/>
                <a:gd name="connsiteY4" fmla="*/ 15812 h 63246"/>
                <a:gd name="connsiteX5" fmla="*/ 31623 w 63246"/>
                <a:gd name="connsiteY5" fmla="*/ 0 h 63246"/>
                <a:gd name="connsiteX6" fmla="*/ 0 w 63246"/>
                <a:gd name="connsiteY6" fmla="*/ 31623 h 63246"/>
                <a:gd name="connsiteX7" fmla="*/ 31623 w 63246"/>
                <a:gd name="connsiteY7" fmla="*/ 63246 h 63246"/>
                <a:gd name="connsiteX8" fmla="*/ 63246 w 63246"/>
                <a:gd name="connsiteY8" fmla="*/ 31623 h 63246"/>
                <a:gd name="connsiteX9" fmla="*/ 31623 w 63246"/>
                <a:gd name="connsiteY9" fmla="*/ 0 h 6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6" h="63246">
                  <a:moveTo>
                    <a:pt x="31623" y="15812"/>
                  </a:moveTo>
                  <a:cubicBezTo>
                    <a:pt x="40355" y="15812"/>
                    <a:pt x="47435" y="22891"/>
                    <a:pt x="47435" y="31623"/>
                  </a:cubicBezTo>
                  <a:cubicBezTo>
                    <a:pt x="47435" y="40355"/>
                    <a:pt x="40355" y="47435"/>
                    <a:pt x="31623" y="47435"/>
                  </a:cubicBezTo>
                  <a:cubicBezTo>
                    <a:pt x="22891" y="47435"/>
                    <a:pt x="15812" y="40355"/>
                    <a:pt x="15812" y="31623"/>
                  </a:cubicBezTo>
                  <a:cubicBezTo>
                    <a:pt x="15812" y="22891"/>
                    <a:pt x="22891" y="15812"/>
                    <a:pt x="31623" y="15812"/>
                  </a:cubicBezTo>
                  <a:moveTo>
                    <a:pt x="31623" y="0"/>
                  </a:moveTo>
                  <a:cubicBezTo>
                    <a:pt x="14158" y="0"/>
                    <a:pt x="0" y="14158"/>
                    <a:pt x="0" y="31623"/>
                  </a:cubicBezTo>
                  <a:cubicBezTo>
                    <a:pt x="0" y="49088"/>
                    <a:pt x="14158" y="63246"/>
                    <a:pt x="31623" y="63246"/>
                  </a:cubicBezTo>
                  <a:cubicBezTo>
                    <a:pt x="49088" y="63246"/>
                    <a:pt x="63246" y="49088"/>
                    <a:pt x="63246" y="31623"/>
                  </a:cubicBezTo>
                  <a:cubicBezTo>
                    <a:pt x="63246" y="14158"/>
                    <a:pt x="49088" y="0"/>
                    <a:pt x="31623" y="0"/>
                  </a:cubicBezTo>
                  <a:close/>
                </a:path>
              </a:pathLst>
            </a:custGeom>
            <a:grpFill/>
            <a:ln w="6271" cap="flat">
              <a:noFill/>
              <a:prstDash val="solid"/>
              <a:miter/>
            </a:ln>
          </p:spPr>
          <p:txBody>
            <a:bodyPr rtlCol="0" anchor="ctr"/>
            <a:lstStyle/>
            <a:p>
              <a:endParaRPr lang="en-US"/>
            </a:p>
          </p:txBody>
        </p:sp>
        <p:sp>
          <p:nvSpPr>
            <p:cNvPr id="65" name="Picture Placeholder 113">
              <a:extLst>
                <a:ext uri="{FF2B5EF4-FFF2-40B4-BE49-F238E27FC236}">
                  <a16:creationId xmlns:a16="http://schemas.microsoft.com/office/drawing/2014/main" id="{A5C98AEB-9BD4-D22C-FF65-AC033CF51B4B}"/>
                </a:ext>
              </a:extLst>
            </p:cNvPr>
            <p:cNvSpPr/>
            <p:nvPr/>
          </p:nvSpPr>
          <p:spPr>
            <a:xfrm>
              <a:off x="976224" y="4858798"/>
              <a:ext cx="63254" cy="63248"/>
            </a:xfrm>
            <a:custGeom>
              <a:avLst/>
              <a:gdLst>
                <a:gd name="connsiteX0" fmla="*/ 31685 w 63254"/>
                <a:gd name="connsiteY0" fmla="*/ 63249 h 63248"/>
                <a:gd name="connsiteX1" fmla="*/ 27764 w 63254"/>
                <a:gd name="connsiteY1" fmla="*/ 63249 h 63248"/>
                <a:gd name="connsiteX2" fmla="*/ 20693 w 63254"/>
                <a:gd name="connsiteY2" fmla="*/ 54588 h 63248"/>
                <a:gd name="connsiteX3" fmla="*/ 29353 w 63254"/>
                <a:gd name="connsiteY3" fmla="*/ 47518 h 63248"/>
                <a:gd name="connsiteX4" fmla="*/ 29725 w 63254"/>
                <a:gd name="connsiteY4" fmla="*/ 47564 h 63248"/>
                <a:gd name="connsiteX5" fmla="*/ 47339 w 63254"/>
                <a:gd name="connsiteY5" fmla="*/ 33645 h 63248"/>
                <a:gd name="connsiteX6" fmla="*/ 46928 w 63254"/>
                <a:gd name="connsiteY6" fmla="*/ 27768 h 63248"/>
                <a:gd name="connsiteX7" fmla="*/ 39528 w 63254"/>
                <a:gd name="connsiteY7" fmla="*/ 18154 h 63248"/>
                <a:gd name="connsiteX8" fmla="*/ 17998 w 63254"/>
                <a:gd name="connsiteY8" fmla="*/ 23852 h 63248"/>
                <a:gd name="connsiteX9" fmla="*/ 16000 w 63254"/>
                <a:gd name="connsiteY9" fmla="*/ 33839 h 63248"/>
                <a:gd name="connsiteX10" fmla="*/ 9265 w 63254"/>
                <a:gd name="connsiteY10" fmla="*/ 42789 h 63248"/>
                <a:gd name="connsiteX11" fmla="*/ 315 w 63254"/>
                <a:gd name="connsiteY11" fmla="*/ 36053 h 63248"/>
                <a:gd name="connsiteX12" fmla="*/ 27201 w 63254"/>
                <a:gd name="connsiteY12" fmla="*/ 315 h 63248"/>
                <a:gd name="connsiteX13" fmla="*/ 62939 w 63254"/>
                <a:gd name="connsiteY13" fmla="*/ 27202 h 63248"/>
                <a:gd name="connsiteX14" fmla="*/ 36052 w 63254"/>
                <a:gd name="connsiteY14" fmla="*/ 62939 h 63248"/>
                <a:gd name="connsiteX15" fmla="*/ 31938 w 63254"/>
                <a:gd name="connsiteY15" fmla="*/ 63249 h 6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3254" h="63248">
                  <a:moveTo>
                    <a:pt x="31685" y="63249"/>
                  </a:moveTo>
                  <a:cubicBezTo>
                    <a:pt x="30357" y="63249"/>
                    <a:pt x="29092" y="63249"/>
                    <a:pt x="27764" y="63249"/>
                  </a:cubicBezTo>
                  <a:cubicBezTo>
                    <a:pt x="23420" y="62810"/>
                    <a:pt x="20254" y="58932"/>
                    <a:pt x="20693" y="54588"/>
                  </a:cubicBezTo>
                  <a:cubicBezTo>
                    <a:pt x="21132" y="50244"/>
                    <a:pt x="25009" y="47079"/>
                    <a:pt x="29353" y="47518"/>
                  </a:cubicBezTo>
                  <a:cubicBezTo>
                    <a:pt x="29477" y="47530"/>
                    <a:pt x="29601" y="47545"/>
                    <a:pt x="29725" y="47564"/>
                  </a:cubicBezTo>
                  <a:cubicBezTo>
                    <a:pt x="38432" y="48584"/>
                    <a:pt x="46319" y="42353"/>
                    <a:pt x="47339" y="33645"/>
                  </a:cubicBezTo>
                  <a:cubicBezTo>
                    <a:pt x="47570" y="31678"/>
                    <a:pt x="47430" y="29684"/>
                    <a:pt x="46928" y="27768"/>
                  </a:cubicBezTo>
                  <a:cubicBezTo>
                    <a:pt x="45863" y="23694"/>
                    <a:pt x="43194" y="20226"/>
                    <a:pt x="39528" y="18154"/>
                  </a:cubicBezTo>
                  <a:cubicBezTo>
                    <a:pt x="32009" y="13782"/>
                    <a:pt x="22370" y="16333"/>
                    <a:pt x="17998" y="23852"/>
                  </a:cubicBezTo>
                  <a:cubicBezTo>
                    <a:pt x="16244" y="26868"/>
                    <a:pt x="15542" y="30381"/>
                    <a:pt x="16000" y="33839"/>
                  </a:cubicBezTo>
                  <a:cubicBezTo>
                    <a:pt x="16611" y="38170"/>
                    <a:pt x="13596" y="42177"/>
                    <a:pt x="9265" y="42789"/>
                  </a:cubicBezTo>
                  <a:cubicBezTo>
                    <a:pt x="4933" y="43400"/>
                    <a:pt x="926" y="40384"/>
                    <a:pt x="315" y="36053"/>
                  </a:cubicBezTo>
                  <a:cubicBezTo>
                    <a:pt x="-2129" y="18760"/>
                    <a:pt x="9908" y="2760"/>
                    <a:pt x="27201" y="315"/>
                  </a:cubicBezTo>
                  <a:cubicBezTo>
                    <a:pt x="44495" y="-2129"/>
                    <a:pt x="60494" y="9908"/>
                    <a:pt x="62939" y="27202"/>
                  </a:cubicBezTo>
                  <a:cubicBezTo>
                    <a:pt x="65383" y="44494"/>
                    <a:pt x="53346" y="60495"/>
                    <a:pt x="36052" y="62939"/>
                  </a:cubicBezTo>
                  <a:cubicBezTo>
                    <a:pt x="34689" y="63132"/>
                    <a:pt x="33315" y="63235"/>
                    <a:pt x="31938" y="63249"/>
                  </a:cubicBezTo>
                  <a:close/>
                </a:path>
              </a:pathLst>
            </a:custGeom>
            <a:grpFill/>
            <a:ln w="6271" cap="flat">
              <a:noFill/>
              <a:prstDash val="solid"/>
              <a:miter/>
            </a:ln>
          </p:spPr>
          <p:txBody>
            <a:bodyPr rtlCol="0" anchor="ctr"/>
            <a:lstStyle/>
            <a:p>
              <a:endParaRPr lang="en-US"/>
            </a:p>
          </p:txBody>
        </p:sp>
        <p:sp>
          <p:nvSpPr>
            <p:cNvPr id="66" name="Picture Placeholder 113">
              <a:extLst>
                <a:ext uri="{FF2B5EF4-FFF2-40B4-BE49-F238E27FC236}">
                  <a16:creationId xmlns:a16="http://schemas.microsoft.com/office/drawing/2014/main" id="{134397EA-C7E9-D2EA-6C40-9B1D1C0E109C}"/>
                </a:ext>
              </a:extLst>
            </p:cNvPr>
            <p:cNvSpPr/>
            <p:nvPr/>
          </p:nvSpPr>
          <p:spPr>
            <a:xfrm>
              <a:off x="592383" y="4492475"/>
              <a:ext cx="126808" cy="126497"/>
            </a:xfrm>
            <a:custGeom>
              <a:avLst/>
              <a:gdLst>
                <a:gd name="connsiteX0" fmla="*/ 116816 w 126808"/>
                <a:gd name="connsiteY0" fmla="*/ 5 h 126497"/>
                <a:gd name="connsiteX1" fmla="*/ 9614 w 126808"/>
                <a:gd name="connsiteY1" fmla="*/ 5 h 126497"/>
                <a:gd name="connsiteX2" fmla="*/ 0 w 126808"/>
                <a:gd name="connsiteY2" fmla="*/ 9618 h 126497"/>
                <a:gd name="connsiteX3" fmla="*/ 0 w 126808"/>
                <a:gd name="connsiteY3" fmla="*/ 9682 h 126497"/>
                <a:gd name="connsiteX4" fmla="*/ 0 w 126808"/>
                <a:gd name="connsiteY4" fmla="*/ 116820 h 126497"/>
                <a:gd name="connsiteX5" fmla="*/ 9550 w 126808"/>
                <a:gd name="connsiteY5" fmla="*/ 126497 h 126497"/>
                <a:gd name="connsiteX6" fmla="*/ 9614 w 126808"/>
                <a:gd name="connsiteY6" fmla="*/ 126497 h 126497"/>
                <a:gd name="connsiteX7" fmla="*/ 117132 w 126808"/>
                <a:gd name="connsiteY7" fmla="*/ 126497 h 126497"/>
                <a:gd name="connsiteX8" fmla="*/ 126808 w 126808"/>
                <a:gd name="connsiteY8" fmla="*/ 116820 h 126497"/>
                <a:gd name="connsiteX9" fmla="*/ 126808 w 126808"/>
                <a:gd name="connsiteY9" fmla="*/ 9682 h 126497"/>
                <a:gd name="connsiteX10" fmla="*/ 117137 w 126808"/>
                <a:gd name="connsiteY10" fmla="*/ 0 h 126497"/>
                <a:gd name="connsiteX11" fmla="*/ 116816 w 126808"/>
                <a:gd name="connsiteY11" fmla="*/ 5 h 126497"/>
                <a:gd name="connsiteX12" fmla="*/ 70140 w 126808"/>
                <a:gd name="connsiteY12" fmla="*/ 110686 h 126497"/>
                <a:gd name="connsiteX13" fmla="*/ 70140 w 126808"/>
                <a:gd name="connsiteY13" fmla="*/ 82225 h 126497"/>
                <a:gd name="connsiteX14" fmla="*/ 54329 w 126808"/>
                <a:gd name="connsiteY14" fmla="*/ 82225 h 126497"/>
                <a:gd name="connsiteX15" fmla="*/ 54329 w 126808"/>
                <a:gd name="connsiteY15" fmla="*/ 110686 h 126497"/>
                <a:gd name="connsiteX16" fmla="*/ 15812 w 126808"/>
                <a:gd name="connsiteY16" fmla="*/ 110686 h 126497"/>
                <a:gd name="connsiteX17" fmla="*/ 15812 w 126808"/>
                <a:gd name="connsiteY17" fmla="*/ 15817 h 126497"/>
                <a:gd name="connsiteX18" fmla="*/ 54329 w 126808"/>
                <a:gd name="connsiteY18" fmla="*/ 15817 h 126497"/>
                <a:gd name="connsiteX19" fmla="*/ 54329 w 126808"/>
                <a:gd name="connsiteY19" fmla="*/ 46048 h 126497"/>
                <a:gd name="connsiteX20" fmla="*/ 70140 w 126808"/>
                <a:gd name="connsiteY20" fmla="*/ 46048 h 126497"/>
                <a:gd name="connsiteX21" fmla="*/ 70140 w 126808"/>
                <a:gd name="connsiteY21" fmla="*/ 15817 h 126497"/>
                <a:gd name="connsiteX22" fmla="*/ 110681 w 126808"/>
                <a:gd name="connsiteY22" fmla="*/ 15817 h 126497"/>
                <a:gd name="connsiteX23" fmla="*/ 110681 w 126808"/>
                <a:gd name="connsiteY23" fmla="*/ 55915 h 126497"/>
                <a:gd name="connsiteX24" fmla="*/ 16571 w 126808"/>
                <a:gd name="connsiteY24" fmla="*/ 55915 h 126497"/>
                <a:gd name="connsiteX25" fmla="*/ 16571 w 126808"/>
                <a:gd name="connsiteY25" fmla="*/ 71726 h 126497"/>
                <a:gd name="connsiteX26" fmla="*/ 110681 w 126808"/>
                <a:gd name="connsiteY26" fmla="*/ 71726 h 126497"/>
                <a:gd name="connsiteX27" fmla="*/ 110681 w 126808"/>
                <a:gd name="connsiteY27" fmla="*/ 110686 h 126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6808" h="126497">
                  <a:moveTo>
                    <a:pt x="116816" y="5"/>
                  </a:moveTo>
                  <a:lnTo>
                    <a:pt x="9614" y="5"/>
                  </a:lnTo>
                  <a:cubicBezTo>
                    <a:pt x="4304" y="5"/>
                    <a:pt x="0" y="4309"/>
                    <a:pt x="0" y="9618"/>
                  </a:cubicBezTo>
                  <a:cubicBezTo>
                    <a:pt x="0" y="9639"/>
                    <a:pt x="0" y="9661"/>
                    <a:pt x="0" y="9682"/>
                  </a:cubicBezTo>
                  <a:lnTo>
                    <a:pt x="0" y="116820"/>
                  </a:lnTo>
                  <a:cubicBezTo>
                    <a:pt x="-35" y="122130"/>
                    <a:pt x="4241" y="126462"/>
                    <a:pt x="9550" y="126497"/>
                  </a:cubicBezTo>
                  <a:cubicBezTo>
                    <a:pt x="9571" y="126497"/>
                    <a:pt x="9593" y="126497"/>
                    <a:pt x="9614" y="126497"/>
                  </a:cubicBezTo>
                  <a:lnTo>
                    <a:pt x="117132" y="126497"/>
                  </a:lnTo>
                  <a:cubicBezTo>
                    <a:pt x="122476" y="126497"/>
                    <a:pt x="126808" y="122165"/>
                    <a:pt x="126808" y="116820"/>
                  </a:cubicBezTo>
                  <a:lnTo>
                    <a:pt x="126808" y="9682"/>
                  </a:lnTo>
                  <a:cubicBezTo>
                    <a:pt x="126812" y="4337"/>
                    <a:pt x="122481" y="3"/>
                    <a:pt x="117137" y="0"/>
                  </a:cubicBezTo>
                  <a:cubicBezTo>
                    <a:pt x="117030" y="0"/>
                    <a:pt x="116922" y="1"/>
                    <a:pt x="116816" y="5"/>
                  </a:cubicBezTo>
                  <a:close/>
                  <a:moveTo>
                    <a:pt x="70140" y="110686"/>
                  </a:moveTo>
                  <a:lnTo>
                    <a:pt x="70140" y="82225"/>
                  </a:lnTo>
                  <a:lnTo>
                    <a:pt x="54329" y="82225"/>
                  </a:lnTo>
                  <a:lnTo>
                    <a:pt x="54329" y="110686"/>
                  </a:lnTo>
                  <a:lnTo>
                    <a:pt x="15812" y="110686"/>
                  </a:lnTo>
                  <a:lnTo>
                    <a:pt x="15812" y="15817"/>
                  </a:lnTo>
                  <a:lnTo>
                    <a:pt x="54329" y="15817"/>
                  </a:lnTo>
                  <a:lnTo>
                    <a:pt x="54329" y="46048"/>
                  </a:lnTo>
                  <a:lnTo>
                    <a:pt x="70140" y="46048"/>
                  </a:lnTo>
                  <a:lnTo>
                    <a:pt x="70140" y="15817"/>
                  </a:lnTo>
                  <a:lnTo>
                    <a:pt x="110681" y="15817"/>
                  </a:lnTo>
                  <a:lnTo>
                    <a:pt x="110681" y="55915"/>
                  </a:lnTo>
                  <a:lnTo>
                    <a:pt x="16571" y="55915"/>
                  </a:lnTo>
                  <a:lnTo>
                    <a:pt x="16571" y="71726"/>
                  </a:lnTo>
                  <a:lnTo>
                    <a:pt x="110681" y="71726"/>
                  </a:lnTo>
                  <a:lnTo>
                    <a:pt x="110681" y="110686"/>
                  </a:lnTo>
                  <a:close/>
                </a:path>
              </a:pathLst>
            </a:custGeom>
            <a:grpFill/>
            <a:ln w="6271" cap="flat">
              <a:noFill/>
              <a:prstDash val="solid"/>
              <a:miter/>
            </a:ln>
          </p:spPr>
          <p:txBody>
            <a:bodyPr rtlCol="0" anchor="ctr"/>
            <a:lstStyle/>
            <a:p>
              <a:endParaRPr lang="en-US"/>
            </a:p>
          </p:txBody>
        </p:sp>
        <p:sp>
          <p:nvSpPr>
            <p:cNvPr id="67" name="Picture Placeholder 113">
              <a:extLst>
                <a:ext uri="{FF2B5EF4-FFF2-40B4-BE49-F238E27FC236}">
                  <a16:creationId xmlns:a16="http://schemas.microsoft.com/office/drawing/2014/main" id="{1787E0AE-AD95-21C3-EE71-6D4ADCEC6774}"/>
                </a:ext>
              </a:extLst>
            </p:cNvPr>
            <p:cNvSpPr/>
            <p:nvPr/>
          </p:nvSpPr>
          <p:spPr>
            <a:xfrm>
              <a:off x="768081" y="4659323"/>
              <a:ext cx="126808" cy="126808"/>
            </a:xfrm>
            <a:custGeom>
              <a:avLst/>
              <a:gdLst>
                <a:gd name="connsiteX0" fmla="*/ 117195 w 126808"/>
                <a:gd name="connsiteY0" fmla="*/ 0 h 126808"/>
                <a:gd name="connsiteX1" fmla="*/ 9677 w 126808"/>
                <a:gd name="connsiteY1" fmla="*/ 0 h 126808"/>
                <a:gd name="connsiteX2" fmla="*/ 0 w 126808"/>
                <a:gd name="connsiteY2" fmla="*/ 9613 h 126808"/>
                <a:gd name="connsiteX3" fmla="*/ 0 w 126808"/>
                <a:gd name="connsiteY3" fmla="*/ 117132 h 126808"/>
                <a:gd name="connsiteX4" fmla="*/ 9677 w 126808"/>
                <a:gd name="connsiteY4" fmla="*/ 126808 h 126808"/>
                <a:gd name="connsiteX5" fmla="*/ 117195 w 126808"/>
                <a:gd name="connsiteY5" fmla="*/ 126808 h 126808"/>
                <a:gd name="connsiteX6" fmla="*/ 126808 w 126808"/>
                <a:gd name="connsiteY6" fmla="*/ 117132 h 126808"/>
                <a:gd name="connsiteX7" fmla="*/ 126808 w 126808"/>
                <a:gd name="connsiteY7" fmla="*/ 9613 h 126808"/>
                <a:gd name="connsiteX8" fmla="*/ 117195 w 126808"/>
                <a:gd name="connsiteY8" fmla="*/ 0 h 126808"/>
                <a:gd name="connsiteX9" fmla="*/ 16001 w 126808"/>
                <a:gd name="connsiteY9" fmla="*/ 110680 h 126808"/>
                <a:gd name="connsiteX10" fmla="*/ 16001 w 126808"/>
                <a:gd name="connsiteY10" fmla="*/ 15812 h 126808"/>
                <a:gd name="connsiteX11" fmla="*/ 103217 w 126808"/>
                <a:gd name="connsiteY11" fmla="*/ 15812 h 126808"/>
                <a:gd name="connsiteX12" fmla="*/ 29915 w 126808"/>
                <a:gd name="connsiteY12" fmla="*/ 82093 h 126808"/>
                <a:gd name="connsiteX13" fmla="*/ 29294 w 126808"/>
                <a:gd name="connsiteY13" fmla="*/ 93167 h 126808"/>
                <a:gd name="connsiteX14" fmla="*/ 29346 w 126808"/>
                <a:gd name="connsiteY14" fmla="*/ 93225 h 126808"/>
                <a:gd name="connsiteX15" fmla="*/ 35228 w 126808"/>
                <a:gd name="connsiteY15" fmla="*/ 95881 h 126808"/>
                <a:gd name="connsiteX16" fmla="*/ 40477 w 126808"/>
                <a:gd name="connsiteY16" fmla="*/ 93794 h 126808"/>
                <a:gd name="connsiteX17" fmla="*/ 110997 w 126808"/>
                <a:gd name="connsiteY17" fmla="*/ 30042 h 126808"/>
                <a:gd name="connsiteX18" fmla="*/ 110997 w 126808"/>
                <a:gd name="connsiteY18" fmla="*/ 110680 h 126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6808" h="126808">
                  <a:moveTo>
                    <a:pt x="117195" y="0"/>
                  </a:moveTo>
                  <a:lnTo>
                    <a:pt x="9677" y="0"/>
                  </a:lnTo>
                  <a:cubicBezTo>
                    <a:pt x="4357" y="0"/>
                    <a:pt x="35" y="4294"/>
                    <a:pt x="0" y="9613"/>
                  </a:cubicBezTo>
                  <a:lnTo>
                    <a:pt x="0" y="117132"/>
                  </a:lnTo>
                  <a:cubicBezTo>
                    <a:pt x="35" y="122461"/>
                    <a:pt x="4347" y="126773"/>
                    <a:pt x="9677" y="126808"/>
                  </a:cubicBezTo>
                  <a:lnTo>
                    <a:pt x="117195" y="126808"/>
                  </a:lnTo>
                  <a:cubicBezTo>
                    <a:pt x="122514" y="126773"/>
                    <a:pt x="126808" y="122451"/>
                    <a:pt x="126808" y="117132"/>
                  </a:cubicBezTo>
                  <a:lnTo>
                    <a:pt x="126808" y="9613"/>
                  </a:lnTo>
                  <a:cubicBezTo>
                    <a:pt x="126808" y="4304"/>
                    <a:pt x="122504" y="0"/>
                    <a:pt x="117195" y="0"/>
                  </a:cubicBezTo>
                  <a:close/>
                  <a:moveTo>
                    <a:pt x="16001" y="110680"/>
                  </a:moveTo>
                  <a:lnTo>
                    <a:pt x="16001" y="15812"/>
                  </a:lnTo>
                  <a:lnTo>
                    <a:pt x="103217" y="15812"/>
                  </a:lnTo>
                  <a:lnTo>
                    <a:pt x="29915" y="82093"/>
                  </a:lnTo>
                  <a:cubicBezTo>
                    <a:pt x="26686" y="84980"/>
                    <a:pt x="26408" y="89938"/>
                    <a:pt x="29294" y="93167"/>
                  </a:cubicBezTo>
                  <a:cubicBezTo>
                    <a:pt x="29311" y="93186"/>
                    <a:pt x="29328" y="93206"/>
                    <a:pt x="29346" y="93225"/>
                  </a:cubicBezTo>
                  <a:cubicBezTo>
                    <a:pt x="30819" y="94934"/>
                    <a:pt x="32971" y="95906"/>
                    <a:pt x="35228" y="95881"/>
                  </a:cubicBezTo>
                  <a:cubicBezTo>
                    <a:pt x="37177" y="95868"/>
                    <a:pt x="39051" y="95123"/>
                    <a:pt x="40477" y="93794"/>
                  </a:cubicBezTo>
                  <a:lnTo>
                    <a:pt x="110997" y="30042"/>
                  </a:lnTo>
                  <a:lnTo>
                    <a:pt x="110997" y="110680"/>
                  </a:lnTo>
                  <a:close/>
                </a:path>
              </a:pathLst>
            </a:custGeom>
            <a:grpFill/>
            <a:ln w="6271" cap="flat">
              <a:noFill/>
              <a:prstDash val="solid"/>
              <a:miter/>
            </a:ln>
          </p:spPr>
          <p:txBody>
            <a:bodyPr rtlCol="0" anchor="ctr"/>
            <a:lstStyle/>
            <a:p>
              <a:endParaRPr lang="en-US"/>
            </a:p>
          </p:txBody>
        </p:sp>
        <p:sp>
          <p:nvSpPr>
            <p:cNvPr id="68" name="Picture Placeholder 113">
              <a:extLst>
                <a:ext uri="{FF2B5EF4-FFF2-40B4-BE49-F238E27FC236}">
                  <a16:creationId xmlns:a16="http://schemas.microsoft.com/office/drawing/2014/main" id="{C6274CBD-6E99-5EAF-8DB7-33D36445B6EA}"/>
                </a:ext>
              </a:extLst>
            </p:cNvPr>
            <p:cNvSpPr/>
            <p:nvPr/>
          </p:nvSpPr>
          <p:spPr>
            <a:xfrm>
              <a:off x="592383" y="4828121"/>
              <a:ext cx="126809" cy="126497"/>
            </a:xfrm>
            <a:custGeom>
              <a:avLst/>
              <a:gdLst>
                <a:gd name="connsiteX0" fmla="*/ 116815 w 126809"/>
                <a:gd name="connsiteY0" fmla="*/ 5 h 126497"/>
                <a:gd name="connsiteX1" fmla="*/ 9613 w 126809"/>
                <a:gd name="connsiteY1" fmla="*/ 5 h 126497"/>
                <a:gd name="connsiteX2" fmla="*/ 0 w 126809"/>
                <a:gd name="connsiteY2" fmla="*/ 9619 h 126497"/>
                <a:gd name="connsiteX3" fmla="*/ 0 w 126809"/>
                <a:gd name="connsiteY3" fmla="*/ 9682 h 126497"/>
                <a:gd name="connsiteX4" fmla="*/ 0 w 126809"/>
                <a:gd name="connsiteY4" fmla="*/ 116947 h 126497"/>
                <a:gd name="connsiteX5" fmla="*/ 9613 w 126809"/>
                <a:gd name="connsiteY5" fmla="*/ 126497 h 126497"/>
                <a:gd name="connsiteX6" fmla="*/ 117132 w 126809"/>
                <a:gd name="connsiteY6" fmla="*/ 126497 h 126497"/>
                <a:gd name="connsiteX7" fmla="*/ 126808 w 126809"/>
                <a:gd name="connsiteY7" fmla="*/ 116821 h 126497"/>
                <a:gd name="connsiteX8" fmla="*/ 126808 w 126809"/>
                <a:gd name="connsiteY8" fmla="*/ 9808 h 126497"/>
                <a:gd name="connsiteX9" fmla="*/ 117264 w 126809"/>
                <a:gd name="connsiteY9" fmla="*/ 1 h 126497"/>
                <a:gd name="connsiteX10" fmla="*/ 116815 w 126809"/>
                <a:gd name="connsiteY10" fmla="*/ 5 h 126497"/>
                <a:gd name="connsiteX11" fmla="*/ 15622 w 126809"/>
                <a:gd name="connsiteY11" fmla="*/ 75268 h 126497"/>
                <a:gd name="connsiteX12" fmla="*/ 47751 w 126809"/>
                <a:gd name="connsiteY12" fmla="*/ 75268 h 126497"/>
                <a:gd name="connsiteX13" fmla="*/ 47751 w 126809"/>
                <a:gd name="connsiteY13" fmla="*/ 110686 h 126497"/>
                <a:gd name="connsiteX14" fmla="*/ 15812 w 126809"/>
                <a:gd name="connsiteY14" fmla="*/ 110686 h 126497"/>
                <a:gd name="connsiteX15" fmla="*/ 110491 w 126809"/>
                <a:gd name="connsiteY15" fmla="*/ 110686 h 126497"/>
                <a:gd name="connsiteX16" fmla="*/ 63752 w 126809"/>
                <a:gd name="connsiteY16" fmla="*/ 110686 h 126497"/>
                <a:gd name="connsiteX17" fmla="*/ 63752 w 126809"/>
                <a:gd name="connsiteY17" fmla="*/ 67489 h 126497"/>
                <a:gd name="connsiteX18" fmla="*/ 55846 w 126809"/>
                <a:gd name="connsiteY18" fmla="*/ 59583 h 126497"/>
                <a:gd name="connsiteX19" fmla="*/ 15812 w 126809"/>
                <a:gd name="connsiteY19" fmla="*/ 59583 h 126497"/>
                <a:gd name="connsiteX20" fmla="*/ 15812 w 126809"/>
                <a:gd name="connsiteY20" fmla="*/ 15943 h 126497"/>
                <a:gd name="connsiteX21" fmla="*/ 110680 w 126809"/>
                <a:gd name="connsiteY21" fmla="*/ 15943 h 126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6809" h="126497">
                  <a:moveTo>
                    <a:pt x="116815" y="5"/>
                  </a:moveTo>
                  <a:lnTo>
                    <a:pt x="9613" y="5"/>
                  </a:lnTo>
                  <a:cubicBezTo>
                    <a:pt x="4304" y="5"/>
                    <a:pt x="0" y="4309"/>
                    <a:pt x="0" y="9619"/>
                  </a:cubicBezTo>
                  <a:cubicBezTo>
                    <a:pt x="0" y="9640"/>
                    <a:pt x="0" y="9661"/>
                    <a:pt x="0" y="9682"/>
                  </a:cubicBezTo>
                  <a:lnTo>
                    <a:pt x="0" y="116947"/>
                  </a:lnTo>
                  <a:cubicBezTo>
                    <a:pt x="35" y="122232"/>
                    <a:pt x="4329" y="126497"/>
                    <a:pt x="9613" y="126497"/>
                  </a:cubicBezTo>
                  <a:lnTo>
                    <a:pt x="117132" y="126497"/>
                  </a:lnTo>
                  <a:cubicBezTo>
                    <a:pt x="122476" y="126497"/>
                    <a:pt x="126808" y="122165"/>
                    <a:pt x="126808" y="116821"/>
                  </a:cubicBezTo>
                  <a:lnTo>
                    <a:pt x="126808" y="9808"/>
                  </a:lnTo>
                  <a:cubicBezTo>
                    <a:pt x="126881" y="4465"/>
                    <a:pt x="122608" y="74"/>
                    <a:pt x="117264" y="1"/>
                  </a:cubicBezTo>
                  <a:cubicBezTo>
                    <a:pt x="117115" y="-1"/>
                    <a:pt x="116965" y="0"/>
                    <a:pt x="116815" y="5"/>
                  </a:cubicBezTo>
                  <a:close/>
                  <a:moveTo>
                    <a:pt x="15622" y="75268"/>
                  </a:moveTo>
                  <a:lnTo>
                    <a:pt x="47751" y="75268"/>
                  </a:lnTo>
                  <a:lnTo>
                    <a:pt x="47751" y="110686"/>
                  </a:lnTo>
                  <a:lnTo>
                    <a:pt x="15812" y="110686"/>
                  </a:lnTo>
                  <a:close/>
                  <a:moveTo>
                    <a:pt x="110491" y="110686"/>
                  </a:moveTo>
                  <a:lnTo>
                    <a:pt x="63752" y="110686"/>
                  </a:lnTo>
                  <a:lnTo>
                    <a:pt x="63752" y="67489"/>
                  </a:lnTo>
                  <a:cubicBezTo>
                    <a:pt x="63752" y="63122"/>
                    <a:pt x="60213" y="59583"/>
                    <a:pt x="55846" y="59583"/>
                  </a:cubicBezTo>
                  <a:lnTo>
                    <a:pt x="15812" y="59583"/>
                  </a:lnTo>
                  <a:lnTo>
                    <a:pt x="15812" y="15943"/>
                  </a:lnTo>
                  <a:lnTo>
                    <a:pt x="110680" y="15943"/>
                  </a:lnTo>
                  <a:close/>
                </a:path>
              </a:pathLst>
            </a:custGeom>
            <a:grpFill/>
            <a:ln w="6271" cap="flat">
              <a:noFill/>
              <a:prstDash val="solid"/>
              <a:miter/>
            </a:ln>
          </p:spPr>
          <p:txBody>
            <a:bodyPr rtlCol="0" anchor="ctr"/>
            <a:lstStyle/>
            <a:p>
              <a:endParaRPr lang="en-US"/>
            </a:p>
          </p:txBody>
        </p:sp>
      </p:grpSp>
      <p:grpSp>
        <p:nvGrpSpPr>
          <p:cNvPr id="69" name="Group 68" descr="CPU">
            <a:extLst>
              <a:ext uri="{FF2B5EF4-FFF2-40B4-BE49-F238E27FC236}">
                <a16:creationId xmlns:a16="http://schemas.microsoft.com/office/drawing/2014/main" id="{721570A2-5C3B-4352-DB6A-32DC46257390}"/>
              </a:ext>
            </a:extLst>
          </p:cNvPr>
          <p:cNvGrpSpPr>
            <a:grpSpLocks noChangeAspect="1"/>
          </p:cNvGrpSpPr>
          <p:nvPr/>
        </p:nvGrpSpPr>
        <p:grpSpPr>
          <a:xfrm>
            <a:off x="10149338" y="2482332"/>
            <a:ext cx="1005948" cy="1005840"/>
            <a:chOff x="4486285" y="3178656"/>
            <a:chExt cx="600900" cy="600836"/>
          </a:xfrm>
          <a:solidFill>
            <a:schemeClr val="bg1"/>
          </a:solidFill>
        </p:grpSpPr>
        <p:sp>
          <p:nvSpPr>
            <p:cNvPr id="70" name="Picture Placeholder 98">
              <a:extLst>
                <a:ext uri="{FF2B5EF4-FFF2-40B4-BE49-F238E27FC236}">
                  <a16:creationId xmlns:a16="http://schemas.microsoft.com/office/drawing/2014/main" id="{2F589724-DBD2-DF94-5BF9-F767B44D8D86}"/>
                </a:ext>
              </a:extLst>
            </p:cNvPr>
            <p:cNvSpPr/>
            <p:nvPr/>
          </p:nvSpPr>
          <p:spPr>
            <a:xfrm>
              <a:off x="4536440" y="3178656"/>
              <a:ext cx="500655" cy="550746"/>
            </a:xfrm>
            <a:custGeom>
              <a:avLst/>
              <a:gdLst>
                <a:gd name="connsiteX0" fmla="*/ 458470 w 500655"/>
                <a:gd name="connsiteY0" fmla="*/ 0 h 550746"/>
                <a:gd name="connsiteX1" fmla="*/ 442722 w 500655"/>
                <a:gd name="connsiteY1" fmla="*/ 0 h 550746"/>
                <a:gd name="connsiteX2" fmla="*/ 442722 w 500655"/>
                <a:gd name="connsiteY2" fmla="*/ 50091 h 550746"/>
                <a:gd name="connsiteX3" fmla="*/ 324958 w 500655"/>
                <a:gd name="connsiteY3" fmla="*/ 50091 h 550746"/>
                <a:gd name="connsiteX4" fmla="*/ 324958 w 500655"/>
                <a:gd name="connsiteY4" fmla="*/ 0 h 550746"/>
                <a:gd name="connsiteX5" fmla="*/ 309146 w 500655"/>
                <a:gd name="connsiteY5" fmla="*/ 0 h 550746"/>
                <a:gd name="connsiteX6" fmla="*/ 309146 w 500655"/>
                <a:gd name="connsiteY6" fmla="*/ 50091 h 550746"/>
                <a:gd name="connsiteX7" fmla="*/ 191446 w 500655"/>
                <a:gd name="connsiteY7" fmla="*/ 50091 h 550746"/>
                <a:gd name="connsiteX8" fmla="*/ 191446 w 500655"/>
                <a:gd name="connsiteY8" fmla="*/ 0 h 550746"/>
                <a:gd name="connsiteX9" fmla="*/ 175634 w 500655"/>
                <a:gd name="connsiteY9" fmla="*/ 0 h 550746"/>
                <a:gd name="connsiteX10" fmla="*/ 175634 w 500655"/>
                <a:gd name="connsiteY10" fmla="*/ 50091 h 550746"/>
                <a:gd name="connsiteX11" fmla="*/ 57933 w 500655"/>
                <a:gd name="connsiteY11" fmla="*/ 50091 h 550746"/>
                <a:gd name="connsiteX12" fmla="*/ 57933 w 500655"/>
                <a:gd name="connsiteY12" fmla="*/ 0 h 550746"/>
                <a:gd name="connsiteX13" fmla="*/ 42122 w 500655"/>
                <a:gd name="connsiteY13" fmla="*/ 0 h 550746"/>
                <a:gd name="connsiteX14" fmla="*/ 42122 w 500655"/>
                <a:gd name="connsiteY14" fmla="*/ 50091 h 550746"/>
                <a:gd name="connsiteX15" fmla="*/ 0 w 500655"/>
                <a:gd name="connsiteY15" fmla="*/ 50091 h 550746"/>
                <a:gd name="connsiteX16" fmla="*/ 0 w 500655"/>
                <a:gd name="connsiteY16" fmla="*/ 550746 h 550746"/>
                <a:gd name="connsiteX17" fmla="*/ 500655 w 500655"/>
                <a:gd name="connsiteY17" fmla="*/ 550746 h 550746"/>
                <a:gd name="connsiteX18" fmla="*/ 500655 w 500655"/>
                <a:gd name="connsiteY18" fmla="*/ 50091 h 550746"/>
                <a:gd name="connsiteX19" fmla="*/ 458470 w 500655"/>
                <a:gd name="connsiteY19" fmla="*/ 50091 h 550746"/>
                <a:gd name="connsiteX20" fmla="*/ 484844 w 500655"/>
                <a:gd name="connsiteY20" fmla="*/ 65902 h 550746"/>
                <a:gd name="connsiteX21" fmla="*/ 484844 w 500655"/>
                <a:gd name="connsiteY21" fmla="*/ 534935 h 550746"/>
                <a:gd name="connsiteX22" fmla="*/ 15748 w 500655"/>
                <a:gd name="connsiteY22" fmla="*/ 534935 h 550746"/>
                <a:gd name="connsiteX23" fmla="*/ 15748 w 500655"/>
                <a:gd name="connsiteY23" fmla="*/ 65902 h 55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00655" h="550746">
                  <a:moveTo>
                    <a:pt x="458470" y="0"/>
                  </a:moveTo>
                  <a:lnTo>
                    <a:pt x="442722" y="0"/>
                  </a:lnTo>
                  <a:lnTo>
                    <a:pt x="442722" y="50091"/>
                  </a:lnTo>
                  <a:lnTo>
                    <a:pt x="324958" y="50091"/>
                  </a:lnTo>
                  <a:lnTo>
                    <a:pt x="324958" y="0"/>
                  </a:lnTo>
                  <a:lnTo>
                    <a:pt x="309146" y="0"/>
                  </a:lnTo>
                  <a:lnTo>
                    <a:pt x="309146" y="50091"/>
                  </a:lnTo>
                  <a:lnTo>
                    <a:pt x="191446" y="50091"/>
                  </a:lnTo>
                  <a:lnTo>
                    <a:pt x="191446" y="0"/>
                  </a:lnTo>
                  <a:lnTo>
                    <a:pt x="175634" y="0"/>
                  </a:lnTo>
                  <a:lnTo>
                    <a:pt x="175634" y="50091"/>
                  </a:lnTo>
                  <a:lnTo>
                    <a:pt x="57933" y="50091"/>
                  </a:lnTo>
                  <a:lnTo>
                    <a:pt x="57933" y="0"/>
                  </a:lnTo>
                  <a:lnTo>
                    <a:pt x="42122" y="0"/>
                  </a:lnTo>
                  <a:lnTo>
                    <a:pt x="42122" y="50091"/>
                  </a:lnTo>
                  <a:lnTo>
                    <a:pt x="0" y="50091"/>
                  </a:lnTo>
                  <a:lnTo>
                    <a:pt x="0" y="550746"/>
                  </a:lnTo>
                  <a:lnTo>
                    <a:pt x="500655" y="550746"/>
                  </a:lnTo>
                  <a:lnTo>
                    <a:pt x="500655" y="50091"/>
                  </a:lnTo>
                  <a:lnTo>
                    <a:pt x="458470" y="50091"/>
                  </a:lnTo>
                  <a:close/>
                  <a:moveTo>
                    <a:pt x="484844" y="65902"/>
                  </a:moveTo>
                  <a:lnTo>
                    <a:pt x="484844" y="534935"/>
                  </a:lnTo>
                  <a:lnTo>
                    <a:pt x="15748" y="534935"/>
                  </a:lnTo>
                  <a:lnTo>
                    <a:pt x="15748" y="65902"/>
                  </a:lnTo>
                  <a:close/>
                </a:path>
              </a:pathLst>
            </a:custGeom>
            <a:grpFill/>
            <a:ln w="6271" cap="flat">
              <a:noFill/>
              <a:prstDash val="solid"/>
              <a:miter/>
            </a:ln>
          </p:spPr>
          <p:txBody>
            <a:bodyPr rtlCol="0" anchor="ctr"/>
            <a:lstStyle/>
            <a:p>
              <a:endParaRPr lang="en-US"/>
            </a:p>
          </p:txBody>
        </p:sp>
        <p:sp>
          <p:nvSpPr>
            <p:cNvPr id="71" name="Picture Placeholder 98">
              <a:extLst>
                <a:ext uri="{FF2B5EF4-FFF2-40B4-BE49-F238E27FC236}">
                  <a16:creationId xmlns:a16="http://schemas.microsoft.com/office/drawing/2014/main" id="{3FE85183-2112-1DEB-6CBF-5307ED916D9B}"/>
                </a:ext>
              </a:extLst>
            </p:cNvPr>
            <p:cNvSpPr/>
            <p:nvPr/>
          </p:nvSpPr>
          <p:spPr>
            <a:xfrm>
              <a:off x="4578561" y="3729402"/>
              <a:ext cx="15811" cy="50090"/>
            </a:xfrm>
            <a:custGeom>
              <a:avLst/>
              <a:gdLst>
                <a:gd name="connsiteX0" fmla="*/ 0 w 15811"/>
                <a:gd name="connsiteY0" fmla="*/ 0 h 50090"/>
                <a:gd name="connsiteX1" fmla="*/ 15811 w 15811"/>
                <a:gd name="connsiteY1" fmla="*/ 0 h 50090"/>
                <a:gd name="connsiteX2" fmla="*/ 15811 w 15811"/>
                <a:gd name="connsiteY2" fmla="*/ 50091 h 50090"/>
                <a:gd name="connsiteX3" fmla="*/ 0 w 15811"/>
                <a:gd name="connsiteY3" fmla="*/ 50091 h 50090"/>
              </a:gdLst>
              <a:ahLst/>
              <a:cxnLst>
                <a:cxn ang="0">
                  <a:pos x="connsiteX0" y="connsiteY0"/>
                </a:cxn>
                <a:cxn ang="0">
                  <a:pos x="connsiteX1" y="connsiteY1"/>
                </a:cxn>
                <a:cxn ang="0">
                  <a:pos x="connsiteX2" y="connsiteY2"/>
                </a:cxn>
                <a:cxn ang="0">
                  <a:pos x="connsiteX3" y="connsiteY3"/>
                </a:cxn>
              </a:cxnLst>
              <a:rect l="l" t="t" r="r" b="b"/>
              <a:pathLst>
                <a:path w="15811" h="50090">
                  <a:moveTo>
                    <a:pt x="0" y="0"/>
                  </a:moveTo>
                  <a:lnTo>
                    <a:pt x="15811" y="0"/>
                  </a:lnTo>
                  <a:lnTo>
                    <a:pt x="15811" y="50091"/>
                  </a:lnTo>
                  <a:lnTo>
                    <a:pt x="0" y="50091"/>
                  </a:lnTo>
                  <a:close/>
                </a:path>
              </a:pathLst>
            </a:custGeom>
            <a:grpFill/>
            <a:ln w="6271" cap="flat">
              <a:noFill/>
              <a:prstDash val="solid"/>
              <a:miter/>
            </a:ln>
          </p:spPr>
          <p:txBody>
            <a:bodyPr rtlCol="0" anchor="ctr"/>
            <a:lstStyle/>
            <a:p>
              <a:endParaRPr lang="en-US"/>
            </a:p>
          </p:txBody>
        </p:sp>
        <p:sp>
          <p:nvSpPr>
            <p:cNvPr id="72" name="Picture Placeholder 98">
              <a:extLst>
                <a:ext uri="{FF2B5EF4-FFF2-40B4-BE49-F238E27FC236}">
                  <a16:creationId xmlns:a16="http://schemas.microsoft.com/office/drawing/2014/main" id="{84863440-7B06-48BA-7031-BD12A048E60F}"/>
                </a:ext>
              </a:extLst>
            </p:cNvPr>
            <p:cNvSpPr/>
            <p:nvPr/>
          </p:nvSpPr>
          <p:spPr>
            <a:xfrm>
              <a:off x="4979098" y="3729402"/>
              <a:ext cx="15811" cy="50090"/>
            </a:xfrm>
            <a:custGeom>
              <a:avLst/>
              <a:gdLst>
                <a:gd name="connsiteX0" fmla="*/ 0 w 15811"/>
                <a:gd name="connsiteY0" fmla="*/ 0 h 50090"/>
                <a:gd name="connsiteX1" fmla="*/ 15811 w 15811"/>
                <a:gd name="connsiteY1" fmla="*/ 0 h 50090"/>
                <a:gd name="connsiteX2" fmla="*/ 15811 w 15811"/>
                <a:gd name="connsiteY2" fmla="*/ 50091 h 50090"/>
                <a:gd name="connsiteX3" fmla="*/ 0 w 15811"/>
                <a:gd name="connsiteY3" fmla="*/ 50091 h 50090"/>
              </a:gdLst>
              <a:ahLst/>
              <a:cxnLst>
                <a:cxn ang="0">
                  <a:pos x="connsiteX0" y="connsiteY0"/>
                </a:cxn>
                <a:cxn ang="0">
                  <a:pos x="connsiteX1" y="connsiteY1"/>
                </a:cxn>
                <a:cxn ang="0">
                  <a:pos x="connsiteX2" y="connsiteY2"/>
                </a:cxn>
                <a:cxn ang="0">
                  <a:pos x="connsiteX3" y="connsiteY3"/>
                </a:cxn>
              </a:cxnLst>
              <a:rect l="l" t="t" r="r" b="b"/>
              <a:pathLst>
                <a:path w="15811" h="50090">
                  <a:moveTo>
                    <a:pt x="0" y="0"/>
                  </a:moveTo>
                  <a:lnTo>
                    <a:pt x="15811" y="0"/>
                  </a:lnTo>
                  <a:lnTo>
                    <a:pt x="15811" y="50091"/>
                  </a:lnTo>
                  <a:lnTo>
                    <a:pt x="0" y="50091"/>
                  </a:lnTo>
                  <a:close/>
                </a:path>
              </a:pathLst>
            </a:custGeom>
            <a:grpFill/>
            <a:ln w="6271" cap="flat">
              <a:noFill/>
              <a:prstDash val="solid"/>
              <a:miter/>
            </a:ln>
          </p:spPr>
          <p:txBody>
            <a:bodyPr rtlCol="0" anchor="ctr"/>
            <a:lstStyle/>
            <a:p>
              <a:endParaRPr lang="en-US"/>
            </a:p>
          </p:txBody>
        </p:sp>
        <p:sp>
          <p:nvSpPr>
            <p:cNvPr id="73" name="Picture Placeholder 98">
              <a:extLst>
                <a:ext uri="{FF2B5EF4-FFF2-40B4-BE49-F238E27FC236}">
                  <a16:creationId xmlns:a16="http://schemas.microsoft.com/office/drawing/2014/main" id="{2F96D0F0-A908-BA12-9BB9-623051A3B641}"/>
                </a:ext>
              </a:extLst>
            </p:cNvPr>
            <p:cNvSpPr/>
            <p:nvPr/>
          </p:nvSpPr>
          <p:spPr>
            <a:xfrm>
              <a:off x="4845586" y="3729402"/>
              <a:ext cx="15811" cy="50090"/>
            </a:xfrm>
            <a:custGeom>
              <a:avLst/>
              <a:gdLst>
                <a:gd name="connsiteX0" fmla="*/ 0 w 15811"/>
                <a:gd name="connsiteY0" fmla="*/ 0 h 50090"/>
                <a:gd name="connsiteX1" fmla="*/ 15811 w 15811"/>
                <a:gd name="connsiteY1" fmla="*/ 0 h 50090"/>
                <a:gd name="connsiteX2" fmla="*/ 15811 w 15811"/>
                <a:gd name="connsiteY2" fmla="*/ 50091 h 50090"/>
                <a:gd name="connsiteX3" fmla="*/ 0 w 15811"/>
                <a:gd name="connsiteY3" fmla="*/ 50091 h 50090"/>
              </a:gdLst>
              <a:ahLst/>
              <a:cxnLst>
                <a:cxn ang="0">
                  <a:pos x="connsiteX0" y="connsiteY0"/>
                </a:cxn>
                <a:cxn ang="0">
                  <a:pos x="connsiteX1" y="connsiteY1"/>
                </a:cxn>
                <a:cxn ang="0">
                  <a:pos x="connsiteX2" y="connsiteY2"/>
                </a:cxn>
                <a:cxn ang="0">
                  <a:pos x="connsiteX3" y="connsiteY3"/>
                </a:cxn>
              </a:cxnLst>
              <a:rect l="l" t="t" r="r" b="b"/>
              <a:pathLst>
                <a:path w="15811" h="50090">
                  <a:moveTo>
                    <a:pt x="0" y="0"/>
                  </a:moveTo>
                  <a:lnTo>
                    <a:pt x="15811" y="0"/>
                  </a:lnTo>
                  <a:lnTo>
                    <a:pt x="15811" y="50091"/>
                  </a:lnTo>
                  <a:lnTo>
                    <a:pt x="0" y="50091"/>
                  </a:lnTo>
                  <a:close/>
                </a:path>
              </a:pathLst>
            </a:custGeom>
            <a:grpFill/>
            <a:ln w="6271" cap="flat">
              <a:noFill/>
              <a:prstDash val="solid"/>
              <a:miter/>
            </a:ln>
          </p:spPr>
          <p:txBody>
            <a:bodyPr rtlCol="0" anchor="ctr"/>
            <a:lstStyle/>
            <a:p>
              <a:endParaRPr lang="en-US"/>
            </a:p>
          </p:txBody>
        </p:sp>
        <p:sp>
          <p:nvSpPr>
            <p:cNvPr id="74" name="Picture Placeholder 98">
              <a:extLst>
                <a:ext uri="{FF2B5EF4-FFF2-40B4-BE49-F238E27FC236}">
                  <a16:creationId xmlns:a16="http://schemas.microsoft.com/office/drawing/2014/main" id="{B4D31678-73A2-B73B-81C4-E5EE5B065E51}"/>
                </a:ext>
              </a:extLst>
            </p:cNvPr>
            <p:cNvSpPr/>
            <p:nvPr/>
          </p:nvSpPr>
          <p:spPr>
            <a:xfrm>
              <a:off x="4712074" y="3729402"/>
              <a:ext cx="15811" cy="50090"/>
            </a:xfrm>
            <a:custGeom>
              <a:avLst/>
              <a:gdLst>
                <a:gd name="connsiteX0" fmla="*/ 0 w 15811"/>
                <a:gd name="connsiteY0" fmla="*/ 0 h 50090"/>
                <a:gd name="connsiteX1" fmla="*/ 15812 w 15811"/>
                <a:gd name="connsiteY1" fmla="*/ 0 h 50090"/>
                <a:gd name="connsiteX2" fmla="*/ 15812 w 15811"/>
                <a:gd name="connsiteY2" fmla="*/ 50091 h 50090"/>
                <a:gd name="connsiteX3" fmla="*/ 0 w 15811"/>
                <a:gd name="connsiteY3" fmla="*/ 50091 h 50090"/>
              </a:gdLst>
              <a:ahLst/>
              <a:cxnLst>
                <a:cxn ang="0">
                  <a:pos x="connsiteX0" y="connsiteY0"/>
                </a:cxn>
                <a:cxn ang="0">
                  <a:pos x="connsiteX1" y="connsiteY1"/>
                </a:cxn>
                <a:cxn ang="0">
                  <a:pos x="connsiteX2" y="connsiteY2"/>
                </a:cxn>
                <a:cxn ang="0">
                  <a:pos x="connsiteX3" y="connsiteY3"/>
                </a:cxn>
              </a:cxnLst>
              <a:rect l="l" t="t" r="r" b="b"/>
              <a:pathLst>
                <a:path w="15811" h="50090">
                  <a:moveTo>
                    <a:pt x="0" y="0"/>
                  </a:moveTo>
                  <a:lnTo>
                    <a:pt x="15812" y="0"/>
                  </a:lnTo>
                  <a:lnTo>
                    <a:pt x="15812" y="50091"/>
                  </a:lnTo>
                  <a:lnTo>
                    <a:pt x="0" y="50091"/>
                  </a:lnTo>
                  <a:close/>
                </a:path>
              </a:pathLst>
            </a:custGeom>
            <a:grpFill/>
            <a:ln w="6271" cap="flat">
              <a:noFill/>
              <a:prstDash val="solid"/>
              <a:miter/>
            </a:ln>
          </p:spPr>
          <p:txBody>
            <a:bodyPr rtlCol="0" anchor="ctr"/>
            <a:lstStyle/>
            <a:p>
              <a:endParaRPr lang="en-US"/>
            </a:p>
          </p:txBody>
        </p:sp>
        <p:sp>
          <p:nvSpPr>
            <p:cNvPr id="75" name="Picture Placeholder 98">
              <a:extLst>
                <a:ext uri="{FF2B5EF4-FFF2-40B4-BE49-F238E27FC236}">
                  <a16:creationId xmlns:a16="http://schemas.microsoft.com/office/drawing/2014/main" id="{B3574FA3-A8E2-2C96-5098-1C004EA32652}"/>
                </a:ext>
              </a:extLst>
            </p:cNvPr>
            <p:cNvSpPr/>
            <p:nvPr/>
          </p:nvSpPr>
          <p:spPr>
            <a:xfrm>
              <a:off x="5037095" y="3270868"/>
              <a:ext cx="50090" cy="15811"/>
            </a:xfrm>
            <a:custGeom>
              <a:avLst/>
              <a:gdLst>
                <a:gd name="connsiteX0" fmla="*/ 0 w 50090"/>
                <a:gd name="connsiteY0" fmla="*/ 0 h 15811"/>
                <a:gd name="connsiteX1" fmla="*/ 50091 w 50090"/>
                <a:gd name="connsiteY1" fmla="*/ 0 h 15811"/>
                <a:gd name="connsiteX2" fmla="*/ 50091 w 50090"/>
                <a:gd name="connsiteY2" fmla="*/ 15812 h 15811"/>
                <a:gd name="connsiteX3" fmla="*/ 0 w 50090"/>
                <a:gd name="connsiteY3" fmla="*/ 15812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2"/>
                  </a:lnTo>
                  <a:lnTo>
                    <a:pt x="0" y="15812"/>
                  </a:lnTo>
                  <a:close/>
                </a:path>
              </a:pathLst>
            </a:custGeom>
            <a:grpFill/>
            <a:ln w="6271" cap="flat">
              <a:noFill/>
              <a:prstDash val="solid"/>
              <a:miter/>
            </a:ln>
          </p:spPr>
          <p:txBody>
            <a:bodyPr rtlCol="0" anchor="ctr"/>
            <a:lstStyle/>
            <a:p>
              <a:endParaRPr lang="en-US"/>
            </a:p>
          </p:txBody>
        </p:sp>
        <p:sp>
          <p:nvSpPr>
            <p:cNvPr id="76" name="Picture Placeholder 98">
              <a:extLst>
                <a:ext uri="{FF2B5EF4-FFF2-40B4-BE49-F238E27FC236}">
                  <a16:creationId xmlns:a16="http://schemas.microsoft.com/office/drawing/2014/main" id="{FB4A8C29-43F3-62A3-D4AA-F464B71808B9}"/>
                </a:ext>
              </a:extLst>
            </p:cNvPr>
            <p:cNvSpPr/>
            <p:nvPr/>
          </p:nvSpPr>
          <p:spPr>
            <a:xfrm>
              <a:off x="5037095" y="3671468"/>
              <a:ext cx="50090" cy="15811"/>
            </a:xfrm>
            <a:custGeom>
              <a:avLst/>
              <a:gdLst>
                <a:gd name="connsiteX0" fmla="*/ 0 w 50090"/>
                <a:gd name="connsiteY0" fmla="*/ 0 h 15811"/>
                <a:gd name="connsiteX1" fmla="*/ 50091 w 50090"/>
                <a:gd name="connsiteY1" fmla="*/ 0 h 15811"/>
                <a:gd name="connsiteX2" fmla="*/ 50091 w 50090"/>
                <a:gd name="connsiteY2" fmla="*/ 15811 h 15811"/>
                <a:gd name="connsiteX3" fmla="*/ 0 w 500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1"/>
                  </a:lnTo>
                  <a:lnTo>
                    <a:pt x="0" y="15811"/>
                  </a:lnTo>
                  <a:close/>
                </a:path>
              </a:pathLst>
            </a:custGeom>
            <a:grpFill/>
            <a:ln w="6271" cap="flat">
              <a:noFill/>
              <a:prstDash val="solid"/>
              <a:miter/>
            </a:ln>
          </p:spPr>
          <p:txBody>
            <a:bodyPr rtlCol="0" anchor="ctr"/>
            <a:lstStyle/>
            <a:p>
              <a:endParaRPr lang="en-US"/>
            </a:p>
          </p:txBody>
        </p:sp>
        <p:sp>
          <p:nvSpPr>
            <p:cNvPr id="77" name="Picture Placeholder 98">
              <a:extLst>
                <a:ext uri="{FF2B5EF4-FFF2-40B4-BE49-F238E27FC236}">
                  <a16:creationId xmlns:a16="http://schemas.microsoft.com/office/drawing/2014/main" id="{80F74674-5066-4FAD-AE14-3476D99D3B37}"/>
                </a:ext>
              </a:extLst>
            </p:cNvPr>
            <p:cNvSpPr/>
            <p:nvPr/>
          </p:nvSpPr>
          <p:spPr>
            <a:xfrm>
              <a:off x="5037095" y="3537956"/>
              <a:ext cx="50090" cy="15811"/>
            </a:xfrm>
            <a:custGeom>
              <a:avLst/>
              <a:gdLst>
                <a:gd name="connsiteX0" fmla="*/ 0 w 50090"/>
                <a:gd name="connsiteY0" fmla="*/ 0 h 15811"/>
                <a:gd name="connsiteX1" fmla="*/ 50091 w 50090"/>
                <a:gd name="connsiteY1" fmla="*/ 0 h 15811"/>
                <a:gd name="connsiteX2" fmla="*/ 50091 w 50090"/>
                <a:gd name="connsiteY2" fmla="*/ 15811 h 15811"/>
                <a:gd name="connsiteX3" fmla="*/ 0 w 500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1"/>
                  </a:lnTo>
                  <a:lnTo>
                    <a:pt x="0" y="15811"/>
                  </a:lnTo>
                  <a:close/>
                </a:path>
              </a:pathLst>
            </a:custGeom>
            <a:grpFill/>
            <a:ln w="6271" cap="flat">
              <a:noFill/>
              <a:prstDash val="solid"/>
              <a:miter/>
            </a:ln>
          </p:spPr>
          <p:txBody>
            <a:bodyPr rtlCol="0" anchor="ctr"/>
            <a:lstStyle/>
            <a:p>
              <a:endParaRPr lang="en-US"/>
            </a:p>
          </p:txBody>
        </p:sp>
        <p:sp>
          <p:nvSpPr>
            <p:cNvPr id="78" name="Picture Placeholder 98">
              <a:extLst>
                <a:ext uri="{FF2B5EF4-FFF2-40B4-BE49-F238E27FC236}">
                  <a16:creationId xmlns:a16="http://schemas.microsoft.com/office/drawing/2014/main" id="{BC7C9DBF-E320-CA51-1B98-624B40F68EB0}"/>
                </a:ext>
              </a:extLst>
            </p:cNvPr>
            <p:cNvSpPr/>
            <p:nvPr/>
          </p:nvSpPr>
          <p:spPr>
            <a:xfrm>
              <a:off x="5037095" y="3404381"/>
              <a:ext cx="50090" cy="15811"/>
            </a:xfrm>
            <a:custGeom>
              <a:avLst/>
              <a:gdLst>
                <a:gd name="connsiteX0" fmla="*/ 0 w 50090"/>
                <a:gd name="connsiteY0" fmla="*/ 0 h 15811"/>
                <a:gd name="connsiteX1" fmla="*/ 50091 w 50090"/>
                <a:gd name="connsiteY1" fmla="*/ 0 h 15811"/>
                <a:gd name="connsiteX2" fmla="*/ 50091 w 50090"/>
                <a:gd name="connsiteY2" fmla="*/ 15812 h 15811"/>
                <a:gd name="connsiteX3" fmla="*/ 0 w 50090"/>
                <a:gd name="connsiteY3" fmla="*/ 15812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2"/>
                  </a:lnTo>
                  <a:lnTo>
                    <a:pt x="0" y="15812"/>
                  </a:lnTo>
                  <a:close/>
                </a:path>
              </a:pathLst>
            </a:custGeom>
            <a:grpFill/>
            <a:ln w="6271" cap="flat">
              <a:noFill/>
              <a:prstDash val="solid"/>
              <a:miter/>
            </a:ln>
          </p:spPr>
          <p:txBody>
            <a:bodyPr rtlCol="0" anchor="ctr"/>
            <a:lstStyle/>
            <a:p>
              <a:endParaRPr lang="en-US"/>
            </a:p>
          </p:txBody>
        </p:sp>
        <p:sp>
          <p:nvSpPr>
            <p:cNvPr id="79" name="Picture Placeholder 98">
              <a:extLst>
                <a:ext uri="{FF2B5EF4-FFF2-40B4-BE49-F238E27FC236}">
                  <a16:creationId xmlns:a16="http://schemas.microsoft.com/office/drawing/2014/main" id="{3C0E6F04-C025-373B-CA5B-0AD09C4DF2E0}"/>
                </a:ext>
              </a:extLst>
            </p:cNvPr>
            <p:cNvSpPr/>
            <p:nvPr/>
          </p:nvSpPr>
          <p:spPr>
            <a:xfrm>
              <a:off x="4486285" y="3270868"/>
              <a:ext cx="50090" cy="15811"/>
            </a:xfrm>
            <a:custGeom>
              <a:avLst/>
              <a:gdLst>
                <a:gd name="connsiteX0" fmla="*/ 0 w 50090"/>
                <a:gd name="connsiteY0" fmla="*/ 0 h 15811"/>
                <a:gd name="connsiteX1" fmla="*/ 50091 w 50090"/>
                <a:gd name="connsiteY1" fmla="*/ 0 h 15811"/>
                <a:gd name="connsiteX2" fmla="*/ 50091 w 50090"/>
                <a:gd name="connsiteY2" fmla="*/ 15812 h 15811"/>
                <a:gd name="connsiteX3" fmla="*/ 0 w 50090"/>
                <a:gd name="connsiteY3" fmla="*/ 15812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2"/>
                  </a:lnTo>
                  <a:lnTo>
                    <a:pt x="0" y="15812"/>
                  </a:lnTo>
                  <a:close/>
                </a:path>
              </a:pathLst>
            </a:custGeom>
            <a:grpFill/>
            <a:ln w="6271" cap="flat">
              <a:noFill/>
              <a:prstDash val="solid"/>
              <a:miter/>
            </a:ln>
          </p:spPr>
          <p:txBody>
            <a:bodyPr rtlCol="0" anchor="ctr"/>
            <a:lstStyle/>
            <a:p>
              <a:endParaRPr lang="en-US"/>
            </a:p>
          </p:txBody>
        </p:sp>
        <p:sp>
          <p:nvSpPr>
            <p:cNvPr id="80" name="Picture Placeholder 98">
              <a:extLst>
                <a:ext uri="{FF2B5EF4-FFF2-40B4-BE49-F238E27FC236}">
                  <a16:creationId xmlns:a16="http://schemas.microsoft.com/office/drawing/2014/main" id="{AC9A887F-5AC3-C4C5-5844-491B8285A81D}"/>
                </a:ext>
              </a:extLst>
            </p:cNvPr>
            <p:cNvSpPr/>
            <p:nvPr/>
          </p:nvSpPr>
          <p:spPr>
            <a:xfrm>
              <a:off x="4486285" y="3671468"/>
              <a:ext cx="50090" cy="15811"/>
            </a:xfrm>
            <a:custGeom>
              <a:avLst/>
              <a:gdLst>
                <a:gd name="connsiteX0" fmla="*/ 0 w 50090"/>
                <a:gd name="connsiteY0" fmla="*/ 0 h 15811"/>
                <a:gd name="connsiteX1" fmla="*/ 50091 w 50090"/>
                <a:gd name="connsiteY1" fmla="*/ 0 h 15811"/>
                <a:gd name="connsiteX2" fmla="*/ 50091 w 50090"/>
                <a:gd name="connsiteY2" fmla="*/ 15811 h 15811"/>
                <a:gd name="connsiteX3" fmla="*/ 0 w 500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1"/>
                  </a:lnTo>
                  <a:lnTo>
                    <a:pt x="0" y="15811"/>
                  </a:lnTo>
                  <a:close/>
                </a:path>
              </a:pathLst>
            </a:custGeom>
            <a:grpFill/>
            <a:ln w="6271" cap="flat">
              <a:noFill/>
              <a:prstDash val="solid"/>
              <a:miter/>
            </a:ln>
          </p:spPr>
          <p:txBody>
            <a:bodyPr rtlCol="0" anchor="ctr"/>
            <a:lstStyle/>
            <a:p>
              <a:endParaRPr lang="en-US"/>
            </a:p>
          </p:txBody>
        </p:sp>
        <p:sp>
          <p:nvSpPr>
            <p:cNvPr id="81" name="Picture Placeholder 98">
              <a:extLst>
                <a:ext uri="{FF2B5EF4-FFF2-40B4-BE49-F238E27FC236}">
                  <a16:creationId xmlns:a16="http://schemas.microsoft.com/office/drawing/2014/main" id="{8829D20C-2E66-7E5B-19DB-6C52A4EAD93B}"/>
                </a:ext>
              </a:extLst>
            </p:cNvPr>
            <p:cNvSpPr/>
            <p:nvPr/>
          </p:nvSpPr>
          <p:spPr>
            <a:xfrm>
              <a:off x="4486285" y="3537956"/>
              <a:ext cx="50090" cy="15811"/>
            </a:xfrm>
            <a:custGeom>
              <a:avLst/>
              <a:gdLst>
                <a:gd name="connsiteX0" fmla="*/ 0 w 50090"/>
                <a:gd name="connsiteY0" fmla="*/ 0 h 15811"/>
                <a:gd name="connsiteX1" fmla="*/ 50091 w 50090"/>
                <a:gd name="connsiteY1" fmla="*/ 0 h 15811"/>
                <a:gd name="connsiteX2" fmla="*/ 50091 w 50090"/>
                <a:gd name="connsiteY2" fmla="*/ 15811 h 15811"/>
                <a:gd name="connsiteX3" fmla="*/ 0 w 500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1"/>
                  </a:lnTo>
                  <a:lnTo>
                    <a:pt x="0" y="15811"/>
                  </a:lnTo>
                  <a:close/>
                </a:path>
              </a:pathLst>
            </a:custGeom>
            <a:grpFill/>
            <a:ln w="6271" cap="flat">
              <a:noFill/>
              <a:prstDash val="solid"/>
              <a:miter/>
            </a:ln>
          </p:spPr>
          <p:txBody>
            <a:bodyPr rtlCol="0" anchor="ctr"/>
            <a:lstStyle/>
            <a:p>
              <a:endParaRPr lang="en-US"/>
            </a:p>
          </p:txBody>
        </p:sp>
        <p:sp>
          <p:nvSpPr>
            <p:cNvPr id="82" name="Picture Placeholder 98">
              <a:extLst>
                <a:ext uri="{FF2B5EF4-FFF2-40B4-BE49-F238E27FC236}">
                  <a16:creationId xmlns:a16="http://schemas.microsoft.com/office/drawing/2014/main" id="{B177B936-449C-8A5A-A5FB-4C9CBF7129BB}"/>
                </a:ext>
              </a:extLst>
            </p:cNvPr>
            <p:cNvSpPr/>
            <p:nvPr/>
          </p:nvSpPr>
          <p:spPr>
            <a:xfrm>
              <a:off x="4486285" y="3404381"/>
              <a:ext cx="50090" cy="15811"/>
            </a:xfrm>
            <a:custGeom>
              <a:avLst/>
              <a:gdLst>
                <a:gd name="connsiteX0" fmla="*/ 0 w 50090"/>
                <a:gd name="connsiteY0" fmla="*/ 0 h 15811"/>
                <a:gd name="connsiteX1" fmla="*/ 50091 w 50090"/>
                <a:gd name="connsiteY1" fmla="*/ 0 h 15811"/>
                <a:gd name="connsiteX2" fmla="*/ 50091 w 50090"/>
                <a:gd name="connsiteY2" fmla="*/ 15812 h 15811"/>
                <a:gd name="connsiteX3" fmla="*/ 0 w 50090"/>
                <a:gd name="connsiteY3" fmla="*/ 15812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2"/>
                  </a:lnTo>
                  <a:lnTo>
                    <a:pt x="0" y="15812"/>
                  </a:lnTo>
                  <a:close/>
                </a:path>
              </a:pathLst>
            </a:custGeom>
            <a:grpFill/>
            <a:ln w="6271" cap="flat">
              <a:noFill/>
              <a:prstDash val="solid"/>
              <a:miter/>
            </a:ln>
          </p:spPr>
          <p:txBody>
            <a:bodyPr rtlCol="0" anchor="ctr"/>
            <a:lstStyle/>
            <a:p>
              <a:endParaRPr lang="en-US"/>
            </a:p>
          </p:txBody>
        </p:sp>
        <p:sp>
          <p:nvSpPr>
            <p:cNvPr id="83" name="Picture Placeholder 98">
              <a:extLst>
                <a:ext uri="{FF2B5EF4-FFF2-40B4-BE49-F238E27FC236}">
                  <a16:creationId xmlns:a16="http://schemas.microsoft.com/office/drawing/2014/main" id="{EACE8DF5-AE86-63B7-0E16-D2FDE1079FBC}"/>
                </a:ext>
              </a:extLst>
            </p:cNvPr>
            <p:cNvSpPr/>
            <p:nvPr/>
          </p:nvSpPr>
          <p:spPr>
            <a:xfrm>
              <a:off x="4595891" y="3611195"/>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84" name="Picture Placeholder 98">
              <a:extLst>
                <a:ext uri="{FF2B5EF4-FFF2-40B4-BE49-F238E27FC236}">
                  <a16:creationId xmlns:a16="http://schemas.microsoft.com/office/drawing/2014/main" id="{54405D39-B641-85DD-558C-5D8AD80F2FFE}"/>
                </a:ext>
              </a:extLst>
            </p:cNvPr>
            <p:cNvSpPr/>
            <p:nvPr/>
          </p:nvSpPr>
          <p:spPr>
            <a:xfrm>
              <a:off x="4703535" y="3611195"/>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85" name="Picture Placeholder 98">
              <a:extLst>
                <a:ext uri="{FF2B5EF4-FFF2-40B4-BE49-F238E27FC236}">
                  <a16:creationId xmlns:a16="http://schemas.microsoft.com/office/drawing/2014/main" id="{35270A98-2DC9-E637-3792-14956E0BC27E}"/>
                </a:ext>
              </a:extLst>
            </p:cNvPr>
            <p:cNvSpPr/>
            <p:nvPr/>
          </p:nvSpPr>
          <p:spPr>
            <a:xfrm>
              <a:off x="4811180" y="3611195"/>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86" name="Picture Placeholder 98">
              <a:extLst>
                <a:ext uri="{FF2B5EF4-FFF2-40B4-BE49-F238E27FC236}">
                  <a16:creationId xmlns:a16="http://schemas.microsoft.com/office/drawing/2014/main" id="{8CDC750E-E4E3-C611-C582-26E43A060EEF}"/>
                </a:ext>
              </a:extLst>
            </p:cNvPr>
            <p:cNvSpPr/>
            <p:nvPr/>
          </p:nvSpPr>
          <p:spPr>
            <a:xfrm>
              <a:off x="4703535" y="3278774"/>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87" name="Picture Placeholder 98">
              <a:extLst>
                <a:ext uri="{FF2B5EF4-FFF2-40B4-BE49-F238E27FC236}">
                  <a16:creationId xmlns:a16="http://schemas.microsoft.com/office/drawing/2014/main" id="{682C62D5-3AE5-8F77-8E77-994B776E745A}"/>
                </a:ext>
              </a:extLst>
            </p:cNvPr>
            <p:cNvSpPr/>
            <p:nvPr/>
          </p:nvSpPr>
          <p:spPr>
            <a:xfrm>
              <a:off x="4811180" y="3278774"/>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88" name="Picture Placeholder 98">
              <a:extLst>
                <a:ext uri="{FF2B5EF4-FFF2-40B4-BE49-F238E27FC236}">
                  <a16:creationId xmlns:a16="http://schemas.microsoft.com/office/drawing/2014/main" id="{43EB52F9-44A7-3DD9-8A35-2BA9E37EAADA}"/>
                </a:ext>
              </a:extLst>
            </p:cNvPr>
            <p:cNvSpPr/>
            <p:nvPr/>
          </p:nvSpPr>
          <p:spPr>
            <a:xfrm>
              <a:off x="4918825" y="3278774"/>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89" name="Picture Placeholder 98">
              <a:extLst>
                <a:ext uri="{FF2B5EF4-FFF2-40B4-BE49-F238E27FC236}">
                  <a16:creationId xmlns:a16="http://schemas.microsoft.com/office/drawing/2014/main" id="{307E599E-EE61-68D5-3F78-095AF0762949}"/>
                </a:ext>
              </a:extLst>
            </p:cNvPr>
            <p:cNvSpPr/>
            <p:nvPr/>
          </p:nvSpPr>
          <p:spPr>
            <a:xfrm>
              <a:off x="4595891" y="3278774"/>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90" name="Picture Placeholder 98">
              <a:extLst>
                <a:ext uri="{FF2B5EF4-FFF2-40B4-BE49-F238E27FC236}">
                  <a16:creationId xmlns:a16="http://schemas.microsoft.com/office/drawing/2014/main" id="{FA592943-D82B-91A3-3B51-FAB603DC3243}"/>
                </a:ext>
              </a:extLst>
            </p:cNvPr>
            <p:cNvSpPr/>
            <p:nvPr/>
          </p:nvSpPr>
          <p:spPr>
            <a:xfrm>
              <a:off x="4918825" y="3611195"/>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91" name="Picture Placeholder 98">
              <a:extLst>
                <a:ext uri="{FF2B5EF4-FFF2-40B4-BE49-F238E27FC236}">
                  <a16:creationId xmlns:a16="http://schemas.microsoft.com/office/drawing/2014/main" id="{85BE0BB7-9FBA-7D38-2170-3AF8BE5F2839}"/>
                </a:ext>
              </a:extLst>
            </p:cNvPr>
            <p:cNvSpPr/>
            <p:nvPr/>
          </p:nvSpPr>
          <p:spPr>
            <a:xfrm>
              <a:off x="4595891" y="3389581"/>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92" name="Picture Placeholder 98">
              <a:extLst>
                <a:ext uri="{FF2B5EF4-FFF2-40B4-BE49-F238E27FC236}">
                  <a16:creationId xmlns:a16="http://schemas.microsoft.com/office/drawing/2014/main" id="{08EAFAF7-0153-2B08-0585-C46F3BB9A760}"/>
                </a:ext>
              </a:extLst>
            </p:cNvPr>
            <p:cNvSpPr/>
            <p:nvPr/>
          </p:nvSpPr>
          <p:spPr>
            <a:xfrm>
              <a:off x="4595891" y="3500388"/>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93" name="Picture Placeholder 98">
              <a:extLst>
                <a:ext uri="{FF2B5EF4-FFF2-40B4-BE49-F238E27FC236}">
                  <a16:creationId xmlns:a16="http://schemas.microsoft.com/office/drawing/2014/main" id="{DA628205-0D57-5501-D4B0-0318B84BC99F}"/>
                </a:ext>
              </a:extLst>
            </p:cNvPr>
            <p:cNvSpPr/>
            <p:nvPr/>
          </p:nvSpPr>
          <p:spPr>
            <a:xfrm>
              <a:off x="4918825" y="3389581"/>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94" name="Picture Placeholder 98">
              <a:extLst>
                <a:ext uri="{FF2B5EF4-FFF2-40B4-BE49-F238E27FC236}">
                  <a16:creationId xmlns:a16="http://schemas.microsoft.com/office/drawing/2014/main" id="{6F31CD9F-3E4F-2092-4E91-F1D8A6A8FCF0}"/>
                </a:ext>
              </a:extLst>
            </p:cNvPr>
            <p:cNvSpPr/>
            <p:nvPr/>
          </p:nvSpPr>
          <p:spPr>
            <a:xfrm>
              <a:off x="4918825" y="3500388"/>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grpSp>
    </p:spTree>
    <p:extLst>
      <p:ext uri="{BB962C8B-B14F-4D97-AF65-F5344CB8AC3E}">
        <p14:creationId xmlns:p14="http://schemas.microsoft.com/office/powerpoint/2010/main" val="3577274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 name="Graphic 94">
            <a:extLst>
              <a:ext uri="{FF2B5EF4-FFF2-40B4-BE49-F238E27FC236}">
                <a16:creationId xmlns:a16="http://schemas.microsoft.com/office/drawing/2014/main" id="{57BA5960-425E-4112-922C-AE61BE5AC3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98790" y="5122329"/>
            <a:ext cx="1049871" cy="1049871"/>
          </a:xfrm>
          <a:prstGeom prst="rect">
            <a:avLst/>
          </a:prstGeom>
        </p:spPr>
      </p:pic>
      <p:sp>
        <p:nvSpPr>
          <p:cNvPr id="2" name="Title 1">
            <a:extLst>
              <a:ext uri="{FF2B5EF4-FFF2-40B4-BE49-F238E27FC236}">
                <a16:creationId xmlns:a16="http://schemas.microsoft.com/office/drawing/2014/main" id="{AA927F23-0593-E7B6-1EF0-C9B83FA96F0B}"/>
              </a:ext>
            </a:extLst>
          </p:cNvPr>
          <p:cNvSpPr>
            <a:spLocks noGrp="1"/>
          </p:cNvSpPr>
          <p:nvPr>
            <p:ph type="title"/>
          </p:nvPr>
        </p:nvSpPr>
        <p:spPr/>
        <p:txBody>
          <a:bodyPr/>
          <a:lstStyle/>
          <a:p>
            <a:r>
              <a:rPr lang="en-US" dirty="0"/>
              <a:t>Live Patch of ESX </a:t>
            </a:r>
            <a:r>
              <a:rPr lang="en-US" dirty="0" err="1"/>
              <a:t>vmkernel</a:t>
            </a:r>
            <a:r>
              <a:rPr lang="en-US" dirty="0"/>
              <a:t> and System Daemons</a:t>
            </a:r>
          </a:p>
        </p:txBody>
      </p:sp>
      <p:sp>
        <p:nvSpPr>
          <p:cNvPr id="3" name="Subtitle 2">
            <a:extLst>
              <a:ext uri="{FF2B5EF4-FFF2-40B4-BE49-F238E27FC236}">
                <a16:creationId xmlns:a16="http://schemas.microsoft.com/office/drawing/2014/main" id="{E0E5D959-9EEE-5D63-EB67-944AEC157AE3}"/>
              </a:ext>
            </a:extLst>
          </p:cNvPr>
          <p:cNvSpPr>
            <a:spLocks noGrp="1"/>
          </p:cNvSpPr>
          <p:nvPr>
            <p:ph type="subTitle" idx="10"/>
          </p:nvPr>
        </p:nvSpPr>
        <p:spPr/>
        <p:txBody>
          <a:bodyPr/>
          <a:lstStyle/>
          <a:p>
            <a:r>
              <a:rPr lang="en-US" dirty="0"/>
              <a:t>Security, Compliance, and Operational Resilience in VCF 9.0</a:t>
            </a:r>
          </a:p>
        </p:txBody>
      </p:sp>
      <p:sp>
        <p:nvSpPr>
          <p:cNvPr id="4" name="Text Placeholder 3">
            <a:extLst>
              <a:ext uri="{FF2B5EF4-FFF2-40B4-BE49-F238E27FC236}">
                <a16:creationId xmlns:a16="http://schemas.microsoft.com/office/drawing/2014/main" id="{72BD4423-8847-A038-D988-CA2205D3F27B}"/>
              </a:ext>
            </a:extLst>
          </p:cNvPr>
          <p:cNvSpPr>
            <a:spLocks noGrp="1"/>
          </p:cNvSpPr>
          <p:nvPr>
            <p:ph type="body" sz="quarter" idx="20"/>
          </p:nvPr>
        </p:nvSpPr>
        <p:spPr/>
        <p:txBody>
          <a:bodyPr/>
          <a:lstStyle/>
          <a:p>
            <a:r>
              <a:rPr lang="en-US" sz="1800" dirty="0">
                <a:solidFill>
                  <a:schemeClr val="tx1"/>
                </a:solidFill>
              </a:rPr>
              <a:t>Live Patch vmkernel, user-space and NSX components</a:t>
            </a:r>
          </a:p>
          <a:p>
            <a:r>
              <a:rPr lang="en-US" sz="1800" dirty="0">
                <a:solidFill>
                  <a:schemeClr val="tx1"/>
                </a:solidFill>
              </a:rPr>
              <a:t>ESX service restarts required (non-disruptive)</a:t>
            </a:r>
          </a:p>
          <a:p>
            <a:r>
              <a:rPr lang="en-IE" sz="1800" b="0" i="0" u="none" strike="noStrike" dirty="0">
                <a:solidFill>
                  <a:schemeClr val="tx1"/>
                </a:solidFill>
                <a:effectLst/>
                <a:latin typeface="Arial" panose="020B0604020202020204" pitchFamily="34" charset="0"/>
              </a:rPr>
              <a:t>Fast-Suspend-Resume large </a:t>
            </a:r>
            <a:r>
              <a:rPr lang="en-IE" sz="1800" b="0" i="0" u="none" strike="noStrike" dirty="0" err="1">
                <a:solidFill>
                  <a:schemeClr val="tx1"/>
                </a:solidFill>
                <a:effectLst/>
                <a:latin typeface="Arial" panose="020B0604020202020204" pitchFamily="34" charset="0"/>
              </a:rPr>
              <a:t>vGPU</a:t>
            </a:r>
            <a:r>
              <a:rPr lang="en-IE" sz="1800" b="0" i="0" u="none" strike="noStrike" dirty="0">
                <a:solidFill>
                  <a:schemeClr val="tx1"/>
                </a:solidFill>
                <a:effectLst/>
                <a:latin typeface="Arial" panose="020B0604020202020204" pitchFamily="34" charset="0"/>
              </a:rPr>
              <a:t> VM even faster</a:t>
            </a:r>
          </a:p>
          <a:p>
            <a:r>
              <a:rPr lang="en-US" sz="1800" b="1" dirty="0">
                <a:solidFill>
                  <a:schemeClr val="tx1"/>
                </a:solidFill>
              </a:rPr>
              <a:t>No </a:t>
            </a:r>
            <a:r>
              <a:rPr lang="en-US" b="1" dirty="0">
                <a:solidFill>
                  <a:schemeClr val="tx1"/>
                </a:solidFill>
              </a:rPr>
              <a:t>e</a:t>
            </a:r>
            <a:r>
              <a:rPr lang="en-US" sz="1800" b="1" dirty="0">
                <a:solidFill>
                  <a:schemeClr val="tx1"/>
                </a:solidFill>
              </a:rPr>
              <a:t>vacuation,</a:t>
            </a:r>
            <a:br>
              <a:rPr lang="en-US" sz="1800" b="1" dirty="0">
                <a:solidFill>
                  <a:schemeClr val="tx1"/>
                </a:solidFill>
              </a:rPr>
            </a:br>
            <a:r>
              <a:rPr lang="en-US" sz="1800" b="1" dirty="0">
                <a:solidFill>
                  <a:schemeClr val="tx1"/>
                </a:solidFill>
              </a:rPr>
              <a:t>VMs stay running.</a:t>
            </a:r>
          </a:p>
          <a:p>
            <a:endParaRPr lang="en-US" dirty="0"/>
          </a:p>
        </p:txBody>
      </p:sp>
      <p:sp>
        <p:nvSpPr>
          <p:cNvPr id="6" name="Rectangle 5">
            <a:extLst>
              <a:ext uri="{FF2B5EF4-FFF2-40B4-BE49-F238E27FC236}">
                <a16:creationId xmlns:a16="http://schemas.microsoft.com/office/drawing/2014/main" id="{88034ECE-C993-5EFB-8AD8-F5F234998343}"/>
              </a:ext>
            </a:extLst>
          </p:cNvPr>
          <p:cNvSpPr/>
          <p:nvPr/>
        </p:nvSpPr>
        <p:spPr bwMode="gray">
          <a:xfrm>
            <a:off x="791269" y="3576916"/>
            <a:ext cx="7398303" cy="1456241"/>
          </a:xfrm>
          <a:prstGeom prst="rect">
            <a:avLst/>
          </a:prstGeom>
          <a:solidFill>
            <a:schemeClr val="bg1"/>
          </a:solid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ctr"/>
            <a:r>
              <a:rPr lang="en-US" dirty="0">
                <a:solidFill>
                  <a:schemeClr val="tx1">
                    <a:lumMod val="50000"/>
                  </a:schemeClr>
                </a:solidFill>
                <a:latin typeface="Arial" panose="020B0604020202020204" pitchFamily="34" charset="0"/>
              </a:rPr>
              <a:t>ESX</a:t>
            </a:r>
            <a:endParaRPr lang="en-US" sz="1000" dirty="0">
              <a:solidFill>
                <a:schemeClr val="tx1">
                  <a:lumMod val="50000"/>
                </a:schemeClr>
              </a:solidFill>
              <a:latin typeface="Arial" panose="020B0604020202020204" pitchFamily="34" charset="0"/>
            </a:endParaRPr>
          </a:p>
        </p:txBody>
      </p:sp>
      <p:sp>
        <p:nvSpPr>
          <p:cNvPr id="7" name="Rectangle 6">
            <a:extLst>
              <a:ext uri="{FF2B5EF4-FFF2-40B4-BE49-F238E27FC236}">
                <a16:creationId xmlns:a16="http://schemas.microsoft.com/office/drawing/2014/main" id="{89C45620-2635-CE8C-B06C-BA3ED1AD2872}"/>
              </a:ext>
            </a:extLst>
          </p:cNvPr>
          <p:cNvSpPr/>
          <p:nvPr/>
        </p:nvSpPr>
        <p:spPr bwMode="gray">
          <a:xfrm>
            <a:off x="1024352" y="3850340"/>
            <a:ext cx="1570412" cy="685276"/>
          </a:xfrm>
          <a:prstGeom prst="rect">
            <a:avLst/>
          </a:prstGeom>
          <a:no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dirty="0">
                <a:solidFill>
                  <a:schemeClr val="accent3"/>
                </a:solidFill>
                <a:latin typeface="Arial" panose="020B0604020202020204" pitchFamily="34" charset="0"/>
              </a:rPr>
              <a:t>vmkernel</a:t>
            </a:r>
            <a:endParaRPr lang="en-US" sz="1000" dirty="0">
              <a:solidFill>
                <a:schemeClr val="accent3"/>
              </a:solidFill>
              <a:latin typeface="Arial" panose="020B0604020202020204" pitchFamily="34" charset="0"/>
            </a:endParaRPr>
          </a:p>
        </p:txBody>
      </p:sp>
      <p:sp>
        <p:nvSpPr>
          <p:cNvPr id="8" name="Rectangle 7">
            <a:extLst>
              <a:ext uri="{FF2B5EF4-FFF2-40B4-BE49-F238E27FC236}">
                <a16:creationId xmlns:a16="http://schemas.microsoft.com/office/drawing/2014/main" id="{338528BD-DB7E-4A4F-7FF8-E8F92EB604A0}"/>
              </a:ext>
            </a:extLst>
          </p:cNvPr>
          <p:cNvSpPr/>
          <p:nvPr/>
        </p:nvSpPr>
        <p:spPr bwMode="gray">
          <a:xfrm>
            <a:off x="2827847" y="3854822"/>
            <a:ext cx="1570412" cy="685276"/>
          </a:xfrm>
          <a:prstGeom prst="rect">
            <a:avLst/>
          </a:prstGeom>
          <a:no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dirty="0">
                <a:solidFill>
                  <a:schemeClr val="accent3"/>
                </a:solidFill>
                <a:latin typeface="Arial" panose="020B0604020202020204" pitchFamily="34" charset="0"/>
              </a:rPr>
              <a:t>user-space</a:t>
            </a:r>
            <a:endParaRPr lang="en-US" sz="1000" dirty="0">
              <a:solidFill>
                <a:schemeClr val="accent3"/>
              </a:solidFill>
              <a:latin typeface="Arial" panose="020B0604020202020204" pitchFamily="34" charset="0"/>
            </a:endParaRPr>
          </a:p>
        </p:txBody>
      </p:sp>
      <p:sp>
        <p:nvSpPr>
          <p:cNvPr id="9" name="Rectangle 8">
            <a:extLst>
              <a:ext uri="{FF2B5EF4-FFF2-40B4-BE49-F238E27FC236}">
                <a16:creationId xmlns:a16="http://schemas.microsoft.com/office/drawing/2014/main" id="{40B67A4F-A372-B08A-0848-24956ED07981}"/>
              </a:ext>
            </a:extLst>
          </p:cNvPr>
          <p:cNvSpPr/>
          <p:nvPr/>
        </p:nvSpPr>
        <p:spPr bwMode="gray">
          <a:xfrm>
            <a:off x="4631342" y="3852581"/>
            <a:ext cx="1570412" cy="685276"/>
          </a:xfrm>
          <a:prstGeom prst="rect">
            <a:avLst/>
          </a:prstGeom>
          <a:no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dirty="0">
                <a:solidFill>
                  <a:schemeClr val="accent3"/>
                </a:solidFill>
                <a:latin typeface="Arial" panose="020B0604020202020204" pitchFamily="34" charset="0"/>
              </a:rPr>
              <a:t>   </a:t>
            </a:r>
            <a:r>
              <a:rPr lang="en-US" sz="1600" dirty="0" err="1">
                <a:solidFill>
                  <a:schemeClr val="accent3"/>
                </a:solidFill>
                <a:latin typeface="Arial" panose="020B0604020202020204" pitchFamily="34" charset="0"/>
              </a:rPr>
              <a:t>nsx</a:t>
            </a:r>
            <a:endParaRPr lang="en-US" sz="1000" dirty="0">
              <a:solidFill>
                <a:schemeClr val="accent3"/>
              </a:solidFill>
              <a:latin typeface="Arial" panose="020B0604020202020204" pitchFamily="34" charset="0"/>
            </a:endParaRPr>
          </a:p>
        </p:txBody>
      </p:sp>
      <p:sp>
        <p:nvSpPr>
          <p:cNvPr id="10" name="Rectangle 9">
            <a:extLst>
              <a:ext uri="{FF2B5EF4-FFF2-40B4-BE49-F238E27FC236}">
                <a16:creationId xmlns:a16="http://schemas.microsoft.com/office/drawing/2014/main" id="{B919B4BD-B4FB-C982-B488-0F3144A3CD55}"/>
              </a:ext>
            </a:extLst>
          </p:cNvPr>
          <p:cNvSpPr/>
          <p:nvPr/>
        </p:nvSpPr>
        <p:spPr bwMode="gray">
          <a:xfrm>
            <a:off x="6410457" y="3850340"/>
            <a:ext cx="1570412" cy="685276"/>
          </a:xfrm>
          <a:prstGeom prst="rect">
            <a:avLst/>
          </a:prstGeom>
          <a:no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dirty="0">
                <a:solidFill>
                  <a:schemeClr val="accent3"/>
                </a:solidFill>
                <a:latin typeface="Arial" panose="020B0604020202020204" pitchFamily="34" charset="0"/>
              </a:rPr>
              <a:t>   </a:t>
            </a:r>
            <a:r>
              <a:rPr lang="en-US" sz="1600" dirty="0" err="1">
                <a:solidFill>
                  <a:schemeClr val="accent3"/>
                </a:solidFill>
                <a:latin typeface="Arial" panose="020B0604020202020204" pitchFamily="34" charset="0"/>
              </a:rPr>
              <a:t>vmx</a:t>
            </a:r>
            <a:endParaRPr lang="en-US" sz="1000" dirty="0">
              <a:solidFill>
                <a:schemeClr val="accent3"/>
              </a:solidFill>
              <a:latin typeface="Arial" panose="020B0604020202020204" pitchFamily="34" charset="0"/>
            </a:endParaRPr>
          </a:p>
        </p:txBody>
      </p:sp>
      <p:pic>
        <p:nvPicPr>
          <p:cNvPr id="14" name="Content Placeholder 12" descr="Lightning bolt with solid fill">
            <a:extLst>
              <a:ext uri="{FF2B5EF4-FFF2-40B4-BE49-F238E27FC236}">
                <a16:creationId xmlns:a16="http://schemas.microsoft.com/office/drawing/2014/main" id="{17797516-F355-8EA6-41DD-471BD63B830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bwMode="ltGray">
          <a:xfrm>
            <a:off x="3764184" y="3855507"/>
            <a:ext cx="680109" cy="680109"/>
          </a:xfrm>
          <a:prstGeom prst="rect">
            <a:avLst/>
          </a:prstGeom>
          <a:noFill/>
        </p:spPr>
      </p:pic>
      <p:pic>
        <p:nvPicPr>
          <p:cNvPr id="15" name="Content Placeholder 12" descr="Lightning bolt with solid fill">
            <a:extLst>
              <a:ext uri="{FF2B5EF4-FFF2-40B4-BE49-F238E27FC236}">
                <a16:creationId xmlns:a16="http://schemas.microsoft.com/office/drawing/2014/main" id="{49C3619D-5B00-41B2-5A76-744860FBB46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bwMode="ltGray">
          <a:xfrm>
            <a:off x="5543299" y="3855507"/>
            <a:ext cx="680109" cy="680109"/>
          </a:xfrm>
          <a:prstGeom prst="rect">
            <a:avLst/>
          </a:prstGeom>
          <a:noFill/>
        </p:spPr>
      </p:pic>
      <p:pic>
        <p:nvPicPr>
          <p:cNvPr id="16" name="Content Placeholder 12" descr="Lightning bolt with solid fill">
            <a:extLst>
              <a:ext uri="{FF2B5EF4-FFF2-40B4-BE49-F238E27FC236}">
                <a16:creationId xmlns:a16="http://schemas.microsoft.com/office/drawing/2014/main" id="{4DB773C1-B1AE-6394-A20D-6D46FFE1A03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bwMode="ltGray">
          <a:xfrm>
            <a:off x="7405111" y="3855507"/>
            <a:ext cx="680109" cy="680109"/>
          </a:xfrm>
          <a:prstGeom prst="rect">
            <a:avLst/>
          </a:prstGeom>
          <a:noFill/>
        </p:spPr>
      </p:pic>
      <p:grpSp>
        <p:nvGrpSpPr>
          <p:cNvPr id="94" name="Group 93">
            <a:extLst>
              <a:ext uri="{FF2B5EF4-FFF2-40B4-BE49-F238E27FC236}">
                <a16:creationId xmlns:a16="http://schemas.microsoft.com/office/drawing/2014/main" id="{D774AC6B-F669-8617-5FEA-FD75915D15EF}"/>
              </a:ext>
            </a:extLst>
          </p:cNvPr>
          <p:cNvGrpSpPr/>
          <p:nvPr/>
        </p:nvGrpSpPr>
        <p:grpSpPr>
          <a:xfrm>
            <a:off x="1336716" y="2201423"/>
            <a:ext cx="6215154" cy="1040389"/>
            <a:chOff x="1222338" y="2845811"/>
            <a:chExt cx="6215154" cy="1040389"/>
          </a:xfrm>
        </p:grpSpPr>
        <p:grpSp>
          <p:nvGrpSpPr>
            <p:cNvPr id="65" name="Group 64">
              <a:extLst>
                <a:ext uri="{FF2B5EF4-FFF2-40B4-BE49-F238E27FC236}">
                  <a16:creationId xmlns:a16="http://schemas.microsoft.com/office/drawing/2014/main" id="{D65A284A-ABD2-32B2-4094-31F509656C7C}"/>
                </a:ext>
              </a:extLst>
            </p:cNvPr>
            <p:cNvGrpSpPr/>
            <p:nvPr/>
          </p:nvGrpSpPr>
          <p:grpSpPr>
            <a:xfrm>
              <a:off x="1222338" y="2845811"/>
              <a:ext cx="1040114" cy="1040389"/>
              <a:chOff x="1500244" y="2557731"/>
              <a:chExt cx="1040114" cy="1040389"/>
            </a:xfrm>
          </p:grpSpPr>
          <p:grpSp>
            <p:nvGrpSpPr>
              <p:cNvPr id="43" name="Group 42">
                <a:extLst>
                  <a:ext uri="{FF2B5EF4-FFF2-40B4-BE49-F238E27FC236}">
                    <a16:creationId xmlns:a16="http://schemas.microsoft.com/office/drawing/2014/main" id="{A256C8E6-0E61-CFE0-4151-E084D5725DB9}"/>
                  </a:ext>
                </a:extLst>
              </p:cNvPr>
              <p:cNvGrpSpPr/>
              <p:nvPr/>
            </p:nvGrpSpPr>
            <p:grpSpPr>
              <a:xfrm>
                <a:off x="1500244" y="2704283"/>
                <a:ext cx="896117" cy="893837"/>
                <a:chOff x="1433953" y="2642740"/>
                <a:chExt cx="896117" cy="893837"/>
              </a:xfrm>
            </p:grpSpPr>
            <p:sp>
              <p:nvSpPr>
                <p:cNvPr id="19" name="Rectangle 18">
                  <a:extLst>
                    <a:ext uri="{FF2B5EF4-FFF2-40B4-BE49-F238E27FC236}">
                      <a16:creationId xmlns:a16="http://schemas.microsoft.com/office/drawing/2014/main" id="{56AC7DF1-B55A-8253-4C38-7B4D6F6F1FD5}"/>
                    </a:ext>
                  </a:extLst>
                </p:cNvPr>
                <p:cNvSpPr/>
                <p:nvPr/>
              </p:nvSpPr>
              <p:spPr>
                <a:xfrm>
                  <a:off x="1433953" y="2642740"/>
                  <a:ext cx="896117" cy="8935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0" name="Freeform: Shape 2284">
                  <a:extLst>
                    <a:ext uri="{FF2B5EF4-FFF2-40B4-BE49-F238E27FC236}">
                      <a16:creationId xmlns:a16="http://schemas.microsoft.com/office/drawing/2014/main" id="{2CE56FB8-49BF-DDFC-15EC-346D8D21A3FB}"/>
                    </a:ext>
                  </a:extLst>
                </p:cNvPr>
                <p:cNvSpPr/>
                <p:nvPr/>
              </p:nvSpPr>
              <p:spPr>
                <a:xfrm>
                  <a:off x="1433953" y="2642740"/>
                  <a:ext cx="893842" cy="893837"/>
                </a:xfrm>
                <a:custGeom>
                  <a:avLst/>
                  <a:gdLst>
                    <a:gd name="connsiteX0" fmla="*/ 612094 w 713887"/>
                    <a:gd name="connsiteY0" fmla="*/ 713887 h 713886"/>
                    <a:gd name="connsiteX1" fmla="*/ 0 w 713887"/>
                    <a:gd name="connsiteY1" fmla="*/ 713887 h 713886"/>
                    <a:gd name="connsiteX2" fmla="*/ 0 w 713887"/>
                    <a:gd name="connsiteY2" fmla="*/ 0 h 713886"/>
                    <a:gd name="connsiteX3" fmla="*/ 713888 w 713887"/>
                    <a:gd name="connsiteY3" fmla="*/ 0 h 713886"/>
                    <a:gd name="connsiteX4" fmla="*/ 713888 w 713887"/>
                    <a:gd name="connsiteY4" fmla="*/ 707760 h 713886"/>
                    <a:gd name="connsiteX5" fmla="*/ 695101 w 713887"/>
                    <a:gd name="connsiteY5" fmla="*/ 707760 h 713886"/>
                    <a:gd name="connsiteX6" fmla="*/ 695101 w 713887"/>
                    <a:gd name="connsiteY6" fmla="*/ 18786 h 713886"/>
                    <a:gd name="connsiteX7" fmla="*/ 18787 w 713887"/>
                    <a:gd name="connsiteY7" fmla="*/ 18786 h 713886"/>
                    <a:gd name="connsiteX8" fmla="*/ 18787 w 713887"/>
                    <a:gd name="connsiteY8" fmla="*/ 695100 h 713886"/>
                    <a:gd name="connsiteX9" fmla="*/ 612094 w 713887"/>
                    <a:gd name="connsiteY9" fmla="*/ 695100 h 71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3887" h="713886">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1" name="Freeform: Shape 2285">
                  <a:extLst>
                    <a:ext uri="{FF2B5EF4-FFF2-40B4-BE49-F238E27FC236}">
                      <a16:creationId xmlns:a16="http://schemas.microsoft.com/office/drawing/2014/main" id="{76ACAC46-B402-087F-AA44-9CE683DF0F35}"/>
                    </a:ext>
                  </a:extLst>
                </p:cNvPr>
                <p:cNvSpPr/>
                <p:nvPr/>
              </p:nvSpPr>
              <p:spPr>
                <a:xfrm>
                  <a:off x="1702611" y="3036896"/>
                  <a:ext cx="119709" cy="121590"/>
                </a:xfrm>
                <a:custGeom>
                  <a:avLst/>
                  <a:gdLst>
                    <a:gd name="connsiteX0" fmla="*/ 0 w 95608"/>
                    <a:gd name="connsiteY0" fmla="*/ 0 h 97111"/>
                    <a:gd name="connsiteX1" fmla="*/ 15781 w 95608"/>
                    <a:gd name="connsiteY1" fmla="*/ 0 h 97111"/>
                    <a:gd name="connsiteX2" fmla="*/ 48093 w 95608"/>
                    <a:gd name="connsiteY2" fmla="*/ 80580 h 97111"/>
                    <a:gd name="connsiteX3" fmla="*/ 79828 w 95608"/>
                    <a:gd name="connsiteY3" fmla="*/ 0 h 97111"/>
                    <a:gd name="connsiteX4" fmla="*/ 95609 w 95608"/>
                    <a:gd name="connsiteY4" fmla="*/ 0 h 97111"/>
                    <a:gd name="connsiteX5" fmla="*/ 54857 w 95608"/>
                    <a:gd name="connsiteY5" fmla="*/ 97112 h 97111"/>
                    <a:gd name="connsiteX6" fmla="*/ 41330 w 95608"/>
                    <a:gd name="connsiteY6" fmla="*/ 97112 h 97111"/>
                    <a:gd name="connsiteX7" fmla="*/ 0 w 95608"/>
                    <a:gd name="connsiteY7" fmla="*/ 0 h 9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08" h="97111">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2" name="Freeform: Shape 2286">
                  <a:extLst>
                    <a:ext uri="{FF2B5EF4-FFF2-40B4-BE49-F238E27FC236}">
                      <a16:creationId xmlns:a16="http://schemas.microsoft.com/office/drawing/2014/main" id="{CC6BBBF0-5C7B-ECE9-9411-41EC72145A53}"/>
                    </a:ext>
                  </a:extLst>
                </p:cNvPr>
                <p:cNvSpPr/>
                <p:nvPr/>
              </p:nvSpPr>
              <p:spPr>
                <a:xfrm>
                  <a:off x="1858583" y="3034001"/>
                  <a:ext cx="174860" cy="124485"/>
                </a:xfrm>
                <a:custGeom>
                  <a:avLst/>
                  <a:gdLst>
                    <a:gd name="connsiteX0" fmla="*/ 139656 w 139656"/>
                    <a:gd name="connsiteY0" fmla="*/ 37631 h 99423"/>
                    <a:gd name="connsiteX1" fmla="*/ 139656 w 139656"/>
                    <a:gd name="connsiteY1" fmla="*/ 99424 h 99423"/>
                    <a:gd name="connsiteX2" fmla="*/ 125552 w 139656"/>
                    <a:gd name="connsiteY2" fmla="*/ 99424 h 99423"/>
                    <a:gd name="connsiteX3" fmla="*/ 125552 w 139656"/>
                    <a:gd name="connsiteY3" fmla="*/ 39481 h 99423"/>
                    <a:gd name="connsiteX4" fmla="*/ 103181 w 139656"/>
                    <a:gd name="connsiteY4" fmla="*/ 12601 h 99423"/>
                    <a:gd name="connsiteX5" fmla="*/ 76880 w 139656"/>
                    <a:gd name="connsiteY5" fmla="*/ 37573 h 99423"/>
                    <a:gd name="connsiteX6" fmla="*/ 76880 w 139656"/>
                    <a:gd name="connsiteY6" fmla="*/ 99366 h 99423"/>
                    <a:gd name="connsiteX7" fmla="*/ 62776 w 139656"/>
                    <a:gd name="connsiteY7" fmla="*/ 99366 h 99423"/>
                    <a:gd name="connsiteX8" fmla="*/ 62776 w 139656"/>
                    <a:gd name="connsiteY8" fmla="*/ 39481 h 99423"/>
                    <a:gd name="connsiteX9" fmla="*/ 40406 w 139656"/>
                    <a:gd name="connsiteY9" fmla="*/ 12601 h 99423"/>
                    <a:gd name="connsiteX10" fmla="*/ 14104 w 139656"/>
                    <a:gd name="connsiteY10" fmla="*/ 37573 h 99423"/>
                    <a:gd name="connsiteX11" fmla="*/ 14104 w 139656"/>
                    <a:gd name="connsiteY11" fmla="*/ 99366 h 99423"/>
                    <a:gd name="connsiteX12" fmla="*/ 0 w 139656"/>
                    <a:gd name="connsiteY12" fmla="*/ 99366 h 99423"/>
                    <a:gd name="connsiteX13" fmla="*/ 0 w 139656"/>
                    <a:gd name="connsiteY13" fmla="*/ 2254 h 99423"/>
                    <a:gd name="connsiteX14" fmla="*/ 14104 w 139656"/>
                    <a:gd name="connsiteY14" fmla="*/ 2254 h 99423"/>
                    <a:gd name="connsiteX15" fmla="*/ 14104 w 139656"/>
                    <a:gd name="connsiteY15" fmla="*/ 16532 h 99423"/>
                    <a:gd name="connsiteX16" fmla="*/ 42255 w 139656"/>
                    <a:gd name="connsiteY16" fmla="*/ 0 h 99423"/>
                    <a:gd name="connsiteX17" fmla="*/ 73643 w 139656"/>
                    <a:gd name="connsiteY17" fmla="*/ 20636 h 99423"/>
                    <a:gd name="connsiteX18" fmla="*/ 105031 w 139656"/>
                    <a:gd name="connsiteY18" fmla="*/ 0 h 99423"/>
                    <a:gd name="connsiteX19" fmla="*/ 139656 w 139656"/>
                    <a:gd name="connsiteY19" fmla="*/ 37631 h 9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9656" h="99423">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sp>
            <p:nvSpPr>
              <p:cNvPr id="64" name="Triangle 63">
                <a:extLst>
                  <a:ext uri="{FF2B5EF4-FFF2-40B4-BE49-F238E27FC236}">
                    <a16:creationId xmlns:a16="http://schemas.microsoft.com/office/drawing/2014/main" id="{C1A4271A-0E25-0A38-DA27-5F875CF5A8D2}"/>
                  </a:ext>
                </a:extLst>
              </p:cNvPr>
              <p:cNvSpPr>
                <a:spLocks noChangeAspect="1"/>
              </p:cNvSpPr>
              <p:nvPr/>
            </p:nvSpPr>
            <p:spPr bwMode="gray">
              <a:xfrm rot="5400000">
                <a:off x="2247814" y="2557731"/>
                <a:ext cx="292544" cy="292544"/>
              </a:xfrm>
              <a:prstGeom prst="triangle">
                <a:avLst/>
              </a:prstGeom>
              <a:solidFill>
                <a:schemeClr val="accent4"/>
              </a:solidFill>
              <a:ln w="25400">
                <a:solidFill>
                  <a:srgbClr val="61A60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dirty="0">
                  <a:solidFill>
                    <a:schemeClr val="tx1">
                      <a:lumMod val="50000"/>
                    </a:schemeClr>
                  </a:solidFill>
                  <a:latin typeface="Arial" panose="020B0604020202020204" pitchFamily="34" charset="0"/>
                </a:endParaRPr>
              </a:p>
            </p:txBody>
          </p:sp>
        </p:grpSp>
        <p:grpSp>
          <p:nvGrpSpPr>
            <p:cNvPr id="66" name="Group 65">
              <a:extLst>
                <a:ext uri="{FF2B5EF4-FFF2-40B4-BE49-F238E27FC236}">
                  <a16:creationId xmlns:a16="http://schemas.microsoft.com/office/drawing/2014/main" id="{2EDBADB1-581B-3177-A8A2-2E16DC5C61AD}"/>
                </a:ext>
              </a:extLst>
            </p:cNvPr>
            <p:cNvGrpSpPr/>
            <p:nvPr/>
          </p:nvGrpSpPr>
          <p:grpSpPr>
            <a:xfrm>
              <a:off x="2516098" y="2845811"/>
              <a:ext cx="1040114" cy="1040389"/>
              <a:chOff x="1500244" y="2557731"/>
              <a:chExt cx="1040114" cy="1040389"/>
            </a:xfrm>
          </p:grpSpPr>
          <p:grpSp>
            <p:nvGrpSpPr>
              <p:cNvPr id="67" name="Group 66">
                <a:extLst>
                  <a:ext uri="{FF2B5EF4-FFF2-40B4-BE49-F238E27FC236}">
                    <a16:creationId xmlns:a16="http://schemas.microsoft.com/office/drawing/2014/main" id="{AD03640B-1FF1-B506-171E-80A926F5F6CC}"/>
                  </a:ext>
                </a:extLst>
              </p:cNvPr>
              <p:cNvGrpSpPr/>
              <p:nvPr/>
            </p:nvGrpSpPr>
            <p:grpSpPr>
              <a:xfrm>
                <a:off x="1500244" y="2704283"/>
                <a:ext cx="896117" cy="893837"/>
                <a:chOff x="1433953" y="2642740"/>
                <a:chExt cx="896117" cy="893837"/>
              </a:xfrm>
            </p:grpSpPr>
            <p:sp>
              <p:nvSpPr>
                <p:cNvPr id="69" name="Rectangle 68">
                  <a:extLst>
                    <a:ext uri="{FF2B5EF4-FFF2-40B4-BE49-F238E27FC236}">
                      <a16:creationId xmlns:a16="http://schemas.microsoft.com/office/drawing/2014/main" id="{213960F7-85A3-D46D-661D-F472E69B9F0E}"/>
                    </a:ext>
                  </a:extLst>
                </p:cNvPr>
                <p:cNvSpPr/>
                <p:nvPr/>
              </p:nvSpPr>
              <p:spPr>
                <a:xfrm>
                  <a:off x="1433953" y="2642740"/>
                  <a:ext cx="896117" cy="8935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0" name="Freeform: Shape 2284">
                  <a:extLst>
                    <a:ext uri="{FF2B5EF4-FFF2-40B4-BE49-F238E27FC236}">
                      <a16:creationId xmlns:a16="http://schemas.microsoft.com/office/drawing/2014/main" id="{CC009F53-3FE9-A05E-252A-9371B3336367}"/>
                    </a:ext>
                  </a:extLst>
                </p:cNvPr>
                <p:cNvSpPr/>
                <p:nvPr/>
              </p:nvSpPr>
              <p:spPr>
                <a:xfrm>
                  <a:off x="1433953" y="2642740"/>
                  <a:ext cx="893842" cy="893837"/>
                </a:xfrm>
                <a:custGeom>
                  <a:avLst/>
                  <a:gdLst>
                    <a:gd name="connsiteX0" fmla="*/ 612094 w 713887"/>
                    <a:gd name="connsiteY0" fmla="*/ 713887 h 713886"/>
                    <a:gd name="connsiteX1" fmla="*/ 0 w 713887"/>
                    <a:gd name="connsiteY1" fmla="*/ 713887 h 713886"/>
                    <a:gd name="connsiteX2" fmla="*/ 0 w 713887"/>
                    <a:gd name="connsiteY2" fmla="*/ 0 h 713886"/>
                    <a:gd name="connsiteX3" fmla="*/ 713888 w 713887"/>
                    <a:gd name="connsiteY3" fmla="*/ 0 h 713886"/>
                    <a:gd name="connsiteX4" fmla="*/ 713888 w 713887"/>
                    <a:gd name="connsiteY4" fmla="*/ 707760 h 713886"/>
                    <a:gd name="connsiteX5" fmla="*/ 695101 w 713887"/>
                    <a:gd name="connsiteY5" fmla="*/ 707760 h 713886"/>
                    <a:gd name="connsiteX6" fmla="*/ 695101 w 713887"/>
                    <a:gd name="connsiteY6" fmla="*/ 18786 h 713886"/>
                    <a:gd name="connsiteX7" fmla="*/ 18787 w 713887"/>
                    <a:gd name="connsiteY7" fmla="*/ 18786 h 713886"/>
                    <a:gd name="connsiteX8" fmla="*/ 18787 w 713887"/>
                    <a:gd name="connsiteY8" fmla="*/ 695100 h 713886"/>
                    <a:gd name="connsiteX9" fmla="*/ 612094 w 713887"/>
                    <a:gd name="connsiteY9" fmla="*/ 695100 h 71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3887" h="713886">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1" name="Freeform: Shape 2285">
                  <a:extLst>
                    <a:ext uri="{FF2B5EF4-FFF2-40B4-BE49-F238E27FC236}">
                      <a16:creationId xmlns:a16="http://schemas.microsoft.com/office/drawing/2014/main" id="{4B1E2B4A-3BE1-2850-4BD4-C2885DC8878A}"/>
                    </a:ext>
                  </a:extLst>
                </p:cNvPr>
                <p:cNvSpPr/>
                <p:nvPr/>
              </p:nvSpPr>
              <p:spPr>
                <a:xfrm>
                  <a:off x="1702611" y="3036896"/>
                  <a:ext cx="119709" cy="121590"/>
                </a:xfrm>
                <a:custGeom>
                  <a:avLst/>
                  <a:gdLst>
                    <a:gd name="connsiteX0" fmla="*/ 0 w 95608"/>
                    <a:gd name="connsiteY0" fmla="*/ 0 h 97111"/>
                    <a:gd name="connsiteX1" fmla="*/ 15781 w 95608"/>
                    <a:gd name="connsiteY1" fmla="*/ 0 h 97111"/>
                    <a:gd name="connsiteX2" fmla="*/ 48093 w 95608"/>
                    <a:gd name="connsiteY2" fmla="*/ 80580 h 97111"/>
                    <a:gd name="connsiteX3" fmla="*/ 79828 w 95608"/>
                    <a:gd name="connsiteY3" fmla="*/ 0 h 97111"/>
                    <a:gd name="connsiteX4" fmla="*/ 95609 w 95608"/>
                    <a:gd name="connsiteY4" fmla="*/ 0 h 97111"/>
                    <a:gd name="connsiteX5" fmla="*/ 54857 w 95608"/>
                    <a:gd name="connsiteY5" fmla="*/ 97112 h 97111"/>
                    <a:gd name="connsiteX6" fmla="*/ 41330 w 95608"/>
                    <a:gd name="connsiteY6" fmla="*/ 97112 h 97111"/>
                    <a:gd name="connsiteX7" fmla="*/ 0 w 95608"/>
                    <a:gd name="connsiteY7" fmla="*/ 0 h 9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08" h="97111">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2" name="Freeform: Shape 2286">
                  <a:extLst>
                    <a:ext uri="{FF2B5EF4-FFF2-40B4-BE49-F238E27FC236}">
                      <a16:creationId xmlns:a16="http://schemas.microsoft.com/office/drawing/2014/main" id="{F22DFC62-9862-5B76-ED77-568723A4966D}"/>
                    </a:ext>
                  </a:extLst>
                </p:cNvPr>
                <p:cNvSpPr/>
                <p:nvPr/>
              </p:nvSpPr>
              <p:spPr>
                <a:xfrm>
                  <a:off x="1858583" y="3034001"/>
                  <a:ext cx="174860" cy="124485"/>
                </a:xfrm>
                <a:custGeom>
                  <a:avLst/>
                  <a:gdLst>
                    <a:gd name="connsiteX0" fmla="*/ 139656 w 139656"/>
                    <a:gd name="connsiteY0" fmla="*/ 37631 h 99423"/>
                    <a:gd name="connsiteX1" fmla="*/ 139656 w 139656"/>
                    <a:gd name="connsiteY1" fmla="*/ 99424 h 99423"/>
                    <a:gd name="connsiteX2" fmla="*/ 125552 w 139656"/>
                    <a:gd name="connsiteY2" fmla="*/ 99424 h 99423"/>
                    <a:gd name="connsiteX3" fmla="*/ 125552 w 139656"/>
                    <a:gd name="connsiteY3" fmla="*/ 39481 h 99423"/>
                    <a:gd name="connsiteX4" fmla="*/ 103181 w 139656"/>
                    <a:gd name="connsiteY4" fmla="*/ 12601 h 99423"/>
                    <a:gd name="connsiteX5" fmla="*/ 76880 w 139656"/>
                    <a:gd name="connsiteY5" fmla="*/ 37573 h 99423"/>
                    <a:gd name="connsiteX6" fmla="*/ 76880 w 139656"/>
                    <a:gd name="connsiteY6" fmla="*/ 99366 h 99423"/>
                    <a:gd name="connsiteX7" fmla="*/ 62776 w 139656"/>
                    <a:gd name="connsiteY7" fmla="*/ 99366 h 99423"/>
                    <a:gd name="connsiteX8" fmla="*/ 62776 w 139656"/>
                    <a:gd name="connsiteY8" fmla="*/ 39481 h 99423"/>
                    <a:gd name="connsiteX9" fmla="*/ 40406 w 139656"/>
                    <a:gd name="connsiteY9" fmla="*/ 12601 h 99423"/>
                    <a:gd name="connsiteX10" fmla="*/ 14104 w 139656"/>
                    <a:gd name="connsiteY10" fmla="*/ 37573 h 99423"/>
                    <a:gd name="connsiteX11" fmla="*/ 14104 w 139656"/>
                    <a:gd name="connsiteY11" fmla="*/ 99366 h 99423"/>
                    <a:gd name="connsiteX12" fmla="*/ 0 w 139656"/>
                    <a:gd name="connsiteY12" fmla="*/ 99366 h 99423"/>
                    <a:gd name="connsiteX13" fmla="*/ 0 w 139656"/>
                    <a:gd name="connsiteY13" fmla="*/ 2254 h 99423"/>
                    <a:gd name="connsiteX14" fmla="*/ 14104 w 139656"/>
                    <a:gd name="connsiteY14" fmla="*/ 2254 h 99423"/>
                    <a:gd name="connsiteX15" fmla="*/ 14104 w 139656"/>
                    <a:gd name="connsiteY15" fmla="*/ 16532 h 99423"/>
                    <a:gd name="connsiteX16" fmla="*/ 42255 w 139656"/>
                    <a:gd name="connsiteY16" fmla="*/ 0 h 99423"/>
                    <a:gd name="connsiteX17" fmla="*/ 73643 w 139656"/>
                    <a:gd name="connsiteY17" fmla="*/ 20636 h 99423"/>
                    <a:gd name="connsiteX18" fmla="*/ 105031 w 139656"/>
                    <a:gd name="connsiteY18" fmla="*/ 0 h 99423"/>
                    <a:gd name="connsiteX19" fmla="*/ 139656 w 139656"/>
                    <a:gd name="connsiteY19" fmla="*/ 37631 h 9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9656" h="99423">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sp>
            <p:nvSpPr>
              <p:cNvPr id="68" name="Triangle 67">
                <a:extLst>
                  <a:ext uri="{FF2B5EF4-FFF2-40B4-BE49-F238E27FC236}">
                    <a16:creationId xmlns:a16="http://schemas.microsoft.com/office/drawing/2014/main" id="{69584E30-25B4-520B-B781-167A5F61E7C0}"/>
                  </a:ext>
                </a:extLst>
              </p:cNvPr>
              <p:cNvSpPr>
                <a:spLocks noChangeAspect="1"/>
              </p:cNvSpPr>
              <p:nvPr/>
            </p:nvSpPr>
            <p:spPr bwMode="gray">
              <a:xfrm rot="5400000">
                <a:off x="2247814" y="2557731"/>
                <a:ext cx="292544" cy="292544"/>
              </a:xfrm>
              <a:prstGeom prst="triangle">
                <a:avLst/>
              </a:prstGeom>
              <a:solidFill>
                <a:schemeClr val="accent4"/>
              </a:solidFill>
              <a:ln w="25400">
                <a:solidFill>
                  <a:srgbClr val="61A60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dirty="0">
                  <a:solidFill>
                    <a:schemeClr val="tx1">
                      <a:lumMod val="50000"/>
                    </a:schemeClr>
                  </a:solidFill>
                  <a:latin typeface="Arial" panose="020B0604020202020204" pitchFamily="34" charset="0"/>
                </a:endParaRPr>
              </a:p>
            </p:txBody>
          </p:sp>
        </p:grpSp>
        <p:grpSp>
          <p:nvGrpSpPr>
            <p:cNvPr id="73" name="Group 72">
              <a:extLst>
                <a:ext uri="{FF2B5EF4-FFF2-40B4-BE49-F238E27FC236}">
                  <a16:creationId xmlns:a16="http://schemas.microsoft.com/office/drawing/2014/main" id="{98B3EB0E-8F00-C5E5-B332-3FA95DCAF113}"/>
                </a:ext>
              </a:extLst>
            </p:cNvPr>
            <p:cNvGrpSpPr/>
            <p:nvPr/>
          </p:nvGrpSpPr>
          <p:grpSpPr>
            <a:xfrm>
              <a:off x="3809858" y="2845811"/>
              <a:ext cx="1040114" cy="1040389"/>
              <a:chOff x="1500244" y="2557731"/>
              <a:chExt cx="1040114" cy="1040389"/>
            </a:xfrm>
          </p:grpSpPr>
          <p:grpSp>
            <p:nvGrpSpPr>
              <p:cNvPr id="74" name="Group 73">
                <a:extLst>
                  <a:ext uri="{FF2B5EF4-FFF2-40B4-BE49-F238E27FC236}">
                    <a16:creationId xmlns:a16="http://schemas.microsoft.com/office/drawing/2014/main" id="{BAD254C1-EB0E-230F-14DD-C506FB294F22}"/>
                  </a:ext>
                </a:extLst>
              </p:cNvPr>
              <p:cNvGrpSpPr/>
              <p:nvPr/>
            </p:nvGrpSpPr>
            <p:grpSpPr>
              <a:xfrm>
                <a:off x="1500244" y="2704283"/>
                <a:ext cx="896117" cy="893837"/>
                <a:chOff x="1433953" y="2642740"/>
                <a:chExt cx="896117" cy="893837"/>
              </a:xfrm>
            </p:grpSpPr>
            <p:sp>
              <p:nvSpPr>
                <p:cNvPr id="76" name="Rectangle 75">
                  <a:extLst>
                    <a:ext uri="{FF2B5EF4-FFF2-40B4-BE49-F238E27FC236}">
                      <a16:creationId xmlns:a16="http://schemas.microsoft.com/office/drawing/2014/main" id="{A0DB09CA-2FDC-C0D3-0E73-B8F72D152451}"/>
                    </a:ext>
                  </a:extLst>
                </p:cNvPr>
                <p:cNvSpPr/>
                <p:nvPr/>
              </p:nvSpPr>
              <p:spPr>
                <a:xfrm>
                  <a:off x="1433953" y="2642740"/>
                  <a:ext cx="896117" cy="8935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7" name="Freeform: Shape 2284">
                  <a:extLst>
                    <a:ext uri="{FF2B5EF4-FFF2-40B4-BE49-F238E27FC236}">
                      <a16:creationId xmlns:a16="http://schemas.microsoft.com/office/drawing/2014/main" id="{60D8C6D3-5DC8-6C98-3BFB-3AE1EACD773D}"/>
                    </a:ext>
                  </a:extLst>
                </p:cNvPr>
                <p:cNvSpPr/>
                <p:nvPr/>
              </p:nvSpPr>
              <p:spPr>
                <a:xfrm>
                  <a:off x="1433953" y="2642740"/>
                  <a:ext cx="893842" cy="893837"/>
                </a:xfrm>
                <a:custGeom>
                  <a:avLst/>
                  <a:gdLst>
                    <a:gd name="connsiteX0" fmla="*/ 612094 w 713887"/>
                    <a:gd name="connsiteY0" fmla="*/ 713887 h 713886"/>
                    <a:gd name="connsiteX1" fmla="*/ 0 w 713887"/>
                    <a:gd name="connsiteY1" fmla="*/ 713887 h 713886"/>
                    <a:gd name="connsiteX2" fmla="*/ 0 w 713887"/>
                    <a:gd name="connsiteY2" fmla="*/ 0 h 713886"/>
                    <a:gd name="connsiteX3" fmla="*/ 713888 w 713887"/>
                    <a:gd name="connsiteY3" fmla="*/ 0 h 713886"/>
                    <a:gd name="connsiteX4" fmla="*/ 713888 w 713887"/>
                    <a:gd name="connsiteY4" fmla="*/ 707760 h 713886"/>
                    <a:gd name="connsiteX5" fmla="*/ 695101 w 713887"/>
                    <a:gd name="connsiteY5" fmla="*/ 707760 h 713886"/>
                    <a:gd name="connsiteX6" fmla="*/ 695101 w 713887"/>
                    <a:gd name="connsiteY6" fmla="*/ 18786 h 713886"/>
                    <a:gd name="connsiteX7" fmla="*/ 18787 w 713887"/>
                    <a:gd name="connsiteY7" fmla="*/ 18786 h 713886"/>
                    <a:gd name="connsiteX8" fmla="*/ 18787 w 713887"/>
                    <a:gd name="connsiteY8" fmla="*/ 695100 h 713886"/>
                    <a:gd name="connsiteX9" fmla="*/ 612094 w 713887"/>
                    <a:gd name="connsiteY9" fmla="*/ 695100 h 71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3887" h="713886">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8" name="Freeform: Shape 2285">
                  <a:extLst>
                    <a:ext uri="{FF2B5EF4-FFF2-40B4-BE49-F238E27FC236}">
                      <a16:creationId xmlns:a16="http://schemas.microsoft.com/office/drawing/2014/main" id="{64411226-20CE-17C6-3707-4C615A0C8B64}"/>
                    </a:ext>
                  </a:extLst>
                </p:cNvPr>
                <p:cNvSpPr/>
                <p:nvPr/>
              </p:nvSpPr>
              <p:spPr>
                <a:xfrm>
                  <a:off x="1702611" y="3036896"/>
                  <a:ext cx="119709" cy="121590"/>
                </a:xfrm>
                <a:custGeom>
                  <a:avLst/>
                  <a:gdLst>
                    <a:gd name="connsiteX0" fmla="*/ 0 w 95608"/>
                    <a:gd name="connsiteY0" fmla="*/ 0 h 97111"/>
                    <a:gd name="connsiteX1" fmla="*/ 15781 w 95608"/>
                    <a:gd name="connsiteY1" fmla="*/ 0 h 97111"/>
                    <a:gd name="connsiteX2" fmla="*/ 48093 w 95608"/>
                    <a:gd name="connsiteY2" fmla="*/ 80580 h 97111"/>
                    <a:gd name="connsiteX3" fmla="*/ 79828 w 95608"/>
                    <a:gd name="connsiteY3" fmla="*/ 0 h 97111"/>
                    <a:gd name="connsiteX4" fmla="*/ 95609 w 95608"/>
                    <a:gd name="connsiteY4" fmla="*/ 0 h 97111"/>
                    <a:gd name="connsiteX5" fmla="*/ 54857 w 95608"/>
                    <a:gd name="connsiteY5" fmla="*/ 97112 h 97111"/>
                    <a:gd name="connsiteX6" fmla="*/ 41330 w 95608"/>
                    <a:gd name="connsiteY6" fmla="*/ 97112 h 97111"/>
                    <a:gd name="connsiteX7" fmla="*/ 0 w 95608"/>
                    <a:gd name="connsiteY7" fmla="*/ 0 h 9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08" h="97111">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9" name="Freeform: Shape 2286">
                  <a:extLst>
                    <a:ext uri="{FF2B5EF4-FFF2-40B4-BE49-F238E27FC236}">
                      <a16:creationId xmlns:a16="http://schemas.microsoft.com/office/drawing/2014/main" id="{7ABF0FBD-4E01-1A94-4EEF-00ADBA5424DD}"/>
                    </a:ext>
                  </a:extLst>
                </p:cNvPr>
                <p:cNvSpPr/>
                <p:nvPr/>
              </p:nvSpPr>
              <p:spPr>
                <a:xfrm>
                  <a:off x="1858583" y="3034001"/>
                  <a:ext cx="174860" cy="124485"/>
                </a:xfrm>
                <a:custGeom>
                  <a:avLst/>
                  <a:gdLst>
                    <a:gd name="connsiteX0" fmla="*/ 139656 w 139656"/>
                    <a:gd name="connsiteY0" fmla="*/ 37631 h 99423"/>
                    <a:gd name="connsiteX1" fmla="*/ 139656 w 139656"/>
                    <a:gd name="connsiteY1" fmla="*/ 99424 h 99423"/>
                    <a:gd name="connsiteX2" fmla="*/ 125552 w 139656"/>
                    <a:gd name="connsiteY2" fmla="*/ 99424 h 99423"/>
                    <a:gd name="connsiteX3" fmla="*/ 125552 w 139656"/>
                    <a:gd name="connsiteY3" fmla="*/ 39481 h 99423"/>
                    <a:gd name="connsiteX4" fmla="*/ 103181 w 139656"/>
                    <a:gd name="connsiteY4" fmla="*/ 12601 h 99423"/>
                    <a:gd name="connsiteX5" fmla="*/ 76880 w 139656"/>
                    <a:gd name="connsiteY5" fmla="*/ 37573 h 99423"/>
                    <a:gd name="connsiteX6" fmla="*/ 76880 w 139656"/>
                    <a:gd name="connsiteY6" fmla="*/ 99366 h 99423"/>
                    <a:gd name="connsiteX7" fmla="*/ 62776 w 139656"/>
                    <a:gd name="connsiteY7" fmla="*/ 99366 h 99423"/>
                    <a:gd name="connsiteX8" fmla="*/ 62776 w 139656"/>
                    <a:gd name="connsiteY8" fmla="*/ 39481 h 99423"/>
                    <a:gd name="connsiteX9" fmla="*/ 40406 w 139656"/>
                    <a:gd name="connsiteY9" fmla="*/ 12601 h 99423"/>
                    <a:gd name="connsiteX10" fmla="*/ 14104 w 139656"/>
                    <a:gd name="connsiteY10" fmla="*/ 37573 h 99423"/>
                    <a:gd name="connsiteX11" fmla="*/ 14104 w 139656"/>
                    <a:gd name="connsiteY11" fmla="*/ 99366 h 99423"/>
                    <a:gd name="connsiteX12" fmla="*/ 0 w 139656"/>
                    <a:gd name="connsiteY12" fmla="*/ 99366 h 99423"/>
                    <a:gd name="connsiteX13" fmla="*/ 0 w 139656"/>
                    <a:gd name="connsiteY13" fmla="*/ 2254 h 99423"/>
                    <a:gd name="connsiteX14" fmla="*/ 14104 w 139656"/>
                    <a:gd name="connsiteY14" fmla="*/ 2254 h 99423"/>
                    <a:gd name="connsiteX15" fmla="*/ 14104 w 139656"/>
                    <a:gd name="connsiteY15" fmla="*/ 16532 h 99423"/>
                    <a:gd name="connsiteX16" fmla="*/ 42255 w 139656"/>
                    <a:gd name="connsiteY16" fmla="*/ 0 h 99423"/>
                    <a:gd name="connsiteX17" fmla="*/ 73643 w 139656"/>
                    <a:gd name="connsiteY17" fmla="*/ 20636 h 99423"/>
                    <a:gd name="connsiteX18" fmla="*/ 105031 w 139656"/>
                    <a:gd name="connsiteY18" fmla="*/ 0 h 99423"/>
                    <a:gd name="connsiteX19" fmla="*/ 139656 w 139656"/>
                    <a:gd name="connsiteY19" fmla="*/ 37631 h 9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9656" h="99423">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sp>
            <p:nvSpPr>
              <p:cNvPr id="75" name="Triangle 74">
                <a:extLst>
                  <a:ext uri="{FF2B5EF4-FFF2-40B4-BE49-F238E27FC236}">
                    <a16:creationId xmlns:a16="http://schemas.microsoft.com/office/drawing/2014/main" id="{7F7878DF-CC78-F8F5-2124-7721495BF27E}"/>
                  </a:ext>
                </a:extLst>
              </p:cNvPr>
              <p:cNvSpPr>
                <a:spLocks noChangeAspect="1"/>
              </p:cNvSpPr>
              <p:nvPr/>
            </p:nvSpPr>
            <p:spPr bwMode="gray">
              <a:xfrm rot="5400000">
                <a:off x="2247814" y="2557731"/>
                <a:ext cx="292544" cy="292544"/>
              </a:xfrm>
              <a:prstGeom prst="triangle">
                <a:avLst/>
              </a:prstGeom>
              <a:solidFill>
                <a:schemeClr val="accent4"/>
              </a:solidFill>
              <a:ln w="25400">
                <a:solidFill>
                  <a:srgbClr val="61A60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dirty="0">
                  <a:solidFill>
                    <a:schemeClr val="tx1">
                      <a:lumMod val="50000"/>
                    </a:schemeClr>
                  </a:solidFill>
                  <a:latin typeface="Arial" panose="020B0604020202020204" pitchFamily="34" charset="0"/>
                </a:endParaRPr>
              </a:p>
            </p:txBody>
          </p:sp>
        </p:grpSp>
        <p:grpSp>
          <p:nvGrpSpPr>
            <p:cNvPr id="80" name="Group 79">
              <a:extLst>
                <a:ext uri="{FF2B5EF4-FFF2-40B4-BE49-F238E27FC236}">
                  <a16:creationId xmlns:a16="http://schemas.microsoft.com/office/drawing/2014/main" id="{98C4BF68-AB43-D002-E960-BD3146316D62}"/>
                </a:ext>
              </a:extLst>
            </p:cNvPr>
            <p:cNvGrpSpPr/>
            <p:nvPr/>
          </p:nvGrpSpPr>
          <p:grpSpPr>
            <a:xfrm>
              <a:off x="5103618" y="2845811"/>
              <a:ext cx="1040114" cy="1040389"/>
              <a:chOff x="1500244" y="2557731"/>
              <a:chExt cx="1040114" cy="1040389"/>
            </a:xfrm>
          </p:grpSpPr>
          <p:grpSp>
            <p:nvGrpSpPr>
              <p:cNvPr id="81" name="Group 80">
                <a:extLst>
                  <a:ext uri="{FF2B5EF4-FFF2-40B4-BE49-F238E27FC236}">
                    <a16:creationId xmlns:a16="http://schemas.microsoft.com/office/drawing/2014/main" id="{D048FA96-C87A-209C-C34D-39339E9DF16A}"/>
                  </a:ext>
                </a:extLst>
              </p:cNvPr>
              <p:cNvGrpSpPr/>
              <p:nvPr/>
            </p:nvGrpSpPr>
            <p:grpSpPr>
              <a:xfrm>
                <a:off x="1500244" y="2704283"/>
                <a:ext cx="896117" cy="893837"/>
                <a:chOff x="1433953" y="2642740"/>
                <a:chExt cx="896117" cy="893837"/>
              </a:xfrm>
            </p:grpSpPr>
            <p:sp>
              <p:nvSpPr>
                <p:cNvPr id="83" name="Rectangle 82">
                  <a:extLst>
                    <a:ext uri="{FF2B5EF4-FFF2-40B4-BE49-F238E27FC236}">
                      <a16:creationId xmlns:a16="http://schemas.microsoft.com/office/drawing/2014/main" id="{42D18253-D5AD-6DF6-3AD5-3975CF5B8AB4}"/>
                    </a:ext>
                  </a:extLst>
                </p:cNvPr>
                <p:cNvSpPr/>
                <p:nvPr/>
              </p:nvSpPr>
              <p:spPr>
                <a:xfrm>
                  <a:off x="1433953" y="2642740"/>
                  <a:ext cx="896117" cy="8935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84" name="Freeform: Shape 2284">
                  <a:extLst>
                    <a:ext uri="{FF2B5EF4-FFF2-40B4-BE49-F238E27FC236}">
                      <a16:creationId xmlns:a16="http://schemas.microsoft.com/office/drawing/2014/main" id="{F544BA75-122A-AB66-002B-64CBB7E30CAB}"/>
                    </a:ext>
                  </a:extLst>
                </p:cNvPr>
                <p:cNvSpPr/>
                <p:nvPr/>
              </p:nvSpPr>
              <p:spPr>
                <a:xfrm>
                  <a:off x="1433953" y="2642740"/>
                  <a:ext cx="893842" cy="893837"/>
                </a:xfrm>
                <a:custGeom>
                  <a:avLst/>
                  <a:gdLst>
                    <a:gd name="connsiteX0" fmla="*/ 612094 w 713887"/>
                    <a:gd name="connsiteY0" fmla="*/ 713887 h 713886"/>
                    <a:gd name="connsiteX1" fmla="*/ 0 w 713887"/>
                    <a:gd name="connsiteY1" fmla="*/ 713887 h 713886"/>
                    <a:gd name="connsiteX2" fmla="*/ 0 w 713887"/>
                    <a:gd name="connsiteY2" fmla="*/ 0 h 713886"/>
                    <a:gd name="connsiteX3" fmla="*/ 713888 w 713887"/>
                    <a:gd name="connsiteY3" fmla="*/ 0 h 713886"/>
                    <a:gd name="connsiteX4" fmla="*/ 713888 w 713887"/>
                    <a:gd name="connsiteY4" fmla="*/ 707760 h 713886"/>
                    <a:gd name="connsiteX5" fmla="*/ 695101 w 713887"/>
                    <a:gd name="connsiteY5" fmla="*/ 707760 h 713886"/>
                    <a:gd name="connsiteX6" fmla="*/ 695101 w 713887"/>
                    <a:gd name="connsiteY6" fmla="*/ 18786 h 713886"/>
                    <a:gd name="connsiteX7" fmla="*/ 18787 w 713887"/>
                    <a:gd name="connsiteY7" fmla="*/ 18786 h 713886"/>
                    <a:gd name="connsiteX8" fmla="*/ 18787 w 713887"/>
                    <a:gd name="connsiteY8" fmla="*/ 695100 h 713886"/>
                    <a:gd name="connsiteX9" fmla="*/ 612094 w 713887"/>
                    <a:gd name="connsiteY9" fmla="*/ 695100 h 71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3887" h="713886">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85" name="Freeform: Shape 2285">
                  <a:extLst>
                    <a:ext uri="{FF2B5EF4-FFF2-40B4-BE49-F238E27FC236}">
                      <a16:creationId xmlns:a16="http://schemas.microsoft.com/office/drawing/2014/main" id="{48601E9A-9453-11DC-FE75-57357185BAC8}"/>
                    </a:ext>
                  </a:extLst>
                </p:cNvPr>
                <p:cNvSpPr/>
                <p:nvPr/>
              </p:nvSpPr>
              <p:spPr>
                <a:xfrm>
                  <a:off x="1702611" y="3036896"/>
                  <a:ext cx="119709" cy="121590"/>
                </a:xfrm>
                <a:custGeom>
                  <a:avLst/>
                  <a:gdLst>
                    <a:gd name="connsiteX0" fmla="*/ 0 w 95608"/>
                    <a:gd name="connsiteY0" fmla="*/ 0 h 97111"/>
                    <a:gd name="connsiteX1" fmla="*/ 15781 w 95608"/>
                    <a:gd name="connsiteY1" fmla="*/ 0 h 97111"/>
                    <a:gd name="connsiteX2" fmla="*/ 48093 w 95608"/>
                    <a:gd name="connsiteY2" fmla="*/ 80580 h 97111"/>
                    <a:gd name="connsiteX3" fmla="*/ 79828 w 95608"/>
                    <a:gd name="connsiteY3" fmla="*/ 0 h 97111"/>
                    <a:gd name="connsiteX4" fmla="*/ 95609 w 95608"/>
                    <a:gd name="connsiteY4" fmla="*/ 0 h 97111"/>
                    <a:gd name="connsiteX5" fmla="*/ 54857 w 95608"/>
                    <a:gd name="connsiteY5" fmla="*/ 97112 h 97111"/>
                    <a:gd name="connsiteX6" fmla="*/ 41330 w 95608"/>
                    <a:gd name="connsiteY6" fmla="*/ 97112 h 97111"/>
                    <a:gd name="connsiteX7" fmla="*/ 0 w 95608"/>
                    <a:gd name="connsiteY7" fmla="*/ 0 h 9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08" h="97111">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86" name="Freeform: Shape 2286">
                  <a:extLst>
                    <a:ext uri="{FF2B5EF4-FFF2-40B4-BE49-F238E27FC236}">
                      <a16:creationId xmlns:a16="http://schemas.microsoft.com/office/drawing/2014/main" id="{F4BA8E90-DE46-96EE-4717-3DAA2251C452}"/>
                    </a:ext>
                  </a:extLst>
                </p:cNvPr>
                <p:cNvSpPr/>
                <p:nvPr/>
              </p:nvSpPr>
              <p:spPr>
                <a:xfrm>
                  <a:off x="1858583" y="3034001"/>
                  <a:ext cx="174860" cy="124485"/>
                </a:xfrm>
                <a:custGeom>
                  <a:avLst/>
                  <a:gdLst>
                    <a:gd name="connsiteX0" fmla="*/ 139656 w 139656"/>
                    <a:gd name="connsiteY0" fmla="*/ 37631 h 99423"/>
                    <a:gd name="connsiteX1" fmla="*/ 139656 w 139656"/>
                    <a:gd name="connsiteY1" fmla="*/ 99424 h 99423"/>
                    <a:gd name="connsiteX2" fmla="*/ 125552 w 139656"/>
                    <a:gd name="connsiteY2" fmla="*/ 99424 h 99423"/>
                    <a:gd name="connsiteX3" fmla="*/ 125552 w 139656"/>
                    <a:gd name="connsiteY3" fmla="*/ 39481 h 99423"/>
                    <a:gd name="connsiteX4" fmla="*/ 103181 w 139656"/>
                    <a:gd name="connsiteY4" fmla="*/ 12601 h 99423"/>
                    <a:gd name="connsiteX5" fmla="*/ 76880 w 139656"/>
                    <a:gd name="connsiteY5" fmla="*/ 37573 h 99423"/>
                    <a:gd name="connsiteX6" fmla="*/ 76880 w 139656"/>
                    <a:gd name="connsiteY6" fmla="*/ 99366 h 99423"/>
                    <a:gd name="connsiteX7" fmla="*/ 62776 w 139656"/>
                    <a:gd name="connsiteY7" fmla="*/ 99366 h 99423"/>
                    <a:gd name="connsiteX8" fmla="*/ 62776 w 139656"/>
                    <a:gd name="connsiteY8" fmla="*/ 39481 h 99423"/>
                    <a:gd name="connsiteX9" fmla="*/ 40406 w 139656"/>
                    <a:gd name="connsiteY9" fmla="*/ 12601 h 99423"/>
                    <a:gd name="connsiteX10" fmla="*/ 14104 w 139656"/>
                    <a:gd name="connsiteY10" fmla="*/ 37573 h 99423"/>
                    <a:gd name="connsiteX11" fmla="*/ 14104 w 139656"/>
                    <a:gd name="connsiteY11" fmla="*/ 99366 h 99423"/>
                    <a:gd name="connsiteX12" fmla="*/ 0 w 139656"/>
                    <a:gd name="connsiteY12" fmla="*/ 99366 h 99423"/>
                    <a:gd name="connsiteX13" fmla="*/ 0 w 139656"/>
                    <a:gd name="connsiteY13" fmla="*/ 2254 h 99423"/>
                    <a:gd name="connsiteX14" fmla="*/ 14104 w 139656"/>
                    <a:gd name="connsiteY14" fmla="*/ 2254 h 99423"/>
                    <a:gd name="connsiteX15" fmla="*/ 14104 w 139656"/>
                    <a:gd name="connsiteY15" fmla="*/ 16532 h 99423"/>
                    <a:gd name="connsiteX16" fmla="*/ 42255 w 139656"/>
                    <a:gd name="connsiteY16" fmla="*/ 0 h 99423"/>
                    <a:gd name="connsiteX17" fmla="*/ 73643 w 139656"/>
                    <a:gd name="connsiteY17" fmla="*/ 20636 h 99423"/>
                    <a:gd name="connsiteX18" fmla="*/ 105031 w 139656"/>
                    <a:gd name="connsiteY18" fmla="*/ 0 h 99423"/>
                    <a:gd name="connsiteX19" fmla="*/ 139656 w 139656"/>
                    <a:gd name="connsiteY19" fmla="*/ 37631 h 9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9656" h="99423">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sp>
            <p:nvSpPr>
              <p:cNvPr id="82" name="Triangle 81">
                <a:extLst>
                  <a:ext uri="{FF2B5EF4-FFF2-40B4-BE49-F238E27FC236}">
                    <a16:creationId xmlns:a16="http://schemas.microsoft.com/office/drawing/2014/main" id="{5DA314AE-F6DA-53C9-8E0A-9A8BDB4FF96A}"/>
                  </a:ext>
                </a:extLst>
              </p:cNvPr>
              <p:cNvSpPr>
                <a:spLocks noChangeAspect="1"/>
              </p:cNvSpPr>
              <p:nvPr/>
            </p:nvSpPr>
            <p:spPr bwMode="gray">
              <a:xfrm rot="5400000">
                <a:off x="2247814" y="2557731"/>
                <a:ext cx="292544" cy="292544"/>
              </a:xfrm>
              <a:prstGeom prst="triangle">
                <a:avLst/>
              </a:prstGeom>
              <a:solidFill>
                <a:schemeClr val="accent4"/>
              </a:solidFill>
              <a:ln w="25400">
                <a:solidFill>
                  <a:srgbClr val="61A60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dirty="0">
                  <a:solidFill>
                    <a:schemeClr val="tx1">
                      <a:lumMod val="50000"/>
                    </a:schemeClr>
                  </a:solidFill>
                  <a:latin typeface="Arial" panose="020B0604020202020204" pitchFamily="34" charset="0"/>
                </a:endParaRPr>
              </a:p>
            </p:txBody>
          </p:sp>
        </p:grpSp>
        <p:grpSp>
          <p:nvGrpSpPr>
            <p:cNvPr id="87" name="Group 86">
              <a:extLst>
                <a:ext uri="{FF2B5EF4-FFF2-40B4-BE49-F238E27FC236}">
                  <a16:creationId xmlns:a16="http://schemas.microsoft.com/office/drawing/2014/main" id="{7B1A580B-4F20-7B60-C76E-03A314215D0C}"/>
                </a:ext>
              </a:extLst>
            </p:cNvPr>
            <p:cNvGrpSpPr/>
            <p:nvPr/>
          </p:nvGrpSpPr>
          <p:grpSpPr>
            <a:xfrm>
              <a:off x="6397378" y="2845811"/>
              <a:ext cx="1040114" cy="1040389"/>
              <a:chOff x="1500244" y="2557731"/>
              <a:chExt cx="1040114" cy="1040389"/>
            </a:xfrm>
          </p:grpSpPr>
          <p:grpSp>
            <p:nvGrpSpPr>
              <p:cNvPr id="88" name="Group 87">
                <a:extLst>
                  <a:ext uri="{FF2B5EF4-FFF2-40B4-BE49-F238E27FC236}">
                    <a16:creationId xmlns:a16="http://schemas.microsoft.com/office/drawing/2014/main" id="{DBBB317C-FFE9-E37D-F87F-A786B938B572}"/>
                  </a:ext>
                </a:extLst>
              </p:cNvPr>
              <p:cNvGrpSpPr/>
              <p:nvPr/>
            </p:nvGrpSpPr>
            <p:grpSpPr>
              <a:xfrm>
                <a:off x="1500244" y="2704283"/>
                <a:ext cx="896117" cy="893837"/>
                <a:chOff x="1433953" y="2642740"/>
                <a:chExt cx="896117" cy="893837"/>
              </a:xfrm>
            </p:grpSpPr>
            <p:sp>
              <p:nvSpPr>
                <p:cNvPr id="90" name="Rectangle 89">
                  <a:extLst>
                    <a:ext uri="{FF2B5EF4-FFF2-40B4-BE49-F238E27FC236}">
                      <a16:creationId xmlns:a16="http://schemas.microsoft.com/office/drawing/2014/main" id="{EE433B8D-B403-14FE-F015-F4613FE1CFCE}"/>
                    </a:ext>
                  </a:extLst>
                </p:cNvPr>
                <p:cNvSpPr/>
                <p:nvPr/>
              </p:nvSpPr>
              <p:spPr>
                <a:xfrm>
                  <a:off x="1433953" y="2642740"/>
                  <a:ext cx="896117" cy="8935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91" name="Freeform: Shape 2284">
                  <a:extLst>
                    <a:ext uri="{FF2B5EF4-FFF2-40B4-BE49-F238E27FC236}">
                      <a16:creationId xmlns:a16="http://schemas.microsoft.com/office/drawing/2014/main" id="{163A6128-1680-FA06-9DAF-E5A0377BBFAF}"/>
                    </a:ext>
                  </a:extLst>
                </p:cNvPr>
                <p:cNvSpPr/>
                <p:nvPr/>
              </p:nvSpPr>
              <p:spPr>
                <a:xfrm>
                  <a:off x="1433953" y="2642740"/>
                  <a:ext cx="893842" cy="893837"/>
                </a:xfrm>
                <a:custGeom>
                  <a:avLst/>
                  <a:gdLst>
                    <a:gd name="connsiteX0" fmla="*/ 612094 w 713887"/>
                    <a:gd name="connsiteY0" fmla="*/ 713887 h 713886"/>
                    <a:gd name="connsiteX1" fmla="*/ 0 w 713887"/>
                    <a:gd name="connsiteY1" fmla="*/ 713887 h 713886"/>
                    <a:gd name="connsiteX2" fmla="*/ 0 w 713887"/>
                    <a:gd name="connsiteY2" fmla="*/ 0 h 713886"/>
                    <a:gd name="connsiteX3" fmla="*/ 713888 w 713887"/>
                    <a:gd name="connsiteY3" fmla="*/ 0 h 713886"/>
                    <a:gd name="connsiteX4" fmla="*/ 713888 w 713887"/>
                    <a:gd name="connsiteY4" fmla="*/ 707760 h 713886"/>
                    <a:gd name="connsiteX5" fmla="*/ 695101 w 713887"/>
                    <a:gd name="connsiteY5" fmla="*/ 707760 h 713886"/>
                    <a:gd name="connsiteX6" fmla="*/ 695101 w 713887"/>
                    <a:gd name="connsiteY6" fmla="*/ 18786 h 713886"/>
                    <a:gd name="connsiteX7" fmla="*/ 18787 w 713887"/>
                    <a:gd name="connsiteY7" fmla="*/ 18786 h 713886"/>
                    <a:gd name="connsiteX8" fmla="*/ 18787 w 713887"/>
                    <a:gd name="connsiteY8" fmla="*/ 695100 h 713886"/>
                    <a:gd name="connsiteX9" fmla="*/ 612094 w 713887"/>
                    <a:gd name="connsiteY9" fmla="*/ 695100 h 71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3887" h="713886">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92" name="Freeform: Shape 2285">
                  <a:extLst>
                    <a:ext uri="{FF2B5EF4-FFF2-40B4-BE49-F238E27FC236}">
                      <a16:creationId xmlns:a16="http://schemas.microsoft.com/office/drawing/2014/main" id="{C5A5F9D2-FBAF-3ACC-986D-B0E9D4C42AFC}"/>
                    </a:ext>
                  </a:extLst>
                </p:cNvPr>
                <p:cNvSpPr/>
                <p:nvPr/>
              </p:nvSpPr>
              <p:spPr>
                <a:xfrm>
                  <a:off x="1702611" y="3036896"/>
                  <a:ext cx="119709" cy="121590"/>
                </a:xfrm>
                <a:custGeom>
                  <a:avLst/>
                  <a:gdLst>
                    <a:gd name="connsiteX0" fmla="*/ 0 w 95608"/>
                    <a:gd name="connsiteY0" fmla="*/ 0 h 97111"/>
                    <a:gd name="connsiteX1" fmla="*/ 15781 w 95608"/>
                    <a:gd name="connsiteY1" fmla="*/ 0 h 97111"/>
                    <a:gd name="connsiteX2" fmla="*/ 48093 w 95608"/>
                    <a:gd name="connsiteY2" fmla="*/ 80580 h 97111"/>
                    <a:gd name="connsiteX3" fmla="*/ 79828 w 95608"/>
                    <a:gd name="connsiteY3" fmla="*/ 0 h 97111"/>
                    <a:gd name="connsiteX4" fmla="*/ 95609 w 95608"/>
                    <a:gd name="connsiteY4" fmla="*/ 0 h 97111"/>
                    <a:gd name="connsiteX5" fmla="*/ 54857 w 95608"/>
                    <a:gd name="connsiteY5" fmla="*/ 97112 h 97111"/>
                    <a:gd name="connsiteX6" fmla="*/ 41330 w 95608"/>
                    <a:gd name="connsiteY6" fmla="*/ 97112 h 97111"/>
                    <a:gd name="connsiteX7" fmla="*/ 0 w 95608"/>
                    <a:gd name="connsiteY7" fmla="*/ 0 h 9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08" h="97111">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93" name="Freeform: Shape 2286">
                  <a:extLst>
                    <a:ext uri="{FF2B5EF4-FFF2-40B4-BE49-F238E27FC236}">
                      <a16:creationId xmlns:a16="http://schemas.microsoft.com/office/drawing/2014/main" id="{7E485D2C-FF6D-4F73-3E26-DEA87D5E9E1D}"/>
                    </a:ext>
                  </a:extLst>
                </p:cNvPr>
                <p:cNvSpPr/>
                <p:nvPr/>
              </p:nvSpPr>
              <p:spPr>
                <a:xfrm>
                  <a:off x="1858583" y="3034001"/>
                  <a:ext cx="174860" cy="124485"/>
                </a:xfrm>
                <a:custGeom>
                  <a:avLst/>
                  <a:gdLst>
                    <a:gd name="connsiteX0" fmla="*/ 139656 w 139656"/>
                    <a:gd name="connsiteY0" fmla="*/ 37631 h 99423"/>
                    <a:gd name="connsiteX1" fmla="*/ 139656 w 139656"/>
                    <a:gd name="connsiteY1" fmla="*/ 99424 h 99423"/>
                    <a:gd name="connsiteX2" fmla="*/ 125552 w 139656"/>
                    <a:gd name="connsiteY2" fmla="*/ 99424 h 99423"/>
                    <a:gd name="connsiteX3" fmla="*/ 125552 w 139656"/>
                    <a:gd name="connsiteY3" fmla="*/ 39481 h 99423"/>
                    <a:gd name="connsiteX4" fmla="*/ 103181 w 139656"/>
                    <a:gd name="connsiteY4" fmla="*/ 12601 h 99423"/>
                    <a:gd name="connsiteX5" fmla="*/ 76880 w 139656"/>
                    <a:gd name="connsiteY5" fmla="*/ 37573 h 99423"/>
                    <a:gd name="connsiteX6" fmla="*/ 76880 w 139656"/>
                    <a:gd name="connsiteY6" fmla="*/ 99366 h 99423"/>
                    <a:gd name="connsiteX7" fmla="*/ 62776 w 139656"/>
                    <a:gd name="connsiteY7" fmla="*/ 99366 h 99423"/>
                    <a:gd name="connsiteX8" fmla="*/ 62776 w 139656"/>
                    <a:gd name="connsiteY8" fmla="*/ 39481 h 99423"/>
                    <a:gd name="connsiteX9" fmla="*/ 40406 w 139656"/>
                    <a:gd name="connsiteY9" fmla="*/ 12601 h 99423"/>
                    <a:gd name="connsiteX10" fmla="*/ 14104 w 139656"/>
                    <a:gd name="connsiteY10" fmla="*/ 37573 h 99423"/>
                    <a:gd name="connsiteX11" fmla="*/ 14104 w 139656"/>
                    <a:gd name="connsiteY11" fmla="*/ 99366 h 99423"/>
                    <a:gd name="connsiteX12" fmla="*/ 0 w 139656"/>
                    <a:gd name="connsiteY12" fmla="*/ 99366 h 99423"/>
                    <a:gd name="connsiteX13" fmla="*/ 0 w 139656"/>
                    <a:gd name="connsiteY13" fmla="*/ 2254 h 99423"/>
                    <a:gd name="connsiteX14" fmla="*/ 14104 w 139656"/>
                    <a:gd name="connsiteY14" fmla="*/ 2254 h 99423"/>
                    <a:gd name="connsiteX15" fmla="*/ 14104 w 139656"/>
                    <a:gd name="connsiteY15" fmla="*/ 16532 h 99423"/>
                    <a:gd name="connsiteX16" fmla="*/ 42255 w 139656"/>
                    <a:gd name="connsiteY16" fmla="*/ 0 h 99423"/>
                    <a:gd name="connsiteX17" fmla="*/ 73643 w 139656"/>
                    <a:gd name="connsiteY17" fmla="*/ 20636 h 99423"/>
                    <a:gd name="connsiteX18" fmla="*/ 105031 w 139656"/>
                    <a:gd name="connsiteY18" fmla="*/ 0 h 99423"/>
                    <a:gd name="connsiteX19" fmla="*/ 139656 w 139656"/>
                    <a:gd name="connsiteY19" fmla="*/ 37631 h 9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9656" h="99423">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sp>
            <p:nvSpPr>
              <p:cNvPr id="89" name="Triangle 88">
                <a:extLst>
                  <a:ext uri="{FF2B5EF4-FFF2-40B4-BE49-F238E27FC236}">
                    <a16:creationId xmlns:a16="http://schemas.microsoft.com/office/drawing/2014/main" id="{F0F11222-D161-5501-7A47-1DE1D60D818E}"/>
                  </a:ext>
                </a:extLst>
              </p:cNvPr>
              <p:cNvSpPr>
                <a:spLocks noChangeAspect="1"/>
              </p:cNvSpPr>
              <p:nvPr/>
            </p:nvSpPr>
            <p:spPr bwMode="gray">
              <a:xfrm rot="5400000">
                <a:off x="2247814" y="2557731"/>
                <a:ext cx="292544" cy="292544"/>
              </a:xfrm>
              <a:prstGeom prst="triangle">
                <a:avLst/>
              </a:prstGeom>
              <a:solidFill>
                <a:schemeClr val="accent4"/>
              </a:solidFill>
              <a:ln w="25400">
                <a:solidFill>
                  <a:srgbClr val="61A60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dirty="0">
                  <a:solidFill>
                    <a:schemeClr val="tx1">
                      <a:lumMod val="50000"/>
                    </a:schemeClr>
                  </a:solidFill>
                  <a:latin typeface="Arial" panose="020B0604020202020204" pitchFamily="34" charset="0"/>
                </a:endParaRPr>
              </a:p>
            </p:txBody>
          </p:sp>
        </p:grpSp>
      </p:grpSp>
      <p:grpSp>
        <p:nvGrpSpPr>
          <p:cNvPr id="96" name="Group 95">
            <a:extLst>
              <a:ext uri="{FF2B5EF4-FFF2-40B4-BE49-F238E27FC236}">
                <a16:creationId xmlns:a16="http://schemas.microsoft.com/office/drawing/2014/main" id="{46AE673C-C230-338A-D6F4-C1DC5021BA1E}"/>
              </a:ext>
            </a:extLst>
          </p:cNvPr>
          <p:cNvGrpSpPr>
            <a:grpSpLocks noChangeAspect="1"/>
          </p:cNvGrpSpPr>
          <p:nvPr/>
        </p:nvGrpSpPr>
        <p:grpSpPr>
          <a:xfrm>
            <a:off x="7893295" y="3385714"/>
            <a:ext cx="383850" cy="382404"/>
            <a:chOff x="8120744" y="5592216"/>
            <a:chExt cx="977998" cy="974339"/>
          </a:xfrm>
        </p:grpSpPr>
        <p:sp>
          <p:nvSpPr>
            <p:cNvPr id="97" name="Rectangle 96">
              <a:extLst>
                <a:ext uri="{FF2B5EF4-FFF2-40B4-BE49-F238E27FC236}">
                  <a16:creationId xmlns:a16="http://schemas.microsoft.com/office/drawing/2014/main" id="{1921C946-EB68-B8CB-5498-BC08473E2A54}"/>
                </a:ext>
              </a:extLst>
            </p:cNvPr>
            <p:cNvSpPr>
              <a:spLocks noChangeAspect="1"/>
            </p:cNvSpPr>
            <p:nvPr/>
          </p:nvSpPr>
          <p:spPr>
            <a:xfrm>
              <a:off x="8120744" y="5592216"/>
              <a:ext cx="977998" cy="974339"/>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grpSp>
          <p:nvGrpSpPr>
            <p:cNvPr id="98" name="Group 97">
              <a:extLst>
                <a:ext uri="{FF2B5EF4-FFF2-40B4-BE49-F238E27FC236}">
                  <a16:creationId xmlns:a16="http://schemas.microsoft.com/office/drawing/2014/main" id="{7D5FB2D6-E9BA-8210-C43B-3F25B4863CCD}"/>
                </a:ext>
              </a:extLst>
            </p:cNvPr>
            <p:cNvGrpSpPr>
              <a:grpSpLocks noChangeAspect="1"/>
            </p:cNvGrpSpPr>
            <p:nvPr/>
          </p:nvGrpSpPr>
          <p:grpSpPr>
            <a:xfrm>
              <a:off x="8157972" y="5628816"/>
              <a:ext cx="908917" cy="908918"/>
              <a:chOff x="8501734" y="5811485"/>
              <a:chExt cx="794656" cy="794657"/>
            </a:xfrm>
          </p:grpSpPr>
          <p:sp>
            <p:nvSpPr>
              <p:cNvPr id="99" name="Rectangle 98">
                <a:extLst>
                  <a:ext uri="{FF2B5EF4-FFF2-40B4-BE49-F238E27FC236}">
                    <a16:creationId xmlns:a16="http://schemas.microsoft.com/office/drawing/2014/main" id="{B42D14D0-9CCA-ECA1-2231-EB7066D8D698}"/>
                  </a:ext>
                </a:extLst>
              </p:cNvPr>
              <p:cNvSpPr>
                <a:spLocks noChangeAspect="1"/>
              </p:cNvSpPr>
              <p:nvPr/>
            </p:nvSpPr>
            <p:spPr>
              <a:xfrm>
                <a:off x="8501734" y="5812976"/>
                <a:ext cx="794656" cy="791684"/>
              </a:xfrm>
              <a:prstGeom prst="rect">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100" name="Right Triangle 99">
                <a:extLst>
                  <a:ext uri="{FF2B5EF4-FFF2-40B4-BE49-F238E27FC236}">
                    <a16:creationId xmlns:a16="http://schemas.microsoft.com/office/drawing/2014/main" id="{593CB008-F963-6F44-CE9A-BEE53C1E0B47}"/>
                  </a:ext>
                </a:extLst>
              </p:cNvPr>
              <p:cNvSpPr/>
              <p:nvPr/>
            </p:nvSpPr>
            <p:spPr>
              <a:xfrm rot="5400000">
                <a:off x="8501743" y="5812972"/>
                <a:ext cx="794657" cy="791684"/>
              </a:xfrm>
              <a:prstGeom prst="rtTriangl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grpSp>
      </p:grpSp>
      <p:pic>
        <p:nvPicPr>
          <p:cNvPr id="12" name="Content Placeholder 12" descr="Lightning bolt with solid fill">
            <a:extLst>
              <a:ext uri="{FF2B5EF4-FFF2-40B4-BE49-F238E27FC236}">
                <a16:creationId xmlns:a16="http://schemas.microsoft.com/office/drawing/2014/main" id="{61D7B1F8-875A-0658-CD76-A45DD4B6640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bwMode="ltGray">
          <a:xfrm>
            <a:off x="1960689" y="3852923"/>
            <a:ext cx="680109" cy="680109"/>
          </a:xfrm>
          <a:prstGeom prst="rect">
            <a:avLst/>
          </a:prstGeom>
          <a:noFill/>
        </p:spPr>
      </p:pic>
    </p:spTree>
    <p:extLst>
      <p:ext uri="{BB962C8B-B14F-4D97-AF65-F5344CB8AC3E}">
        <p14:creationId xmlns:p14="http://schemas.microsoft.com/office/powerpoint/2010/main" val="2913128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par>
                          <p:cTn id="7" fill="hold">
                            <p:stCondLst>
                              <p:cond delay="0"/>
                            </p:stCondLst>
                            <p:childTnLst>
                              <p:par>
                                <p:cTn id="8" presetID="0" presetClass="path" presetSubtype="0" accel="50000" decel="50000" fill="hold" nodeType="afterEffect">
                                  <p:stCondLst>
                                    <p:cond delay="0"/>
                                  </p:stCondLst>
                                  <p:childTnLst>
                                    <p:animMotion origin="layout" path="M 0.00013 0.00023 L 0.00013 -0.1956 " pathEditMode="relative" ptsTypes="AA">
                                      <p:cBhvr>
                                        <p:cTn id="9" dur="2000" fill="hold"/>
                                        <p:tgtEl>
                                          <p:spTgt spid="95"/>
                                        </p:tgtEl>
                                        <p:attrNameLst>
                                          <p:attrName>ppt_x</p:attrName>
                                          <p:attrName>ppt_y</p:attrName>
                                        </p:attrNameLst>
                                      </p:cBhvr>
                                    </p:animMotion>
                                  </p:childTnLst>
                                </p:cTn>
                              </p:par>
                            </p:childTnLst>
                          </p:cTn>
                        </p:par>
                        <p:par>
                          <p:cTn id="10" fill="hold">
                            <p:stCondLst>
                              <p:cond delay="2000"/>
                            </p:stCondLst>
                            <p:childTnLst>
                              <p:par>
                                <p:cTn id="11" presetID="1" presetClass="entr" presetSubtype="0" fill="hold" nodeType="after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26" presetClass="emph" presetSubtype="0" repeatCount="10000" fill="hold" nodeType="withEffect">
                                  <p:stCondLst>
                                    <p:cond delay="0"/>
                                  </p:stCondLst>
                                  <p:childTnLst>
                                    <p:animEffect transition="out" filter="fade">
                                      <p:cBhvr>
                                        <p:cTn id="20" dur="500" tmFilter="0, 0; .2, .5; .8, .5; 1, 0"/>
                                        <p:tgtEl>
                                          <p:spTgt spid="12"/>
                                        </p:tgtEl>
                                      </p:cBhvr>
                                    </p:animEffect>
                                    <p:animScale>
                                      <p:cBhvr>
                                        <p:cTn id="21" dur="250" autoRev="1" fill="hold"/>
                                        <p:tgtEl>
                                          <p:spTgt spid="12"/>
                                        </p:tgtEl>
                                      </p:cBhvr>
                                      <p:by x="105000" y="105000"/>
                                    </p:animScale>
                                  </p:childTnLst>
                                </p:cTn>
                              </p:par>
                              <p:par>
                                <p:cTn id="22" presetID="26" presetClass="emph" presetSubtype="0" repeatCount="10000" fill="hold" nodeType="withEffect">
                                  <p:stCondLst>
                                    <p:cond delay="0"/>
                                  </p:stCondLst>
                                  <p:childTnLst>
                                    <p:animEffect transition="out" filter="fade">
                                      <p:cBhvr>
                                        <p:cTn id="23" dur="500" tmFilter="0, 0; .2, .5; .8, .5; 1, 0"/>
                                        <p:tgtEl>
                                          <p:spTgt spid="14"/>
                                        </p:tgtEl>
                                      </p:cBhvr>
                                    </p:animEffect>
                                    <p:animScale>
                                      <p:cBhvr>
                                        <p:cTn id="24" dur="250" autoRev="1" fill="hold"/>
                                        <p:tgtEl>
                                          <p:spTgt spid="14"/>
                                        </p:tgtEl>
                                      </p:cBhvr>
                                      <p:by x="105000" y="105000"/>
                                    </p:animScale>
                                  </p:childTnLst>
                                </p:cTn>
                              </p:par>
                              <p:par>
                                <p:cTn id="25" presetID="26" presetClass="emph" presetSubtype="0" repeatCount="10000" fill="hold" nodeType="withEffect">
                                  <p:stCondLst>
                                    <p:cond delay="0"/>
                                  </p:stCondLst>
                                  <p:childTnLst>
                                    <p:animEffect transition="out" filter="fade">
                                      <p:cBhvr>
                                        <p:cTn id="26" dur="500" tmFilter="0, 0; .2, .5; .8, .5; 1, 0"/>
                                        <p:tgtEl>
                                          <p:spTgt spid="15"/>
                                        </p:tgtEl>
                                      </p:cBhvr>
                                    </p:animEffect>
                                    <p:animScale>
                                      <p:cBhvr>
                                        <p:cTn id="27" dur="250" autoRev="1" fill="hold"/>
                                        <p:tgtEl>
                                          <p:spTgt spid="15"/>
                                        </p:tgtEl>
                                      </p:cBhvr>
                                      <p:by x="105000" y="105000"/>
                                    </p:animScale>
                                  </p:childTnLst>
                                </p:cTn>
                              </p:par>
                              <p:par>
                                <p:cTn id="28" presetID="26" presetClass="emph" presetSubtype="0" repeatCount="10000" fill="hold" nodeType="withEffect">
                                  <p:stCondLst>
                                    <p:cond delay="0"/>
                                  </p:stCondLst>
                                  <p:childTnLst>
                                    <p:animEffect transition="out" filter="fade">
                                      <p:cBhvr>
                                        <p:cTn id="29" dur="500" tmFilter="0, 0; .2, .5; .8, .5; 1, 0"/>
                                        <p:tgtEl>
                                          <p:spTgt spid="16"/>
                                        </p:tgtEl>
                                      </p:cBhvr>
                                    </p:animEffect>
                                    <p:animScale>
                                      <p:cBhvr>
                                        <p:cTn id="30" dur="250" autoRev="1" fill="hold"/>
                                        <p:tgtEl>
                                          <p:spTgt spid="16"/>
                                        </p:tgtEl>
                                      </p:cBhvr>
                                      <p:by x="105000" y="105000"/>
                                    </p:animScale>
                                  </p:childTnLst>
                                </p:cTn>
                              </p:par>
                            </p:childTnLst>
                          </p:cTn>
                        </p:par>
                        <p:par>
                          <p:cTn id="31" fill="hold">
                            <p:stCondLst>
                              <p:cond delay="7000"/>
                            </p:stCondLst>
                            <p:childTnLst>
                              <p:par>
                                <p:cTn id="32" presetID="9" presetClass="exit" presetSubtype="0" fill="hold" nodeType="afterEffect">
                                  <p:stCondLst>
                                    <p:cond delay="0"/>
                                  </p:stCondLst>
                                  <p:childTnLst>
                                    <p:animEffect transition="out" filter="dissolve">
                                      <p:cBhvr>
                                        <p:cTn id="33" dur="1000"/>
                                        <p:tgtEl>
                                          <p:spTgt spid="96"/>
                                        </p:tgtEl>
                                      </p:cBhvr>
                                    </p:animEffect>
                                    <p:set>
                                      <p:cBhvr>
                                        <p:cTn id="34" dur="1" fill="hold">
                                          <p:stCondLst>
                                            <p:cond delay="999"/>
                                          </p:stCondLst>
                                        </p:cTn>
                                        <p:tgtEl>
                                          <p:spTgt spid="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F7EBF-93CF-084A-4603-5CBDC8A2439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A245871-3BC4-F53B-E62E-6CAC2298A1F8}"/>
              </a:ext>
            </a:extLst>
          </p:cNvPr>
          <p:cNvSpPr>
            <a:spLocks noGrp="1"/>
          </p:cNvSpPr>
          <p:nvPr>
            <p:ph type="title"/>
          </p:nvPr>
        </p:nvSpPr>
        <p:spPr/>
        <p:txBody>
          <a:bodyPr/>
          <a:lstStyle/>
          <a:p>
            <a:r>
              <a:rPr lang="en-US" dirty="0"/>
              <a:t>Defense-in-Depth Deep Down</a:t>
            </a:r>
          </a:p>
        </p:txBody>
      </p:sp>
      <p:sp>
        <p:nvSpPr>
          <p:cNvPr id="16" name="Subtitle 15">
            <a:extLst>
              <a:ext uri="{FF2B5EF4-FFF2-40B4-BE49-F238E27FC236}">
                <a16:creationId xmlns:a16="http://schemas.microsoft.com/office/drawing/2014/main" id="{BAB9EF69-75FF-51BF-5C89-F9F9E0E36B69}"/>
              </a:ext>
            </a:extLst>
          </p:cNvPr>
          <p:cNvSpPr>
            <a:spLocks noGrp="1"/>
          </p:cNvSpPr>
          <p:nvPr>
            <p:ph type="subTitle" idx="10"/>
          </p:nvPr>
        </p:nvSpPr>
        <p:spPr/>
        <p:txBody>
          <a:bodyPr/>
          <a:lstStyle/>
          <a:p>
            <a:r>
              <a:rPr lang="en-US" dirty="0"/>
              <a:t>Core Hypervisor Security Improvements</a:t>
            </a:r>
          </a:p>
        </p:txBody>
      </p:sp>
      <p:sp>
        <p:nvSpPr>
          <p:cNvPr id="6" name="Text Placeholder 5">
            <a:extLst>
              <a:ext uri="{FF2B5EF4-FFF2-40B4-BE49-F238E27FC236}">
                <a16:creationId xmlns:a16="http://schemas.microsoft.com/office/drawing/2014/main" id="{E0213E24-CEB4-A6DE-2203-7379C17815A2}"/>
              </a:ext>
            </a:extLst>
          </p:cNvPr>
          <p:cNvSpPr>
            <a:spLocks noGrp="1"/>
          </p:cNvSpPr>
          <p:nvPr>
            <p:ph type="body" sz="quarter" idx="19"/>
          </p:nvPr>
        </p:nvSpPr>
        <p:spPr/>
        <p:txBody>
          <a:bodyPr/>
          <a:lstStyle/>
          <a:p>
            <a:r>
              <a:rPr lang="en-US" dirty="0"/>
              <a:t>Code Signing Enabled, Alert </a:t>
            </a:r>
            <a:r>
              <a:rPr lang="en-US" dirty="0" err="1"/>
              <a:t>Undismissable</a:t>
            </a:r>
            <a:endParaRPr lang="en-US" dirty="0"/>
          </a:p>
        </p:txBody>
      </p:sp>
      <p:sp>
        <p:nvSpPr>
          <p:cNvPr id="8" name="Text Placeholder 7">
            <a:extLst>
              <a:ext uri="{FF2B5EF4-FFF2-40B4-BE49-F238E27FC236}">
                <a16:creationId xmlns:a16="http://schemas.microsoft.com/office/drawing/2014/main" id="{5BB47CC8-F4BA-4482-FA2A-0C4B725870DE}"/>
              </a:ext>
            </a:extLst>
          </p:cNvPr>
          <p:cNvSpPr>
            <a:spLocks noGrp="1"/>
          </p:cNvSpPr>
          <p:nvPr>
            <p:ph type="body" sz="quarter" idx="21"/>
          </p:nvPr>
        </p:nvSpPr>
        <p:spPr/>
        <p:txBody>
          <a:bodyPr/>
          <a:lstStyle/>
          <a:p>
            <a:r>
              <a:rPr lang="en-US" dirty="0"/>
              <a:t>Set Secure Boot via Config Manager</a:t>
            </a:r>
          </a:p>
        </p:txBody>
      </p:sp>
      <p:sp>
        <p:nvSpPr>
          <p:cNvPr id="7" name="Text Placeholder 6">
            <a:extLst>
              <a:ext uri="{FF2B5EF4-FFF2-40B4-BE49-F238E27FC236}">
                <a16:creationId xmlns:a16="http://schemas.microsoft.com/office/drawing/2014/main" id="{1A790909-4BA7-47D8-42A0-413AEE584830}"/>
              </a:ext>
            </a:extLst>
          </p:cNvPr>
          <p:cNvSpPr>
            <a:spLocks noGrp="1"/>
          </p:cNvSpPr>
          <p:nvPr>
            <p:ph type="body" sz="quarter" idx="20"/>
          </p:nvPr>
        </p:nvSpPr>
        <p:spPr/>
        <p:txBody>
          <a:bodyPr/>
          <a:lstStyle/>
          <a:p>
            <a:r>
              <a:rPr lang="en-US" dirty="0"/>
              <a:t>User-Level Monitor</a:t>
            </a:r>
          </a:p>
        </p:txBody>
      </p:sp>
      <p:sp>
        <p:nvSpPr>
          <p:cNvPr id="9" name="Text Placeholder 8">
            <a:extLst>
              <a:ext uri="{FF2B5EF4-FFF2-40B4-BE49-F238E27FC236}">
                <a16:creationId xmlns:a16="http://schemas.microsoft.com/office/drawing/2014/main" id="{8128E0AD-4707-0E1D-C566-94A203AC05EF}"/>
              </a:ext>
            </a:extLst>
          </p:cNvPr>
          <p:cNvSpPr>
            <a:spLocks noGrp="1"/>
          </p:cNvSpPr>
          <p:nvPr>
            <p:ph type="body" sz="quarter" idx="22"/>
          </p:nvPr>
        </p:nvSpPr>
        <p:spPr/>
        <p:txBody>
          <a:bodyPr/>
          <a:lstStyle/>
          <a:p>
            <a:r>
              <a:rPr lang="en-US" dirty="0" err="1"/>
              <a:t>vmkaccess</a:t>
            </a:r>
            <a:r>
              <a:rPr lang="en-US" dirty="0"/>
              <a:t> sandboxes per daemon</a:t>
            </a:r>
          </a:p>
        </p:txBody>
      </p:sp>
      <p:sp>
        <p:nvSpPr>
          <p:cNvPr id="17" name="Text Placeholder 16">
            <a:extLst>
              <a:ext uri="{FF2B5EF4-FFF2-40B4-BE49-F238E27FC236}">
                <a16:creationId xmlns:a16="http://schemas.microsoft.com/office/drawing/2014/main" id="{95E0C2E5-AA66-E763-5126-57801F494F98}"/>
              </a:ext>
            </a:extLst>
          </p:cNvPr>
          <p:cNvSpPr>
            <a:spLocks noGrp="1"/>
          </p:cNvSpPr>
          <p:nvPr>
            <p:ph type="body" sz="quarter" idx="23"/>
          </p:nvPr>
        </p:nvSpPr>
        <p:spPr/>
        <p:txBody>
          <a:bodyPr/>
          <a:lstStyle/>
          <a:p>
            <a:r>
              <a:rPr lang="en-US" dirty="0"/>
              <a:t>SEV-SNP &amp;</a:t>
            </a:r>
            <a:br>
              <a:rPr lang="en-US" dirty="0"/>
            </a:br>
            <a:r>
              <a:rPr lang="en-US" dirty="0"/>
              <a:t>TDX Initial Enablement</a:t>
            </a:r>
          </a:p>
        </p:txBody>
      </p:sp>
      <p:pic>
        <p:nvPicPr>
          <p:cNvPr id="2" name="Picture Placeholder 87" descr="HCI Appliance/Turnkey&#10;">
            <a:extLst>
              <a:ext uri="{FF2B5EF4-FFF2-40B4-BE49-F238E27FC236}">
                <a16:creationId xmlns:a16="http://schemas.microsoft.com/office/drawing/2014/main" id="{F4BD90ED-CC69-B4FE-C1B4-76D2DE6EE7F3}"/>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a:stretch/>
        </p:blipFill>
        <p:spPr>
          <a:xfrm>
            <a:off x="979121" y="2432120"/>
            <a:ext cx="1097280" cy="1097280"/>
          </a:xfrm>
          <a:prstGeom prst="rect">
            <a:avLst/>
          </a:prstGeom>
        </p:spPr>
      </p:pic>
      <p:grpSp>
        <p:nvGrpSpPr>
          <p:cNvPr id="3" name="Group 2" descr="CPU">
            <a:extLst>
              <a:ext uri="{FF2B5EF4-FFF2-40B4-BE49-F238E27FC236}">
                <a16:creationId xmlns:a16="http://schemas.microsoft.com/office/drawing/2014/main" id="{6080C4EA-7A88-1135-4811-794FFA05A17A}"/>
              </a:ext>
            </a:extLst>
          </p:cNvPr>
          <p:cNvGrpSpPr>
            <a:grpSpLocks noChangeAspect="1"/>
          </p:cNvGrpSpPr>
          <p:nvPr/>
        </p:nvGrpSpPr>
        <p:grpSpPr>
          <a:xfrm>
            <a:off x="10149338" y="2482332"/>
            <a:ext cx="1005948" cy="1005840"/>
            <a:chOff x="4486285" y="3178656"/>
            <a:chExt cx="600900" cy="600836"/>
          </a:xfrm>
          <a:solidFill>
            <a:schemeClr val="bg1"/>
          </a:solidFill>
        </p:grpSpPr>
        <p:sp>
          <p:nvSpPr>
            <p:cNvPr id="5" name="Picture Placeholder 98">
              <a:extLst>
                <a:ext uri="{FF2B5EF4-FFF2-40B4-BE49-F238E27FC236}">
                  <a16:creationId xmlns:a16="http://schemas.microsoft.com/office/drawing/2014/main" id="{61682B35-A8EC-03B6-994D-3B316E5D46CC}"/>
                </a:ext>
              </a:extLst>
            </p:cNvPr>
            <p:cNvSpPr/>
            <p:nvPr/>
          </p:nvSpPr>
          <p:spPr>
            <a:xfrm>
              <a:off x="4536440" y="3178656"/>
              <a:ext cx="500655" cy="550746"/>
            </a:xfrm>
            <a:custGeom>
              <a:avLst/>
              <a:gdLst>
                <a:gd name="connsiteX0" fmla="*/ 458470 w 500655"/>
                <a:gd name="connsiteY0" fmla="*/ 0 h 550746"/>
                <a:gd name="connsiteX1" fmla="*/ 442722 w 500655"/>
                <a:gd name="connsiteY1" fmla="*/ 0 h 550746"/>
                <a:gd name="connsiteX2" fmla="*/ 442722 w 500655"/>
                <a:gd name="connsiteY2" fmla="*/ 50091 h 550746"/>
                <a:gd name="connsiteX3" fmla="*/ 324958 w 500655"/>
                <a:gd name="connsiteY3" fmla="*/ 50091 h 550746"/>
                <a:gd name="connsiteX4" fmla="*/ 324958 w 500655"/>
                <a:gd name="connsiteY4" fmla="*/ 0 h 550746"/>
                <a:gd name="connsiteX5" fmla="*/ 309146 w 500655"/>
                <a:gd name="connsiteY5" fmla="*/ 0 h 550746"/>
                <a:gd name="connsiteX6" fmla="*/ 309146 w 500655"/>
                <a:gd name="connsiteY6" fmla="*/ 50091 h 550746"/>
                <a:gd name="connsiteX7" fmla="*/ 191446 w 500655"/>
                <a:gd name="connsiteY7" fmla="*/ 50091 h 550746"/>
                <a:gd name="connsiteX8" fmla="*/ 191446 w 500655"/>
                <a:gd name="connsiteY8" fmla="*/ 0 h 550746"/>
                <a:gd name="connsiteX9" fmla="*/ 175634 w 500655"/>
                <a:gd name="connsiteY9" fmla="*/ 0 h 550746"/>
                <a:gd name="connsiteX10" fmla="*/ 175634 w 500655"/>
                <a:gd name="connsiteY10" fmla="*/ 50091 h 550746"/>
                <a:gd name="connsiteX11" fmla="*/ 57933 w 500655"/>
                <a:gd name="connsiteY11" fmla="*/ 50091 h 550746"/>
                <a:gd name="connsiteX12" fmla="*/ 57933 w 500655"/>
                <a:gd name="connsiteY12" fmla="*/ 0 h 550746"/>
                <a:gd name="connsiteX13" fmla="*/ 42122 w 500655"/>
                <a:gd name="connsiteY13" fmla="*/ 0 h 550746"/>
                <a:gd name="connsiteX14" fmla="*/ 42122 w 500655"/>
                <a:gd name="connsiteY14" fmla="*/ 50091 h 550746"/>
                <a:gd name="connsiteX15" fmla="*/ 0 w 500655"/>
                <a:gd name="connsiteY15" fmla="*/ 50091 h 550746"/>
                <a:gd name="connsiteX16" fmla="*/ 0 w 500655"/>
                <a:gd name="connsiteY16" fmla="*/ 550746 h 550746"/>
                <a:gd name="connsiteX17" fmla="*/ 500655 w 500655"/>
                <a:gd name="connsiteY17" fmla="*/ 550746 h 550746"/>
                <a:gd name="connsiteX18" fmla="*/ 500655 w 500655"/>
                <a:gd name="connsiteY18" fmla="*/ 50091 h 550746"/>
                <a:gd name="connsiteX19" fmla="*/ 458470 w 500655"/>
                <a:gd name="connsiteY19" fmla="*/ 50091 h 550746"/>
                <a:gd name="connsiteX20" fmla="*/ 484844 w 500655"/>
                <a:gd name="connsiteY20" fmla="*/ 65902 h 550746"/>
                <a:gd name="connsiteX21" fmla="*/ 484844 w 500655"/>
                <a:gd name="connsiteY21" fmla="*/ 534935 h 550746"/>
                <a:gd name="connsiteX22" fmla="*/ 15748 w 500655"/>
                <a:gd name="connsiteY22" fmla="*/ 534935 h 550746"/>
                <a:gd name="connsiteX23" fmla="*/ 15748 w 500655"/>
                <a:gd name="connsiteY23" fmla="*/ 65902 h 55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00655" h="550746">
                  <a:moveTo>
                    <a:pt x="458470" y="0"/>
                  </a:moveTo>
                  <a:lnTo>
                    <a:pt x="442722" y="0"/>
                  </a:lnTo>
                  <a:lnTo>
                    <a:pt x="442722" y="50091"/>
                  </a:lnTo>
                  <a:lnTo>
                    <a:pt x="324958" y="50091"/>
                  </a:lnTo>
                  <a:lnTo>
                    <a:pt x="324958" y="0"/>
                  </a:lnTo>
                  <a:lnTo>
                    <a:pt x="309146" y="0"/>
                  </a:lnTo>
                  <a:lnTo>
                    <a:pt x="309146" y="50091"/>
                  </a:lnTo>
                  <a:lnTo>
                    <a:pt x="191446" y="50091"/>
                  </a:lnTo>
                  <a:lnTo>
                    <a:pt x="191446" y="0"/>
                  </a:lnTo>
                  <a:lnTo>
                    <a:pt x="175634" y="0"/>
                  </a:lnTo>
                  <a:lnTo>
                    <a:pt x="175634" y="50091"/>
                  </a:lnTo>
                  <a:lnTo>
                    <a:pt x="57933" y="50091"/>
                  </a:lnTo>
                  <a:lnTo>
                    <a:pt x="57933" y="0"/>
                  </a:lnTo>
                  <a:lnTo>
                    <a:pt x="42122" y="0"/>
                  </a:lnTo>
                  <a:lnTo>
                    <a:pt x="42122" y="50091"/>
                  </a:lnTo>
                  <a:lnTo>
                    <a:pt x="0" y="50091"/>
                  </a:lnTo>
                  <a:lnTo>
                    <a:pt x="0" y="550746"/>
                  </a:lnTo>
                  <a:lnTo>
                    <a:pt x="500655" y="550746"/>
                  </a:lnTo>
                  <a:lnTo>
                    <a:pt x="500655" y="50091"/>
                  </a:lnTo>
                  <a:lnTo>
                    <a:pt x="458470" y="50091"/>
                  </a:lnTo>
                  <a:close/>
                  <a:moveTo>
                    <a:pt x="484844" y="65902"/>
                  </a:moveTo>
                  <a:lnTo>
                    <a:pt x="484844" y="534935"/>
                  </a:lnTo>
                  <a:lnTo>
                    <a:pt x="15748" y="534935"/>
                  </a:lnTo>
                  <a:lnTo>
                    <a:pt x="15748" y="65902"/>
                  </a:lnTo>
                  <a:close/>
                </a:path>
              </a:pathLst>
            </a:custGeom>
            <a:grpFill/>
            <a:ln w="6271" cap="flat">
              <a:noFill/>
              <a:prstDash val="solid"/>
              <a:miter/>
            </a:ln>
          </p:spPr>
          <p:txBody>
            <a:bodyPr rtlCol="0" anchor="ctr"/>
            <a:lstStyle/>
            <a:p>
              <a:endParaRPr lang="en-US"/>
            </a:p>
          </p:txBody>
        </p:sp>
        <p:sp>
          <p:nvSpPr>
            <p:cNvPr id="10" name="Picture Placeholder 98">
              <a:extLst>
                <a:ext uri="{FF2B5EF4-FFF2-40B4-BE49-F238E27FC236}">
                  <a16:creationId xmlns:a16="http://schemas.microsoft.com/office/drawing/2014/main" id="{1E26B625-5C6F-9B8E-13AA-D7BDD055A933}"/>
                </a:ext>
              </a:extLst>
            </p:cNvPr>
            <p:cNvSpPr/>
            <p:nvPr/>
          </p:nvSpPr>
          <p:spPr>
            <a:xfrm>
              <a:off x="4578561" y="3729402"/>
              <a:ext cx="15811" cy="50090"/>
            </a:xfrm>
            <a:custGeom>
              <a:avLst/>
              <a:gdLst>
                <a:gd name="connsiteX0" fmla="*/ 0 w 15811"/>
                <a:gd name="connsiteY0" fmla="*/ 0 h 50090"/>
                <a:gd name="connsiteX1" fmla="*/ 15811 w 15811"/>
                <a:gd name="connsiteY1" fmla="*/ 0 h 50090"/>
                <a:gd name="connsiteX2" fmla="*/ 15811 w 15811"/>
                <a:gd name="connsiteY2" fmla="*/ 50091 h 50090"/>
                <a:gd name="connsiteX3" fmla="*/ 0 w 15811"/>
                <a:gd name="connsiteY3" fmla="*/ 50091 h 50090"/>
              </a:gdLst>
              <a:ahLst/>
              <a:cxnLst>
                <a:cxn ang="0">
                  <a:pos x="connsiteX0" y="connsiteY0"/>
                </a:cxn>
                <a:cxn ang="0">
                  <a:pos x="connsiteX1" y="connsiteY1"/>
                </a:cxn>
                <a:cxn ang="0">
                  <a:pos x="connsiteX2" y="connsiteY2"/>
                </a:cxn>
                <a:cxn ang="0">
                  <a:pos x="connsiteX3" y="connsiteY3"/>
                </a:cxn>
              </a:cxnLst>
              <a:rect l="l" t="t" r="r" b="b"/>
              <a:pathLst>
                <a:path w="15811" h="50090">
                  <a:moveTo>
                    <a:pt x="0" y="0"/>
                  </a:moveTo>
                  <a:lnTo>
                    <a:pt x="15811" y="0"/>
                  </a:lnTo>
                  <a:lnTo>
                    <a:pt x="15811" y="50091"/>
                  </a:lnTo>
                  <a:lnTo>
                    <a:pt x="0" y="50091"/>
                  </a:lnTo>
                  <a:close/>
                </a:path>
              </a:pathLst>
            </a:custGeom>
            <a:grpFill/>
            <a:ln w="6271" cap="flat">
              <a:noFill/>
              <a:prstDash val="solid"/>
              <a:miter/>
            </a:ln>
          </p:spPr>
          <p:txBody>
            <a:bodyPr rtlCol="0" anchor="ctr"/>
            <a:lstStyle/>
            <a:p>
              <a:endParaRPr lang="en-US"/>
            </a:p>
          </p:txBody>
        </p:sp>
        <p:sp>
          <p:nvSpPr>
            <p:cNvPr id="11" name="Picture Placeholder 98">
              <a:extLst>
                <a:ext uri="{FF2B5EF4-FFF2-40B4-BE49-F238E27FC236}">
                  <a16:creationId xmlns:a16="http://schemas.microsoft.com/office/drawing/2014/main" id="{746B4229-93CE-85C1-CF67-FC48DAB22350}"/>
                </a:ext>
              </a:extLst>
            </p:cNvPr>
            <p:cNvSpPr/>
            <p:nvPr/>
          </p:nvSpPr>
          <p:spPr>
            <a:xfrm>
              <a:off x="4979098" y="3729402"/>
              <a:ext cx="15811" cy="50090"/>
            </a:xfrm>
            <a:custGeom>
              <a:avLst/>
              <a:gdLst>
                <a:gd name="connsiteX0" fmla="*/ 0 w 15811"/>
                <a:gd name="connsiteY0" fmla="*/ 0 h 50090"/>
                <a:gd name="connsiteX1" fmla="*/ 15811 w 15811"/>
                <a:gd name="connsiteY1" fmla="*/ 0 h 50090"/>
                <a:gd name="connsiteX2" fmla="*/ 15811 w 15811"/>
                <a:gd name="connsiteY2" fmla="*/ 50091 h 50090"/>
                <a:gd name="connsiteX3" fmla="*/ 0 w 15811"/>
                <a:gd name="connsiteY3" fmla="*/ 50091 h 50090"/>
              </a:gdLst>
              <a:ahLst/>
              <a:cxnLst>
                <a:cxn ang="0">
                  <a:pos x="connsiteX0" y="connsiteY0"/>
                </a:cxn>
                <a:cxn ang="0">
                  <a:pos x="connsiteX1" y="connsiteY1"/>
                </a:cxn>
                <a:cxn ang="0">
                  <a:pos x="connsiteX2" y="connsiteY2"/>
                </a:cxn>
                <a:cxn ang="0">
                  <a:pos x="connsiteX3" y="connsiteY3"/>
                </a:cxn>
              </a:cxnLst>
              <a:rect l="l" t="t" r="r" b="b"/>
              <a:pathLst>
                <a:path w="15811" h="50090">
                  <a:moveTo>
                    <a:pt x="0" y="0"/>
                  </a:moveTo>
                  <a:lnTo>
                    <a:pt x="15811" y="0"/>
                  </a:lnTo>
                  <a:lnTo>
                    <a:pt x="15811" y="50091"/>
                  </a:lnTo>
                  <a:lnTo>
                    <a:pt x="0" y="50091"/>
                  </a:lnTo>
                  <a:close/>
                </a:path>
              </a:pathLst>
            </a:custGeom>
            <a:grpFill/>
            <a:ln w="6271" cap="flat">
              <a:noFill/>
              <a:prstDash val="solid"/>
              <a:miter/>
            </a:ln>
          </p:spPr>
          <p:txBody>
            <a:bodyPr rtlCol="0" anchor="ctr"/>
            <a:lstStyle/>
            <a:p>
              <a:endParaRPr lang="en-US"/>
            </a:p>
          </p:txBody>
        </p:sp>
        <p:sp>
          <p:nvSpPr>
            <p:cNvPr id="12" name="Picture Placeholder 98">
              <a:extLst>
                <a:ext uri="{FF2B5EF4-FFF2-40B4-BE49-F238E27FC236}">
                  <a16:creationId xmlns:a16="http://schemas.microsoft.com/office/drawing/2014/main" id="{06909530-6522-BAA4-1035-3884C1100C72}"/>
                </a:ext>
              </a:extLst>
            </p:cNvPr>
            <p:cNvSpPr/>
            <p:nvPr/>
          </p:nvSpPr>
          <p:spPr>
            <a:xfrm>
              <a:off x="4845586" y="3729402"/>
              <a:ext cx="15811" cy="50090"/>
            </a:xfrm>
            <a:custGeom>
              <a:avLst/>
              <a:gdLst>
                <a:gd name="connsiteX0" fmla="*/ 0 w 15811"/>
                <a:gd name="connsiteY0" fmla="*/ 0 h 50090"/>
                <a:gd name="connsiteX1" fmla="*/ 15811 w 15811"/>
                <a:gd name="connsiteY1" fmla="*/ 0 h 50090"/>
                <a:gd name="connsiteX2" fmla="*/ 15811 w 15811"/>
                <a:gd name="connsiteY2" fmla="*/ 50091 h 50090"/>
                <a:gd name="connsiteX3" fmla="*/ 0 w 15811"/>
                <a:gd name="connsiteY3" fmla="*/ 50091 h 50090"/>
              </a:gdLst>
              <a:ahLst/>
              <a:cxnLst>
                <a:cxn ang="0">
                  <a:pos x="connsiteX0" y="connsiteY0"/>
                </a:cxn>
                <a:cxn ang="0">
                  <a:pos x="connsiteX1" y="connsiteY1"/>
                </a:cxn>
                <a:cxn ang="0">
                  <a:pos x="connsiteX2" y="connsiteY2"/>
                </a:cxn>
                <a:cxn ang="0">
                  <a:pos x="connsiteX3" y="connsiteY3"/>
                </a:cxn>
              </a:cxnLst>
              <a:rect l="l" t="t" r="r" b="b"/>
              <a:pathLst>
                <a:path w="15811" h="50090">
                  <a:moveTo>
                    <a:pt x="0" y="0"/>
                  </a:moveTo>
                  <a:lnTo>
                    <a:pt x="15811" y="0"/>
                  </a:lnTo>
                  <a:lnTo>
                    <a:pt x="15811" y="50091"/>
                  </a:lnTo>
                  <a:lnTo>
                    <a:pt x="0" y="50091"/>
                  </a:lnTo>
                  <a:close/>
                </a:path>
              </a:pathLst>
            </a:custGeom>
            <a:grpFill/>
            <a:ln w="6271" cap="flat">
              <a:noFill/>
              <a:prstDash val="solid"/>
              <a:miter/>
            </a:ln>
          </p:spPr>
          <p:txBody>
            <a:bodyPr rtlCol="0" anchor="ctr"/>
            <a:lstStyle/>
            <a:p>
              <a:endParaRPr lang="en-US"/>
            </a:p>
          </p:txBody>
        </p:sp>
        <p:sp>
          <p:nvSpPr>
            <p:cNvPr id="13" name="Picture Placeholder 98">
              <a:extLst>
                <a:ext uri="{FF2B5EF4-FFF2-40B4-BE49-F238E27FC236}">
                  <a16:creationId xmlns:a16="http://schemas.microsoft.com/office/drawing/2014/main" id="{C79AFF0B-1667-0487-9ECF-92AC70E6D9B6}"/>
                </a:ext>
              </a:extLst>
            </p:cNvPr>
            <p:cNvSpPr/>
            <p:nvPr/>
          </p:nvSpPr>
          <p:spPr>
            <a:xfrm>
              <a:off x="4712074" y="3729402"/>
              <a:ext cx="15811" cy="50090"/>
            </a:xfrm>
            <a:custGeom>
              <a:avLst/>
              <a:gdLst>
                <a:gd name="connsiteX0" fmla="*/ 0 w 15811"/>
                <a:gd name="connsiteY0" fmla="*/ 0 h 50090"/>
                <a:gd name="connsiteX1" fmla="*/ 15812 w 15811"/>
                <a:gd name="connsiteY1" fmla="*/ 0 h 50090"/>
                <a:gd name="connsiteX2" fmla="*/ 15812 w 15811"/>
                <a:gd name="connsiteY2" fmla="*/ 50091 h 50090"/>
                <a:gd name="connsiteX3" fmla="*/ 0 w 15811"/>
                <a:gd name="connsiteY3" fmla="*/ 50091 h 50090"/>
              </a:gdLst>
              <a:ahLst/>
              <a:cxnLst>
                <a:cxn ang="0">
                  <a:pos x="connsiteX0" y="connsiteY0"/>
                </a:cxn>
                <a:cxn ang="0">
                  <a:pos x="connsiteX1" y="connsiteY1"/>
                </a:cxn>
                <a:cxn ang="0">
                  <a:pos x="connsiteX2" y="connsiteY2"/>
                </a:cxn>
                <a:cxn ang="0">
                  <a:pos x="connsiteX3" y="connsiteY3"/>
                </a:cxn>
              </a:cxnLst>
              <a:rect l="l" t="t" r="r" b="b"/>
              <a:pathLst>
                <a:path w="15811" h="50090">
                  <a:moveTo>
                    <a:pt x="0" y="0"/>
                  </a:moveTo>
                  <a:lnTo>
                    <a:pt x="15812" y="0"/>
                  </a:lnTo>
                  <a:lnTo>
                    <a:pt x="15812" y="50091"/>
                  </a:lnTo>
                  <a:lnTo>
                    <a:pt x="0" y="50091"/>
                  </a:lnTo>
                  <a:close/>
                </a:path>
              </a:pathLst>
            </a:custGeom>
            <a:grpFill/>
            <a:ln w="6271" cap="flat">
              <a:noFill/>
              <a:prstDash val="solid"/>
              <a:miter/>
            </a:ln>
          </p:spPr>
          <p:txBody>
            <a:bodyPr rtlCol="0" anchor="ctr"/>
            <a:lstStyle/>
            <a:p>
              <a:endParaRPr lang="en-US"/>
            </a:p>
          </p:txBody>
        </p:sp>
        <p:sp>
          <p:nvSpPr>
            <p:cNvPr id="14" name="Picture Placeholder 98">
              <a:extLst>
                <a:ext uri="{FF2B5EF4-FFF2-40B4-BE49-F238E27FC236}">
                  <a16:creationId xmlns:a16="http://schemas.microsoft.com/office/drawing/2014/main" id="{E59F1E0A-51B2-0EBF-0079-8B6402AA1807}"/>
                </a:ext>
              </a:extLst>
            </p:cNvPr>
            <p:cNvSpPr/>
            <p:nvPr/>
          </p:nvSpPr>
          <p:spPr>
            <a:xfrm>
              <a:off x="5037095" y="3270868"/>
              <a:ext cx="50090" cy="15811"/>
            </a:xfrm>
            <a:custGeom>
              <a:avLst/>
              <a:gdLst>
                <a:gd name="connsiteX0" fmla="*/ 0 w 50090"/>
                <a:gd name="connsiteY0" fmla="*/ 0 h 15811"/>
                <a:gd name="connsiteX1" fmla="*/ 50091 w 50090"/>
                <a:gd name="connsiteY1" fmla="*/ 0 h 15811"/>
                <a:gd name="connsiteX2" fmla="*/ 50091 w 50090"/>
                <a:gd name="connsiteY2" fmla="*/ 15812 h 15811"/>
                <a:gd name="connsiteX3" fmla="*/ 0 w 50090"/>
                <a:gd name="connsiteY3" fmla="*/ 15812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2"/>
                  </a:lnTo>
                  <a:lnTo>
                    <a:pt x="0" y="15812"/>
                  </a:lnTo>
                  <a:close/>
                </a:path>
              </a:pathLst>
            </a:custGeom>
            <a:grpFill/>
            <a:ln w="6271" cap="flat">
              <a:noFill/>
              <a:prstDash val="solid"/>
              <a:miter/>
            </a:ln>
          </p:spPr>
          <p:txBody>
            <a:bodyPr rtlCol="0" anchor="ctr"/>
            <a:lstStyle/>
            <a:p>
              <a:endParaRPr lang="en-US"/>
            </a:p>
          </p:txBody>
        </p:sp>
        <p:sp>
          <p:nvSpPr>
            <p:cNvPr id="15" name="Picture Placeholder 98">
              <a:extLst>
                <a:ext uri="{FF2B5EF4-FFF2-40B4-BE49-F238E27FC236}">
                  <a16:creationId xmlns:a16="http://schemas.microsoft.com/office/drawing/2014/main" id="{C09D2CD0-6FF6-315F-2A0F-8A70C0C25B88}"/>
                </a:ext>
              </a:extLst>
            </p:cNvPr>
            <p:cNvSpPr/>
            <p:nvPr/>
          </p:nvSpPr>
          <p:spPr>
            <a:xfrm>
              <a:off x="5037095" y="3671468"/>
              <a:ext cx="50090" cy="15811"/>
            </a:xfrm>
            <a:custGeom>
              <a:avLst/>
              <a:gdLst>
                <a:gd name="connsiteX0" fmla="*/ 0 w 50090"/>
                <a:gd name="connsiteY0" fmla="*/ 0 h 15811"/>
                <a:gd name="connsiteX1" fmla="*/ 50091 w 50090"/>
                <a:gd name="connsiteY1" fmla="*/ 0 h 15811"/>
                <a:gd name="connsiteX2" fmla="*/ 50091 w 50090"/>
                <a:gd name="connsiteY2" fmla="*/ 15811 h 15811"/>
                <a:gd name="connsiteX3" fmla="*/ 0 w 500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1"/>
                  </a:lnTo>
                  <a:lnTo>
                    <a:pt x="0" y="15811"/>
                  </a:lnTo>
                  <a:close/>
                </a:path>
              </a:pathLst>
            </a:custGeom>
            <a:grpFill/>
            <a:ln w="6271" cap="flat">
              <a:noFill/>
              <a:prstDash val="solid"/>
              <a:miter/>
            </a:ln>
          </p:spPr>
          <p:txBody>
            <a:bodyPr rtlCol="0" anchor="ctr"/>
            <a:lstStyle/>
            <a:p>
              <a:endParaRPr lang="en-US"/>
            </a:p>
          </p:txBody>
        </p:sp>
        <p:sp>
          <p:nvSpPr>
            <p:cNvPr id="23" name="Picture Placeholder 98">
              <a:extLst>
                <a:ext uri="{FF2B5EF4-FFF2-40B4-BE49-F238E27FC236}">
                  <a16:creationId xmlns:a16="http://schemas.microsoft.com/office/drawing/2014/main" id="{C394C6D1-9EA7-ECE2-303E-510FD3BED9DE}"/>
                </a:ext>
              </a:extLst>
            </p:cNvPr>
            <p:cNvSpPr/>
            <p:nvPr/>
          </p:nvSpPr>
          <p:spPr>
            <a:xfrm>
              <a:off x="5037095" y="3537956"/>
              <a:ext cx="50090" cy="15811"/>
            </a:xfrm>
            <a:custGeom>
              <a:avLst/>
              <a:gdLst>
                <a:gd name="connsiteX0" fmla="*/ 0 w 50090"/>
                <a:gd name="connsiteY0" fmla="*/ 0 h 15811"/>
                <a:gd name="connsiteX1" fmla="*/ 50091 w 50090"/>
                <a:gd name="connsiteY1" fmla="*/ 0 h 15811"/>
                <a:gd name="connsiteX2" fmla="*/ 50091 w 50090"/>
                <a:gd name="connsiteY2" fmla="*/ 15811 h 15811"/>
                <a:gd name="connsiteX3" fmla="*/ 0 w 500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1"/>
                  </a:lnTo>
                  <a:lnTo>
                    <a:pt x="0" y="15811"/>
                  </a:lnTo>
                  <a:close/>
                </a:path>
              </a:pathLst>
            </a:custGeom>
            <a:grpFill/>
            <a:ln w="6271" cap="flat">
              <a:noFill/>
              <a:prstDash val="solid"/>
              <a:miter/>
            </a:ln>
          </p:spPr>
          <p:txBody>
            <a:bodyPr rtlCol="0" anchor="ctr"/>
            <a:lstStyle/>
            <a:p>
              <a:endParaRPr lang="en-US"/>
            </a:p>
          </p:txBody>
        </p:sp>
        <p:sp>
          <p:nvSpPr>
            <p:cNvPr id="24" name="Picture Placeholder 98">
              <a:extLst>
                <a:ext uri="{FF2B5EF4-FFF2-40B4-BE49-F238E27FC236}">
                  <a16:creationId xmlns:a16="http://schemas.microsoft.com/office/drawing/2014/main" id="{6C3BB726-C90C-9FE9-00D7-10147AB0C0C0}"/>
                </a:ext>
              </a:extLst>
            </p:cNvPr>
            <p:cNvSpPr/>
            <p:nvPr/>
          </p:nvSpPr>
          <p:spPr>
            <a:xfrm>
              <a:off x="5037095" y="3404381"/>
              <a:ext cx="50090" cy="15811"/>
            </a:xfrm>
            <a:custGeom>
              <a:avLst/>
              <a:gdLst>
                <a:gd name="connsiteX0" fmla="*/ 0 w 50090"/>
                <a:gd name="connsiteY0" fmla="*/ 0 h 15811"/>
                <a:gd name="connsiteX1" fmla="*/ 50091 w 50090"/>
                <a:gd name="connsiteY1" fmla="*/ 0 h 15811"/>
                <a:gd name="connsiteX2" fmla="*/ 50091 w 50090"/>
                <a:gd name="connsiteY2" fmla="*/ 15812 h 15811"/>
                <a:gd name="connsiteX3" fmla="*/ 0 w 50090"/>
                <a:gd name="connsiteY3" fmla="*/ 15812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2"/>
                  </a:lnTo>
                  <a:lnTo>
                    <a:pt x="0" y="15812"/>
                  </a:lnTo>
                  <a:close/>
                </a:path>
              </a:pathLst>
            </a:custGeom>
            <a:grpFill/>
            <a:ln w="6271" cap="flat">
              <a:noFill/>
              <a:prstDash val="solid"/>
              <a:miter/>
            </a:ln>
          </p:spPr>
          <p:txBody>
            <a:bodyPr rtlCol="0" anchor="ctr"/>
            <a:lstStyle/>
            <a:p>
              <a:endParaRPr lang="en-US"/>
            </a:p>
          </p:txBody>
        </p:sp>
        <p:sp>
          <p:nvSpPr>
            <p:cNvPr id="25" name="Picture Placeholder 98">
              <a:extLst>
                <a:ext uri="{FF2B5EF4-FFF2-40B4-BE49-F238E27FC236}">
                  <a16:creationId xmlns:a16="http://schemas.microsoft.com/office/drawing/2014/main" id="{057C7D83-641A-3E64-8F0C-0318D77D7098}"/>
                </a:ext>
              </a:extLst>
            </p:cNvPr>
            <p:cNvSpPr/>
            <p:nvPr/>
          </p:nvSpPr>
          <p:spPr>
            <a:xfrm>
              <a:off x="4486285" y="3270868"/>
              <a:ext cx="50090" cy="15811"/>
            </a:xfrm>
            <a:custGeom>
              <a:avLst/>
              <a:gdLst>
                <a:gd name="connsiteX0" fmla="*/ 0 w 50090"/>
                <a:gd name="connsiteY0" fmla="*/ 0 h 15811"/>
                <a:gd name="connsiteX1" fmla="*/ 50091 w 50090"/>
                <a:gd name="connsiteY1" fmla="*/ 0 h 15811"/>
                <a:gd name="connsiteX2" fmla="*/ 50091 w 50090"/>
                <a:gd name="connsiteY2" fmla="*/ 15812 h 15811"/>
                <a:gd name="connsiteX3" fmla="*/ 0 w 50090"/>
                <a:gd name="connsiteY3" fmla="*/ 15812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2"/>
                  </a:lnTo>
                  <a:lnTo>
                    <a:pt x="0" y="15812"/>
                  </a:lnTo>
                  <a:close/>
                </a:path>
              </a:pathLst>
            </a:custGeom>
            <a:grpFill/>
            <a:ln w="6271" cap="flat">
              <a:noFill/>
              <a:prstDash val="solid"/>
              <a:miter/>
            </a:ln>
          </p:spPr>
          <p:txBody>
            <a:bodyPr rtlCol="0" anchor="ctr"/>
            <a:lstStyle/>
            <a:p>
              <a:endParaRPr lang="en-US"/>
            </a:p>
          </p:txBody>
        </p:sp>
        <p:sp>
          <p:nvSpPr>
            <p:cNvPr id="26" name="Picture Placeholder 98">
              <a:extLst>
                <a:ext uri="{FF2B5EF4-FFF2-40B4-BE49-F238E27FC236}">
                  <a16:creationId xmlns:a16="http://schemas.microsoft.com/office/drawing/2014/main" id="{B7022B9C-806A-5BC7-6200-1E8BF9C1F497}"/>
                </a:ext>
              </a:extLst>
            </p:cNvPr>
            <p:cNvSpPr/>
            <p:nvPr/>
          </p:nvSpPr>
          <p:spPr>
            <a:xfrm>
              <a:off x="4486285" y="3671468"/>
              <a:ext cx="50090" cy="15811"/>
            </a:xfrm>
            <a:custGeom>
              <a:avLst/>
              <a:gdLst>
                <a:gd name="connsiteX0" fmla="*/ 0 w 50090"/>
                <a:gd name="connsiteY0" fmla="*/ 0 h 15811"/>
                <a:gd name="connsiteX1" fmla="*/ 50091 w 50090"/>
                <a:gd name="connsiteY1" fmla="*/ 0 h 15811"/>
                <a:gd name="connsiteX2" fmla="*/ 50091 w 50090"/>
                <a:gd name="connsiteY2" fmla="*/ 15811 h 15811"/>
                <a:gd name="connsiteX3" fmla="*/ 0 w 500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1"/>
                  </a:lnTo>
                  <a:lnTo>
                    <a:pt x="0" y="15811"/>
                  </a:lnTo>
                  <a:close/>
                </a:path>
              </a:pathLst>
            </a:custGeom>
            <a:grpFill/>
            <a:ln w="6271" cap="flat">
              <a:noFill/>
              <a:prstDash val="solid"/>
              <a:miter/>
            </a:ln>
          </p:spPr>
          <p:txBody>
            <a:bodyPr rtlCol="0" anchor="ctr"/>
            <a:lstStyle/>
            <a:p>
              <a:endParaRPr lang="en-US"/>
            </a:p>
          </p:txBody>
        </p:sp>
        <p:sp>
          <p:nvSpPr>
            <p:cNvPr id="27" name="Picture Placeholder 98">
              <a:extLst>
                <a:ext uri="{FF2B5EF4-FFF2-40B4-BE49-F238E27FC236}">
                  <a16:creationId xmlns:a16="http://schemas.microsoft.com/office/drawing/2014/main" id="{298CE465-569A-6440-8C05-C0F26279F4E9}"/>
                </a:ext>
              </a:extLst>
            </p:cNvPr>
            <p:cNvSpPr/>
            <p:nvPr/>
          </p:nvSpPr>
          <p:spPr>
            <a:xfrm>
              <a:off x="4486285" y="3537956"/>
              <a:ext cx="50090" cy="15811"/>
            </a:xfrm>
            <a:custGeom>
              <a:avLst/>
              <a:gdLst>
                <a:gd name="connsiteX0" fmla="*/ 0 w 50090"/>
                <a:gd name="connsiteY0" fmla="*/ 0 h 15811"/>
                <a:gd name="connsiteX1" fmla="*/ 50091 w 50090"/>
                <a:gd name="connsiteY1" fmla="*/ 0 h 15811"/>
                <a:gd name="connsiteX2" fmla="*/ 50091 w 50090"/>
                <a:gd name="connsiteY2" fmla="*/ 15811 h 15811"/>
                <a:gd name="connsiteX3" fmla="*/ 0 w 500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1"/>
                  </a:lnTo>
                  <a:lnTo>
                    <a:pt x="0" y="15811"/>
                  </a:lnTo>
                  <a:close/>
                </a:path>
              </a:pathLst>
            </a:custGeom>
            <a:grpFill/>
            <a:ln w="6271" cap="flat">
              <a:noFill/>
              <a:prstDash val="solid"/>
              <a:miter/>
            </a:ln>
          </p:spPr>
          <p:txBody>
            <a:bodyPr rtlCol="0" anchor="ctr"/>
            <a:lstStyle/>
            <a:p>
              <a:endParaRPr lang="en-US"/>
            </a:p>
          </p:txBody>
        </p:sp>
        <p:sp>
          <p:nvSpPr>
            <p:cNvPr id="28" name="Picture Placeholder 98">
              <a:extLst>
                <a:ext uri="{FF2B5EF4-FFF2-40B4-BE49-F238E27FC236}">
                  <a16:creationId xmlns:a16="http://schemas.microsoft.com/office/drawing/2014/main" id="{D1262403-4BA2-BA50-1019-AF28B2881200}"/>
                </a:ext>
              </a:extLst>
            </p:cNvPr>
            <p:cNvSpPr/>
            <p:nvPr/>
          </p:nvSpPr>
          <p:spPr>
            <a:xfrm>
              <a:off x="4486285" y="3404381"/>
              <a:ext cx="50090" cy="15811"/>
            </a:xfrm>
            <a:custGeom>
              <a:avLst/>
              <a:gdLst>
                <a:gd name="connsiteX0" fmla="*/ 0 w 50090"/>
                <a:gd name="connsiteY0" fmla="*/ 0 h 15811"/>
                <a:gd name="connsiteX1" fmla="*/ 50091 w 50090"/>
                <a:gd name="connsiteY1" fmla="*/ 0 h 15811"/>
                <a:gd name="connsiteX2" fmla="*/ 50091 w 50090"/>
                <a:gd name="connsiteY2" fmla="*/ 15812 h 15811"/>
                <a:gd name="connsiteX3" fmla="*/ 0 w 50090"/>
                <a:gd name="connsiteY3" fmla="*/ 15812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2"/>
                  </a:lnTo>
                  <a:lnTo>
                    <a:pt x="0" y="15812"/>
                  </a:lnTo>
                  <a:close/>
                </a:path>
              </a:pathLst>
            </a:custGeom>
            <a:grpFill/>
            <a:ln w="6271" cap="flat">
              <a:noFill/>
              <a:prstDash val="solid"/>
              <a:miter/>
            </a:ln>
          </p:spPr>
          <p:txBody>
            <a:bodyPr rtlCol="0" anchor="ctr"/>
            <a:lstStyle/>
            <a:p>
              <a:endParaRPr lang="en-US"/>
            </a:p>
          </p:txBody>
        </p:sp>
        <p:sp>
          <p:nvSpPr>
            <p:cNvPr id="29" name="Picture Placeholder 98">
              <a:extLst>
                <a:ext uri="{FF2B5EF4-FFF2-40B4-BE49-F238E27FC236}">
                  <a16:creationId xmlns:a16="http://schemas.microsoft.com/office/drawing/2014/main" id="{04051676-E17E-6BCD-3BD0-F41A56CBB487}"/>
                </a:ext>
              </a:extLst>
            </p:cNvPr>
            <p:cNvSpPr/>
            <p:nvPr/>
          </p:nvSpPr>
          <p:spPr>
            <a:xfrm>
              <a:off x="4595891" y="3611195"/>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0" name="Picture Placeholder 98">
              <a:extLst>
                <a:ext uri="{FF2B5EF4-FFF2-40B4-BE49-F238E27FC236}">
                  <a16:creationId xmlns:a16="http://schemas.microsoft.com/office/drawing/2014/main" id="{834E7FD7-58C1-5020-3DF9-E9F10E4E2AF4}"/>
                </a:ext>
              </a:extLst>
            </p:cNvPr>
            <p:cNvSpPr/>
            <p:nvPr/>
          </p:nvSpPr>
          <p:spPr>
            <a:xfrm>
              <a:off x="4703535" y="3611195"/>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1" name="Picture Placeholder 98">
              <a:extLst>
                <a:ext uri="{FF2B5EF4-FFF2-40B4-BE49-F238E27FC236}">
                  <a16:creationId xmlns:a16="http://schemas.microsoft.com/office/drawing/2014/main" id="{DFEC0939-AE07-8713-3B82-18FA75F8A789}"/>
                </a:ext>
              </a:extLst>
            </p:cNvPr>
            <p:cNvSpPr/>
            <p:nvPr/>
          </p:nvSpPr>
          <p:spPr>
            <a:xfrm>
              <a:off x="4811180" y="3611195"/>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2" name="Picture Placeholder 98">
              <a:extLst>
                <a:ext uri="{FF2B5EF4-FFF2-40B4-BE49-F238E27FC236}">
                  <a16:creationId xmlns:a16="http://schemas.microsoft.com/office/drawing/2014/main" id="{CC580DAC-02BB-2BF3-DE19-7007FEB36D64}"/>
                </a:ext>
              </a:extLst>
            </p:cNvPr>
            <p:cNvSpPr/>
            <p:nvPr/>
          </p:nvSpPr>
          <p:spPr>
            <a:xfrm>
              <a:off x="4703535" y="3278774"/>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3" name="Picture Placeholder 98">
              <a:extLst>
                <a:ext uri="{FF2B5EF4-FFF2-40B4-BE49-F238E27FC236}">
                  <a16:creationId xmlns:a16="http://schemas.microsoft.com/office/drawing/2014/main" id="{A83042D9-CC56-8E0D-2C64-B4B5C924A169}"/>
                </a:ext>
              </a:extLst>
            </p:cNvPr>
            <p:cNvSpPr/>
            <p:nvPr/>
          </p:nvSpPr>
          <p:spPr>
            <a:xfrm>
              <a:off x="4811180" y="3278774"/>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4" name="Picture Placeholder 98">
              <a:extLst>
                <a:ext uri="{FF2B5EF4-FFF2-40B4-BE49-F238E27FC236}">
                  <a16:creationId xmlns:a16="http://schemas.microsoft.com/office/drawing/2014/main" id="{4C20AFD7-618E-4A1C-69B0-22428D739298}"/>
                </a:ext>
              </a:extLst>
            </p:cNvPr>
            <p:cNvSpPr/>
            <p:nvPr/>
          </p:nvSpPr>
          <p:spPr>
            <a:xfrm>
              <a:off x="4918825" y="3278774"/>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5" name="Picture Placeholder 98">
              <a:extLst>
                <a:ext uri="{FF2B5EF4-FFF2-40B4-BE49-F238E27FC236}">
                  <a16:creationId xmlns:a16="http://schemas.microsoft.com/office/drawing/2014/main" id="{E29189F8-B28A-0F7E-D0E0-9622EDCAFB36}"/>
                </a:ext>
              </a:extLst>
            </p:cNvPr>
            <p:cNvSpPr/>
            <p:nvPr/>
          </p:nvSpPr>
          <p:spPr>
            <a:xfrm>
              <a:off x="4595891" y="3278774"/>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6" name="Picture Placeholder 98">
              <a:extLst>
                <a:ext uri="{FF2B5EF4-FFF2-40B4-BE49-F238E27FC236}">
                  <a16:creationId xmlns:a16="http://schemas.microsoft.com/office/drawing/2014/main" id="{D08E5D24-CF6A-E2DB-5074-7864077211F5}"/>
                </a:ext>
              </a:extLst>
            </p:cNvPr>
            <p:cNvSpPr/>
            <p:nvPr/>
          </p:nvSpPr>
          <p:spPr>
            <a:xfrm>
              <a:off x="4918825" y="3611195"/>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7" name="Picture Placeholder 98">
              <a:extLst>
                <a:ext uri="{FF2B5EF4-FFF2-40B4-BE49-F238E27FC236}">
                  <a16:creationId xmlns:a16="http://schemas.microsoft.com/office/drawing/2014/main" id="{2B8085A8-F79E-7934-2999-ACDC190A413F}"/>
                </a:ext>
              </a:extLst>
            </p:cNvPr>
            <p:cNvSpPr/>
            <p:nvPr/>
          </p:nvSpPr>
          <p:spPr>
            <a:xfrm>
              <a:off x="4595891" y="3389581"/>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8" name="Picture Placeholder 98">
              <a:extLst>
                <a:ext uri="{FF2B5EF4-FFF2-40B4-BE49-F238E27FC236}">
                  <a16:creationId xmlns:a16="http://schemas.microsoft.com/office/drawing/2014/main" id="{2F3BD20A-1A04-63E0-65E6-3CB2F24FB90A}"/>
                </a:ext>
              </a:extLst>
            </p:cNvPr>
            <p:cNvSpPr/>
            <p:nvPr/>
          </p:nvSpPr>
          <p:spPr>
            <a:xfrm>
              <a:off x="4595891" y="3500388"/>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9" name="Picture Placeholder 98">
              <a:extLst>
                <a:ext uri="{FF2B5EF4-FFF2-40B4-BE49-F238E27FC236}">
                  <a16:creationId xmlns:a16="http://schemas.microsoft.com/office/drawing/2014/main" id="{6703F5F0-5F8D-3FA6-59D0-3718F4730BED}"/>
                </a:ext>
              </a:extLst>
            </p:cNvPr>
            <p:cNvSpPr/>
            <p:nvPr/>
          </p:nvSpPr>
          <p:spPr>
            <a:xfrm>
              <a:off x="4918825" y="3389581"/>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40" name="Picture Placeholder 98">
              <a:extLst>
                <a:ext uri="{FF2B5EF4-FFF2-40B4-BE49-F238E27FC236}">
                  <a16:creationId xmlns:a16="http://schemas.microsoft.com/office/drawing/2014/main" id="{39129B3F-2895-72F3-B0F3-C943DF24D450}"/>
                </a:ext>
              </a:extLst>
            </p:cNvPr>
            <p:cNvSpPr/>
            <p:nvPr/>
          </p:nvSpPr>
          <p:spPr>
            <a:xfrm>
              <a:off x="4918825" y="3500388"/>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grpSp>
      <p:grpSp>
        <p:nvGrpSpPr>
          <p:cNvPr id="41" name="Group 40" descr="VM Server&#10;">
            <a:extLst>
              <a:ext uri="{FF2B5EF4-FFF2-40B4-BE49-F238E27FC236}">
                <a16:creationId xmlns:a16="http://schemas.microsoft.com/office/drawing/2014/main" id="{1A14228C-7DA7-6E0C-9CD7-D9DAAD821399}"/>
              </a:ext>
            </a:extLst>
          </p:cNvPr>
          <p:cNvGrpSpPr>
            <a:grpSpLocks noChangeAspect="1"/>
          </p:cNvGrpSpPr>
          <p:nvPr/>
        </p:nvGrpSpPr>
        <p:grpSpPr>
          <a:xfrm>
            <a:off x="5563528" y="2517444"/>
            <a:ext cx="1097280" cy="953710"/>
            <a:chOff x="8441157" y="1972865"/>
            <a:chExt cx="603239" cy="524309"/>
          </a:xfrm>
          <a:solidFill>
            <a:schemeClr val="bg1"/>
          </a:solidFill>
        </p:grpSpPr>
        <p:sp>
          <p:nvSpPr>
            <p:cNvPr id="42" name="Picture Placeholder 89">
              <a:extLst>
                <a:ext uri="{FF2B5EF4-FFF2-40B4-BE49-F238E27FC236}">
                  <a16:creationId xmlns:a16="http://schemas.microsoft.com/office/drawing/2014/main" id="{B766A22C-49D6-1344-2A98-D3298A15C51A}"/>
                </a:ext>
              </a:extLst>
            </p:cNvPr>
            <p:cNvSpPr/>
            <p:nvPr/>
          </p:nvSpPr>
          <p:spPr>
            <a:xfrm>
              <a:off x="8472337" y="2037249"/>
              <a:ext cx="39908" cy="39149"/>
            </a:xfrm>
            <a:custGeom>
              <a:avLst/>
              <a:gdLst>
                <a:gd name="connsiteX0" fmla="*/ 39908 w 39908"/>
                <a:gd name="connsiteY0" fmla="*/ 0 h 39149"/>
                <a:gd name="connsiteX1" fmla="*/ 23148 w 39908"/>
                <a:gd name="connsiteY1" fmla="*/ 39149 h 39149"/>
                <a:gd name="connsiteX2" fmla="*/ 16823 w 39908"/>
                <a:gd name="connsiteY2" fmla="*/ 39149 h 39149"/>
                <a:gd name="connsiteX3" fmla="*/ 0 w 39908"/>
                <a:gd name="connsiteY3" fmla="*/ 0 h 39149"/>
                <a:gd name="connsiteX4" fmla="*/ 6325 w 39908"/>
                <a:gd name="connsiteY4" fmla="*/ 0 h 39149"/>
                <a:gd name="connsiteX5" fmla="*/ 19922 w 39908"/>
                <a:gd name="connsiteY5" fmla="*/ 31623 h 39149"/>
                <a:gd name="connsiteX6" fmla="*/ 33584 w 39908"/>
                <a:gd name="connsiteY6" fmla="*/ 0 h 39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08" h="39149">
                  <a:moveTo>
                    <a:pt x="39908" y="0"/>
                  </a:moveTo>
                  <a:lnTo>
                    <a:pt x="23148" y="39149"/>
                  </a:lnTo>
                  <a:lnTo>
                    <a:pt x="16823" y="39149"/>
                  </a:lnTo>
                  <a:lnTo>
                    <a:pt x="0" y="0"/>
                  </a:lnTo>
                  <a:lnTo>
                    <a:pt x="6325" y="0"/>
                  </a:lnTo>
                  <a:lnTo>
                    <a:pt x="19922" y="31623"/>
                  </a:lnTo>
                  <a:lnTo>
                    <a:pt x="33584" y="0"/>
                  </a:lnTo>
                  <a:close/>
                </a:path>
              </a:pathLst>
            </a:custGeom>
            <a:grpFill/>
            <a:ln w="6271" cap="flat">
              <a:noFill/>
              <a:prstDash val="solid"/>
              <a:miter/>
            </a:ln>
          </p:spPr>
          <p:txBody>
            <a:bodyPr rtlCol="0" anchor="ctr"/>
            <a:lstStyle/>
            <a:p>
              <a:endParaRPr lang="en-US"/>
            </a:p>
          </p:txBody>
        </p:sp>
        <p:sp>
          <p:nvSpPr>
            <p:cNvPr id="43" name="Picture Placeholder 89">
              <a:extLst>
                <a:ext uri="{FF2B5EF4-FFF2-40B4-BE49-F238E27FC236}">
                  <a16:creationId xmlns:a16="http://schemas.microsoft.com/office/drawing/2014/main" id="{E6F45D00-D664-6E46-A951-068EF055F617}"/>
                </a:ext>
              </a:extLst>
            </p:cNvPr>
            <p:cNvSpPr/>
            <p:nvPr/>
          </p:nvSpPr>
          <p:spPr>
            <a:xfrm>
              <a:off x="8520404" y="2037249"/>
              <a:ext cx="38959" cy="39149"/>
            </a:xfrm>
            <a:custGeom>
              <a:avLst/>
              <a:gdLst>
                <a:gd name="connsiteX0" fmla="*/ 0 w 38959"/>
                <a:gd name="connsiteY0" fmla="*/ 0 h 39149"/>
                <a:gd name="connsiteX1" fmla="*/ 5755 w 38959"/>
                <a:gd name="connsiteY1" fmla="*/ 0 h 39149"/>
                <a:gd name="connsiteX2" fmla="*/ 19480 w 38959"/>
                <a:gd name="connsiteY2" fmla="*/ 25298 h 39149"/>
                <a:gd name="connsiteX3" fmla="*/ 33204 w 38959"/>
                <a:gd name="connsiteY3" fmla="*/ 0 h 39149"/>
                <a:gd name="connsiteX4" fmla="*/ 38960 w 38959"/>
                <a:gd name="connsiteY4" fmla="*/ 0 h 39149"/>
                <a:gd name="connsiteX5" fmla="*/ 38960 w 38959"/>
                <a:gd name="connsiteY5" fmla="*/ 39149 h 39149"/>
                <a:gd name="connsiteX6" fmla="*/ 33204 w 38959"/>
                <a:gd name="connsiteY6" fmla="*/ 39149 h 39149"/>
                <a:gd name="connsiteX7" fmla="*/ 33204 w 38959"/>
                <a:gd name="connsiteY7" fmla="*/ 11258 h 39149"/>
                <a:gd name="connsiteX8" fmla="*/ 19480 w 38959"/>
                <a:gd name="connsiteY8" fmla="*/ 36556 h 39149"/>
                <a:gd name="connsiteX9" fmla="*/ 5755 w 38959"/>
                <a:gd name="connsiteY9" fmla="*/ 11258 h 39149"/>
                <a:gd name="connsiteX10" fmla="*/ 5755 w 38959"/>
                <a:gd name="connsiteY10" fmla="*/ 39149 h 39149"/>
                <a:gd name="connsiteX11" fmla="*/ 0 w 38959"/>
                <a:gd name="connsiteY11" fmla="*/ 39149 h 39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959" h="39149">
                  <a:moveTo>
                    <a:pt x="0" y="0"/>
                  </a:moveTo>
                  <a:lnTo>
                    <a:pt x="5755" y="0"/>
                  </a:lnTo>
                  <a:lnTo>
                    <a:pt x="19480" y="25298"/>
                  </a:lnTo>
                  <a:lnTo>
                    <a:pt x="33204" y="0"/>
                  </a:lnTo>
                  <a:lnTo>
                    <a:pt x="38960" y="0"/>
                  </a:lnTo>
                  <a:lnTo>
                    <a:pt x="38960" y="39149"/>
                  </a:lnTo>
                  <a:lnTo>
                    <a:pt x="33204" y="39149"/>
                  </a:lnTo>
                  <a:lnTo>
                    <a:pt x="33204" y="11258"/>
                  </a:lnTo>
                  <a:lnTo>
                    <a:pt x="19480" y="36556"/>
                  </a:lnTo>
                  <a:lnTo>
                    <a:pt x="5755" y="11258"/>
                  </a:lnTo>
                  <a:lnTo>
                    <a:pt x="5755" y="39149"/>
                  </a:lnTo>
                  <a:lnTo>
                    <a:pt x="0" y="39149"/>
                  </a:lnTo>
                  <a:close/>
                </a:path>
              </a:pathLst>
            </a:custGeom>
            <a:grpFill/>
            <a:ln w="6271" cap="flat">
              <a:noFill/>
              <a:prstDash val="solid"/>
              <a:miter/>
            </a:ln>
          </p:spPr>
          <p:txBody>
            <a:bodyPr rtlCol="0" anchor="ctr"/>
            <a:lstStyle/>
            <a:p>
              <a:endParaRPr lang="en-US"/>
            </a:p>
          </p:txBody>
        </p:sp>
        <p:sp>
          <p:nvSpPr>
            <p:cNvPr id="44" name="Picture Placeholder 89">
              <a:extLst>
                <a:ext uri="{FF2B5EF4-FFF2-40B4-BE49-F238E27FC236}">
                  <a16:creationId xmlns:a16="http://schemas.microsoft.com/office/drawing/2014/main" id="{21477A16-5256-EE7E-A340-5BFA0347ED4C}"/>
                </a:ext>
              </a:extLst>
            </p:cNvPr>
            <p:cNvSpPr/>
            <p:nvPr/>
          </p:nvSpPr>
          <p:spPr>
            <a:xfrm>
              <a:off x="8441157" y="1972865"/>
              <a:ext cx="158115" cy="158115"/>
            </a:xfrm>
            <a:custGeom>
              <a:avLst/>
              <a:gdLst>
                <a:gd name="connsiteX0" fmla="*/ 158115 w 158115"/>
                <a:gd name="connsiteY0" fmla="*/ 158115 h 158115"/>
                <a:gd name="connsiteX1" fmla="*/ 0 w 158115"/>
                <a:gd name="connsiteY1" fmla="*/ 158115 h 158115"/>
                <a:gd name="connsiteX2" fmla="*/ 0 w 158115"/>
                <a:gd name="connsiteY2" fmla="*/ 0 h 158115"/>
                <a:gd name="connsiteX3" fmla="*/ 158115 w 158115"/>
                <a:gd name="connsiteY3" fmla="*/ 0 h 158115"/>
                <a:gd name="connsiteX4" fmla="*/ 15812 w 158115"/>
                <a:gd name="connsiteY4" fmla="*/ 142304 h 158115"/>
                <a:gd name="connsiteX5" fmla="*/ 142304 w 158115"/>
                <a:gd name="connsiteY5" fmla="*/ 142304 h 158115"/>
                <a:gd name="connsiteX6" fmla="*/ 142304 w 158115"/>
                <a:gd name="connsiteY6" fmla="*/ 15812 h 158115"/>
                <a:gd name="connsiteX7" fmla="*/ 15812 w 158115"/>
                <a:gd name="connsiteY7" fmla="*/ 15812 h 15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5" h="158115">
                  <a:moveTo>
                    <a:pt x="158115" y="158115"/>
                  </a:moveTo>
                  <a:lnTo>
                    <a:pt x="0" y="158115"/>
                  </a:lnTo>
                  <a:lnTo>
                    <a:pt x="0" y="0"/>
                  </a:lnTo>
                  <a:lnTo>
                    <a:pt x="158115" y="0"/>
                  </a:lnTo>
                  <a:close/>
                  <a:moveTo>
                    <a:pt x="15812" y="142304"/>
                  </a:moveTo>
                  <a:lnTo>
                    <a:pt x="142304" y="142304"/>
                  </a:lnTo>
                  <a:lnTo>
                    <a:pt x="142304" y="15812"/>
                  </a:lnTo>
                  <a:lnTo>
                    <a:pt x="15812" y="15812"/>
                  </a:lnTo>
                  <a:close/>
                </a:path>
              </a:pathLst>
            </a:custGeom>
            <a:grpFill/>
            <a:ln w="6271" cap="flat">
              <a:noFill/>
              <a:prstDash val="solid"/>
              <a:miter/>
            </a:ln>
          </p:spPr>
          <p:txBody>
            <a:bodyPr rtlCol="0" anchor="ctr"/>
            <a:lstStyle/>
            <a:p>
              <a:endParaRPr lang="en-US"/>
            </a:p>
          </p:txBody>
        </p:sp>
        <p:sp>
          <p:nvSpPr>
            <p:cNvPr id="45" name="Picture Placeholder 89">
              <a:extLst>
                <a:ext uri="{FF2B5EF4-FFF2-40B4-BE49-F238E27FC236}">
                  <a16:creationId xmlns:a16="http://schemas.microsoft.com/office/drawing/2014/main" id="{2F665F50-0866-C4D9-2A4C-E4DA9CDC02CD}"/>
                </a:ext>
              </a:extLst>
            </p:cNvPr>
            <p:cNvSpPr/>
            <p:nvPr/>
          </p:nvSpPr>
          <p:spPr>
            <a:xfrm>
              <a:off x="8699200" y="2037249"/>
              <a:ext cx="39908" cy="39149"/>
            </a:xfrm>
            <a:custGeom>
              <a:avLst/>
              <a:gdLst>
                <a:gd name="connsiteX0" fmla="*/ 39908 w 39908"/>
                <a:gd name="connsiteY0" fmla="*/ 0 h 39149"/>
                <a:gd name="connsiteX1" fmla="*/ 23085 w 39908"/>
                <a:gd name="connsiteY1" fmla="*/ 39149 h 39149"/>
                <a:gd name="connsiteX2" fmla="*/ 16760 w 39908"/>
                <a:gd name="connsiteY2" fmla="*/ 39149 h 39149"/>
                <a:gd name="connsiteX3" fmla="*/ 0 w 39908"/>
                <a:gd name="connsiteY3" fmla="*/ 0 h 39149"/>
                <a:gd name="connsiteX4" fmla="*/ 6325 w 39908"/>
                <a:gd name="connsiteY4" fmla="*/ 0 h 39149"/>
                <a:gd name="connsiteX5" fmla="*/ 19986 w 39908"/>
                <a:gd name="connsiteY5" fmla="*/ 31623 h 39149"/>
                <a:gd name="connsiteX6" fmla="*/ 33584 w 39908"/>
                <a:gd name="connsiteY6" fmla="*/ 0 h 39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08" h="39149">
                  <a:moveTo>
                    <a:pt x="39908" y="0"/>
                  </a:moveTo>
                  <a:lnTo>
                    <a:pt x="23085" y="39149"/>
                  </a:lnTo>
                  <a:lnTo>
                    <a:pt x="16760" y="39149"/>
                  </a:lnTo>
                  <a:lnTo>
                    <a:pt x="0" y="0"/>
                  </a:lnTo>
                  <a:lnTo>
                    <a:pt x="6325" y="0"/>
                  </a:lnTo>
                  <a:lnTo>
                    <a:pt x="19986" y="31623"/>
                  </a:lnTo>
                  <a:lnTo>
                    <a:pt x="33584" y="0"/>
                  </a:lnTo>
                  <a:close/>
                </a:path>
              </a:pathLst>
            </a:custGeom>
            <a:grpFill/>
            <a:ln w="6271" cap="flat">
              <a:noFill/>
              <a:prstDash val="solid"/>
              <a:miter/>
            </a:ln>
          </p:spPr>
          <p:txBody>
            <a:bodyPr rtlCol="0" anchor="ctr"/>
            <a:lstStyle/>
            <a:p>
              <a:endParaRPr lang="en-US"/>
            </a:p>
          </p:txBody>
        </p:sp>
        <p:sp>
          <p:nvSpPr>
            <p:cNvPr id="46" name="Picture Placeholder 89">
              <a:extLst>
                <a:ext uri="{FF2B5EF4-FFF2-40B4-BE49-F238E27FC236}">
                  <a16:creationId xmlns:a16="http://schemas.microsoft.com/office/drawing/2014/main" id="{B1F4FE3B-DF45-4898-DAAC-C13868010039}"/>
                </a:ext>
              </a:extLst>
            </p:cNvPr>
            <p:cNvSpPr/>
            <p:nvPr/>
          </p:nvSpPr>
          <p:spPr>
            <a:xfrm>
              <a:off x="8747204" y="2037249"/>
              <a:ext cx="38959" cy="39149"/>
            </a:xfrm>
            <a:custGeom>
              <a:avLst/>
              <a:gdLst>
                <a:gd name="connsiteX0" fmla="*/ 0 w 38959"/>
                <a:gd name="connsiteY0" fmla="*/ 0 h 39149"/>
                <a:gd name="connsiteX1" fmla="*/ 5755 w 38959"/>
                <a:gd name="connsiteY1" fmla="*/ 0 h 39149"/>
                <a:gd name="connsiteX2" fmla="*/ 19480 w 38959"/>
                <a:gd name="connsiteY2" fmla="*/ 25298 h 39149"/>
                <a:gd name="connsiteX3" fmla="*/ 33204 w 38959"/>
                <a:gd name="connsiteY3" fmla="*/ 0 h 39149"/>
                <a:gd name="connsiteX4" fmla="*/ 38960 w 38959"/>
                <a:gd name="connsiteY4" fmla="*/ 0 h 39149"/>
                <a:gd name="connsiteX5" fmla="*/ 38960 w 38959"/>
                <a:gd name="connsiteY5" fmla="*/ 39149 h 39149"/>
                <a:gd name="connsiteX6" fmla="*/ 33204 w 38959"/>
                <a:gd name="connsiteY6" fmla="*/ 39149 h 39149"/>
                <a:gd name="connsiteX7" fmla="*/ 33204 w 38959"/>
                <a:gd name="connsiteY7" fmla="*/ 11258 h 39149"/>
                <a:gd name="connsiteX8" fmla="*/ 19480 w 38959"/>
                <a:gd name="connsiteY8" fmla="*/ 36556 h 39149"/>
                <a:gd name="connsiteX9" fmla="*/ 5755 w 38959"/>
                <a:gd name="connsiteY9" fmla="*/ 11258 h 39149"/>
                <a:gd name="connsiteX10" fmla="*/ 5755 w 38959"/>
                <a:gd name="connsiteY10" fmla="*/ 39149 h 39149"/>
                <a:gd name="connsiteX11" fmla="*/ 0 w 38959"/>
                <a:gd name="connsiteY11" fmla="*/ 39149 h 39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959" h="39149">
                  <a:moveTo>
                    <a:pt x="0" y="0"/>
                  </a:moveTo>
                  <a:lnTo>
                    <a:pt x="5755" y="0"/>
                  </a:lnTo>
                  <a:lnTo>
                    <a:pt x="19480" y="25298"/>
                  </a:lnTo>
                  <a:lnTo>
                    <a:pt x="33204" y="0"/>
                  </a:lnTo>
                  <a:lnTo>
                    <a:pt x="38960" y="0"/>
                  </a:lnTo>
                  <a:lnTo>
                    <a:pt x="38960" y="39149"/>
                  </a:lnTo>
                  <a:lnTo>
                    <a:pt x="33204" y="39149"/>
                  </a:lnTo>
                  <a:lnTo>
                    <a:pt x="33204" y="11258"/>
                  </a:lnTo>
                  <a:lnTo>
                    <a:pt x="19480" y="36556"/>
                  </a:lnTo>
                  <a:lnTo>
                    <a:pt x="5755" y="11258"/>
                  </a:lnTo>
                  <a:lnTo>
                    <a:pt x="5755" y="39149"/>
                  </a:lnTo>
                  <a:lnTo>
                    <a:pt x="0" y="39149"/>
                  </a:lnTo>
                  <a:close/>
                </a:path>
              </a:pathLst>
            </a:custGeom>
            <a:grpFill/>
            <a:ln w="6271" cap="flat">
              <a:noFill/>
              <a:prstDash val="solid"/>
              <a:miter/>
            </a:ln>
          </p:spPr>
          <p:txBody>
            <a:bodyPr rtlCol="0" anchor="ctr"/>
            <a:lstStyle/>
            <a:p>
              <a:endParaRPr lang="en-US"/>
            </a:p>
          </p:txBody>
        </p:sp>
        <p:sp>
          <p:nvSpPr>
            <p:cNvPr id="47" name="Picture Placeholder 89">
              <a:extLst>
                <a:ext uri="{FF2B5EF4-FFF2-40B4-BE49-F238E27FC236}">
                  <a16:creationId xmlns:a16="http://schemas.microsoft.com/office/drawing/2014/main" id="{10563AB4-0FCA-D60F-ABA7-44ABD983345F}"/>
                </a:ext>
              </a:extLst>
            </p:cNvPr>
            <p:cNvSpPr/>
            <p:nvPr/>
          </p:nvSpPr>
          <p:spPr>
            <a:xfrm>
              <a:off x="8663530" y="1972865"/>
              <a:ext cx="158115" cy="158115"/>
            </a:xfrm>
            <a:custGeom>
              <a:avLst/>
              <a:gdLst>
                <a:gd name="connsiteX0" fmla="*/ 158115 w 158115"/>
                <a:gd name="connsiteY0" fmla="*/ 158115 h 158115"/>
                <a:gd name="connsiteX1" fmla="*/ 0 w 158115"/>
                <a:gd name="connsiteY1" fmla="*/ 158115 h 158115"/>
                <a:gd name="connsiteX2" fmla="*/ 0 w 158115"/>
                <a:gd name="connsiteY2" fmla="*/ 0 h 158115"/>
                <a:gd name="connsiteX3" fmla="*/ 158115 w 158115"/>
                <a:gd name="connsiteY3" fmla="*/ 0 h 158115"/>
                <a:gd name="connsiteX4" fmla="*/ 15812 w 158115"/>
                <a:gd name="connsiteY4" fmla="*/ 142304 h 158115"/>
                <a:gd name="connsiteX5" fmla="*/ 142304 w 158115"/>
                <a:gd name="connsiteY5" fmla="*/ 142304 h 158115"/>
                <a:gd name="connsiteX6" fmla="*/ 142304 w 158115"/>
                <a:gd name="connsiteY6" fmla="*/ 15812 h 158115"/>
                <a:gd name="connsiteX7" fmla="*/ 15812 w 158115"/>
                <a:gd name="connsiteY7" fmla="*/ 15812 h 15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5" h="158115">
                  <a:moveTo>
                    <a:pt x="158115" y="158115"/>
                  </a:moveTo>
                  <a:lnTo>
                    <a:pt x="0" y="158115"/>
                  </a:lnTo>
                  <a:lnTo>
                    <a:pt x="0" y="0"/>
                  </a:lnTo>
                  <a:lnTo>
                    <a:pt x="158115" y="0"/>
                  </a:lnTo>
                  <a:close/>
                  <a:moveTo>
                    <a:pt x="15812" y="142304"/>
                  </a:moveTo>
                  <a:lnTo>
                    <a:pt x="142304" y="142304"/>
                  </a:lnTo>
                  <a:lnTo>
                    <a:pt x="142304" y="15812"/>
                  </a:lnTo>
                  <a:lnTo>
                    <a:pt x="15812" y="15812"/>
                  </a:lnTo>
                  <a:close/>
                </a:path>
              </a:pathLst>
            </a:custGeom>
            <a:grpFill/>
            <a:ln w="6271" cap="flat">
              <a:noFill/>
              <a:prstDash val="solid"/>
              <a:miter/>
            </a:ln>
          </p:spPr>
          <p:txBody>
            <a:bodyPr rtlCol="0" anchor="ctr"/>
            <a:lstStyle/>
            <a:p>
              <a:endParaRPr lang="en-US"/>
            </a:p>
          </p:txBody>
        </p:sp>
        <p:sp>
          <p:nvSpPr>
            <p:cNvPr id="48" name="Picture Placeholder 89">
              <a:extLst>
                <a:ext uri="{FF2B5EF4-FFF2-40B4-BE49-F238E27FC236}">
                  <a16:creationId xmlns:a16="http://schemas.microsoft.com/office/drawing/2014/main" id="{045C1A8E-1E41-CDB7-CC13-FE058B7FE3C3}"/>
                </a:ext>
              </a:extLst>
            </p:cNvPr>
            <p:cNvSpPr/>
            <p:nvPr/>
          </p:nvSpPr>
          <p:spPr>
            <a:xfrm>
              <a:off x="8914869" y="2037249"/>
              <a:ext cx="39971" cy="39149"/>
            </a:xfrm>
            <a:custGeom>
              <a:avLst/>
              <a:gdLst>
                <a:gd name="connsiteX0" fmla="*/ 39971 w 39971"/>
                <a:gd name="connsiteY0" fmla="*/ 0 h 39149"/>
                <a:gd name="connsiteX1" fmla="*/ 23148 w 39971"/>
                <a:gd name="connsiteY1" fmla="*/ 39149 h 39149"/>
                <a:gd name="connsiteX2" fmla="*/ 16823 w 39971"/>
                <a:gd name="connsiteY2" fmla="*/ 39149 h 39149"/>
                <a:gd name="connsiteX3" fmla="*/ 0 w 39971"/>
                <a:gd name="connsiteY3" fmla="*/ 0 h 39149"/>
                <a:gd name="connsiteX4" fmla="*/ 6325 w 39971"/>
                <a:gd name="connsiteY4" fmla="*/ 0 h 39149"/>
                <a:gd name="connsiteX5" fmla="*/ 19986 w 39971"/>
                <a:gd name="connsiteY5" fmla="*/ 31623 h 39149"/>
                <a:gd name="connsiteX6" fmla="*/ 33584 w 39971"/>
                <a:gd name="connsiteY6" fmla="*/ 0 h 39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71" h="39149">
                  <a:moveTo>
                    <a:pt x="39971" y="0"/>
                  </a:moveTo>
                  <a:lnTo>
                    <a:pt x="23148" y="39149"/>
                  </a:lnTo>
                  <a:lnTo>
                    <a:pt x="16823" y="39149"/>
                  </a:lnTo>
                  <a:lnTo>
                    <a:pt x="0" y="0"/>
                  </a:lnTo>
                  <a:lnTo>
                    <a:pt x="6325" y="0"/>
                  </a:lnTo>
                  <a:lnTo>
                    <a:pt x="19986" y="31623"/>
                  </a:lnTo>
                  <a:lnTo>
                    <a:pt x="33584" y="0"/>
                  </a:lnTo>
                  <a:close/>
                </a:path>
              </a:pathLst>
            </a:custGeom>
            <a:grpFill/>
            <a:ln w="6271" cap="flat">
              <a:noFill/>
              <a:prstDash val="solid"/>
              <a:miter/>
            </a:ln>
          </p:spPr>
          <p:txBody>
            <a:bodyPr rtlCol="0" anchor="ctr"/>
            <a:lstStyle/>
            <a:p>
              <a:endParaRPr lang="en-US"/>
            </a:p>
          </p:txBody>
        </p:sp>
        <p:sp>
          <p:nvSpPr>
            <p:cNvPr id="49" name="Picture Placeholder 89">
              <a:extLst>
                <a:ext uri="{FF2B5EF4-FFF2-40B4-BE49-F238E27FC236}">
                  <a16:creationId xmlns:a16="http://schemas.microsoft.com/office/drawing/2014/main" id="{D5325467-7B65-8384-55C2-713295B717B7}"/>
                </a:ext>
              </a:extLst>
            </p:cNvPr>
            <p:cNvSpPr/>
            <p:nvPr/>
          </p:nvSpPr>
          <p:spPr>
            <a:xfrm>
              <a:off x="8962936" y="2037249"/>
              <a:ext cx="38959" cy="39149"/>
            </a:xfrm>
            <a:custGeom>
              <a:avLst/>
              <a:gdLst>
                <a:gd name="connsiteX0" fmla="*/ 0 w 38959"/>
                <a:gd name="connsiteY0" fmla="*/ 0 h 39149"/>
                <a:gd name="connsiteX1" fmla="*/ 5755 w 38959"/>
                <a:gd name="connsiteY1" fmla="*/ 0 h 39149"/>
                <a:gd name="connsiteX2" fmla="*/ 19480 w 38959"/>
                <a:gd name="connsiteY2" fmla="*/ 25298 h 39149"/>
                <a:gd name="connsiteX3" fmla="*/ 33204 w 38959"/>
                <a:gd name="connsiteY3" fmla="*/ 0 h 39149"/>
                <a:gd name="connsiteX4" fmla="*/ 38960 w 38959"/>
                <a:gd name="connsiteY4" fmla="*/ 0 h 39149"/>
                <a:gd name="connsiteX5" fmla="*/ 38960 w 38959"/>
                <a:gd name="connsiteY5" fmla="*/ 39149 h 39149"/>
                <a:gd name="connsiteX6" fmla="*/ 33204 w 38959"/>
                <a:gd name="connsiteY6" fmla="*/ 39149 h 39149"/>
                <a:gd name="connsiteX7" fmla="*/ 33204 w 38959"/>
                <a:gd name="connsiteY7" fmla="*/ 11258 h 39149"/>
                <a:gd name="connsiteX8" fmla="*/ 19480 w 38959"/>
                <a:gd name="connsiteY8" fmla="*/ 36556 h 39149"/>
                <a:gd name="connsiteX9" fmla="*/ 5755 w 38959"/>
                <a:gd name="connsiteY9" fmla="*/ 11258 h 39149"/>
                <a:gd name="connsiteX10" fmla="*/ 5755 w 38959"/>
                <a:gd name="connsiteY10" fmla="*/ 39149 h 39149"/>
                <a:gd name="connsiteX11" fmla="*/ 0 w 38959"/>
                <a:gd name="connsiteY11" fmla="*/ 39149 h 39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959" h="39149">
                  <a:moveTo>
                    <a:pt x="0" y="0"/>
                  </a:moveTo>
                  <a:lnTo>
                    <a:pt x="5755" y="0"/>
                  </a:lnTo>
                  <a:lnTo>
                    <a:pt x="19480" y="25298"/>
                  </a:lnTo>
                  <a:lnTo>
                    <a:pt x="33204" y="0"/>
                  </a:lnTo>
                  <a:lnTo>
                    <a:pt x="38960" y="0"/>
                  </a:lnTo>
                  <a:lnTo>
                    <a:pt x="38960" y="39149"/>
                  </a:lnTo>
                  <a:lnTo>
                    <a:pt x="33204" y="39149"/>
                  </a:lnTo>
                  <a:lnTo>
                    <a:pt x="33204" y="11258"/>
                  </a:lnTo>
                  <a:lnTo>
                    <a:pt x="19480" y="36556"/>
                  </a:lnTo>
                  <a:lnTo>
                    <a:pt x="5755" y="11258"/>
                  </a:lnTo>
                  <a:lnTo>
                    <a:pt x="5755" y="39149"/>
                  </a:lnTo>
                  <a:lnTo>
                    <a:pt x="0" y="39149"/>
                  </a:lnTo>
                  <a:close/>
                </a:path>
              </a:pathLst>
            </a:custGeom>
            <a:grpFill/>
            <a:ln w="6271" cap="flat">
              <a:noFill/>
              <a:prstDash val="solid"/>
              <a:miter/>
            </a:ln>
          </p:spPr>
          <p:txBody>
            <a:bodyPr rtlCol="0" anchor="ctr"/>
            <a:lstStyle/>
            <a:p>
              <a:endParaRPr lang="en-US"/>
            </a:p>
          </p:txBody>
        </p:sp>
        <p:sp>
          <p:nvSpPr>
            <p:cNvPr id="50" name="Picture Placeholder 89">
              <a:extLst>
                <a:ext uri="{FF2B5EF4-FFF2-40B4-BE49-F238E27FC236}">
                  <a16:creationId xmlns:a16="http://schemas.microsoft.com/office/drawing/2014/main" id="{0645B8FD-CF9E-4E5D-2343-0A0A131B56DE}"/>
                </a:ext>
              </a:extLst>
            </p:cNvPr>
            <p:cNvSpPr/>
            <p:nvPr/>
          </p:nvSpPr>
          <p:spPr>
            <a:xfrm>
              <a:off x="8883436" y="1972865"/>
              <a:ext cx="158115" cy="158115"/>
            </a:xfrm>
            <a:custGeom>
              <a:avLst/>
              <a:gdLst>
                <a:gd name="connsiteX0" fmla="*/ 158115 w 158115"/>
                <a:gd name="connsiteY0" fmla="*/ 158115 h 158115"/>
                <a:gd name="connsiteX1" fmla="*/ 0 w 158115"/>
                <a:gd name="connsiteY1" fmla="*/ 158115 h 158115"/>
                <a:gd name="connsiteX2" fmla="*/ 0 w 158115"/>
                <a:gd name="connsiteY2" fmla="*/ 0 h 158115"/>
                <a:gd name="connsiteX3" fmla="*/ 158115 w 158115"/>
                <a:gd name="connsiteY3" fmla="*/ 0 h 158115"/>
                <a:gd name="connsiteX4" fmla="*/ 15812 w 158115"/>
                <a:gd name="connsiteY4" fmla="*/ 142304 h 158115"/>
                <a:gd name="connsiteX5" fmla="*/ 142304 w 158115"/>
                <a:gd name="connsiteY5" fmla="*/ 142304 h 158115"/>
                <a:gd name="connsiteX6" fmla="*/ 142304 w 158115"/>
                <a:gd name="connsiteY6" fmla="*/ 15812 h 158115"/>
                <a:gd name="connsiteX7" fmla="*/ 15812 w 158115"/>
                <a:gd name="connsiteY7" fmla="*/ 15812 h 15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5" h="158115">
                  <a:moveTo>
                    <a:pt x="158115" y="158115"/>
                  </a:moveTo>
                  <a:lnTo>
                    <a:pt x="0" y="158115"/>
                  </a:lnTo>
                  <a:lnTo>
                    <a:pt x="0" y="0"/>
                  </a:lnTo>
                  <a:lnTo>
                    <a:pt x="158115" y="0"/>
                  </a:lnTo>
                  <a:close/>
                  <a:moveTo>
                    <a:pt x="15812" y="142304"/>
                  </a:moveTo>
                  <a:lnTo>
                    <a:pt x="142304" y="142304"/>
                  </a:lnTo>
                  <a:lnTo>
                    <a:pt x="142304" y="15812"/>
                  </a:lnTo>
                  <a:lnTo>
                    <a:pt x="15812" y="15812"/>
                  </a:lnTo>
                  <a:close/>
                </a:path>
              </a:pathLst>
            </a:custGeom>
            <a:grpFill/>
            <a:ln w="6271" cap="flat">
              <a:noFill/>
              <a:prstDash val="solid"/>
              <a:miter/>
            </a:ln>
          </p:spPr>
          <p:txBody>
            <a:bodyPr rtlCol="0" anchor="ctr"/>
            <a:lstStyle/>
            <a:p>
              <a:endParaRPr lang="en-US"/>
            </a:p>
          </p:txBody>
        </p:sp>
        <p:sp>
          <p:nvSpPr>
            <p:cNvPr id="51" name="Picture Placeholder 89">
              <a:extLst>
                <a:ext uri="{FF2B5EF4-FFF2-40B4-BE49-F238E27FC236}">
                  <a16:creationId xmlns:a16="http://schemas.microsoft.com/office/drawing/2014/main" id="{25C16B10-C0B1-C5EE-F8DA-AF5BDFEB1186}"/>
                </a:ext>
              </a:extLst>
            </p:cNvPr>
            <p:cNvSpPr/>
            <p:nvPr/>
          </p:nvSpPr>
          <p:spPr>
            <a:xfrm>
              <a:off x="8443560" y="2195870"/>
              <a:ext cx="600836" cy="158115"/>
            </a:xfrm>
            <a:custGeom>
              <a:avLst/>
              <a:gdLst>
                <a:gd name="connsiteX0" fmla="*/ 585026 w 600836"/>
                <a:gd name="connsiteY0" fmla="*/ 15812 h 158115"/>
                <a:gd name="connsiteX1" fmla="*/ 585026 w 600836"/>
                <a:gd name="connsiteY1" fmla="*/ 142304 h 158115"/>
                <a:gd name="connsiteX2" fmla="*/ 15812 w 600836"/>
                <a:gd name="connsiteY2" fmla="*/ 142304 h 158115"/>
                <a:gd name="connsiteX3" fmla="*/ 15812 w 600836"/>
                <a:gd name="connsiteY3" fmla="*/ 15812 h 158115"/>
                <a:gd name="connsiteX4" fmla="*/ 585026 w 600836"/>
                <a:gd name="connsiteY4" fmla="*/ 15812 h 158115"/>
                <a:gd name="connsiteX5" fmla="*/ 600837 w 600836"/>
                <a:gd name="connsiteY5" fmla="*/ 0 h 158115"/>
                <a:gd name="connsiteX6" fmla="*/ 0 w 600836"/>
                <a:gd name="connsiteY6" fmla="*/ 0 h 158115"/>
                <a:gd name="connsiteX7" fmla="*/ 0 w 600836"/>
                <a:gd name="connsiteY7" fmla="*/ 158115 h 158115"/>
                <a:gd name="connsiteX8" fmla="*/ 600837 w 600836"/>
                <a:gd name="connsiteY8" fmla="*/ 158115 h 158115"/>
                <a:gd name="connsiteX9" fmla="*/ 600837 w 600836"/>
                <a:gd name="connsiteY9" fmla="*/ 0 h 15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0836" h="158115">
                  <a:moveTo>
                    <a:pt x="585026" y="15812"/>
                  </a:moveTo>
                  <a:lnTo>
                    <a:pt x="585026" y="142304"/>
                  </a:lnTo>
                  <a:lnTo>
                    <a:pt x="15812" y="142304"/>
                  </a:lnTo>
                  <a:lnTo>
                    <a:pt x="15812" y="15812"/>
                  </a:lnTo>
                  <a:lnTo>
                    <a:pt x="585026" y="15812"/>
                  </a:lnTo>
                  <a:moveTo>
                    <a:pt x="600837" y="0"/>
                  </a:moveTo>
                  <a:lnTo>
                    <a:pt x="0" y="0"/>
                  </a:lnTo>
                  <a:lnTo>
                    <a:pt x="0" y="158115"/>
                  </a:lnTo>
                  <a:lnTo>
                    <a:pt x="600837" y="158115"/>
                  </a:lnTo>
                  <a:lnTo>
                    <a:pt x="600837" y="0"/>
                  </a:lnTo>
                  <a:close/>
                </a:path>
              </a:pathLst>
            </a:custGeom>
            <a:grpFill/>
            <a:ln w="6271" cap="flat">
              <a:noFill/>
              <a:prstDash val="solid"/>
              <a:miter/>
            </a:ln>
          </p:spPr>
          <p:txBody>
            <a:bodyPr rtlCol="0" anchor="ctr"/>
            <a:lstStyle/>
            <a:p>
              <a:endParaRPr lang="en-US"/>
            </a:p>
          </p:txBody>
        </p:sp>
        <p:sp>
          <p:nvSpPr>
            <p:cNvPr id="52" name="Picture Placeholder 89">
              <a:extLst>
                <a:ext uri="{FF2B5EF4-FFF2-40B4-BE49-F238E27FC236}">
                  <a16:creationId xmlns:a16="http://schemas.microsoft.com/office/drawing/2014/main" id="{18697890-3BA1-7837-1E19-A092F01FD582}"/>
                </a:ext>
              </a:extLst>
            </p:cNvPr>
            <p:cNvSpPr/>
            <p:nvPr/>
          </p:nvSpPr>
          <p:spPr>
            <a:xfrm>
              <a:off x="8712166" y="2243304"/>
              <a:ext cx="63246" cy="63246"/>
            </a:xfrm>
            <a:custGeom>
              <a:avLst/>
              <a:gdLst>
                <a:gd name="connsiteX0" fmla="*/ 31623 w 63246"/>
                <a:gd name="connsiteY0" fmla="*/ 12649 h 63246"/>
                <a:gd name="connsiteX1" fmla="*/ 50597 w 63246"/>
                <a:gd name="connsiteY1" fmla="*/ 31623 h 63246"/>
                <a:gd name="connsiteX2" fmla="*/ 31623 w 63246"/>
                <a:gd name="connsiteY2" fmla="*/ 50597 h 63246"/>
                <a:gd name="connsiteX3" fmla="*/ 12649 w 63246"/>
                <a:gd name="connsiteY3" fmla="*/ 31623 h 63246"/>
                <a:gd name="connsiteX4" fmla="*/ 31623 w 63246"/>
                <a:gd name="connsiteY4" fmla="*/ 12649 h 63246"/>
                <a:gd name="connsiteX5" fmla="*/ 31623 w 63246"/>
                <a:gd name="connsiteY5" fmla="*/ 0 h 63246"/>
                <a:gd name="connsiteX6" fmla="*/ 0 w 63246"/>
                <a:gd name="connsiteY6" fmla="*/ 31623 h 63246"/>
                <a:gd name="connsiteX7" fmla="*/ 31623 w 63246"/>
                <a:gd name="connsiteY7" fmla="*/ 63246 h 63246"/>
                <a:gd name="connsiteX8" fmla="*/ 63246 w 63246"/>
                <a:gd name="connsiteY8" fmla="*/ 31623 h 63246"/>
                <a:gd name="connsiteX9" fmla="*/ 31623 w 63246"/>
                <a:gd name="connsiteY9" fmla="*/ 0 h 6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6" h="63246">
                  <a:moveTo>
                    <a:pt x="31623" y="12649"/>
                  </a:moveTo>
                  <a:cubicBezTo>
                    <a:pt x="42102" y="12649"/>
                    <a:pt x="50597" y="21144"/>
                    <a:pt x="50597" y="31623"/>
                  </a:cubicBezTo>
                  <a:cubicBezTo>
                    <a:pt x="50597" y="42102"/>
                    <a:pt x="42102" y="50597"/>
                    <a:pt x="31623" y="50597"/>
                  </a:cubicBezTo>
                  <a:cubicBezTo>
                    <a:pt x="21144" y="50597"/>
                    <a:pt x="12649" y="42102"/>
                    <a:pt x="12649" y="31623"/>
                  </a:cubicBezTo>
                  <a:cubicBezTo>
                    <a:pt x="12649" y="21144"/>
                    <a:pt x="21144" y="12649"/>
                    <a:pt x="31623" y="12649"/>
                  </a:cubicBezTo>
                  <a:moveTo>
                    <a:pt x="31623" y="0"/>
                  </a:moveTo>
                  <a:cubicBezTo>
                    <a:pt x="14158" y="0"/>
                    <a:pt x="0" y="14158"/>
                    <a:pt x="0" y="31623"/>
                  </a:cubicBezTo>
                  <a:cubicBezTo>
                    <a:pt x="0" y="49088"/>
                    <a:pt x="14158" y="63246"/>
                    <a:pt x="31623" y="63246"/>
                  </a:cubicBezTo>
                  <a:cubicBezTo>
                    <a:pt x="49088" y="63246"/>
                    <a:pt x="63246" y="49088"/>
                    <a:pt x="63246" y="31623"/>
                  </a:cubicBezTo>
                  <a:cubicBezTo>
                    <a:pt x="63246" y="14158"/>
                    <a:pt x="49088" y="0"/>
                    <a:pt x="31623" y="0"/>
                  </a:cubicBezTo>
                  <a:close/>
                </a:path>
              </a:pathLst>
            </a:custGeom>
            <a:grpFill/>
            <a:ln w="6271" cap="flat">
              <a:noFill/>
              <a:prstDash val="solid"/>
              <a:miter/>
            </a:ln>
          </p:spPr>
          <p:txBody>
            <a:bodyPr rtlCol="0" anchor="ctr"/>
            <a:lstStyle/>
            <a:p>
              <a:endParaRPr lang="en-US"/>
            </a:p>
          </p:txBody>
        </p:sp>
        <p:sp>
          <p:nvSpPr>
            <p:cNvPr id="53" name="Picture Placeholder 89">
              <a:extLst>
                <a:ext uri="{FF2B5EF4-FFF2-40B4-BE49-F238E27FC236}">
                  <a16:creationId xmlns:a16="http://schemas.microsoft.com/office/drawing/2014/main" id="{1D5B26C3-07F0-2DFD-5FF3-6550E3670DDB}"/>
                </a:ext>
              </a:extLst>
            </p:cNvPr>
            <p:cNvSpPr/>
            <p:nvPr/>
          </p:nvSpPr>
          <p:spPr>
            <a:xfrm>
              <a:off x="8489097" y="2243304"/>
              <a:ext cx="15811" cy="63246"/>
            </a:xfrm>
            <a:custGeom>
              <a:avLst/>
              <a:gdLst>
                <a:gd name="connsiteX0" fmla="*/ 0 w 15811"/>
                <a:gd name="connsiteY0" fmla="*/ 0 h 63246"/>
                <a:gd name="connsiteX1" fmla="*/ 15812 w 15811"/>
                <a:gd name="connsiteY1" fmla="*/ 0 h 63246"/>
                <a:gd name="connsiteX2" fmla="*/ 15812 w 15811"/>
                <a:gd name="connsiteY2" fmla="*/ 63246 h 63246"/>
                <a:gd name="connsiteX3" fmla="*/ 0 w 15811"/>
                <a:gd name="connsiteY3" fmla="*/ 63246 h 63246"/>
              </a:gdLst>
              <a:ahLst/>
              <a:cxnLst>
                <a:cxn ang="0">
                  <a:pos x="connsiteX0" y="connsiteY0"/>
                </a:cxn>
                <a:cxn ang="0">
                  <a:pos x="connsiteX1" y="connsiteY1"/>
                </a:cxn>
                <a:cxn ang="0">
                  <a:pos x="connsiteX2" y="connsiteY2"/>
                </a:cxn>
                <a:cxn ang="0">
                  <a:pos x="connsiteX3" y="connsiteY3"/>
                </a:cxn>
              </a:cxnLst>
              <a:rect l="l" t="t" r="r" b="b"/>
              <a:pathLst>
                <a:path w="15811" h="63246">
                  <a:moveTo>
                    <a:pt x="0" y="0"/>
                  </a:moveTo>
                  <a:lnTo>
                    <a:pt x="15812" y="0"/>
                  </a:lnTo>
                  <a:lnTo>
                    <a:pt x="15812" y="63246"/>
                  </a:lnTo>
                  <a:lnTo>
                    <a:pt x="0" y="63246"/>
                  </a:lnTo>
                  <a:close/>
                </a:path>
              </a:pathLst>
            </a:custGeom>
            <a:grpFill/>
            <a:ln w="6271" cap="flat">
              <a:noFill/>
              <a:prstDash val="solid"/>
              <a:miter/>
            </a:ln>
          </p:spPr>
          <p:txBody>
            <a:bodyPr rtlCol="0" anchor="ctr"/>
            <a:lstStyle/>
            <a:p>
              <a:endParaRPr lang="en-US"/>
            </a:p>
          </p:txBody>
        </p:sp>
        <p:sp>
          <p:nvSpPr>
            <p:cNvPr id="54" name="Picture Placeholder 89">
              <a:extLst>
                <a:ext uri="{FF2B5EF4-FFF2-40B4-BE49-F238E27FC236}">
                  <a16:creationId xmlns:a16="http://schemas.microsoft.com/office/drawing/2014/main" id="{F21FD9B4-5FDC-F0F7-E37A-61C142267506}"/>
                </a:ext>
              </a:extLst>
            </p:cNvPr>
            <p:cNvSpPr/>
            <p:nvPr/>
          </p:nvSpPr>
          <p:spPr>
            <a:xfrm>
              <a:off x="8520783" y="2243304"/>
              <a:ext cx="15811" cy="63246"/>
            </a:xfrm>
            <a:custGeom>
              <a:avLst/>
              <a:gdLst>
                <a:gd name="connsiteX0" fmla="*/ 0 w 15811"/>
                <a:gd name="connsiteY0" fmla="*/ 0 h 63246"/>
                <a:gd name="connsiteX1" fmla="*/ 15812 w 15811"/>
                <a:gd name="connsiteY1" fmla="*/ 0 h 63246"/>
                <a:gd name="connsiteX2" fmla="*/ 15812 w 15811"/>
                <a:gd name="connsiteY2" fmla="*/ 63246 h 63246"/>
                <a:gd name="connsiteX3" fmla="*/ 0 w 15811"/>
                <a:gd name="connsiteY3" fmla="*/ 63246 h 63246"/>
              </a:gdLst>
              <a:ahLst/>
              <a:cxnLst>
                <a:cxn ang="0">
                  <a:pos x="connsiteX0" y="connsiteY0"/>
                </a:cxn>
                <a:cxn ang="0">
                  <a:pos x="connsiteX1" y="connsiteY1"/>
                </a:cxn>
                <a:cxn ang="0">
                  <a:pos x="connsiteX2" y="connsiteY2"/>
                </a:cxn>
                <a:cxn ang="0">
                  <a:pos x="connsiteX3" y="connsiteY3"/>
                </a:cxn>
              </a:cxnLst>
              <a:rect l="l" t="t" r="r" b="b"/>
              <a:pathLst>
                <a:path w="15811" h="63246">
                  <a:moveTo>
                    <a:pt x="0" y="0"/>
                  </a:moveTo>
                  <a:lnTo>
                    <a:pt x="15812" y="0"/>
                  </a:lnTo>
                  <a:lnTo>
                    <a:pt x="15812" y="63246"/>
                  </a:lnTo>
                  <a:lnTo>
                    <a:pt x="0" y="63246"/>
                  </a:lnTo>
                  <a:close/>
                </a:path>
              </a:pathLst>
            </a:custGeom>
            <a:grpFill/>
            <a:ln w="6271" cap="flat">
              <a:noFill/>
              <a:prstDash val="solid"/>
              <a:miter/>
            </a:ln>
          </p:spPr>
          <p:txBody>
            <a:bodyPr rtlCol="0" anchor="ctr"/>
            <a:lstStyle/>
            <a:p>
              <a:endParaRPr lang="en-US"/>
            </a:p>
          </p:txBody>
        </p:sp>
        <p:sp>
          <p:nvSpPr>
            <p:cNvPr id="55" name="Picture Placeholder 89">
              <a:extLst>
                <a:ext uri="{FF2B5EF4-FFF2-40B4-BE49-F238E27FC236}">
                  <a16:creationId xmlns:a16="http://schemas.microsoft.com/office/drawing/2014/main" id="{092CC8C3-4DFF-8A9A-1156-366D59D6E809}"/>
                </a:ext>
              </a:extLst>
            </p:cNvPr>
            <p:cNvSpPr/>
            <p:nvPr/>
          </p:nvSpPr>
          <p:spPr>
            <a:xfrm>
              <a:off x="8552723" y="2243494"/>
              <a:ext cx="15811" cy="63246"/>
            </a:xfrm>
            <a:custGeom>
              <a:avLst/>
              <a:gdLst>
                <a:gd name="connsiteX0" fmla="*/ 0 w 15811"/>
                <a:gd name="connsiteY0" fmla="*/ 0 h 63246"/>
                <a:gd name="connsiteX1" fmla="*/ 15811 w 15811"/>
                <a:gd name="connsiteY1" fmla="*/ 0 h 63246"/>
                <a:gd name="connsiteX2" fmla="*/ 15811 w 15811"/>
                <a:gd name="connsiteY2" fmla="*/ 63246 h 63246"/>
                <a:gd name="connsiteX3" fmla="*/ 0 w 15811"/>
                <a:gd name="connsiteY3" fmla="*/ 63246 h 63246"/>
              </a:gdLst>
              <a:ahLst/>
              <a:cxnLst>
                <a:cxn ang="0">
                  <a:pos x="connsiteX0" y="connsiteY0"/>
                </a:cxn>
                <a:cxn ang="0">
                  <a:pos x="connsiteX1" y="connsiteY1"/>
                </a:cxn>
                <a:cxn ang="0">
                  <a:pos x="connsiteX2" y="connsiteY2"/>
                </a:cxn>
                <a:cxn ang="0">
                  <a:pos x="connsiteX3" y="connsiteY3"/>
                </a:cxn>
              </a:cxnLst>
              <a:rect l="l" t="t" r="r" b="b"/>
              <a:pathLst>
                <a:path w="15811" h="63246">
                  <a:moveTo>
                    <a:pt x="0" y="0"/>
                  </a:moveTo>
                  <a:lnTo>
                    <a:pt x="15811" y="0"/>
                  </a:lnTo>
                  <a:lnTo>
                    <a:pt x="15811" y="63246"/>
                  </a:lnTo>
                  <a:lnTo>
                    <a:pt x="0" y="63246"/>
                  </a:lnTo>
                  <a:close/>
                </a:path>
              </a:pathLst>
            </a:custGeom>
            <a:grpFill/>
            <a:ln w="6271" cap="flat">
              <a:noFill/>
              <a:prstDash val="solid"/>
              <a:miter/>
            </a:ln>
          </p:spPr>
          <p:txBody>
            <a:bodyPr rtlCol="0" anchor="ctr"/>
            <a:lstStyle/>
            <a:p>
              <a:endParaRPr lang="en-US"/>
            </a:p>
          </p:txBody>
        </p:sp>
        <p:sp>
          <p:nvSpPr>
            <p:cNvPr id="56" name="Picture Placeholder 89">
              <a:extLst>
                <a:ext uri="{FF2B5EF4-FFF2-40B4-BE49-F238E27FC236}">
                  <a16:creationId xmlns:a16="http://schemas.microsoft.com/office/drawing/2014/main" id="{45B46E36-D530-1A3C-89D0-94E1C6F13AD5}"/>
                </a:ext>
              </a:extLst>
            </p:cNvPr>
            <p:cNvSpPr/>
            <p:nvPr/>
          </p:nvSpPr>
          <p:spPr>
            <a:xfrm>
              <a:off x="8916640" y="2243304"/>
              <a:ext cx="15811" cy="63246"/>
            </a:xfrm>
            <a:custGeom>
              <a:avLst/>
              <a:gdLst>
                <a:gd name="connsiteX0" fmla="*/ 0 w 15811"/>
                <a:gd name="connsiteY0" fmla="*/ 0 h 63246"/>
                <a:gd name="connsiteX1" fmla="*/ 15812 w 15811"/>
                <a:gd name="connsiteY1" fmla="*/ 0 h 63246"/>
                <a:gd name="connsiteX2" fmla="*/ 15812 w 15811"/>
                <a:gd name="connsiteY2" fmla="*/ 63246 h 63246"/>
                <a:gd name="connsiteX3" fmla="*/ 0 w 15811"/>
                <a:gd name="connsiteY3" fmla="*/ 63246 h 63246"/>
              </a:gdLst>
              <a:ahLst/>
              <a:cxnLst>
                <a:cxn ang="0">
                  <a:pos x="connsiteX0" y="connsiteY0"/>
                </a:cxn>
                <a:cxn ang="0">
                  <a:pos x="connsiteX1" y="connsiteY1"/>
                </a:cxn>
                <a:cxn ang="0">
                  <a:pos x="connsiteX2" y="connsiteY2"/>
                </a:cxn>
                <a:cxn ang="0">
                  <a:pos x="connsiteX3" y="connsiteY3"/>
                </a:cxn>
              </a:cxnLst>
              <a:rect l="l" t="t" r="r" b="b"/>
              <a:pathLst>
                <a:path w="15811" h="63246">
                  <a:moveTo>
                    <a:pt x="0" y="0"/>
                  </a:moveTo>
                  <a:lnTo>
                    <a:pt x="15812" y="0"/>
                  </a:lnTo>
                  <a:lnTo>
                    <a:pt x="15812" y="63246"/>
                  </a:lnTo>
                  <a:lnTo>
                    <a:pt x="0" y="63246"/>
                  </a:lnTo>
                  <a:close/>
                </a:path>
              </a:pathLst>
            </a:custGeom>
            <a:grpFill/>
            <a:ln w="6271" cap="flat">
              <a:noFill/>
              <a:prstDash val="solid"/>
              <a:miter/>
            </a:ln>
          </p:spPr>
          <p:txBody>
            <a:bodyPr rtlCol="0" anchor="ctr"/>
            <a:lstStyle/>
            <a:p>
              <a:endParaRPr lang="en-US"/>
            </a:p>
          </p:txBody>
        </p:sp>
        <p:sp>
          <p:nvSpPr>
            <p:cNvPr id="57" name="Picture Placeholder 89">
              <a:extLst>
                <a:ext uri="{FF2B5EF4-FFF2-40B4-BE49-F238E27FC236}">
                  <a16:creationId xmlns:a16="http://schemas.microsoft.com/office/drawing/2014/main" id="{7949AB10-2338-1575-9E90-D68C6172FCEB}"/>
                </a:ext>
              </a:extLst>
            </p:cNvPr>
            <p:cNvSpPr/>
            <p:nvPr/>
          </p:nvSpPr>
          <p:spPr>
            <a:xfrm>
              <a:off x="8948326" y="2243304"/>
              <a:ext cx="15811" cy="63246"/>
            </a:xfrm>
            <a:custGeom>
              <a:avLst/>
              <a:gdLst>
                <a:gd name="connsiteX0" fmla="*/ 0 w 15811"/>
                <a:gd name="connsiteY0" fmla="*/ 0 h 63246"/>
                <a:gd name="connsiteX1" fmla="*/ 15812 w 15811"/>
                <a:gd name="connsiteY1" fmla="*/ 0 h 63246"/>
                <a:gd name="connsiteX2" fmla="*/ 15812 w 15811"/>
                <a:gd name="connsiteY2" fmla="*/ 63246 h 63246"/>
                <a:gd name="connsiteX3" fmla="*/ 0 w 15811"/>
                <a:gd name="connsiteY3" fmla="*/ 63246 h 63246"/>
              </a:gdLst>
              <a:ahLst/>
              <a:cxnLst>
                <a:cxn ang="0">
                  <a:pos x="connsiteX0" y="connsiteY0"/>
                </a:cxn>
                <a:cxn ang="0">
                  <a:pos x="connsiteX1" y="connsiteY1"/>
                </a:cxn>
                <a:cxn ang="0">
                  <a:pos x="connsiteX2" y="connsiteY2"/>
                </a:cxn>
                <a:cxn ang="0">
                  <a:pos x="connsiteX3" y="connsiteY3"/>
                </a:cxn>
              </a:cxnLst>
              <a:rect l="l" t="t" r="r" b="b"/>
              <a:pathLst>
                <a:path w="15811" h="63246">
                  <a:moveTo>
                    <a:pt x="0" y="0"/>
                  </a:moveTo>
                  <a:lnTo>
                    <a:pt x="15812" y="0"/>
                  </a:lnTo>
                  <a:lnTo>
                    <a:pt x="15812" y="63246"/>
                  </a:lnTo>
                  <a:lnTo>
                    <a:pt x="0" y="63246"/>
                  </a:lnTo>
                  <a:close/>
                </a:path>
              </a:pathLst>
            </a:custGeom>
            <a:grpFill/>
            <a:ln w="6271" cap="flat">
              <a:noFill/>
              <a:prstDash val="solid"/>
              <a:miter/>
            </a:ln>
          </p:spPr>
          <p:txBody>
            <a:bodyPr rtlCol="0" anchor="ctr"/>
            <a:lstStyle/>
            <a:p>
              <a:endParaRPr lang="en-US"/>
            </a:p>
          </p:txBody>
        </p:sp>
        <p:sp>
          <p:nvSpPr>
            <p:cNvPr id="58" name="Picture Placeholder 89">
              <a:extLst>
                <a:ext uri="{FF2B5EF4-FFF2-40B4-BE49-F238E27FC236}">
                  <a16:creationId xmlns:a16="http://schemas.microsoft.com/office/drawing/2014/main" id="{51006128-A806-55C5-75AE-7E34814A969B}"/>
                </a:ext>
              </a:extLst>
            </p:cNvPr>
            <p:cNvSpPr/>
            <p:nvPr/>
          </p:nvSpPr>
          <p:spPr>
            <a:xfrm>
              <a:off x="8980076" y="2243304"/>
              <a:ext cx="15811" cy="63246"/>
            </a:xfrm>
            <a:custGeom>
              <a:avLst/>
              <a:gdLst>
                <a:gd name="connsiteX0" fmla="*/ 0 w 15811"/>
                <a:gd name="connsiteY0" fmla="*/ 0 h 63246"/>
                <a:gd name="connsiteX1" fmla="*/ 15811 w 15811"/>
                <a:gd name="connsiteY1" fmla="*/ 0 h 63246"/>
                <a:gd name="connsiteX2" fmla="*/ 15811 w 15811"/>
                <a:gd name="connsiteY2" fmla="*/ 63246 h 63246"/>
                <a:gd name="connsiteX3" fmla="*/ 0 w 15811"/>
                <a:gd name="connsiteY3" fmla="*/ 63246 h 63246"/>
              </a:gdLst>
              <a:ahLst/>
              <a:cxnLst>
                <a:cxn ang="0">
                  <a:pos x="connsiteX0" y="connsiteY0"/>
                </a:cxn>
                <a:cxn ang="0">
                  <a:pos x="connsiteX1" y="connsiteY1"/>
                </a:cxn>
                <a:cxn ang="0">
                  <a:pos x="connsiteX2" y="connsiteY2"/>
                </a:cxn>
                <a:cxn ang="0">
                  <a:pos x="connsiteX3" y="connsiteY3"/>
                </a:cxn>
              </a:cxnLst>
              <a:rect l="l" t="t" r="r" b="b"/>
              <a:pathLst>
                <a:path w="15811" h="63246">
                  <a:moveTo>
                    <a:pt x="0" y="0"/>
                  </a:moveTo>
                  <a:lnTo>
                    <a:pt x="15811" y="0"/>
                  </a:lnTo>
                  <a:lnTo>
                    <a:pt x="15811" y="63246"/>
                  </a:lnTo>
                  <a:lnTo>
                    <a:pt x="0" y="63246"/>
                  </a:lnTo>
                  <a:close/>
                </a:path>
              </a:pathLst>
            </a:custGeom>
            <a:grpFill/>
            <a:ln w="6271" cap="flat">
              <a:noFill/>
              <a:prstDash val="solid"/>
              <a:miter/>
            </a:ln>
          </p:spPr>
          <p:txBody>
            <a:bodyPr rtlCol="0" anchor="ctr"/>
            <a:lstStyle/>
            <a:p>
              <a:endParaRPr lang="en-US"/>
            </a:p>
          </p:txBody>
        </p:sp>
        <p:sp>
          <p:nvSpPr>
            <p:cNvPr id="59" name="Picture Placeholder 89">
              <a:extLst>
                <a:ext uri="{FF2B5EF4-FFF2-40B4-BE49-F238E27FC236}">
                  <a16:creationId xmlns:a16="http://schemas.microsoft.com/office/drawing/2014/main" id="{28BCB444-DC15-8A1C-EB75-2CA6F44C1105}"/>
                </a:ext>
              </a:extLst>
            </p:cNvPr>
            <p:cNvSpPr/>
            <p:nvPr/>
          </p:nvSpPr>
          <p:spPr>
            <a:xfrm>
              <a:off x="8443560" y="2370682"/>
              <a:ext cx="600836" cy="126492"/>
            </a:xfrm>
            <a:custGeom>
              <a:avLst/>
              <a:gdLst>
                <a:gd name="connsiteX0" fmla="*/ 600837 w 600836"/>
                <a:gd name="connsiteY0" fmla="*/ 126492 h 126492"/>
                <a:gd name="connsiteX1" fmla="*/ 0 w 600836"/>
                <a:gd name="connsiteY1" fmla="*/ 126492 h 126492"/>
                <a:gd name="connsiteX2" fmla="*/ 0 w 600836"/>
                <a:gd name="connsiteY2" fmla="*/ 0 h 126492"/>
                <a:gd name="connsiteX3" fmla="*/ 15812 w 600836"/>
                <a:gd name="connsiteY3" fmla="*/ 0 h 126492"/>
                <a:gd name="connsiteX4" fmla="*/ 15812 w 600836"/>
                <a:gd name="connsiteY4" fmla="*/ 110681 h 126492"/>
                <a:gd name="connsiteX5" fmla="*/ 585026 w 600836"/>
                <a:gd name="connsiteY5" fmla="*/ 110681 h 126492"/>
                <a:gd name="connsiteX6" fmla="*/ 585026 w 600836"/>
                <a:gd name="connsiteY6" fmla="*/ 0 h 126492"/>
                <a:gd name="connsiteX7" fmla="*/ 600837 w 600836"/>
                <a:gd name="connsiteY7" fmla="*/ 0 h 126492"/>
                <a:gd name="connsiteX8" fmla="*/ 600837 w 600836"/>
                <a:gd name="connsiteY8" fmla="*/ 126492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836" h="126492">
                  <a:moveTo>
                    <a:pt x="600837" y="126492"/>
                  </a:moveTo>
                  <a:lnTo>
                    <a:pt x="0" y="126492"/>
                  </a:lnTo>
                  <a:lnTo>
                    <a:pt x="0" y="0"/>
                  </a:lnTo>
                  <a:lnTo>
                    <a:pt x="15812" y="0"/>
                  </a:lnTo>
                  <a:lnTo>
                    <a:pt x="15812" y="110681"/>
                  </a:lnTo>
                  <a:lnTo>
                    <a:pt x="585026" y="110681"/>
                  </a:lnTo>
                  <a:lnTo>
                    <a:pt x="585026" y="0"/>
                  </a:lnTo>
                  <a:lnTo>
                    <a:pt x="600837" y="0"/>
                  </a:lnTo>
                  <a:lnTo>
                    <a:pt x="600837" y="126492"/>
                  </a:lnTo>
                  <a:close/>
                </a:path>
              </a:pathLst>
            </a:custGeom>
            <a:grpFill/>
            <a:ln w="6271" cap="flat">
              <a:noFill/>
              <a:prstDash val="solid"/>
              <a:miter/>
            </a:ln>
          </p:spPr>
          <p:txBody>
            <a:bodyPr rtlCol="0" anchor="ctr"/>
            <a:lstStyle/>
            <a:p>
              <a:endParaRPr lang="en-US"/>
            </a:p>
          </p:txBody>
        </p:sp>
        <p:sp>
          <p:nvSpPr>
            <p:cNvPr id="60" name="Picture Placeholder 89">
              <a:extLst>
                <a:ext uri="{FF2B5EF4-FFF2-40B4-BE49-F238E27FC236}">
                  <a16:creationId xmlns:a16="http://schemas.microsoft.com/office/drawing/2014/main" id="{B566858D-FB4E-43FB-218F-538AC0A8B387}"/>
                </a:ext>
              </a:extLst>
            </p:cNvPr>
            <p:cNvSpPr/>
            <p:nvPr/>
          </p:nvSpPr>
          <p:spPr>
            <a:xfrm>
              <a:off x="8712356" y="2387189"/>
              <a:ext cx="62360" cy="62357"/>
            </a:xfrm>
            <a:custGeom>
              <a:avLst/>
              <a:gdLst>
                <a:gd name="connsiteX0" fmla="*/ 30738 w 62360"/>
                <a:gd name="connsiteY0" fmla="*/ 12649 h 62357"/>
                <a:gd name="connsiteX1" fmla="*/ 48821 w 62360"/>
                <a:gd name="connsiteY1" fmla="*/ 31618 h 62357"/>
                <a:gd name="connsiteX2" fmla="*/ 29852 w 62360"/>
                <a:gd name="connsiteY2" fmla="*/ 49701 h 62357"/>
                <a:gd name="connsiteX3" fmla="*/ 11764 w 62360"/>
                <a:gd name="connsiteY3" fmla="*/ 31180 h 62357"/>
                <a:gd name="connsiteX4" fmla="*/ 30738 w 62360"/>
                <a:gd name="connsiteY4" fmla="*/ 12649 h 62357"/>
                <a:gd name="connsiteX5" fmla="*/ 30738 w 62360"/>
                <a:gd name="connsiteY5" fmla="*/ 0 h 62357"/>
                <a:gd name="connsiteX6" fmla="*/ 3 w 62360"/>
                <a:gd name="connsiteY6" fmla="*/ 31620 h 62357"/>
                <a:gd name="connsiteX7" fmla="*/ 31623 w 62360"/>
                <a:gd name="connsiteY7" fmla="*/ 62354 h 62357"/>
                <a:gd name="connsiteX8" fmla="*/ 62361 w 62360"/>
                <a:gd name="connsiteY8" fmla="*/ 31180 h 62357"/>
                <a:gd name="connsiteX9" fmla="*/ 30738 w 62360"/>
                <a:gd name="connsiteY9" fmla="*/ 0 h 62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360" h="62357">
                  <a:moveTo>
                    <a:pt x="30738" y="12649"/>
                  </a:moveTo>
                  <a:cubicBezTo>
                    <a:pt x="40969" y="12894"/>
                    <a:pt x="49065" y="21386"/>
                    <a:pt x="48821" y="31618"/>
                  </a:cubicBezTo>
                  <a:cubicBezTo>
                    <a:pt x="48576" y="41849"/>
                    <a:pt x="40083" y="49945"/>
                    <a:pt x="29852" y="49701"/>
                  </a:cubicBezTo>
                  <a:cubicBezTo>
                    <a:pt x="19795" y="49460"/>
                    <a:pt x="11767" y="41240"/>
                    <a:pt x="11764" y="31180"/>
                  </a:cubicBezTo>
                  <a:cubicBezTo>
                    <a:pt x="12004" y="20874"/>
                    <a:pt x="20429" y="12647"/>
                    <a:pt x="30738" y="12649"/>
                  </a:cubicBezTo>
                  <a:moveTo>
                    <a:pt x="30738" y="0"/>
                  </a:moveTo>
                  <a:cubicBezTo>
                    <a:pt x="13519" y="245"/>
                    <a:pt x="-242" y="14401"/>
                    <a:pt x="3" y="31620"/>
                  </a:cubicBezTo>
                  <a:cubicBezTo>
                    <a:pt x="248" y="48839"/>
                    <a:pt x="14404" y="62599"/>
                    <a:pt x="31623" y="62354"/>
                  </a:cubicBezTo>
                  <a:cubicBezTo>
                    <a:pt x="48668" y="62112"/>
                    <a:pt x="62359" y="48227"/>
                    <a:pt x="62361" y="31180"/>
                  </a:cubicBezTo>
                  <a:cubicBezTo>
                    <a:pt x="62118" y="13889"/>
                    <a:pt x="48031" y="-2"/>
                    <a:pt x="30738" y="0"/>
                  </a:cubicBezTo>
                  <a:close/>
                </a:path>
              </a:pathLst>
            </a:custGeom>
            <a:grpFill/>
            <a:ln w="6271" cap="flat">
              <a:noFill/>
              <a:prstDash val="solid"/>
              <a:miter/>
            </a:ln>
          </p:spPr>
          <p:txBody>
            <a:bodyPr rtlCol="0" anchor="ctr"/>
            <a:lstStyle/>
            <a:p>
              <a:endParaRPr lang="en-US"/>
            </a:p>
          </p:txBody>
        </p:sp>
        <p:sp>
          <p:nvSpPr>
            <p:cNvPr id="61" name="Picture Placeholder 89">
              <a:extLst>
                <a:ext uri="{FF2B5EF4-FFF2-40B4-BE49-F238E27FC236}">
                  <a16:creationId xmlns:a16="http://schemas.microsoft.com/office/drawing/2014/main" id="{0D2089B9-9F18-7E12-5CE7-3C27DC4A3970}"/>
                </a:ext>
              </a:extLst>
            </p:cNvPr>
            <p:cNvSpPr/>
            <p:nvPr/>
          </p:nvSpPr>
          <p:spPr>
            <a:xfrm>
              <a:off x="8489287" y="2386304"/>
              <a:ext cx="15811" cy="62360"/>
            </a:xfrm>
            <a:custGeom>
              <a:avLst/>
              <a:gdLst>
                <a:gd name="connsiteX0" fmla="*/ 0 w 15811"/>
                <a:gd name="connsiteY0" fmla="*/ 0 h 62360"/>
                <a:gd name="connsiteX1" fmla="*/ 15812 w 15811"/>
                <a:gd name="connsiteY1" fmla="*/ 0 h 62360"/>
                <a:gd name="connsiteX2" fmla="*/ 15812 w 15811"/>
                <a:gd name="connsiteY2" fmla="*/ 62361 h 62360"/>
                <a:gd name="connsiteX3" fmla="*/ 0 w 15811"/>
                <a:gd name="connsiteY3" fmla="*/ 62361 h 62360"/>
              </a:gdLst>
              <a:ahLst/>
              <a:cxnLst>
                <a:cxn ang="0">
                  <a:pos x="connsiteX0" y="connsiteY0"/>
                </a:cxn>
                <a:cxn ang="0">
                  <a:pos x="connsiteX1" y="connsiteY1"/>
                </a:cxn>
                <a:cxn ang="0">
                  <a:pos x="connsiteX2" y="connsiteY2"/>
                </a:cxn>
                <a:cxn ang="0">
                  <a:pos x="connsiteX3" y="connsiteY3"/>
                </a:cxn>
              </a:cxnLst>
              <a:rect l="l" t="t" r="r" b="b"/>
              <a:pathLst>
                <a:path w="15811" h="62360">
                  <a:moveTo>
                    <a:pt x="0" y="0"/>
                  </a:moveTo>
                  <a:lnTo>
                    <a:pt x="15812" y="0"/>
                  </a:lnTo>
                  <a:lnTo>
                    <a:pt x="15812" y="62361"/>
                  </a:lnTo>
                  <a:lnTo>
                    <a:pt x="0" y="62361"/>
                  </a:lnTo>
                  <a:close/>
                </a:path>
              </a:pathLst>
            </a:custGeom>
            <a:grpFill/>
            <a:ln w="6271" cap="flat">
              <a:noFill/>
              <a:prstDash val="solid"/>
              <a:miter/>
            </a:ln>
          </p:spPr>
          <p:txBody>
            <a:bodyPr rtlCol="0" anchor="ctr"/>
            <a:lstStyle/>
            <a:p>
              <a:endParaRPr lang="en-US"/>
            </a:p>
          </p:txBody>
        </p:sp>
        <p:sp>
          <p:nvSpPr>
            <p:cNvPr id="62" name="Picture Placeholder 89">
              <a:extLst>
                <a:ext uri="{FF2B5EF4-FFF2-40B4-BE49-F238E27FC236}">
                  <a16:creationId xmlns:a16="http://schemas.microsoft.com/office/drawing/2014/main" id="{48F6D246-3FC0-7228-EAEB-522A05F49F49}"/>
                </a:ext>
              </a:extLst>
            </p:cNvPr>
            <p:cNvSpPr/>
            <p:nvPr/>
          </p:nvSpPr>
          <p:spPr>
            <a:xfrm>
              <a:off x="8521036" y="2386304"/>
              <a:ext cx="15811" cy="62360"/>
            </a:xfrm>
            <a:custGeom>
              <a:avLst/>
              <a:gdLst>
                <a:gd name="connsiteX0" fmla="*/ 0 w 15811"/>
                <a:gd name="connsiteY0" fmla="*/ 0 h 62360"/>
                <a:gd name="connsiteX1" fmla="*/ 15811 w 15811"/>
                <a:gd name="connsiteY1" fmla="*/ 0 h 62360"/>
                <a:gd name="connsiteX2" fmla="*/ 15811 w 15811"/>
                <a:gd name="connsiteY2" fmla="*/ 62361 h 62360"/>
                <a:gd name="connsiteX3" fmla="*/ 0 w 15811"/>
                <a:gd name="connsiteY3" fmla="*/ 62361 h 62360"/>
              </a:gdLst>
              <a:ahLst/>
              <a:cxnLst>
                <a:cxn ang="0">
                  <a:pos x="connsiteX0" y="connsiteY0"/>
                </a:cxn>
                <a:cxn ang="0">
                  <a:pos x="connsiteX1" y="connsiteY1"/>
                </a:cxn>
                <a:cxn ang="0">
                  <a:pos x="connsiteX2" y="connsiteY2"/>
                </a:cxn>
                <a:cxn ang="0">
                  <a:pos x="connsiteX3" y="connsiteY3"/>
                </a:cxn>
              </a:cxnLst>
              <a:rect l="l" t="t" r="r" b="b"/>
              <a:pathLst>
                <a:path w="15811" h="62360">
                  <a:moveTo>
                    <a:pt x="0" y="0"/>
                  </a:moveTo>
                  <a:lnTo>
                    <a:pt x="15811" y="0"/>
                  </a:lnTo>
                  <a:lnTo>
                    <a:pt x="15811" y="62361"/>
                  </a:lnTo>
                  <a:lnTo>
                    <a:pt x="0" y="62361"/>
                  </a:lnTo>
                  <a:close/>
                </a:path>
              </a:pathLst>
            </a:custGeom>
            <a:grpFill/>
            <a:ln w="6271" cap="flat">
              <a:noFill/>
              <a:prstDash val="solid"/>
              <a:miter/>
            </a:ln>
          </p:spPr>
          <p:txBody>
            <a:bodyPr rtlCol="0" anchor="ctr"/>
            <a:lstStyle/>
            <a:p>
              <a:endParaRPr lang="en-US"/>
            </a:p>
          </p:txBody>
        </p:sp>
        <p:sp>
          <p:nvSpPr>
            <p:cNvPr id="63" name="Picture Placeholder 89">
              <a:extLst>
                <a:ext uri="{FF2B5EF4-FFF2-40B4-BE49-F238E27FC236}">
                  <a16:creationId xmlns:a16="http://schemas.microsoft.com/office/drawing/2014/main" id="{FFE8DC39-C744-5CF6-A9A6-0570AF56758A}"/>
                </a:ext>
              </a:extLst>
            </p:cNvPr>
            <p:cNvSpPr/>
            <p:nvPr/>
          </p:nvSpPr>
          <p:spPr>
            <a:xfrm>
              <a:off x="8552723" y="2386304"/>
              <a:ext cx="15811" cy="62360"/>
            </a:xfrm>
            <a:custGeom>
              <a:avLst/>
              <a:gdLst>
                <a:gd name="connsiteX0" fmla="*/ 0 w 15811"/>
                <a:gd name="connsiteY0" fmla="*/ 0 h 62360"/>
                <a:gd name="connsiteX1" fmla="*/ 15811 w 15811"/>
                <a:gd name="connsiteY1" fmla="*/ 0 h 62360"/>
                <a:gd name="connsiteX2" fmla="*/ 15811 w 15811"/>
                <a:gd name="connsiteY2" fmla="*/ 62361 h 62360"/>
                <a:gd name="connsiteX3" fmla="*/ 0 w 15811"/>
                <a:gd name="connsiteY3" fmla="*/ 62361 h 62360"/>
              </a:gdLst>
              <a:ahLst/>
              <a:cxnLst>
                <a:cxn ang="0">
                  <a:pos x="connsiteX0" y="connsiteY0"/>
                </a:cxn>
                <a:cxn ang="0">
                  <a:pos x="connsiteX1" y="connsiteY1"/>
                </a:cxn>
                <a:cxn ang="0">
                  <a:pos x="connsiteX2" y="connsiteY2"/>
                </a:cxn>
                <a:cxn ang="0">
                  <a:pos x="connsiteX3" y="connsiteY3"/>
                </a:cxn>
              </a:cxnLst>
              <a:rect l="l" t="t" r="r" b="b"/>
              <a:pathLst>
                <a:path w="15811" h="62360">
                  <a:moveTo>
                    <a:pt x="0" y="0"/>
                  </a:moveTo>
                  <a:lnTo>
                    <a:pt x="15811" y="0"/>
                  </a:lnTo>
                  <a:lnTo>
                    <a:pt x="15811" y="62361"/>
                  </a:lnTo>
                  <a:lnTo>
                    <a:pt x="0" y="62361"/>
                  </a:lnTo>
                  <a:close/>
                </a:path>
              </a:pathLst>
            </a:custGeom>
            <a:grpFill/>
            <a:ln w="6271" cap="flat">
              <a:noFill/>
              <a:prstDash val="solid"/>
              <a:miter/>
            </a:ln>
          </p:spPr>
          <p:txBody>
            <a:bodyPr rtlCol="0" anchor="ctr"/>
            <a:lstStyle/>
            <a:p>
              <a:endParaRPr lang="en-US"/>
            </a:p>
          </p:txBody>
        </p:sp>
        <p:sp>
          <p:nvSpPr>
            <p:cNvPr id="64" name="Picture Placeholder 89">
              <a:extLst>
                <a:ext uri="{FF2B5EF4-FFF2-40B4-BE49-F238E27FC236}">
                  <a16:creationId xmlns:a16="http://schemas.microsoft.com/office/drawing/2014/main" id="{021820F2-F3F4-BA30-3733-D487AC2E408F}"/>
                </a:ext>
              </a:extLst>
            </p:cNvPr>
            <p:cNvSpPr/>
            <p:nvPr/>
          </p:nvSpPr>
          <p:spPr>
            <a:xfrm>
              <a:off x="8915944" y="2386304"/>
              <a:ext cx="15811" cy="62360"/>
            </a:xfrm>
            <a:custGeom>
              <a:avLst/>
              <a:gdLst>
                <a:gd name="connsiteX0" fmla="*/ 0 w 15811"/>
                <a:gd name="connsiteY0" fmla="*/ 0 h 62360"/>
                <a:gd name="connsiteX1" fmla="*/ 15811 w 15811"/>
                <a:gd name="connsiteY1" fmla="*/ 0 h 62360"/>
                <a:gd name="connsiteX2" fmla="*/ 15811 w 15811"/>
                <a:gd name="connsiteY2" fmla="*/ 62361 h 62360"/>
                <a:gd name="connsiteX3" fmla="*/ 0 w 15811"/>
                <a:gd name="connsiteY3" fmla="*/ 62361 h 62360"/>
              </a:gdLst>
              <a:ahLst/>
              <a:cxnLst>
                <a:cxn ang="0">
                  <a:pos x="connsiteX0" y="connsiteY0"/>
                </a:cxn>
                <a:cxn ang="0">
                  <a:pos x="connsiteX1" y="connsiteY1"/>
                </a:cxn>
                <a:cxn ang="0">
                  <a:pos x="connsiteX2" y="connsiteY2"/>
                </a:cxn>
                <a:cxn ang="0">
                  <a:pos x="connsiteX3" y="connsiteY3"/>
                </a:cxn>
              </a:cxnLst>
              <a:rect l="l" t="t" r="r" b="b"/>
              <a:pathLst>
                <a:path w="15811" h="62360">
                  <a:moveTo>
                    <a:pt x="0" y="0"/>
                  </a:moveTo>
                  <a:lnTo>
                    <a:pt x="15811" y="0"/>
                  </a:lnTo>
                  <a:lnTo>
                    <a:pt x="15811" y="62361"/>
                  </a:lnTo>
                  <a:lnTo>
                    <a:pt x="0" y="62361"/>
                  </a:lnTo>
                  <a:close/>
                </a:path>
              </a:pathLst>
            </a:custGeom>
            <a:grpFill/>
            <a:ln w="6271" cap="flat">
              <a:noFill/>
              <a:prstDash val="solid"/>
              <a:miter/>
            </a:ln>
          </p:spPr>
          <p:txBody>
            <a:bodyPr rtlCol="0" anchor="ctr"/>
            <a:lstStyle/>
            <a:p>
              <a:endParaRPr lang="en-US"/>
            </a:p>
          </p:txBody>
        </p:sp>
        <p:sp>
          <p:nvSpPr>
            <p:cNvPr id="65" name="Picture Placeholder 89">
              <a:extLst>
                <a:ext uri="{FF2B5EF4-FFF2-40B4-BE49-F238E27FC236}">
                  <a16:creationId xmlns:a16="http://schemas.microsoft.com/office/drawing/2014/main" id="{CB0CAB30-B794-027B-597D-9C051FA430A8}"/>
                </a:ext>
              </a:extLst>
            </p:cNvPr>
            <p:cNvSpPr/>
            <p:nvPr/>
          </p:nvSpPr>
          <p:spPr>
            <a:xfrm>
              <a:off x="8947694" y="2386304"/>
              <a:ext cx="15811" cy="62360"/>
            </a:xfrm>
            <a:custGeom>
              <a:avLst/>
              <a:gdLst>
                <a:gd name="connsiteX0" fmla="*/ 0 w 15811"/>
                <a:gd name="connsiteY0" fmla="*/ 0 h 62360"/>
                <a:gd name="connsiteX1" fmla="*/ 15811 w 15811"/>
                <a:gd name="connsiteY1" fmla="*/ 0 h 62360"/>
                <a:gd name="connsiteX2" fmla="*/ 15811 w 15811"/>
                <a:gd name="connsiteY2" fmla="*/ 62361 h 62360"/>
                <a:gd name="connsiteX3" fmla="*/ 0 w 15811"/>
                <a:gd name="connsiteY3" fmla="*/ 62361 h 62360"/>
              </a:gdLst>
              <a:ahLst/>
              <a:cxnLst>
                <a:cxn ang="0">
                  <a:pos x="connsiteX0" y="connsiteY0"/>
                </a:cxn>
                <a:cxn ang="0">
                  <a:pos x="connsiteX1" y="connsiteY1"/>
                </a:cxn>
                <a:cxn ang="0">
                  <a:pos x="connsiteX2" y="connsiteY2"/>
                </a:cxn>
                <a:cxn ang="0">
                  <a:pos x="connsiteX3" y="connsiteY3"/>
                </a:cxn>
              </a:cxnLst>
              <a:rect l="l" t="t" r="r" b="b"/>
              <a:pathLst>
                <a:path w="15811" h="62360">
                  <a:moveTo>
                    <a:pt x="0" y="0"/>
                  </a:moveTo>
                  <a:lnTo>
                    <a:pt x="15811" y="0"/>
                  </a:lnTo>
                  <a:lnTo>
                    <a:pt x="15811" y="62361"/>
                  </a:lnTo>
                  <a:lnTo>
                    <a:pt x="0" y="62361"/>
                  </a:lnTo>
                  <a:close/>
                </a:path>
              </a:pathLst>
            </a:custGeom>
            <a:grpFill/>
            <a:ln w="6271" cap="flat">
              <a:noFill/>
              <a:prstDash val="solid"/>
              <a:miter/>
            </a:ln>
          </p:spPr>
          <p:txBody>
            <a:bodyPr rtlCol="0" anchor="ctr"/>
            <a:lstStyle/>
            <a:p>
              <a:endParaRPr lang="en-US"/>
            </a:p>
          </p:txBody>
        </p:sp>
        <p:sp>
          <p:nvSpPr>
            <p:cNvPr id="66" name="Picture Placeholder 89">
              <a:extLst>
                <a:ext uri="{FF2B5EF4-FFF2-40B4-BE49-F238E27FC236}">
                  <a16:creationId xmlns:a16="http://schemas.microsoft.com/office/drawing/2014/main" id="{9E198F38-AFC3-3B19-D49D-05F014DD271D}"/>
                </a:ext>
              </a:extLst>
            </p:cNvPr>
            <p:cNvSpPr/>
            <p:nvPr/>
          </p:nvSpPr>
          <p:spPr>
            <a:xfrm>
              <a:off x="8979380" y="2386304"/>
              <a:ext cx="15811" cy="62360"/>
            </a:xfrm>
            <a:custGeom>
              <a:avLst/>
              <a:gdLst>
                <a:gd name="connsiteX0" fmla="*/ 0 w 15811"/>
                <a:gd name="connsiteY0" fmla="*/ 0 h 62360"/>
                <a:gd name="connsiteX1" fmla="*/ 15811 w 15811"/>
                <a:gd name="connsiteY1" fmla="*/ 0 h 62360"/>
                <a:gd name="connsiteX2" fmla="*/ 15811 w 15811"/>
                <a:gd name="connsiteY2" fmla="*/ 62361 h 62360"/>
                <a:gd name="connsiteX3" fmla="*/ 0 w 15811"/>
                <a:gd name="connsiteY3" fmla="*/ 62361 h 62360"/>
              </a:gdLst>
              <a:ahLst/>
              <a:cxnLst>
                <a:cxn ang="0">
                  <a:pos x="connsiteX0" y="connsiteY0"/>
                </a:cxn>
                <a:cxn ang="0">
                  <a:pos x="connsiteX1" y="connsiteY1"/>
                </a:cxn>
                <a:cxn ang="0">
                  <a:pos x="connsiteX2" y="connsiteY2"/>
                </a:cxn>
                <a:cxn ang="0">
                  <a:pos x="connsiteX3" y="connsiteY3"/>
                </a:cxn>
              </a:cxnLst>
              <a:rect l="l" t="t" r="r" b="b"/>
              <a:pathLst>
                <a:path w="15811" h="62360">
                  <a:moveTo>
                    <a:pt x="0" y="0"/>
                  </a:moveTo>
                  <a:lnTo>
                    <a:pt x="15811" y="0"/>
                  </a:lnTo>
                  <a:lnTo>
                    <a:pt x="15811" y="62361"/>
                  </a:lnTo>
                  <a:lnTo>
                    <a:pt x="0" y="62361"/>
                  </a:lnTo>
                  <a:close/>
                </a:path>
              </a:pathLst>
            </a:custGeom>
            <a:grpFill/>
            <a:ln w="6271" cap="flat">
              <a:noFill/>
              <a:prstDash val="solid"/>
              <a:miter/>
            </a:ln>
          </p:spPr>
          <p:txBody>
            <a:bodyPr rtlCol="0" anchor="ctr"/>
            <a:lstStyle/>
            <a:p>
              <a:endParaRPr lang="en-US"/>
            </a:p>
          </p:txBody>
        </p:sp>
      </p:grpSp>
      <p:sp>
        <p:nvSpPr>
          <p:cNvPr id="67" name="Picture Placeholder 106" descr="Powering Soc&#10;">
            <a:extLst>
              <a:ext uri="{FF2B5EF4-FFF2-40B4-BE49-F238E27FC236}">
                <a16:creationId xmlns:a16="http://schemas.microsoft.com/office/drawing/2014/main" id="{A84655DC-2415-B5AD-FC72-0457BD6382ED}"/>
              </a:ext>
            </a:extLst>
          </p:cNvPr>
          <p:cNvSpPr>
            <a:spLocks noChangeAspect="1"/>
          </p:cNvSpPr>
          <p:nvPr/>
        </p:nvSpPr>
        <p:spPr>
          <a:xfrm>
            <a:off x="3262898" y="2529922"/>
            <a:ext cx="1097280" cy="889689"/>
          </a:xfrm>
          <a:custGeom>
            <a:avLst/>
            <a:gdLst>
              <a:gd name="connsiteX0" fmla="*/ 198592 w 585025"/>
              <a:gd name="connsiteY0" fmla="*/ 84750 h 474345"/>
              <a:gd name="connsiteX1" fmla="*/ 198592 w 585025"/>
              <a:gd name="connsiteY1" fmla="*/ 84750 h 474345"/>
              <a:gd name="connsiteX2" fmla="*/ 214404 w 585025"/>
              <a:gd name="connsiteY2" fmla="*/ 69571 h 474345"/>
              <a:gd name="connsiteX3" fmla="*/ 198592 w 585025"/>
              <a:gd name="connsiteY3" fmla="*/ 53127 h 474345"/>
              <a:gd name="connsiteX4" fmla="*/ 182781 w 585025"/>
              <a:gd name="connsiteY4" fmla="*/ 68938 h 474345"/>
              <a:gd name="connsiteX5" fmla="*/ 198592 w 585025"/>
              <a:gd name="connsiteY5" fmla="*/ 84750 h 474345"/>
              <a:gd name="connsiteX6" fmla="*/ 72100 w 585025"/>
              <a:gd name="connsiteY6" fmla="*/ 84750 h 474345"/>
              <a:gd name="connsiteX7" fmla="*/ 72100 w 585025"/>
              <a:gd name="connsiteY7" fmla="*/ 84750 h 474345"/>
              <a:gd name="connsiteX8" fmla="*/ 87912 w 585025"/>
              <a:gd name="connsiteY8" fmla="*/ 69571 h 474345"/>
              <a:gd name="connsiteX9" fmla="*/ 72100 w 585025"/>
              <a:gd name="connsiteY9" fmla="*/ 53127 h 474345"/>
              <a:gd name="connsiteX10" fmla="*/ 56289 w 585025"/>
              <a:gd name="connsiteY10" fmla="*/ 68938 h 474345"/>
              <a:gd name="connsiteX11" fmla="*/ 72100 w 585025"/>
              <a:gd name="connsiteY11" fmla="*/ 84750 h 474345"/>
              <a:gd name="connsiteX12" fmla="*/ 135346 w 585025"/>
              <a:gd name="connsiteY12" fmla="*/ 84750 h 474345"/>
              <a:gd name="connsiteX13" fmla="*/ 135346 w 585025"/>
              <a:gd name="connsiteY13" fmla="*/ 84750 h 474345"/>
              <a:gd name="connsiteX14" fmla="*/ 151158 w 585025"/>
              <a:gd name="connsiteY14" fmla="*/ 69571 h 474345"/>
              <a:gd name="connsiteX15" fmla="*/ 135346 w 585025"/>
              <a:gd name="connsiteY15" fmla="*/ 53127 h 474345"/>
              <a:gd name="connsiteX16" fmla="*/ 119535 w 585025"/>
              <a:gd name="connsiteY16" fmla="*/ 68938 h 474345"/>
              <a:gd name="connsiteX17" fmla="*/ 135346 w 585025"/>
              <a:gd name="connsiteY17" fmla="*/ 84750 h 474345"/>
              <a:gd name="connsiteX18" fmla="*/ 0 w 585025"/>
              <a:gd name="connsiteY18" fmla="*/ 0 h 474345"/>
              <a:gd name="connsiteX19" fmla="*/ 0 w 585025"/>
              <a:gd name="connsiteY19" fmla="*/ 474345 h 474345"/>
              <a:gd name="connsiteX20" fmla="*/ 585026 w 585025"/>
              <a:gd name="connsiteY20" fmla="*/ 474345 h 474345"/>
              <a:gd name="connsiteX21" fmla="*/ 585026 w 585025"/>
              <a:gd name="connsiteY21" fmla="*/ 0 h 474345"/>
              <a:gd name="connsiteX22" fmla="*/ 0 w 585025"/>
              <a:gd name="connsiteY22" fmla="*/ 0 h 474345"/>
              <a:gd name="connsiteX23" fmla="*/ 569214 w 585025"/>
              <a:gd name="connsiteY23" fmla="*/ 458534 h 474345"/>
              <a:gd name="connsiteX24" fmla="*/ 15179 w 585025"/>
              <a:gd name="connsiteY24" fmla="*/ 458534 h 474345"/>
              <a:gd name="connsiteX25" fmla="*/ 15179 w 585025"/>
              <a:gd name="connsiteY25" fmla="*/ 139141 h 474345"/>
              <a:gd name="connsiteX26" fmla="*/ 535694 w 585025"/>
              <a:gd name="connsiteY26" fmla="*/ 139141 h 474345"/>
              <a:gd name="connsiteX27" fmla="*/ 535694 w 585025"/>
              <a:gd name="connsiteY27" fmla="*/ 123330 h 474345"/>
              <a:gd name="connsiteX28" fmla="*/ 15179 w 585025"/>
              <a:gd name="connsiteY28" fmla="*/ 123330 h 474345"/>
              <a:gd name="connsiteX29" fmla="*/ 15179 w 585025"/>
              <a:gd name="connsiteY29" fmla="*/ 15812 h 474345"/>
              <a:gd name="connsiteX30" fmla="*/ 568582 w 585025"/>
              <a:gd name="connsiteY30" fmla="*/ 15812 h 474345"/>
              <a:gd name="connsiteX31" fmla="*/ 568582 w 585025"/>
              <a:gd name="connsiteY31" fmla="*/ 458534 h 474345"/>
              <a:gd name="connsiteX32" fmla="*/ 301051 w 585025"/>
              <a:gd name="connsiteY32" fmla="*/ 228318 h 474345"/>
              <a:gd name="connsiteX33" fmla="*/ 230848 w 585025"/>
              <a:gd name="connsiteY33" fmla="*/ 298521 h 474345"/>
              <a:gd name="connsiteX34" fmla="*/ 238437 w 585025"/>
              <a:gd name="connsiteY34" fmla="*/ 306111 h 474345"/>
              <a:gd name="connsiteX35" fmla="*/ 246027 w 585025"/>
              <a:gd name="connsiteY35" fmla="*/ 298521 h 474345"/>
              <a:gd name="connsiteX36" fmla="*/ 300419 w 585025"/>
              <a:gd name="connsiteY36" fmla="*/ 244130 h 474345"/>
              <a:gd name="connsiteX37" fmla="*/ 355443 w 585025"/>
              <a:gd name="connsiteY37" fmla="*/ 299154 h 474345"/>
              <a:gd name="connsiteX38" fmla="*/ 301051 w 585025"/>
              <a:gd name="connsiteY38" fmla="*/ 353545 h 474345"/>
              <a:gd name="connsiteX39" fmla="*/ 293461 w 585025"/>
              <a:gd name="connsiteY39" fmla="*/ 361135 h 474345"/>
              <a:gd name="connsiteX40" fmla="*/ 301051 w 585025"/>
              <a:gd name="connsiteY40" fmla="*/ 368724 h 474345"/>
              <a:gd name="connsiteX41" fmla="*/ 371254 w 585025"/>
              <a:gd name="connsiteY41" fmla="*/ 298521 h 474345"/>
              <a:gd name="connsiteX42" fmla="*/ 301051 w 585025"/>
              <a:gd name="connsiteY42" fmla="*/ 228318 h 474345"/>
              <a:gd name="connsiteX43" fmla="*/ 408569 w 585025"/>
              <a:gd name="connsiteY43" fmla="*/ 239070 h 474345"/>
              <a:gd name="connsiteX44" fmla="*/ 397185 w 585025"/>
              <a:gd name="connsiteY44" fmla="*/ 239702 h 474345"/>
              <a:gd name="connsiteX45" fmla="*/ 387698 w 585025"/>
              <a:gd name="connsiteY45" fmla="*/ 240335 h 474345"/>
              <a:gd name="connsiteX46" fmla="*/ 376946 w 585025"/>
              <a:gd name="connsiteY46" fmla="*/ 225788 h 474345"/>
              <a:gd name="connsiteX47" fmla="*/ 382006 w 585025"/>
              <a:gd name="connsiteY47" fmla="*/ 204285 h 474345"/>
              <a:gd name="connsiteX48" fmla="*/ 383271 w 585025"/>
              <a:gd name="connsiteY48" fmla="*/ 197960 h 474345"/>
              <a:gd name="connsiteX49" fmla="*/ 376946 w 585025"/>
              <a:gd name="connsiteY49" fmla="*/ 195430 h 474345"/>
              <a:gd name="connsiteX50" fmla="*/ 361135 w 585025"/>
              <a:gd name="connsiteY50" fmla="*/ 187208 h 474345"/>
              <a:gd name="connsiteX51" fmla="*/ 342161 w 585025"/>
              <a:gd name="connsiteY51" fmla="*/ 178986 h 474345"/>
              <a:gd name="connsiteX52" fmla="*/ 338366 w 585025"/>
              <a:gd name="connsiteY52" fmla="*/ 177721 h 474345"/>
              <a:gd name="connsiteX53" fmla="*/ 335204 w 585025"/>
              <a:gd name="connsiteY53" fmla="*/ 180251 h 474345"/>
              <a:gd name="connsiteX54" fmla="*/ 325717 w 585025"/>
              <a:gd name="connsiteY54" fmla="*/ 189738 h 474345"/>
              <a:gd name="connsiteX55" fmla="*/ 321290 w 585025"/>
              <a:gd name="connsiteY55" fmla="*/ 194798 h 474345"/>
              <a:gd name="connsiteX56" fmla="*/ 311170 w 585025"/>
              <a:gd name="connsiteY56" fmla="*/ 193533 h 474345"/>
              <a:gd name="connsiteX57" fmla="*/ 302948 w 585025"/>
              <a:gd name="connsiteY57" fmla="*/ 192900 h 474345"/>
              <a:gd name="connsiteX58" fmla="*/ 290932 w 585025"/>
              <a:gd name="connsiteY58" fmla="*/ 174559 h 474345"/>
              <a:gd name="connsiteX59" fmla="*/ 287769 w 585025"/>
              <a:gd name="connsiteY59" fmla="*/ 170132 h 474345"/>
              <a:gd name="connsiteX60" fmla="*/ 241600 w 585025"/>
              <a:gd name="connsiteY60" fmla="*/ 184678 h 474345"/>
              <a:gd name="connsiteX61" fmla="*/ 241600 w 585025"/>
              <a:gd name="connsiteY61" fmla="*/ 190370 h 474345"/>
              <a:gd name="connsiteX62" fmla="*/ 241600 w 585025"/>
              <a:gd name="connsiteY62" fmla="*/ 203652 h 474345"/>
              <a:gd name="connsiteX63" fmla="*/ 241600 w 585025"/>
              <a:gd name="connsiteY63" fmla="*/ 211874 h 474345"/>
              <a:gd name="connsiteX64" fmla="*/ 227686 w 585025"/>
              <a:gd name="connsiteY64" fmla="*/ 223258 h 474345"/>
              <a:gd name="connsiteX65" fmla="*/ 206182 w 585025"/>
              <a:gd name="connsiteY65" fmla="*/ 218831 h 474345"/>
              <a:gd name="connsiteX66" fmla="*/ 200490 w 585025"/>
              <a:gd name="connsiteY66" fmla="*/ 218199 h 474345"/>
              <a:gd name="connsiteX67" fmla="*/ 197960 w 585025"/>
              <a:gd name="connsiteY67" fmla="*/ 223258 h 474345"/>
              <a:gd name="connsiteX68" fmla="*/ 180251 w 585025"/>
              <a:gd name="connsiteY68" fmla="*/ 258676 h 474345"/>
              <a:gd name="connsiteX69" fmla="*/ 178354 w 585025"/>
              <a:gd name="connsiteY69" fmla="*/ 264368 h 474345"/>
              <a:gd name="connsiteX70" fmla="*/ 183413 w 585025"/>
              <a:gd name="connsiteY70" fmla="*/ 267531 h 474345"/>
              <a:gd name="connsiteX71" fmla="*/ 196695 w 585025"/>
              <a:gd name="connsiteY71" fmla="*/ 279547 h 474345"/>
              <a:gd name="connsiteX72" fmla="*/ 195430 w 585025"/>
              <a:gd name="connsiteY72" fmla="*/ 289034 h 474345"/>
              <a:gd name="connsiteX73" fmla="*/ 194165 w 585025"/>
              <a:gd name="connsiteY73" fmla="*/ 297889 h 474345"/>
              <a:gd name="connsiteX74" fmla="*/ 186576 w 585025"/>
              <a:gd name="connsiteY74" fmla="*/ 302316 h 474345"/>
              <a:gd name="connsiteX75" fmla="*/ 177089 w 585025"/>
              <a:gd name="connsiteY75" fmla="*/ 308641 h 474345"/>
              <a:gd name="connsiteX76" fmla="*/ 171397 w 585025"/>
              <a:gd name="connsiteY76" fmla="*/ 311803 h 474345"/>
              <a:gd name="connsiteX77" fmla="*/ 185943 w 585025"/>
              <a:gd name="connsiteY77" fmla="*/ 359870 h 474345"/>
              <a:gd name="connsiteX78" fmla="*/ 192268 w 585025"/>
              <a:gd name="connsiteY78" fmla="*/ 359237 h 474345"/>
              <a:gd name="connsiteX79" fmla="*/ 203652 w 585025"/>
              <a:gd name="connsiteY79" fmla="*/ 358605 h 474345"/>
              <a:gd name="connsiteX80" fmla="*/ 211874 w 585025"/>
              <a:gd name="connsiteY80" fmla="*/ 357972 h 474345"/>
              <a:gd name="connsiteX81" fmla="*/ 217566 w 585025"/>
              <a:gd name="connsiteY81" fmla="*/ 366194 h 474345"/>
              <a:gd name="connsiteX82" fmla="*/ 223258 w 585025"/>
              <a:gd name="connsiteY82" fmla="*/ 373151 h 474345"/>
              <a:gd name="connsiteX83" fmla="*/ 219464 w 585025"/>
              <a:gd name="connsiteY83" fmla="*/ 395288 h 474345"/>
              <a:gd name="connsiteX84" fmla="*/ 219464 w 585025"/>
              <a:gd name="connsiteY84" fmla="*/ 399715 h 474345"/>
              <a:gd name="connsiteX85" fmla="*/ 223258 w 585025"/>
              <a:gd name="connsiteY85" fmla="*/ 401612 h 474345"/>
              <a:gd name="connsiteX86" fmla="*/ 257411 w 585025"/>
              <a:gd name="connsiteY86" fmla="*/ 418689 h 474345"/>
              <a:gd name="connsiteX87" fmla="*/ 261838 w 585025"/>
              <a:gd name="connsiteY87" fmla="*/ 419953 h 474345"/>
              <a:gd name="connsiteX88" fmla="*/ 265001 w 585025"/>
              <a:gd name="connsiteY88" fmla="*/ 417424 h 474345"/>
              <a:gd name="connsiteX89" fmla="*/ 273855 w 585025"/>
              <a:gd name="connsiteY89" fmla="*/ 407937 h 474345"/>
              <a:gd name="connsiteX90" fmla="*/ 279547 w 585025"/>
              <a:gd name="connsiteY90" fmla="*/ 402245 h 474345"/>
              <a:gd name="connsiteX91" fmla="*/ 297889 w 585025"/>
              <a:gd name="connsiteY91" fmla="*/ 404774 h 474345"/>
              <a:gd name="connsiteX92" fmla="*/ 302316 w 585025"/>
              <a:gd name="connsiteY92" fmla="*/ 411731 h 474345"/>
              <a:gd name="connsiteX93" fmla="*/ 310538 w 585025"/>
              <a:gd name="connsiteY93" fmla="*/ 423748 h 474345"/>
              <a:gd name="connsiteX94" fmla="*/ 313700 w 585025"/>
              <a:gd name="connsiteY94" fmla="*/ 427543 h 474345"/>
              <a:gd name="connsiteX95" fmla="*/ 357972 w 585025"/>
              <a:gd name="connsiteY95" fmla="*/ 414261 h 474345"/>
              <a:gd name="connsiteX96" fmla="*/ 358605 w 585025"/>
              <a:gd name="connsiteY96" fmla="*/ 409202 h 474345"/>
              <a:gd name="connsiteX97" fmla="*/ 358605 w 585025"/>
              <a:gd name="connsiteY97" fmla="*/ 394023 h 474345"/>
              <a:gd name="connsiteX98" fmla="*/ 358605 w 585025"/>
              <a:gd name="connsiteY98" fmla="*/ 386433 h 474345"/>
              <a:gd name="connsiteX99" fmla="*/ 373151 w 585025"/>
              <a:gd name="connsiteY99" fmla="*/ 375049 h 474345"/>
              <a:gd name="connsiteX100" fmla="*/ 394023 w 585025"/>
              <a:gd name="connsiteY100" fmla="*/ 379476 h 474345"/>
              <a:gd name="connsiteX101" fmla="*/ 399715 w 585025"/>
              <a:gd name="connsiteY101" fmla="*/ 380108 h 474345"/>
              <a:gd name="connsiteX102" fmla="*/ 402245 w 585025"/>
              <a:gd name="connsiteY102" fmla="*/ 375049 h 474345"/>
              <a:gd name="connsiteX103" fmla="*/ 419953 w 585025"/>
              <a:gd name="connsiteY103" fmla="*/ 340264 h 474345"/>
              <a:gd name="connsiteX104" fmla="*/ 421851 w 585025"/>
              <a:gd name="connsiteY104" fmla="*/ 334571 h 474345"/>
              <a:gd name="connsiteX105" fmla="*/ 417424 w 585025"/>
              <a:gd name="connsiteY105" fmla="*/ 331409 h 474345"/>
              <a:gd name="connsiteX106" fmla="*/ 409202 w 585025"/>
              <a:gd name="connsiteY106" fmla="*/ 324452 h 474345"/>
              <a:gd name="connsiteX107" fmla="*/ 404142 w 585025"/>
              <a:gd name="connsiteY107" fmla="*/ 319392 h 474345"/>
              <a:gd name="connsiteX108" fmla="*/ 405407 w 585025"/>
              <a:gd name="connsiteY108" fmla="*/ 309273 h 474345"/>
              <a:gd name="connsiteX109" fmla="*/ 406039 w 585025"/>
              <a:gd name="connsiteY109" fmla="*/ 301051 h 474345"/>
              <a:gd name="connsiteX110" fmla="*/ 413629 w 585025"/>
              <a:gd name="connsiteY110" fmla="*/ 296624 h 474345"/>
              <a:gd name="connsiteX111" fmla="*/ 423116 w 585025"/>
              <a:gd name="connsiteY111" fmla="*/ 290299 h 474345"/>
              <a:gd name="connsiteX112" fmla="*/ 428808 w 585025"/>
              <a:gd name="connsiteY112" fmla="*/ 287137 h 474345"/>
              <a:gd name="connsiteX113" fmla="*/ 414261 w 585025"/>
              <a:gd name="connsiteY113" fmla="*/ 239070 h 474345"/>
              <a:gd name="connsiteX114" fmla="*/ 408569 w 585025"/>
              <a:gd name="connsiteY114" fmla="*/ 239070 h 474345"/>
              <a:gd name="connsiteX115" fmla="*/ 406039 w 585025"/>
              <a:gd name="connsiteY115" fmla="*/ 282710 h 474345"/>
              <a:gd name="connsiteX116" fmla="*/ 396552 w 585025"/>
              <a:gd name="connsiteY116" fmla="*/ 287769 h 474345"/>
              <a:gd name="connsiteX117" fmla="*/ 393390 w 585025"/>
              <a:gd name="connsiteY117" fmla="*/ 289667 h 474345"/>
              <a:gd name="connsiteX118" fmla="*/ 392125 w 585025"/>
              <a:gd name="connsiteY118" fmla="*/ 293461 h 474345"/>
              <a:gd name="connsiteX119" fmla="*/ 390228 w 585025"/>
              <a:gd name="connsiteY119" fmla="*/ 308008 h 474345"/>
              <a:gd name="connsiteX120" fmla="*/ 388330 w 585025"/>
              <a:gd name="connsiteY120" fmla="*/ 317495 h 474345"/>
              <a:gd name="connsiteX121" fmla="*/ 385801 w 585025"/>
              <a:gd name="connsiteY121" fmla="*/ 323187 h 474345"/>
              <a:gd name="connsiteX122" fmla="*/ 390228 w 585025"/>
              <a:gd name="connsiteY122" fmla="*/ 326982 h 474345"/>
              <a:gd name="connsiteX123" fmla="*/ 399082 w 585025"/>
              <a:gd name="connsiteY123" fmla="*/ 335204 h 474345"/>
              <a:gd name="connsiteX124" fmla="*/ 404142 w 585025"/>
              <a:gd name="connsiteY124" fmla="*/ 339631 h 474345"/>
              <a:gd name="connsiteX125" fmla="*/ 392125 w 585025"/>
              <a:gd name="connsiteY125" fmla="*/ 362400 h 474345"/>
              <a:gd name="connsiteX126" fmla="*/ 374416 w 585025"/>
              <a:gd name="connsiteY126" fmla="*/ 357972 h 474345"/>
              <a:gd name="connsiteX127" fmla="*/ 369357 w 585025"/>
              <a:gd name="connsiteY127" fmla="*/ 356707 h 474345"/>
              <a:gd name="connsiteX128" fmla="*/ 366194 w 585025"/>
              <a:gd name="connsiteY128" fmla="*/ 360502 h 474345"/>
              <a:gd name="connsiteX129" fmla="*/ 349118 w 585025"/>
              <a:gd name="connsiteY129" fmla="*/ 374416 h 474345"/>
              <a:gd name="connsiteX130" fmla="*/ 345956 w 585025"/>
              <a:gd name="connsiteY130" fmla="*/ 376314 h 474345"/>
              <a:gd name="connsiteX131" fmla="*/ 345323 w 585025"/>
              <a:gd name="connsiteY131" fmla="*/ 379476 h 474345"/>
              <a:gd name="connsiteX132" fmla="*/ 344691 w 585025"/>
              <a:gd name="connsiteY132" fmla="*/ 395288 h 474345"/>
              <a:gd name="connsiteX133" fmla="*/ 344691 w 585025"/>
              <a:gd name="connsiteY133" fmla="*/ 402245 h 474345"/>
              <a:gd name="connsiteX134" fmla="*/ 320025 w 585025"/>
              <a:gd name="connsiteY134" fmla="*/ 409834 h 474345"/>
              <a:gd name="connsiteX135" fmla="*/ 316862 w 585025"/>
              <a:gd name="connsiteY135" fmla="*/ 404774 h 474345"/>
              <a:gd name="connsiteX136" fmla="*/ 309905 w 585025"/>
              <a:gd name="connsiteY136" fmla="*/ 393390 h 474345"/>
              <a:gd name="connsiteX137" fmla="*/ 308008 w 585025"/>
              <a:gd name="connsiteY137" fmla="*/ 390860 h 474345"/>
              <a:gd name="connsiteX138" fmla="*/ 304846 w 585025"/>
              <a:gd name="connsiteY138" fmla="*/ 388963 h 474345"/>
              <a:gd name="connsiteX139" fmla="*/ 281445 w 585025"/>
              <a:gd name="connsiteY139" fmla="*/ 385801 h 474345"/>
              <a:gd name="connsiteX140" fmla="*/ 281445 w 585025"/>
              <a:gd name="connsiteY140" fmla="*/ 385801 h 474345"/>
              <a:gd name="connsiteX141" fmla="*/ 277650 w 585025"/>
              <a:gd name="connsiteY141" fmla="*/ 384536 h 474345"/>
              <a:gd name="connsiteX142" fmla="*/ 274488 w 585025"/>
              <a:gd name="connsiteY142" fmla="*/ 386433 h 474345"/>
              <a:gd name="connsiteX143" fmla="*/ 263736 w 585025"/>
              <a:gd name="connsiteY143" fmla="*/ 396552 h 474345"/>
              <a:gd name="connsiteX144" fmla="*/ 259309 w 585025"/>
              <a:gd name="connsiteY144" fmla="*/ 400980 h 474345"/>
              <a:gd name="connsiteX145" fmla="*/ 237173 w 585025"/>
              <a:gd name="connsiteY145" fmla="*/ 389595 h 474345"/>
              <a:gd name="connsiteX146" fmla="*/ 240967 w 585025"/>
              <a:gd name="connsiteY146" fmla="*/ 371887 h 474345"/>
              <a:gd name="connsiteX147" fmla="*/ 241600 w 585025"/>
              <a:gd name="connsiteY147" fmla="*/ 368724 h 474345"/>
              <a:gd name="connsiteX148" fmla="*/ 239702 w 585025"/>
              <a:gd name="connsiteY148" fmla="*/ 365562 h 474345"/>
              <a:gd name="connsiteX149" fmla="*/ 230848 w 585025"/>
              <a:gd name="connsiteY149" fmla="*/ 354810 h 474345"/>
              <a:gd name="connsiteX150" fmla="*/ 224523 w 585025"/>
              <a:gd name="connsiteY150" fmla="*/ 345323 h 474345"/>
              <a:gd name="connsiteX151" fmla="*/ 221993 w 585025"/>
              <a:gd name="connsiteY151" fmla="*/ 339631 h 474345"/>
              <a:gd name="connsiteX152" fmla="*/ 216301 w 585025"/>
              <a:gd name="connsiteY152" fmla="*/ 341528 h 474345"/>
              <a:gd name="connsiteX153" fmla="*/ 204917 w 585025"/>
              <a:gd name="connsiteY153" fmla="*/ 342161 h 474345"/>
              <a:gd name="connsiteX154" fmla="*/ 198592 w 585025"/>
              <a:gd name="connsiteY154" fmla="*/ 342161 h 474345"/>
              <a:gd name="connsiteX155" fmla="*/ 191003 w 585025"/>
              <a:gd name="connsiteY155" fmla="*/ 318127 h 474345"/>
              <a:gd name="connsiteX156" fmla="*/ 196063 w 585025"/>
              <a:gd name="connsiteY156" fmla="*/ 314965 h 474345"/>
              <a:gd name="connsiteX157" fmla="*/ 205550 w 585025"/>
              <a:gd name="connsiteY157" fmla="*/ 309905 h 474345"/>
              <a:gd name="connsiteX158" fmla="*/ 209344 w 585025"/>
              <a:gd name="connsiteY158" fmla="*/ 308008 h 474345"/>
              <a:gd name="connsiteX159" fmla="*/ 209977 w 585025"/>
              <a:gd name="connsiteY159" fmla="*/ 304213 h 474345"/>
              <a:gd name="connsiteX160" fmla="*/ 211874 w 585025"/>
              <a:gd name="connsiteY160" fmla="*/ 290299 h 474345"/>
              <a:gd name="connsiteX161" fmla="*/ 213771 w 585025"/>
              <a:gd name="connsiteY161" fmla="*/ 278915 h 474345"/>
              <a:gd name="connsiteX162" fmla="*/ 215036 w 585025"/>
              <a:gd name="connsiteY162" fmla="*/ 274488 h 474345"/>
              <a:gd name="connsiteX163" fmla="*/ 211874 w 585025"/>
              <a:gd name="connsiteY163" fmla="*/ 271325 h 474345"/>
              <a:gd name="connsiteX164" fmla="*/ 197960 w 585025"/>
              <a:gd name="connsiteY164" fmla="*/ 258044 h 474345"/>
              <a:gd name="connsiteX165" fmla="*/ 209977 w 585025"/>
              <a:gd name="connsiteY165" fmla="*/ 235275 h 474345"/>
              <a:gd name="connsiteX166" fmla="*/ 227686 w 585025"/>
              <a:gd name="connsiteY166" fmla="*/ 239702 h 474345"/>
              <a:gd name="connsiteX167" fmla="*/ 232113 w 585025"/>
              <a:gd name="connsiteY167" fmla="*/ 241600 h 474345"/>
              <a:gd name="connsiteX168" fmla="*/ 235908 w 585025"/>
              <a:gd name="connsiteY168" fmla="*/ 238437 h 474345"/>
              <a:gd name="connsiteX169" fmla="*/ 253616 w 585025"/>
              <a:gd name="connsiteY169" fmla="*/ 224523 h 474345"/>
              <a:gd name="connsiteX170" fmla="*/ 258676 w 585025"/>
              <a:gd name="connsiteY170" fmla="*/ 222626 h 474345"/>
              <a:gd name="connsiteX171" fmla="*/ 258676 w 585025"/>
              <a:gd name="connsiteY171" fmla="*/ 216934 h 474345"/>
              <a:gd name="connsiteX172" fmla="*/ 258044 w 585025"/>
              <a:gd name="connsiteY172" fmla="*/ 203652 h 474345"/>
              <a:gd name="connsiteX173" fmla="*/ 258044 w 585025"/>
              <a:gd name="connsiteY173" fmla="*/ 196695 h 474345"/>
              <a:gd name="connsiteX174" fmla="*/ 282077 w 585025"/>
              <a:gd name="connsiteY174" fmla="*/ 189738 h 474345"/>
              <a:gd name="connsiteX175" fmla="*/ 292197 w 585025"/>
              <a:gd name="connsiteY175" fmla="*/ 205550 h 474345"/>
              <a:gd name="connsiteX176" fmla="*/ 294094 w 585025"/>
              <a:gd name="connsiteY176" fmla="*/ 208712 h 474345"/>
              <a:gd name="connsiteX177" fmla="*/ 297889 w 585025"/>
              <a:gd name="connsiteY177" fmla="*/ 209344 h 474345"/>
              <a:gd name="connsiteX178" fmla="*/ 311170 w 585025"/>
              <a:gd name="connsiteY178" fmla="*/ 210609 h 474345"/>
              <a:gd name="connsiteX179" fmla="*/ 321290 w 585025"/>
              <a:gd name="connsiteY179" fmla="*/ 212507 h 474345"/>
              <a:gd name="connsiteX180" fmla="*/ 325084 w 585025"/>
              <a:gd name="connsiteY180" fmla="*/ 213771 h 474345"/>
              <a:gd name="connsiteX181" fmla="*/ 328247 w 585025"/>
              <a:gd name="connsiteY181" fmla="*/ 211874 h 474345"/>
              <a:gd name="connsiteX182" fmla="*/ 338999 w 585025"/>
              <a:gd name="connsiteY182" fmla="*/ 201755 h 474345"/>
              <a:gd name="connsiteX183" fmla="*/ 343426 w 585025"/>
              <a:gd name="connsiteY183" fmla="*/ 196695 h 474345"/>
              <a:gd name="connsiteX184" fmla="*/ 354178 w 585025"/>
              <a:gd name="connsiteY184" fmla="*/ 202387 h 474345"/>
              <a:gd name="connsiteX185" fmla="*/ 365562 w 585025"/>
              <a:gd name="connsiteY185" fmla="*/ 208712 h 474345"/>
              <a:gd name="connsiteX186" fmla="*/ 361135 w 585025"/>
              <a:gd name="connsiteY186" fmla="*/ 226421 h 474345"/>
              <a:gd name="connsiteX187" fmla="*/ 359870 w 585025"/>
              <a:gd name="connsiteY187" fmla="*/ 230215 h 474345"/>
              <a:gd name="connsiteX188" fmla="*/ 362400 w 585025"/>
              <a:gd name="connsiteY188" fmla="*/ 233378 h 474345"/>
              <a:gd name="connsiteX189" fmla="*/ 374416 w 585025"/>
              <a:gd name="connsiteY189" fmla="*/ 249822 h 474345"/>
              <a:gd name="connsiteX190" fmla="*/ 387698 w 585025"/>
              <a:gd name="connsiteY190" fmla="*/ 257411 h 474345"/>
              <a:gd name="connsiteX191" fmla="*/ 397185 w 585025"/>
              <a:gd name="connsiteY191" fmla="*/ 256779 h 474345"/>
              <a:gd name="connsiteX192" fmla="*/ 403509 w 585025"/>
              <a:gd name="connsiteY192" fmla="*/ 256779 h 474345"/>
              <a:gd name="connsiteX193" fmla="*/ 411099 w 585025"/>
              <a:gd name="connsiteY193" fmla="*/ 280812 h 474345"/>
              <a:gd name="connsiteX194" fmla="*/ 406039 w 585025"/>
              <a:gd name="connsiteY194" fmla="*/ 282710 h 4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585025" h="474345">
                <a:moveTo>
                  <a:pt x="198592" y="84750"/>
                </a:moveTo>
                <a:lnTo>
                  <a:pt x="198592" y="84750"/>
                </a:lnTo>
                <a:cubicBezTo>
                  <a:pt x="208079" y="84750"/>
                  <a:pt x="214404" y="79058"/>
                  <a:pt x="214404" y="69571"/>
                </a:cubicBezTo>
                <a:cubicBezTo>
                  <a:pt x="214404" y="59451"/>
                  <a:pt x="207447" y="53127"/>
                  <a:pt x="198592" y="53127"/>
                </a:cubicBezTo>
                <a:cubicBezTo>
                  <a:pt x="189106" y="53127"/>
                  <a:pt x="182781" y="58819"/>
                  <a:pt x="182781" y="68938"/>
                </a:cubicBezTo>
                <a:cubicBezTo>
                  <a:pt x="182781" y="78425"/>
                  <a:pt x="188473" y="84750"/>
                  <a:pt x="198592" y="84750"/>
                </a:cubicBezTo>
                <a:close/>
                <a:moveTo>
                  <a:pt x="72100" y="84750"/>
                </a:moveTo>
                <a:lnTo>
                  <a:pt x="72100" y="84750"/>
                </a:lnTo>
                <a:cubicBezTo>
                  <a:pt x="81587" y="84750"/>
                  <a:pt x="87912" y="79058"/>
                  <a:pt x="87912" y="69571"/>
                </a:cubicBezTo>
                <a:cubicBezTo>
                  <a:pt x="87912" y="59451"/>
                  <a:pt x="80955" y="53127"/>
                  <a:pt x="72100" y="53127"/>
                </a:cubicBezTo>
                <a:cubicBezTo>
                  <a:pt x="62614" y="53127"/>
                  <a:pt x="56289" y="58819"/>
                  <a:pt x="56289" y="68938"/>
                </a:cubicBezTo>
                <a:cubicBezTo>
                  <a:pt x="56289" y="78425"/>
                  <a:pt x="61981" y="84750"/>
                  <a:pt x="72100" y="84750"/>
                </a:cubicBezTo>
                <a:close/>
                <a:moveTo>
                  <a:pt x="135346" y="84750"/>
                </a:moveTo>
                <a:lnTo>
                  <a:pt x="135346" y="84750"/>
                </a:lnTo>
                <a:cubicBezTo>
                  <a:pt x="144833" y="84750"/>
                  <a:pt x="151158" y="79058"/>
                  <a:pt x="151158" y="69571"/>
                </a:cubicBezTo>
                <a:cubicBezTo>
                  <a:pt x="151158" y="59451"/>
                  <a:pt x="144201" y="53127"/>
                  <a:pt x="135346" y="53127"/>
                </a:cubicBezTo>
                <a:cubicBezTo>
                  <a:pt x="125860" y="53127"/>
                  <a:pt x="119535" y="58819"/>
                  <a:pt x="119535" y="68938"/>
                </a:cubicBezTo>
                <a:cubicBezTo>
                  <a:pt x="119535" y="78425"/>
                  <a:pt x="125227" y="84750"/>
                  <a:pt x="135346" y="84750"/>
                </a:cubicBezTo>
                <a:close/>
                <a:moveTo>
                  <a:pt x="0" y="0"/>
                </a:moveTo>
                <a:lnTo>
                  <a:pt x="0" y="474345"/>
                </a:lnTo>
                <a:lnTo>
                  <a:pt x="585026" y="474345"/>
                </a:lnTo>
                <a:lnTo>
                  <a:pt x="585026" y="0"/>
                </a:lnTo>
                <a:lnTo>
                  <a:pt x="0" y="0"/>
                </a:lnTo>
                <a:close/>
                <a:moveTo>
                  <a:pt x="569214" y="458534"/>
                </a:moveTo>
                <a:lnTo>
                  <a:pt x="15179" y="458534"/>
                </a:lnTo>
                <a:lnTo>
                  <a:pt x="15179" y="139141"/>
                </a:lnTo>
                <a:lnTo>
                  <a:pt x="535694" y="139141"/>
                </a:lnTo>
                <a:lnTo>
                  <a:pt x="535694" y="123330"/>
                </a:lnTo>
                <a:lnTo>
                  <a:pt x="15179" y="123330"/>
                </a:lnTo>
                <a:lnTo>
                  <a:pt x="15179" y="15812"/>
                </a:lnTo>
                <a:lnTo>
                  <a:pt x="568582" y="15812"/>
                </a:lnTo>
                <a:lnTo>
                  <a:pt x="568582" y="458534"/>
                </a:lnTo>
                <a:close/>
                <a:moveTo>
                  <a:pt x="301051" y="228318"/>
                </a:moveTo>
                <a:cubicBezTo>
                  <a:pt x="262471" y="228318"/>
                  <a:pt x="230848" y="259941"/>
                  <a:pt x="230848" y="298521"/>
                </a:cubicBezTo>
                <a:cubicBezTo>
                  <a:pt x="230848" y="302948"/>
                  <a:pt x="234643" y="306111"/>
                  <a:pt x="238437" y="306111"/>
                </a:cubicBezTo>
                <a:cubicBezTo>
                  <a:pt x="242232" y="306111"/>
                  <a:pt x="246027" y="302316"/>
                  <a:pt x="246027" y="298521"/>
                </a:cubicBezTo>
                <a:cubicBezTo>
                  <a:pt x="246027" y="268163"/>
                  <a:pt x="270693" y="244130"/>
                  <a:pt x="300419" y="244130"/>
                </a:cubicBezTo>
                <a:cubicBezTo>
                  <a:pt x="330144" y="244130"/>
                  <a:pt x="355443" y="268796"/>
                  <a:pt x="355443" y="299154"/>
                </a:cubicBezTo>
                <a:cubicBezTo>
                  <a:pt x="355443" y="329512"/>
                  <a:pt x="330777" y="353545"/>
                  <a:pt x="301051" y="353545"/>
                </a:cubicBezTo>
                <a:cubicBezTo>
                  <a:pt x="296624" y="353545"/>
                  <a:pt x="293461" y="357340"/>
                  <a:pt x="293461" y="361135"/>
                </a:cubicBezTo>
                <a:cubicBezTo>
                  <a:pt x="293461" y="364929"/>
                  <a:pt x="297256" y="368724"/>
                  <a:pt x="301051" y="368724"/>
                </a:cubicBezTo>
                <a:cubicBezTo>
                  <a:pt x="339631" y="368724"/>
                  <a:pt x="371254" y="337101"/>
                  <a:pt x="371254" y="298521"/>
                </a:cubicBezTo>
                <a:cubicBezTo>
                  <a:pt x="371254" y="259941"/>
                  <a:pt x="339631" y="228318"/>
                  <a:pt x="301051" y="228318"/>
                </a:cubicBezTo>
                <a:close/>
                <a:moveTo>
                  <a:pt x="408569" y="239070"/>
                </a:moveTo>
                <a:cubicBezTo>
                  <a:pt x="406672" y="239070"/>
                  <a:pt x="402877" y="239702"/>
                  <a:pt x="397185" y="239702"/>
                </a:cubicBezTo>
                <a:cubicBezTo>
                  <a:pt x="394023" y="239702"/>
                  <a:pt x="390860" y="239702"/>
                  <a:pt x="387698" y="240335"/>
                </a:cubicBezTo>
                <a:cubicBezTo>
                  <a:pt x="385801" y="237805"/>
                  <a:pt x="382638" y="233378"/>
                  <a:pt x="376946" y="225788"/>
                </a:cubicBezTo>
                <a:cubicBezTo>
                  <a:pt x="378211" y="220729"/>
                  <a:pt x="380108" y="213771"/>
                  <a:pt x="382006" y="204285"/>
                </a:cubicBezTo>
                <a:lnTo>
                  <a:pt x="383271" y="197960"/>
                </a:lnTo>
                <a:lnTo>
                  <a:pt x="376946" y="195430"/>
                </a:lnTo>
                <a:cubicBezTo>
                  <a:pt x="375049" y="194798"/>
                  <a:pt x="370622" y="192268"/>
                  <a:pt x="361135" y="187208"/>
                </a:cubicBezTo>
                <a:cubicBezTo>
                  <a:pt x="353545" y="182781"/>
                  <a:pt x="347221" y="180251"/>
                  <a:pt x="342161" y="178986"/>
                </a:cubicBezTo>
                <a:lnTo>
                  <a:pt x="338366" y="177721"/>
                </a:lnTo>
                <a:lnTo>
                  <a:pt x="335204" y="180251"/>
                </a:lnTo>
                <a:cubicBezTo>
                  <a:pt x="333306" y="182148"/>
                  <a:pt x="330144" y="185311"/>
                  <a:pt x="325717" y="189738"/>
                </a:cubicBezTo>
                <a:cubicBezTo>
                  <a:pt x="323820" y="191635"/>
                  <a:pt x="322555" y="193533"/>
                  <a:pt x="321290" y="194798"/>
                </a:cubicBezTo>
                <a:cubicBezTo>
                  <a:pt x="318127" y="194165"/>
                  <a:pt x="314965" y="193533"/>
                  <a:pt x="311170" y="193533"/>
                </a:cubicBezTo>
                <a:cubicBezTo>
                  <a:pt x="307376" y="193533"/>
                  <a:pt x="304213" y="192900"/>
                  <a:pt x="302948" y="192900"/>
                </a:cubicBezTo>
                <a:cubicBezTo>
                  <a:pt x="295359" y="180251"/>
                  <a:pt x="292197" y="176456"/>
                  <a:pt x="290932" y="174559"/>
                </a:cubicBezTo>
                <a:lnTo>
                  <a:pt x="287769" y="170132"/>
                </a:lnTo>
                <a:lnTo>
                  <a:pt x="241600" y="184678"/>
                </a:lnTo>
                <a:lnTo>
                  <a:pt x="241600" y="190370"/>
                </a:lnTo>
                <a:cubicBezTo>
                  <a:pt x="241600" y="193533"/>
                  <a:pt x="241600" y="197960"/>
                  <a:pt x="241600" y="203652"/>
                </a:cubicBezTo>
                <a:cubicBezTo>
                  <a:pt x="241600" y="207447"/>
                  <a:pt x="241600" y="209977"/>
                  <a:pt x="241600" y="211874"/>
                </a:cubicBezTo>
                <a:cubicBezTo>
                  <a:pt x="239070" y="213771"/>
                  <a:pt x="234643" y="216934"/>
                  <a:pt x="227686" y="223258"/>
                </a:cubicBezTo>
                <a:cubicBezTo>
                  <a:pt x="221993" y="221361"/>
                  <a:pt x="215036" y="220096"/>
                  <a:pt x="206182" y="218831"/>
                </a:cubicBezTo>
                <a:lnTo>
                  <a:pt x="200490" y="218199"/>
                </a:lnTo>
                <a:lnTo>
                  <a:pt x="197960" y="223258"/>
                </a:lnTo>
                <a:cubicBezTo>
                  <a:pt x="184046" y="248557"/>
                  <a:pt x="180884" y="255514"/>
                  <a:pt x="180251" y="258676"/>
                </a:cubicBezTo>
                <a:lnTo>
                  <a:pt x="178354" y="264368"/>
                </a:lnTo>
                <a:lnTo>
                  <a:pt x="183413" y="267531"/>
                </a:lnTo>
                <a:cubicBezTo>
                  <a:pt x="184678" y="268163"/>
                  <a:pt x="188473" y="271325"/>
                  <a:pt x="196695" y="279547"/>
                </a:cubicBezTo>
                <a:cubicBezTo>
                  <a:pt x="196063" y="282077"/>
                  <a:pt x="195430" y="285239"/>
                  <a:pt x="195430" y="289034"/>
                </a:cubicBezTo>
                <a:cubicBezTo>
                  <a:pt x="194798" y="292829"/>
                  <a:pt x="194798" y="295991"/>
                  <a:pt x="194165" y="297889"/>
                </a:cubicBezTo>
                <a:cubicBezTo>
                  <a:pt x="191635" y="299154"/>
                  <a:pt x="189106" y="300419"/>
                  <a:pt x="186576" y="302316"/>
                </a:cubicBezTo>
                <a:cubicBezTo>
                  <a:pt x="182148" y="305478"/>
                  <a:pt x="178354" y="307376"/>
                  <a:pt x="177089" y="308641"/>
                </a:cubicBezTo>
                <a:lnTo>
                  <a:pt x="171397" y="311803"/>
                </a:lnTo>
                <a:lnTo>
                  <a:pt x="185943" y="359870"/>
                </a:lnTo>
                <a:lnTo>
                  <a:pt x="192268" y="359237"/>
                </a:lnTo>
                <a:cubicBezTo>
                  <a:pt x="193533" y="359237"/>
                  <a:pt x="196695" y="359237"/>
                  <a:pt x="203652" y="358605"/>
                </a:cubicBezTo>
                <a:cubicBezTo>
                  <a:pt x="206814" y="358605"/>
                  <a:pt x="209344" y="358605"/>
                  <a:pt x="211874" y="357972"/>
                </a:cubicBezTo>
                <a:cubicBezTo>
                  <a:pt x="213771" y="360502"/>
                  <a:pt x="215669" y="363032"/>
                  <a:pt x="217566" y="366194"/>
                </a:cubicBezTo>
                <a:cubicBezTo>
                  <a:pt x="220096" y="369357"/>
                  <a:pt x="221993" y="371254"/>
                  <a:pt x="223258" y="373151"/>
                </a:cubicBezTo>
                <a:cubicBezTo>
                  <a:pt x="219464" y="388963"/>
                  <a:pt x="219464" y="393390"/>
                  <a:pt x="219464" y="395288"/>
                </a:cubicBezTo>
                <a:lnTo>
                  <a:pt x="219464" y="399715"/>
                </a:lnTo>
                <a:lnTo>
                  <a:pt x="223258" y="401612"/>
                </a:lnTo>
                <a:cubicBezTo>
                  <a:pt x="247924" y="414894"/>
                  <a:pt x="254249" y="418056"/>
                  <a:pt x="257411" y="418689"/>
                </a:cubicBezTo>
                <a:lnTo>
                  <a:pt x="261838" y="419953"/>
                </a:lnTo>
                <a:lnTo>
                  <a:pt x="265001" y="417424"/>
                </a:lnTo>
                <a:cubicBezTo>
                  <a:pt x="266898" y="415526"/>
                  <a:pt x="270060" y="412996"/>
                  <a:pt x="273855" y="407937"/>
                </a:cubicBezTo>
                <a:cubicBezTo>
                  <a:pt x="275753" y="406039"/>
                  <a:pt x="277650" y="404142"/>
                  <a:pt x="279547" y="402245"/>
                </a:cubicBezTo>
                <a:cubicBezTo>
                  <a:pt x="282710" y="402877"/>
                  <a:pt x="287769" y="403510"/>
                  <a:pt x="297889" y="404774"/>
                </a:cubicBezTo>
                <a:cubicBezTo>
                  <a:pt x="299154" y="406039"/>
                  <a:pt x="300419" y="408569"/>
                  <a:pt x="302316" y="411731"/>
                </a:cubicBezTo>
                <a:cubicBezTo>
                  <a:pt x="305478" y="417424"/>
                  <a:pt x="308008" y="421218"/>
                  <a:pt x="310538" y="423748"/>
                </a:cubicBezTo>
                <a:lnTo>
                  <a:pt x="313700" y="427543"/>
                </a:lnTo>
                <a:lnTo>
                  <a:pt x="357972" y="414261"/>
                </a:lnTo>
                <a:lnTo>
                  <a:pt x="358605" y="409202"/>
                </a:lnTo>
                <a:cubicBezTo>
                  <a:pt x="359237" y="406039"/>
                  <a:pt x="359237" y="400980"/>
                  <a:pt x="358605" y="394023"/>
                </a:cubicBezTo>
                <a:cubicBezTo>
                  <a:pt x="358605" y="390860"/>
                  <a:pt x="358605" y="388330"/>
                  <a:pt x="358605" y="386433"/>
                </a:cubicBezTo>
                <a:cubicBezTo>
                  <a:pt x="363665" y="383271"/>
                  <a:pt x="368092" y="379476"/>
                  <a:pt x="373151" y="375049"/>
                </a:cubicBezTo>
                <a:cubicBezTo>
                  <a:pt x="380108" y="376946"/>
                  <a:pt x="387066" y="378844"/>
                  <a:pt x="394023" y="379476"/>
                </a:cubicBezTo>
                <a:lnTo>
                  <a:pt x="399715" y="380108"/>
                </a:lnTo>
                <a:lnTo>
                  <a:pt x="402245" y="375049"/>
                </a:lnTo>
                <a:cubicBezTo>
                  <a:pt x="416159" y="349750"/>
                  <a:pt x="419321" y="342793"/>
                  <a:pt x="419953" y="340264"/>
                </a:cubicBezTo>
                <a:lnTo>
                  <a:pt x="421851" y="334571"/>
                </a:lnTo>
                <a:lnTo>
                  <a:pt x="417424" y="331409"/>
                </a:lnTo>
                <a:cubicBezTo>
                  <a:pt x="415526" y="330144"/>
                  <a:pt x="412364" y="327614"/>
                  <a:pt x="409202" y="324452"/>
                </a:cubicBezTo>
                <a:cubicBezTo>
                  <a:pt x="407304" y="322555"/>
                  <a:pt x="405407" y="320657"/>
                  <a:pt x="404142" y="319392"/>
                </a:cubicBezTo>
                <a:cubicBezTo>
                  <a:pt x="404774" y="316862"/>
                  <a:pt x="405407" y="313068"/>
                  <a:pt x="405407" y="309273"/>
                </a:cubicBezTo>
                <a:cubicBezTo>
                  <a:pt x="405407" y="305478"/>
                  <a:pt x="406039" y="302316"/>
                  <a:pt x="406039" y="301051"/>
                </a:cubicBezTo>
                <a:cubicBezTo>
                  <a:pt x="408569" y="299786"/>
                  <a:pt x="411099" y="298521"/>
                  <a:pt x="413629" y="296624"/>
                </a:cubicBezTo>
                <a:cubicBezTo>
                  <a:pt x="418689" y="293461"/>
                  <a:pt x="421851" y="291564"/>
                  <a:pt x="423116" y="290299"/>
                </a:cubicBezTo>
                <a:lnTo>
                  <a:pt x="428808" y="287137"/>
                </a:lnTo>
                <a:lnTo>
                  <a:pt x="414261" y="239070"/>
                </a:lnTo>
                <a:lnTo>
                  <a:pt x="408569" y="239070"/>
                </a:lnTo>
                <a:close/>
                <a:moveTo>
                  <a:pt x="406039" y="282710"/>
                </a:moveTo>
                <a:cubicBezTo>
                  <a:pt x="402245" y="285239"/>
                  <a:pt x="399082" y="287137"/>
                  <a:pt x="396552" y="287769"/>
                </a:cubicBezTo>
                <a:lnTo>
                  <a:pt x="393390" y="289667"/>
                </a:lnTo>
                <a:lnTo>
                  <a:pt x="392125" y="293461"/>
                </a:lnTo>
                <a:cubicBezTo>
                  <a:pt x="391493" y="295359"/>
                  <a:pt x="390860" y="298521"/>
                  <a:pt x="390228" y="308008"/>
                </a:cubicBezTo>
                <a:cubicBezTo>
                  <a:pt x="389595" y="314333"/>
                  <a:pt x="388963" y="316862"/>
                  <a:pt x="388330" y="317495"/>
                </a:cubicBezTo>
                <a:lnTo>
                  <a:pt x="385801" y="323187"/>
                </a:lnTo>
                <a:lnTo>
                  <a:pt x="390228" y="326982"/>
                </a:lnTo>
                <a:cubicBezTo>
                  <a:pt x="391493" y="327614"/>
                  <a:pt x="394023" y="330777"/>
                  <a:pt x="399082" y="335204"/>
                </a:cubicBezTo>
                <a:cubicBezTo>
                  <a:pt x="400980" y="337101"/>
                  <a:pt x="402245" y="338366"/>
                  <a:pt x="404142" y="339631"/>
                </a:cubicBezTo>
                <a:cubicBezTo>
                  <a:pt x="402245" y="343426"/>
                  <a:pt x="398450" y="350383"/>
                  <a:pt x="392125" y="362400"/>
                </a:cubicBezTo>
                <a:cubicBezTo>
                  <a:pt x="386433" y="361135"/>
                  <a:pt x="380108" y="359870"/>
                  <a:pt x="374416" y="357972"/>
                </a:cubicBezTo>
                <a:lnTo>
                  <a:pt x="369357" y="356707"/>
                </a:lnTo>
                <a:lnTo>
                  <a:pt x="366194" y="360502"/>
                </a:lnTo>
                <a:cubicBezTo>
                  <a:pt x="360502" y="366827"/>
                  <a:pt x="354810" y="371254"/>
                  <a:pt x="349118" y="374416"/>
                </a:cubicBezTo>
                <a:lnTo>
                  <a:pt x="345956" y="376314"/>
                </a:lnTo>
                <a:lnTo>
                  <a:pt x="345323" y="379476"/>
                </a:lnTo>
                <a:cubicBezTo>
                  <a:pt x="344058" y="383271"/>
                  <a:pt x="344058" y="388330"/>
                  <a:pt x="344691" y="395288"/>
                </a:cubicBezTo>
                <a:cubicBezTo>
                  <a:pt x="344691" y="398450"/>
                  <a:pt x="344691" y="400347"/>
                  <a:pt x="344691" y="402245"/>
                </a:cubicBezTo>
                <a:lnTo>
                  <a:pt x="320025" y="409834"/>
                </a:lnTo>
                <a:cubicBezTo>
                  <a:pt x="319392" y="408569"/>
                  <a:pt x="318127" y="406672"/>
                  <a:pt x="316862" y="404774"/>
                </a:cubicBezTo>
                <a:cubicBezTo>
                  <a:pt x="313700" y="399082"/>
                  <a:pt x="311170" y="395288"/>
                  <a:pt x="309905" y="393390"/>
                </a:cubicBezTo>
                <a:lnTo>
                  <a:pt x="308008" y="390860"/>
                </a:lnTo>
                <a:lnTo>
                  <a:pt x="304846" y="388963"/>
                </a:lnTo>
                <a:cubicBezTo>
                  <a:pt x="285239" y="386433"/>
                  <a:pt x="281445" y="385801"/>
                  <a:pt x="281445" y="385801"/>
                </a:cubicBezTo>
                <a:cubicBezTo>
                  <a:pt x="281445" y="385801"/>
                  <a:pt x="281445" y="385801"/>
                  <a:pt x="281445" y="385801"/>
                </a:cubicBezTo>
                <a:lnTo>
                  <a:pt x="277650" y="384536"/>
                </a:lnTo>
                <a:lnTo>
                  <a:pt x="274488" y="386433"/>
                </a:lnTo>
                <a:cubicBezTo>
                  <a:pt x="271325" y="388963"/>
                  <a:pt x="267531" y="392125"/>
                  <a:pt x="263736" y="396552"/>
                </a:cubicBezTo>
                <a:cubicBezTo>
                  <a:pt x="261838" y="398450"/>
                  <a:pt x="260574" y="400347"/>
                  <a:pt x="259309" y="400980"/>
                </a:cubicBezTo>
                <a:cubicBezTo>
                  <a:pt x="255514" y="399082"/>
                  <a:pt x="249189" y="395920"/>
                  <a:pt x="237173" y="389595"/>
                </a:cubicBezTo>
                <a:cubicBezTo>
                  <a:pt x="237805" y="386433"/>
                  <a:pt x="239070" y="380741"/>
                  <a:pt x="240967" y="371887"/>
                </a:cubicBezTo>
                <a:lnTo>
                  <a:pt x="241600" y="368724"/>
                </a:lnTo>
                <a:lnTo>
                  <a:pt x="239702" y="365562"/>
                </a:lnTo>
                <a:cubicBezTo>
                  <a:pt x="239070" y="364297"/>
                  <a:pt x="237173" y="362400"/>
                  <a:pt x="230848" y="354810"/>
                </a:cubicBezTo>
                <a:cubicBezTo>
                  <a:pt x="227686" y="351015"/>
                  <a:pt x="225788" y="347853"/>
                  <a:pt x="224523" y="345323"/>
                </a:cubicBezTo>
                <a:lnTo>
                  <a:pt x="221993" y="339631"/>
                </a:lnTo>
                <a:lnTo>
                  <a:pt x="216301" y="341528"/>
                </a:lnTo>
                <a:cubicBezTo>
                  <a:pt x="213139" y="342161"/>
                  <a:pt x="209344" y="342161"/>
                  <a:pt x="204917" y="342161"/>
                </a:cubicBezTo>
                <a:cubicBezTo>
                  <a:pt x="202387" y="342161"/>
                  <a:pt x="200490" y="342161"/>
                  <a:pt x="198592" y="342161"/>
                </a:cubicBezTo>
                <a:lnTo>
                  <a:pt x="191003" y="318127"/>
                </a:lnTo>
                <a:cubicBezTo>
                  <a:pt x="192268" y="317495"/>
                  <a:pt x="194165" y="316230"/>
                  <a:pt x="196063" y="314965"/>
                </a:cubicBezTo>
                <a:cubicBezTo>
                  <a:pt x="199857" y="312435"/>
                  <a:pt x="203020" y="310538"/>
                  <a:pt x="205550" y="309905"/>
                </a:cubicBezTo>
                <a:lnTo>
                  <a:pt x="209344" y="308008"/>
                </a:lnTo>
                <a:lnTo>
                  <a:pt x="209977" y="304213"/>
                </a:lnTo>
                <a:cubicBezTo>
                  <a:pt x="210609" y="301683"/>
                  <a:pt x="211242" y="297256"/>
                  <a:pt x="211874" y="290299"/>
                </a:cubicBezTo>
                <a:cubicBezTo>
                  <a:pt x="212507" y="283975"/>
                  <a:pt x="213139" y="280812"/>
                  <a:pt x="213771" y="278915"/>
                </a:cubicBezTo>
                <a:lnTo>
                  <a:pt x="215036" y="274488"/>
                </a:lnTo>
                <a:lnTo>
                  <a:pt x="211874" y="271325"/>
                </a:lnTo>
                <a:cubicBezTo>
                  <a:pt x="205550" y="265001"/>
                  <a:pt x="201122" y="260574"/>
                  <a:pt x="197960" y="258044"/>
                </a:cubicBezTo>
                <a:cubicBezTo>
                  <a:pt x="199857" y="254249"/>
                  <a:pt x="203652" y="247292"/>
                  <a:pt x="209977" y="235275"/>
                </a:cubicBezTo>
                <a:cubicBezTo>
                  <a:pt x="217566" y="236540"/>
                  <a:pt x="223258" y="237805"/>
                  <a:pt x="227686" y="239702"/>
                </a:cubicBezTo>
                <a:lnTo>
                  <a:pt x="232113" y="241600"/>
                </a:lnTo>
                <a:lnTo>
                  <a:pt x="235908" y="238437"/>
                </a:lnTo>
                <a:cubicBezTo>
                  <a:pt x="250454" y="226421"/>
                  <a:pt x="253616" y="224523"/>
                  <a:pt x="253616" y="224523"/>
                </a:cubicBezTo>
                <a:lnTo>
                  <a:pt x="258676" y="222626"/>
                </a:lnTo>
                <a:lnTo>
                  <a:pt x="258676" y="216934"/>
                </a:lnTo>
                <a:cubicBezTo>
                  <a:pt x="258676" y="215669"/>
                  <a:pt x="258676" y="210609"/>
                  <a:pt x="258044" y="203652"/>
                </a:cubicBezTo>
                <a:cubicBezTo>
                  <a:pt x="258044" y="201122"/>
                  <a:pt x="258044" y="199225"/>
                  <a:pt x="258044" y="196695"/>
                </a:cubicBezTo>
                <a:lnTo>
                  <a:pt x="282077" y="189738"/>
                </a:lnTo>
                <a:cubicBezTo>
                  <a:pt x="283975" y="192900"/>
                  <a:pt x="287137" y="197960"/>
                  <a:pt x="292197" y="205550"/>
                </a:cubicBezTo>
                <a:lnTo>
                  <a:pt x="294094" y="208712"/>
                </a:lnTo>
                <a:lnTo>
                  <a:pt x="297889" y="209344"/>
                </a:lnTo>
                <a:cubicBezTo>
                  <a:pt x="298521" y="209344"/>
                  <a:pt x="300419" y="209977"/>
                  <a:pt x="311170" y="210609"/>
                </a:cubicBezTo>
                <a:cubicBezTo>
                  <a:pt x="316862" y="211242"/>
                  <a:pt x="320025" y="211874"/>
                  <a:pt x="321290" y="212507"/>
                </a:cubicBezTo>
                <a:lnTo>
                  <a:pt x="325084" y="213771"/>
                </a:lnTo>
                <a:lnTo>
                  <a:pt x="328247" y="211874"/>
                </a:lnTo>
                <a:cubicBezTo>
                  <a:pt x="332042" y="209344"/>
                  <a:pt x="335204" y="206182"/>
                  <a:pt x="338999" y="201755"/>
                </a:cubicBezTo>
                <a:cubicBezTo>
                  <a:pt x="340896" y="199857"/>
                  <a:pt x="342161" y="197960"/>
                  <a:pt x="343426" y="196695"/>
                </a:cubicBezTo>
                <a:cubicBezTo>
                  <a:pt x="346588" y="197960"/>
                  <a:pt x="350383" y="199857"/>
                  <a:pt x="354178" y="202387"/>
                </a:cubicBezTo>
                <a:cubicBezTo>
                  <a:pt x="358605" y="204917"/>
                  <a:pt x="362400" y="206814"/>
                  <a:pt x="365562" y="208712"/>
                </a:cubicBezTo>
                <a:cubicBezTo>
                  <a:pt x="363665" y="216301"/>
                  <a:pt x="362400" y="222626"/>
                  <a:pt x="361135" y="226421"/>
                </a:cubicBezTo>
                <a:lnTo>
                  <a:pt x="359870" y="230215"/>
                </a:lnTo>
                <a:lnTo>
                  <a:pt x="362400" y="233378"/>
                </a:lnTo>
                <a:cubicBezTo>
                  <a:pt x="367459" y="240335"/>
                  <a:pt x="371886" y="246027"/>
                  <a:pt x="374416" y="249822"/>
                </a:cubicBezTo>
                <a:cubicBezTo>
                  <a:pt x="378844" y="255514"/>
                  <a:pt x="382006" y="260574"/>
                  <a:pt x="387698" y="257411"/>
                </a:cubicBezTo>
                <a:cubicBezTo>
                  <a:pt x="390228" y="256779"/>
                  <a:pt x="393390" y="256779"/>
                  <a:pt x="397185" y="256779"/>
                </a:cubicBezTo>
                <a:cubicBezTo>
                  <a:pt x="399715" y="256779"/>
                  <a:pt x="401612" y="256779"/>
                  <a:pt x="403509" y="256779"/>
                </a:cubicBezTo>
                <a:lnTo>
                  <a:pt x="411099" y="280812"/>
                </a:lnTo>
                <a:cubicBezTo>
                  <a:pt x="409202" y="280812"/>
                  <a:pt x="407937" y="281445"/>
                  <a:pt x="406039" y="282710"/>
                </a:cubicBezTo>
                <a:close/>
              </a:path>
            </a:pathLst>
          </a:custGeom>
          <a:solidFill>
            <a:schemeClr val="bg1"/>
          </a:solidFill>
          <a:ln w="6271" cap="flat">
            <a:noFill/>
            <a:prstDash val="solid"/>
            <a:miter/>
          </a:ln>
        </p:spPr>
        <p:txBody>
          <a:bodyPr rtlCol="0" anchor="ctr"/>
          <a:lstStyle/>
          <a:p>
            <a:endParaRPr lang="en-US"/>
          </a:p>
        </p:txBody>
      </p:sp>
      <p:grpSp>
        <p:nvGrpSpPr>
          <p:cNvPr id="68" name="Picture Placeholder 85" descr="Fixed Function Device&#10;">
            <a:extLst>
              <a:ext uri="{FF2B5EF4-FFF2-40B4-BE49-F238E27FC236}">
                <a16:creationId xmlns:a16="http://schemas.microsoft.com/office/drawing/2014/main" id="{56980B25-B969-AF2A-2498-B04514396FDE}"/>
              </a:ext>
            </a:extLst>
          </p:cNvPr>
          <p:cNvGrpSpPr>
            <a:grpSpLocks noChangeAspect="1"/>
          </p:cNvGrpSpPr>
          <p:nvPr/>
        </p:nvGrpSpPr>
        <p:grpSpPr>
          <a:xfrm>
            <a:off x="7893467" y="2498927"/>
            <a:ext cx="1047405" cy="1097280"/>
            <a:chOff x="3166929" y="1945416"/>
            <a:chExt cx="574129" cy="601469"/>
          </a:xfrm>
          <a:solidFill>
            <a:schemeClr val="bg1"/>
          </a:solidFill>
        </p:grpSpPr>
        <p:sp>
          <p:nvSpPr>
            <p:cNvPr id="69" name="Picture Placeholder 85">
              <a:extLst>
                <a:ext uri="{FF2B5EF4-FFF2-40B4-BE49-F238E27FC236}">
                  <a16:creationId xmlns:a16="http://schemas.microsoft.com/office/drawing/2014/main" id="{90D39BDE-0631-C24E-73A8-105E8DB83127}"/>
                </a:ext>
              </a:extLst>
            </p:cNvPr>
            <p:cNvSpPr/>
            <p:nvPr/>
          </p:nvSpPr>
          <p:spPr>
            <a:xfrm>
              <a:off x="3557970" y="2357147"/>
              <a:ext cx="131192" cy="104988"/>
            </a:xfrm>
            <a:custGeom>
              <a:avLst/>
              <a:gdLst>
                <a:gd name="connsiteX0" fmla="*/ 48167 w 131192"/>
                <a:gd name="connsiteY0" fmla="*/ 104988 h 104988"/>
                <a:gd name="connsiteX1" fmla="*/ 0 w 131192"/>
                <a:gd name="connsiteY1" fmla="*/ 55024 h 104988"/>
                <a:gd name="connsiteX2" fmla="*/ 12042 w 131192"/>
                <a:gd name="connsiteY2" fmla="*/ 44272 h 104988"/>
                <a:gd name="connsiteX3" fmla="*/ 48167 w 131192"/>
                <a:gd name="connsiteY3" fmla="*/ 81587 h 104988"/>
                <a:gd name="connsiteX4" fmla="*/ 119784 w 131192"/>
                <a:gd name="connsiteY4" fmla="*/ 0 h 104988"/>
                <a:gd name="connsiteX5" fmla="*/ 131192 w 131192"/>
                <a:gd name="connsiteY5" fmla="*/ 10752 h 104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192" h="104988">
                  <a:moveTo>
                    <a:pt x="48167" y="104988"/>
                  </a:moveTo>
                  <a:lnTo>
                    <a:pt x="0" y="55024"/>
                  </a:lnTo>
                  <a:lnTo>
                    <a:pt x="12042" y="44272"/>
                  </a:lnTo>
                  <a:lnTo>
                    <a:pt x="48167" y="81587"/>
                  </a:lnTo>
                  <a:lnTo>
                    <a:pt x="119784" y="0"/>
                  </a:lnTo>
                  <a:lnTo>
                    <a:pt x="131192" y="10752"/>
                  </a:lnTo>
                  <a:close/>
                </a:path>
              </a:pathLst>
            </a:custGeom>
            <a:grpFill/>
            <a:ln w="6271" cap="flat">
              <a:noFill/>
              <a:prstDash val="solid"/>
              <a:miter/>
            </a:ln>
          </p:spPr>
          <p:txBody>
            <a:bodyPr rtlCol="0" anchor="ctr"/>
            <a:lstStyle/>
            <a:p>
              <a:endParaRPr lang="en-US"/>
            </a:p>
          </p:txBody>
        </p:sp>
        <p:sp>
          <p:nvSpPr>
            <p:cNvPr id="70" name="Picture Placeholder 85">
              <a:extLst>
                <a:ext uri="{FF2B5EF4-FFF2-40B4-BE49-F238E27FC236}">
                  <a16:creationId xmlns:a16="http://schemas.microsoft.com/office/drawing/2014/main" id="{F5234285-487B-8D89-ED49-972534107520}"/>
                </a:ext>
              </a:extLst>
            </p:cNvPr>
            <p:cNvSpPr/>
            <p:nvPr/>
          </p:nvSpPr>
          <p:spPr>
            <a:xfrm>
              <a:off x="3211294" y="2011824"/>
              <a:ext cx="179993" cy="15811"/>
            </a:xfrm>
            <a:custGeom>
              <a:avLst/>
              <a:gdLst>
                <a:gd name="connsiteX0" fmla="*/ 0 w 179993"/>
                <a:gd name="connsiteY0" fmla="*/ 0 h 15811"/>
                <a:gd name="connsiteX1" fmla="*/ 179993 w 179993"/>
                <a:gd name="connsiteY1" fmla="*/ 0 h 15811"/>
                <a:gd name="connsiteX2" fmla="*/ 179993 w 179993"/>
                <a:gd name="connsiteY2" fmla="*/ 15811 h 15811"/>
                <a:gd name="connsiteX3" fmla="*/ 0 w 179993"/>
                <a:gd name="connsiteY3" fmla="*/ 15811 h 15811"/>
              </a:gdLst>
              <a:ahLst/>
              <a:cxnLst>
                <a:cxn ang="0">
                  <a:pos x="connsiteX0" y="connsiteY0"/>
                </a:cxn>
                <a:cxn ang="0">
                  <a:pos x="connsiteX1" y="connsiteY1"/>
                </a:cxn>
                <a:cxn ang="0">
                  <a:pos x="connsiteX2" y="connsiteY2"/>
                </a:cxn>
                <a:cxn ang="0">
                  <a:pos x="connsiteX3" y="connsiteY3"/>
                </a:cxn>
              </a:cxnLst>
              <a:rect l="l" t="t" r="r" b="b"/>
              <a:pathLst>
                <a:path w="179993" h="15811">
                  <a:moveTo>
                    <a:pt x="0" y="0"/>
                  </a:moveTo>
                  <a:lnTo>
                    <a:pt x="179993" y="0"/>
                  </a:lnTo>
                  <a:lnTo>
                    <a:pt x="179993" y="15811"/>
                  </a:lnTo>
                  <a:lnTo>
                    <a:pt x="0" y="15811"/>
                  </a:lnTo>
                  <a:close/>
                </a:path>
              </a:pathLst>
            </a:custGeom>
            <a:grpFill/>
            <a:ln w="6271" cap="flat">
              <a:noFill/>
              <a:prstDash val="solid"/>
              <a:miter/>
            </a:ln>
          </p:spPr>
          <p:txBody>
            <a:bodyPr rtlCol="0" anchor="ctr"/>
            <a:lstStyle/>
            <a:p>
              <a:endParaRPr lang="en-US"/>
            </a:p>
          </p:txBody>
        </p:sp>
        <p:grpSp>
          <p:nvGrpSpPr>
            <p:cNvPr id="71" name="Picture Placeholder 85">
              <a:extLst>
                <a:ext uri="{FF2B5EF4-FFF2-40B4-BE49-F238E27FC236}">
                  <a16:creationId xmlns:a16="http://schemas.microsoft.com/office/drawing/2014/main" id="{2D3BF765-A56F-358B-B3D0-67CD674481E9}"/>
                </a:ext>
              </a:extLst>
            </p:cNvPr>
            <p:cNvGrpSpPr/>
            <p:nvPr/>
          </p:nvGrpSpPr>
          <p:grpSpPr>
            <a:xfrm>
              <a:off x="3211294" y="2129462"/>
              <a:ext cx="182908" cy="24033"/>
              <a:chOff x="3211294" y="2129462"/>
              <a:chExt cx="182908" cy="24033"/>
            </a:xfrm>
            <a:grpFill/>
          </p:grpSpPr>
          <p:sp>
            <p:nvSpPr>
              <p:cNvPr id="84" name="Picture Placeholder 85">
                <a:extLst>
                  <a:ext uri="{FF2B5EF4-FFF2-40B4-BE49-F238E27FC236}">
                    <a16:creationId xmlns:a16="http://schemas.microsoft.com/office/drawing/2014/main" id="{AD92AE56-7A8B-AA79-70B9-32E5BFF04633}"/>
                  </a:ext>
                </a:extLst>
              </p:cNvPr>
              <p:cNvSpPr/>
              <p:nvPr/>
            </p:nvSpPr>
            <p:spPr>
              <a:xfrm>
                <a:off x="3211294"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sp>
            <p:nvSpPr>
              <p:cNvPr id="85" name="Picture Placeholder 85">
                <a:extLst>
                  <a:ext uri="{FF2B5EF4-FFF2-40B4-BE49-F238E27FC236}">
                    <a16:creationId xmlns:a16="http://schemas.microsoft.com/office/drawing/2014/main" id="{F4F2D9FD-7E73-FDD7-DAC5-F2B42D267FCE}"/>
                  </a:ext>
                </a:extLst>
              </p:cNvPr>
              <p:cNvSpPr/>
              <p:nvPr/>
            </p:nvSpPr>
            <p:spPr>
              <a:xfrm>
                <a:off x="3263897"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sp>
            <p:nvSpPr>
              <p:cNvPr id="86" name="Picture Placeholder 85">
                <a:extLst>
                  <a:ext uri="{FF2B5EF4-FFF2-40B4-BE49-F238E27FC236}">
                    <a16:creationId xmlns:a16="http://schemas.microsoft.com/office/drawing/2014/main" id="{F18C3250-6101-4F33-8DDE-7384F07387A0}"/>
                  </a:ext>
                </a:extLst>
              </p:cNvPr>
              <p:cNvSpPr/>
              <p:nvPr/>
            </p:nvSpPr>
            <p:spPr>
              <a:xfrm>
                <a:off x="3317135"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sp>
            <p:nvSpPr>
              <p:cNvPr id="87" name="Picture Placeholder 85">
                <a:extLst>
                  <a:ext uri="{FF2B5EF4-FFF2-40B4-BE49-F238E27FC236}">
                    <a16:creationId xmlns:a16="http://schemas.microsoft.com/office/drawing/2014/main" id="{60B33352-9906-979E-1DDD-425918C9154C}"/>
                  </a:ext>
                </a:extLst>
              </p:cNvPr>
              <p:cNvSpPr/>
              <p:nvPr/>
            </p:nvSpPr>
            <p:spPr>
              <a:xfrm>
                <a:off x="3369738"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grpSp>
        <p:grpSp>
          <p:nvGrpSpPr>
            <p:cNvPr id="72" name="Picture Placeholder 85">
              <a:extLst>
                <a:ext uri="{FF2B5EF4-FFF2-40B4-BE49-F238E27FC236}">
                  <a16:creationId xmlns:a16="http://schemas.microsoft.com/office/drawing/2014/main" id="{C5EE602B-E470-C59D-7B21-33975261AC27}"/>
                </a:ext>
              </a:extLst>
            </p:cNvPr>
            <p:cNvGrpSpPr/>
            <p:nvPr/>
          </p:nvGrpSpPr>
          <p:grpSpPr>
            <a:xfrm>
              <a:off x="3211294" y="2250894"/>
              <a:ext cx="182908" cy="24033"/>
              <a:chOff x="3211294" y="2250894"/>
              <a:chExt cx="182908" cy="24033"/>
            </a:xfrm>
            <a:grpFill/>
          </p:grpSpPr>
          <p:sp>
            <p:nvSpPr>
              <p:cNvPr id="80" name="Picture Placeholder 85">
                <a:extLst>
                  <a:ext uri="{FF2B5EF4-FFF2-40B4-BE49-F238E27FC236}">
                    <a16:creationId xmlns:a16="http://schemas.microsoft.com/office/drawing/2014/main" id="{6C4131FD-50C7-29F2-5A19-5F378D3C264D}"/>
                  </a:ext>
                </a:extLst>
              </p:cNvPr>
              <p:cNvSpPr/>
              <p:nvPr/>
            </p:nvSpPr>
            <p:spPr>
              <a:xfrm>
                <a:off x="3211294"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sp>
            <p:nvSpPr>
              <p:cNvPr id="81" name="Picture Placeholder 85">
                <a:extLst>
                  <a:ext uri="{FF2B5EF4-FFF2-40B4-BE49-F238E27FC236}">
                    <a16:creationId xmlns:a16="http://schemas.microsoft.com/office/drawing/2014/main" id="{F89B6749-68D3-F732-6DEE-946812C6AA85}"/>
                  </a:ext>
                </a:extLst>
              </p:cNvPr>
              <p:cNvSpPr/>
              <p:nvPr/>
            </p:nvSpPr>
            <p:spPr>
              <a:xfrm>
                <a:off x="3263897"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sp>
            <p:nvSpPr>
              <p:cNvPr id="82" name="Picture Placeholder 85">
                <a:extLst>
                  <a:ext uri="{FF2B5EF4-FFF2-40B4-BE49-F238E27FC236}">
                    <a16:creationId xmlns:a16="http://schemas.microsoft.com/office/drawing/2014/main" id="{17E56D23-BE5E-5EB9-D5A1-76C6DDBC9007}"/>
                  </a:ext>
                </a:extLst>
              </p:cNvPr>
              <p:cNvSpPr/>
              <p:nvPr/>
            </p:nvSpPr>
            <p:spPr>
              <a:xfrm>
                <a:off x="3317135"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sp>
            <p:nvSpPr>
              <p:cNvPr id="83" name="Picture Placeholder 85">
                <a:extLst>
                  <a:ext uri="{FF2B5EF4-FFF2-40B4-BE49-F238E27FC236}">
                    <a16:creationId xmlns:a16="http://schemas.microsoft.com/office/drawing/2014/main" id="{F93A1FEF-2234-C7EE-040C-3559D10BD3FB}"/>
                  </a:ext>
                </a:extLst>
              </p:cNvPr>
              <p:cNvSpPr/>
              <p:nvPr/>
            </p:nvSpPr>
            <p:spPr>
              <a:xfrm>
                <a:off x="3369738"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grpSp>
        <p:grpSp>
          <p:nvGrpSpPr>
            <p:cNvPr id="73" name="Picture Placeholder 85">
              <a:extLst>
                <a:ext uri="{FF2B5EF4-FFF2-40B4-BE49-F238E27FC236}">
                  <a16:creationId xmlns:a16="http://schemas.microsoft.com/office/drawing/2014/main" id="{33139801-E4D8-1175-1602-35036A1C3FCC}"/>
                </a:ext>
              </a:extLst>
            </p:cNvPr>
            <p:cNvGrpSpPr/>
            <p:nvPr/>
          </p:nvGrpSpPr>
          <p:grpSpPr>
            <a:xfrm>
              <a:off x="3211294" y="2372326"/>
              <a:ext cx="182908" cy="24033"/>
              <a:chOff x="3211294" y="2372326"/>
              <a:chExt cx="182908" cy="24033"/>
            </a:xfrm>
            <a:grpFill/>
          </p:grpSpPr>
          <p:sp>
            <p:nvSpPr>
              <p:cNvPr id="76" name="Picture Placeholder 85">
                <a:extLst>
                  <a:ext uri="{FF2B5EF4-FFF2-40B4-BE49-F238E27FC236}">
                    <a16:creationId xmlns:a16="http://schemas.microsoft.com/office/drawing/2014/main" id="{A478C0A9-02C1-2F4D-15E8-053F131FD26C}"/>
                  </a:ext>
                </a:extLst>
              </p:cNvPr>
              <p:cNvSpPr/>
              <p:nvPr/>
            </p:nvSpPr>
            <p:spPr>
              <a:xfrm>
                <a:off x="3211294"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sp>
            <p:nvSpPr>
              <p:cNvPr id="77" name="Picture Placeholder 85">
                <a:extLst>
                  <a:ext uri="{FF2B5EF4-FFF2-40B4-BE49-F238E27FC236}">
                    <a16:creationId xmlns:a16="http://schemas.microsoft.com/office/drawing/2014/main" id="{C026CF4C-9321-E308-E54B-5C3DAD81B5D8}"/>
                  </a:ext>
                </a:extLst>
              </p:cNvPr>
              <p:cNvSpPr/>
              <p:nvPr/>
            </p:nvSpPr>
            <p:spPr>
              <a:xfrm>
                <a:off x="3263897"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sp>
            <p:nvSpPr>
              <p:cNvPr id="78" name="Picture Placeholder 85">
                <a:extLst>
                  <a:ext uri="{FF2B5EF4-FFF2-40B4-BE49-F238E27FC236}">
                    <a16:creationId xmlns:a16="http://schemas.microsoft.com/office/drawing/2014/main" id="{9D8E1DD0-E839-D216-511D-BDE76CBB0279}"/>
                  </a:ext>
                </a:extLst>
              </p:cNvPr>
              <p:cNvSpPr/>
              <p:nvPr/>
            </p:nvSpPr>
            <p:spPr>
              <a:xfrm>
                <a:off x="3317135"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sp>
            <p:nvSpPr>
              <p:cNvPr id="79" name="Picture Placeholder 85">
                <a:extLst>
                  <a:ext uri="{FF2B5EF4-FFF2-40B4-BE49-F238E27FC236}">
                    <a16:creationId xmlns:a16="http://schemas.microsoft.com/office/drawing/2014/main" id="{E92CB5AA-8A88-349B-5260-6BBAB452AFD1}"/>
                  </a:ext>
                </a:extLst>
              </p:cNvPr>
              <p:cNvSpPr/>
              <p:nvPr/>
            </p:nvSpPr>
            <p:spPr>
              <a:xfrm>
                <a:off x="3369738"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grpSp>
        <p:sp>
          <p:nvSpPr>
            <p:cNvPr id="74" name="Picture Placeholder 85">
              <a:extLst>
                <a:ext uri="{FF2B5EF4-FFF2-40B4-BE49-F238E27FC236}">
                  <a16:creationId xmlns:a16="http://schemas.microsoft.com/office/drawing/2014/main" id="{1AFBEDAF-B941-B085-FCE7-4E9B6CB5D3FE}"/>
                </a:ext>
              </a:extLst>
            </p:cNvPr>
            <p:cNvSpPr/>
            <p:nvPr/>
          </p:nvSpPr>
          <p:spPr>
            <a:xfrm>
              <a:off x="3166929" y="1945416"/>
              <a:ext cx="526669" cy="512925"/>
            </a:xfrm>
            <a:custGeom>
              <a:avLst/>
              <a:gdLst>
                <a:gd name="connsiteX0" fmla="*/ 295341 w 526669"/>
                <a:gd name="connsiteY0" fmla="*/ 497114 h 512925"/>
                <a:gd name="connsiteX1" fmla="*/ 15844 w 526669"/>
                <a:gd name="connsiteY1" fmla="*/ 497114 h 512925"/>
                <a:gd name="connsiteX2" fmla="*/ 15844 w 526669"/>
                <a:gd name="connsiteY2" fmla="*/ 385801 h 512925"/>
                <a:gd name="connsiteX3" fmla="*/ 295341 w 526669"/>
                <a:gd name="connsiteY3" fmla="*/ 385801 h 512925"/>
                <a:gd name="connsiteX4" fmla="*/ 295341 w 526669"/>
                <a:gd name="connsiteY4" fmla="*/ 369989 h 512925"/>
                <a:gd name="connsiteX5" fmla="*/ 15844 w 526669"/>
                <a:gd name="connsiteY5" fmla="*/ 369989 h 512925"/>
                <a:gd name="connsiteX6" fmla="*/ 15844 w 526669"/>
                <a:gd name="connsiteY6" fmla="*/ 264368 h 512925"/>
                <a:gd name="connsiteX7" fmla="*/ 510825 w 526669"/>
                <a:gd name="connsiteY7" fmla="*/ 264368 h 512925"/>
                <a:gd name="connsiteX8" fmla="*/ 510825 w 526669"/>
                <a:gd name="connsiteY8" fmla="*/ 304846 h 512925"/>
                <a:gd name="connsiteX9" fmla="*/ 526670 w 526669"/>
                <a:gd name="connsiteY9" fmla="*/ 304846 h 512925"/>
                <a:gd name="connsiteX10" fmla="*/ 526670 w 526669"/>
                <a:gd name="connsiteY10" fmla="*/ 0 h 512925"/>
                <a:gd name="connsiteX11" fmla="*/ 0 w 526669"/>
                <a:gd name="connsiteY11" fmla="*/ 0 h 512925"/>
                <a:gd name="connsiteX12" fmla="*/ 0 w 526669"/>
                <a:gd name="connsiteY12" fmla="*/ 512925 h 512925"/>
                <a:gd name="connsiteX13" fmla="*/ 295341 w 526669"/>
                <a:gd name="connsiteY13" fmla="*/ 512925 h 512925"/>
                <a:gd name="connsiteX14" fmla="*/ 295341 w 526669"/>
                <a:gd name="connsiteY14" fmla="*/ 497114 h 512925"/>
                <a:gd name="connsiteX15" fmla="*/ 15844 w 526669"/>
                <a:gd name="connsiteY15" fmla="*/ 15812 h 512925"/>
                <a:gd name="connsiteX16" fmla="*/ 510825 w 526669"/>
                <a:gd name="connsiteY16" fmla="*/ 15812 h 512925"/>
                <a:gd name="connsiteX17" fmla="*/ 510825 w 526669"/>
                <a:gd name="connsiteY17" fmla="*/ 127124 h 512925"/>
                <a:gd name="connsiteX18" fmla="*/ 15844 w 526669"/>
                <a:gd name="connsiteY18" fmla="*/ 127124 h 512925"/>
                <a:gd name="connsiteX19" fmla="*/ 15844 w 526669"/>
                <a:gd name="connsiteY19" fmla="*/ 15812 h 512925"/>
                <a:gd name="connsiteX20" fmla="*/ 15844 w 526669"/>
                <a:gd name="connsiteY20" fmla="*/ 142936 h 512925"/>
                <a:gd name="connsiteX21" fmla="*/ 510825 w 526669"/>
                <a:gd name="connsiteY21" fmla="*/ 142936 h 512925"/>
                <a:gd name="connsiteX22" fmla="*/ 510825 w 526669"/>
                <a:gd name="connsiteY22" fmla="*/ 248557 h 512925"/>
                <a:gd name="connsiteX23" fmla="*/ 15844 w 526669"/>
                <a:gd name="connsiteY23" fmla="*/ 248557 h 512925"/>
                <a:gd name="connsiteX24" fmla="*/ 15844 w 526669"/>
                <a:gd name="connsiteY24" fmla="*/ 142936 h 51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26669" h="512925">
                  <a:moveTo>
                    <a:pt x="295341" y="497114"/>
                  </a:moveTo>
                  <a:lnTo>
                    <a:pt x="15844" y="497114"/>
                  </a:lnTo>
                  <a:lnTo>
                    <a:pt x="15844" y="385801"/>
                  </a:lnTo>
                  <a:lnTo>
                    <a:pt x="295341" y="385801"/>
                  </a:lnTo>
                  <a:lnTo>
                    <a:pt x="295341" y="369989"/>
                  </a:lnTo>
                  <a:lnTo>
                    <a:pt x="15844" y="369989"/>
                  </a:lnTo>
                  <a:lnTo>
                    <a:pt x="15844" y="264368"/>
                  </a:lnTo>
                  <a:lnTo>
                    <a:pt x="510825" y="264368"/>
                  </a:lnTo>
                  <a:lnTo>
                    <a:pt x="510825" y="304846"/>
                  </a:lnTo>
                  <a:lnTo>
                    <a:pt x="526670" y="304846"/>
                  </a:lnTo>
                  <a:lnTo>
                    <a:pt x="526670" y="0"/>
                  </a:lnTo>
                  <a:lnTo>
                    <a:pt x="0" y="0"/>
                  </a:lnTo>
                  <a:lnTo>
                    <a:pt x="0" y="512925"/>
                  </a:lnTo>
                  <a:lnTo>
                    <a:pt x="295341" y="512925"/>
                  </a:lnTo>
                  <a:lnTo>
                    <a:pt x="295341" y="497114"/>
                  </a:lnTo>
                  <a:close/>
                  <a:moveTo>
                    <a:pt x="15844" y="15812"/>
                  </a:moveTo>
                  <a:lnTo>
                    <a:pt x="510825" y="15812"/>
                  </a:lnTo>
                  <a:lnTo>
                    <a:pt x="510825" y="127124"/>
                  </a:lnTo>
                  <a:lnTo>
                    <a:pt x="15844" y="127124"/>
                  </a:lnTo>
                  <a:lnTo>
                    <a:pt x="15844" y="15812"/>
                  </a:lnTo>
                  <a:close/>
                  <a:moveTo>
                    <a:pt x="15844" y="142936"/>
                  </a:moveTo>
                  <a:lnTo>
                    <a:pt x="510825" y="142936"/>
                  </a:lnTo>
                  <a:lnTo>
                    <a:pt x="510825" y="248557"/>
                  </a:lnTo>
                  <a:lnTo>
                    <a:pt x="15844" y="248557"/>
                  </a:lnTo>
                  <a:lnTo>
                    <a:pt x="15844" y="142936"/>
                  </a:lnTo>
                  <a:close/>
                </a:path>
              </a:pathLst>
            </a:custGeom>
            <a:grpFill/>
            <a:ln w="6271" cap="flat">
              <a:noFill/>
              <a:prstDash val="solid"/>
              <a:miter/>
            </a:ln>
          </p:spPr>
          <p:txBody>
            <a:bodyPr rtlCol="0" anchor="ctr"/>
            <a:lstStyle/>
            <a:p>
              <a:endParaRPr lang="en-US"/>
            </a:p>
          </p:txBody>
        </p:sp>
        <p:sp>
          <p:nvSpPr>
            <p:cNvPr id="75" name="Picture Placeholder 85">
              <a:extLst>
                <a:ext uri="{FF2B5EF4-FFF2-40B4-BE49-F238E27FC236}">
                  <a16:creationId xmlns:a16="http://schemas.microsoft.com/office/drawing/2014/main" id="{367EDB8B-8765-A86E-963E-3FA0239E7866}"/>
                </a:ext>
              </a:extLst>
            </p:cNvPr>
            <p:cNvSpPr/>
            <p:nvPr/>
          </p:nvSpPr>
          <p:spPr>
            <a:xfrm>
              <a:off x="3500930" y="2265441"/>
              <a:ext cx="238934" cy="281444"/>
            </a:xfrm>
            <a:custGeom>
              <a:avLst/>
              <a:gdLst>
                <a:gd name="connsiteX0" fmla="*/ 119784 w 238934"/>
                <a:gd name="connsiteY0" fmla="*/ 281445 h 281444"/>
                <a:gd name="connsiteX1" fmla="*/ 115348 w 238934"/>
                <a:gd name="connsiteY1" fmla="*/ 280180 h 281444"/>
                <a:gd name="connsiteX2" fmla="*/ 0 w 238934"/>
                <a:gd name="connsiteY2" fmla="*/ 123962 h 281444"/>
                <a:gd name="connsiteX3" fmla="*/ 0 w 238934"/>
                <a:gd name="connsiteY3" fmla="*/ 51862 h 281444"/>
                <a:gd name="connsiteX4" fmla="*/ 9507 w 238934"/>
                <a:gd name="connsiteY4" fmla="*/ 49332 h 281444"/>
                <a:gd name="connsiteX5" fmla="*/ 63378 w 238934"/>
                <a:gd name="connsiteY5" fmla="*/ 30358 h 281444"/>
                <a:gd name="connsiteX6" fmla="*/ 112813 w 238934"/>
                <a:gd name="connsiteY6" fmla="*/ 4427 h 281444"/>
                <a:gd name="connsiteX7" fmla="*/ 119150 w 238934"/>
                <a:gd name="connsiteY7" fmla="*/ 0 h 281444"/>
                <a:gd name="connsiteX8" fmla="*/ 126122 w 238934"/>
                <a:gd name="connsiteY8" fmla="*/ 4427 h 281444"/>
                <a:gd name="connsiteX9" fmla="*/ 175557 w 238934"/>
                <a:gd name="connsiteY9" fmla="*/ 30358 h 281444"/>
                <a:gd name="connsiteX10" fmla="*/ 229428 w 238934"/>
                <a:gd name="connsiteY10" fmla="*/ 49332 h 281444"/>
                <a:gd name="connsiteX11" fmla="*/ 238934 w 238934"/>
                <a:gd name="connsiteY11" fmla="*/ 51862 h 281444"/>
                <a:gd name="connsiteX12" fmla="*/ 238934 w 238934"/>
                <a:gd name="connsiteY12" fmla="*/ 123962 h 281444"/>
                <a:gd name="connsiteX13" fmla="*/ 124221 w 238934"/>
                <a:gd name="connsiteY13" fmla="*/ 279547 h 281444"/>
                <a:gd name="connsiteX14" fmla="*/ 119784 w 238934"/>
                <a:gd name="connsiteY14" fmla="*/ 281445 h 281444"/>
                <a:gd name="connsiteX15" fmla="*/ 15844 w 238934"/>
                <a:gd name="connsiteY15" fmla="*/ 63878 h 281444"/>
                <a:gd name="connsiteX16" fmla="*/ 15844 w 238934"/>
                <a:gd name="connsiteY16" fmla="*/ 123962 h 281444"/>
                <a:gd name="connsiteX17" fmla="*/ 119784 w 238934"/>
                <a:gd name="connsiteY17" fmla="*/ 264368 h 281444"/>
                <a:gd name="connsiteX18" fmla="*/ 223724 w 238934"/>
                <a:gd name="connsiteY18" fmla="*/ 123962 h 281444"/>
                <a:gd name="connsiteX19" fmla="*/ 223724 w 238934"/>
                <a:gd name="connsiteY19" fmla="*/ 64511 h 281444"/>
                <a:gd name="connsiteX20" fmla="*/ 169853 w 238934"/>
                <a:gd name="connsiteY20" fmla="*/ 44905 h 281444"/>
                <a:gd name="connsiteX21" fmla="*/ 119784 w 238934"/>
                <a:gd name="connsiteY21" fmla="*/ 18974 h 281444"/>
                <a:gd name="connsiteX22" fmla="*/ 69716 w 238934"/>
                <a:gd name="connsiteY22" fmla="*/ 45537 h 281444"/>
                <a:gd name="connsiteX23" fmla="*/ 15844 w 238934"/>
                <a:gd name="connsiteY23" fmla="*/ 63878 h 281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8934" h="281444">
                  <a:moveTo>
                    <a:pt x="119784" y="281445"/>
                  </a:moveTo>
                  <a:lnTo>
                    <a:pt x="115348" y="280180"/>
                  </a:lnTo>
                  <a:cubicBezTo>
                    <a:pt x="110277" y="278282"/>
                    <a:pt x="0" y="235275"/>
                    <a:pt x="0" y="123962"/>
                  </a:cubicBezTo>
                  <a:lnTo>
                    <a:pt x="0" y="51862"/>
                  </a:lnTo>
                  <a:lnTo>
                    <a:pt x="9507" y="49332"/>
                  </a:lnTo>
                  <a:cubicBezTo>
                    <a:pt x="27886" y="44272"/>
                    <a:pt x="46266" y="37948"/>
                    <a:pt x="63378" y="30358"/>
                  </a:cubicBezTo>
                  <a:cubicBezTo>
                    <a:pt x="80490" y="22769"/>
                    <a:pt x="97602" y="13914"/>
                    <a:pt x="112813" y="4427"/>
                  </a:cubicBezTo>
                  <a:lnTo>
                    <a:pt x="119150" y="0"/>
                  </a:lnTo>
                  <a:lnTo>
                    <a:pt x="126122" y="4427"/>
                  </a:lnTo>
                  <a:cubicBezTo>
                    <a:pt x="141966" y="14547"/>
                    <a:pt x="158445" y="23401"/>
                    <a:pt x="175557" y="30358"/>
                  </a:cubicBezTo>
                  <a:cubicBezTo>
                    <a:pt x="193302" y="37948"/>
                    <a:pt x="211048" y="44905"/>
                    <a:pt x="229428" y="49332"/>
                  </a:cubicBezTo>
                  <a:lnTo>
                    <a:pt x="238934" y="51862"/>
                  </a:lnTo>
                  <a:lnTo>
                    <a:pt x="238934" y="123962"/>
                  </a:lnTo>
                  <a:cubicBezTo>
                    <a:pt x="238934" y="235908"/>
                    <a:pt x="128657" y="277650"/>
                    <a:pt x="124221" y="279547"/>
                  </a:cubicBezTo>
                  <a:lnTo>
                    <a:pt x="119784" y="281445"/>
                  </a:lnTo>
                  <a:close/>
                  <a:moveTo>
                    <a:pt x="15844" y="63878"/>
                  </a:moveTo>
                  <a:lnTo>
                    <a:pt x="15844" y="123962"/>
                  </a:lnTo>
                  <a:cubicBezTo>
                    <a:pt x="15844" y="219464"/>
                    <a:pt x="107742" y="259941"/>
                    <a:pt x="119784" y="264368"/>
                  </a:cubicBezTo>
                  <a:cubicBezTo>
                    <a:pt x="128023" y="261206"/>
                    <a:pt x="223724" y="221993"/>
                    <a:pt x="223724" y="123962"/>
                  </a:cubicBezTo>
                  <a:lnTo>
                    <a:pt x="223724" y="64511"/>
                  </a:lnTo>
                  <a:cubicBezTo>
                    <a:pt x="205344" y="59451"/>
                    <a:pt x="186965" y="53127"/>
                    <a:pt x="169853" y="44905"/>
                  </a:cubicBezTo>
                  <a:cubicBezTo>
                    <a:pt x="152741" y="37315"/>
                    <a:pt x="135629" y="28461"/>
                    <a:pt x="119784" y="18974"/>
                  </a:cubicBezTo>
                  <a:cubicBezTo>
                    <a:pt x="103940" y="29093"/>
                    <a:pt x="86828" y="37948"/>
                    <a:pt x="69716" y="45537"/>
                  </a:cubicBezTo>
                  <a:cubicBezTo>
                    <a:pt x="51970" y="52494"/>
                    <a:pt x="34224" y="59451"/>
                    <a:pt x="15844" y="63878"/>
                  </a:cubicBezTo>
                  <a:close/>
                </a:path>
              </a:pathLst>
            </a:custGeom>
            <a:grpFill/>
            <a:ln w="6271" cap="flat">
              <a:noFill/>
              <a:prstDash val="solid"/>
              <a:miter/>
            </a:ln>
          </p:spPr>
          <p:txBody>
            <a:bodyPr rtlCol="0" anchor="ctr"/>
            <a:lstStyle/>
            <a:p>
              <a:endParaRPr lang="en-US"/>
            </a:p>
          </p:txBody>
        </p:sp>
      </p:grpSp>
    </p:spTree>
    <p:extLst>
      <p:ext uri="{BB962C8B-B14F-4D97-AF65-F5344CB8AC3E}">
        <p14:creationId xmlns:p14="http://schemas.microsoft.com/office/powerpoint/2010/main" val="2550055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9D0E8-1A25-2C9B-D56D-9F60E16C9B0A}"/>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27C5FA6D-0414-B692-C4B6-8256F9C247A0}"/>
              </a:ext>
            </a:extLst>
          </p:cNvPr>
          <p:cNvSpPr>
            <a:spLocks noGrp="1"/>
          </p:cNvSpPr>
          <p:nvPr>
            <p:ph type="title"/>
          </p:nvPr>
        </p:nvSpPr>
        <p:spPr/>
        <p:txBody>
          <a:bodyPr/>
          <a:lstStyle/>
          <a:p>
            <a:r>
              <a:rPr lang="en-US" dirty="0"/>
              <a:t>Preventing and Detecting Malware</a:t>
            </a:r>
          </a:p>
        </p:txBody>
      </p:sp>
      <p:sp>
        <p:nvSpPr>
          <p:cNvPr id="15" name="Subtitle 14">
            <a:extLst>
              <a:ext uri="{FF2B5EF4-FFF2-40B4-BE49-F238E27FC236}">
                <a16:creationId xmlns:a16="http://schemas.microsoft.com/office/drawing/2014/main" id="{422CA4B5-5055-FE5D-FAE3-3E8D67EF31D7}"/>
              </a:ext>
            </a:extLst>
          </p:cNvPr>
          <p:cNvSpPr>
            <a:spLocks noGrp="1"/>
          </p:cNvSpPr>
          <p:nvPr>
            <p:ph type="subTitle" idx="10"/>
          </p:nvPr>
        </p:nvSpPr>
        <p:spPr/>
        <p:txBody>
          <a:bodyPr/>
          <a:lstStyle/>
          <a:p>
            <a:r>
              <a:rPr lang="en-US" dirty="0"/>
              <a:t>Code Signing &amp; </a:t>
            </a:r>
            <a:r>
              <a:rPr lang="en-US" dirty="0" err="1"/>
              <a:t>execInstalledOnly</a:t>
            </a:r>
            <a:r>
              <a:rPr lang="en-US" dirty="0"/>
              <a:t> Defaults</a:t>
            </a:r>
          </a:p>
        </p:txBody>
      </p:sp>
      <p:sp>
        <p:nvSpPr>
          <p:cNvPr id="17" name="Text Placeholder 16">
            <a:extLst>
              <a:ext uri="{FF2B5EF4-FFF2-40B4-BE49-F238E27FC236}">
                <a16:creationId xmlns:a16="http://schemas.microsoft.com/office/drawing/2014/main" id="{1677C87D-A472-AFDF-B283-C30D9E37FA70}"/>
              </a:ext>
            </a:extLst>
          </p:cNvPr>
          <p:cNvSpPr>
            <a:spLocks noGrp="1"/>
          </p:cNvSpPr>
          <p:nvPr>
            <p:ph type="body" sz="quarter" idx="20"/>
          </p:nvPr>
        </p:nvSpPr>
        <p:spPr/>
        <p:txBody>
          <a:bodyPr/>
          <a:lstStyle/>
          <a:p>
            <a:r>
              <a:rPr lang="en-US" sz="2000" dirty="0">
                <a:solidFill>
                  <a:schemeClr val="tx1"/>
                </a:solidFill>
              </a:rPr>
              <a:t>Single </a:t>
            </a:r>
            <a:r>
              <a:rPr lang="en-US" sz="2000" dirty="0" err="1">
                <a:solidFill>
                  <a:schemeClr val="tx1"/>
                </a:solidFill>
              </a:rPr>
              <a:t>vmkernel</a:t>
            </a:r>
            <a:r>
              <a:rPr lang="en-US" sz="2000" dirty="0">
                <a:solidFill>
                  <a:schemeClr val="tx1"/>
                </a:solidFill>
              </a:rPr>
              <a:t> Parameter, Enabled by Default</a:t>
            </a:r>
          </a:p>
          <a:p>
            <a:r>
              <a:rPr lang="en-US" sz="2000" dirty="0">
                <a:solidFill>
                  <a:schemeClr val="tx1"/>
                </a:solidFill>
              </a:rPr>
              <a:t>Requires Image Acceptance Profile set to anything but “Community Supported”</a:t>
            </a:r>
          </a:p>
          <a:p>
            <a:r>
              <a:rPr lang="en-US" sz="2000" b="1" dirty="0">
                <a:solidFill>
                  <a:schemeClr val="tx1"/>
                </a:solidFill>
              </a:rPr>
              <a:t>Not-Dismissible Alarm When Disabled</a:t>
            </a:r>
          </a:p>
          <a:p>
            <a:endParaRPr lang="en-US" sz="2000" dirty="0">
              <a:solidFill>
                <a:schemeClr val="tx1"/>
              </a:solidFill>
            </a:endParaRPr>
          </a:p>
          <a:p>
            <a:endParaRPr lang="en-US" sz="2000" dirty="0">
              <a:solidFill>
                <a:schemeClr val="tx1"/>
              </a:solidFill>
            </a:endParaRPr>
          </a:p>
        </p:txBody>
      </p:sp>
      <p:pic>
        <p:nvPicPr>
          <p:cNvPr id="3" name="Content Placeholder 2">
            <a:extLst>
              <a:ext uri="{FF2B5EF4-FFF2-40B4-BE49-F238E27FC236}">
                <a16:creationId xmlns:a16="http://schemas.microsoft.com/office/drawing/2014/main" id="{B4478A7F-7455-9942-248E-7E6978C2A6ED}"/>
              </a:ext>
            </a:extLst>
          </p:cNvPr>
          <p:cNvPicPr>
            <a:picLocks noGrp="1" noChangeAspect="1"/>
          </p:cNvPicPr>
          <p:nvPr>
            <p:ph sz="quarter" idx="19"/>
          </p:nvPr>
        </p:nvPicPr>
        <p:blipFill>
          <a:blip r:embed="rId3"/>
          <a:stretch/>
        </p:blipFill>
        <p:spPr>
          <a:xfrm>
            <a:off x="592866" y="1583799"/>
            <a:ext cx="8229600" cy="4462371"/>
          </a:xfrm>
          <a:ln>
            <a:solidFill>
              <a:schemeClr val="accent1"/>
            </a:solidFill>
          </a:ln>
        </p:spPr>
      </p:pic>
    </p:spTree>
    <p:extLst>
      <p:ext uri="{BB962C8B-B14F-4D97-AF65-F5344CB8AC3E}">
        <p14:creationId xmlns:p14="http://schemas.microsoft.com/office/powerpoint/2010/main" val="2819400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DC4531-F3A8-736F-0B56-944EE8C833BC}"/>
              </a:ext>
            </a:extLst>
          </p:cNvPr>
          <p:cNvSpPr>
            <a:spLocks noGrp="1"/>
          </p:cNvSpPr>
          <p:nvPr>
            <p:ph type="title"/>
          </p:nvPr>
        </p:nvSpPr>
        <p:spPr/>
        <p:txBody>
          <a:bodyPr/>
          <a:lstStyle/>
          <a:p>
            <a:r>
              <a:rPr lang="en-US" dirty="0"/>
              <a:t>Initial Support for AMD SEV-SNP and Intel TDX</a:t>
            </a:r>
          </a:p>
        </p:txBody>
      </p:sp>
      <p:sp>
        <p:nvSpPr>
          <p:cNvPr id="5" name="Subtitle 4">
            <a:extLst>
              <a:ext uri="{FF2B5EF4-FFF2-40B4-BE49-F238E27FC236}">
                <a16:creationId xmlns:a16="http://schemas.microsoft.com/office/drawing/2014/main" id="{537A526E-651D-E3E2-272D-77B707BCD2AD}"/>
              </a:ext>
            </a:extLst>
          </p:cNvPr>
          <p:cNvSpPr>
            <a:spLocks noGrp="1"/>
          </p:cNvSpPr>
          <p:nvPr>
            <p:ph type="subTitle" idx="10"/>
          </p:nvPr>
        </p:nvSpPr>
        <p:spPr/>
        <p:txBody>
          <a:bodyPr/>
          <a:lstStyle/>
          <a:p>
            <a:r>
              <a:rPr lang="en-US" dirty="0"/>
              <a:t>Confidential Computing in VCF 9.0</a:t>
            </a:r>
          </a:p>
        </p:txBody>
      </p:sp>
      <p:sp>
        <p:nvSpPr>
          <p:cNvPr id="7" name="Text Placeholder 6">
            <a:extLst>
              <a:ext uri="{FF2B5EF4-FFF2-40B4-BE49-F238E27FC236}">
                <a16:creationId xmlns:a16="http://schemas.microsoft.com/office/drawing/2014/main" id="{35D87613-0D36-0ED4-E400-A641D841D7B0}"/>
              </a:ext>
            </a:extLst>
          </p:cNvPr>
          <p:cNvSpPr>
            <a:spLocks noGrp="1"/>
          </p:cNvSpPr>
          <p:nvPr>
            <p:ph type="body" sz="quarter" idx="20"/>
          </p:nvPr>
        </p:nvSpPr>
        <p:spPr/>
        <p:txBody>
          <a:bodyPr/>
          <a:lstStyle/>
          <a:p>
            <a:r>
              <a:rPr lang="en-US" dirty="0">
                <a:solidFill>
                  <a:schemeClr val="tx1"/>
                </a:solidFill>
              </a:rPr>
              <a:t>Initial steps to enable AMD SEV-SNP and Intel TDX protections</a:t>
            </a:r>
          </a:p>
          <a:p>
            <a:r>
              <a:rPr lang="en-US" dirty="0">
                <a:solidFill>
                  <a:schemeClr val="tx1"/>
                </a:solidFill>
              </a:rPr>
              <a:t>Requires host hardware support enabled in firmware</a:t>
            </a:r>
          </a:p>
          <a:p>
            <a:r>
              <a:rPr lang="en-US" dirty="0">
                <a:solidFill>
                  <a:schemeClr val="tx1"/>
                </a:solidFill>
              </a:rPr>
              <a:t>Initial support implementation; prevents vMotion and other hypervisor features</a:t>
            </a:r>
          </a:p>
          <a:p>
            <a:r>
              <a:rPr lang="en-US" dirty="0">
                <a:solidFill>
                  <a:schemeClr val="tx1"/>
                </a:solidFill>
              </a:rPr>
              <a:t>Much more to come! </a:t>
            </a:r>
          </a:p>
        </p:txBody>
      </p:sp>
      <p:pic>
        <p:nvPicPr>
          <p:cNvPr id="9" name="Content Placeholder 8" descr="A screenshot of a computer&#10;&#10;AI-generated content may be incorrect.">
            <a:extLst>
              <a:ext uri="{FF2B5EF4-FFF2-40B4-BE49-F238E27FC236}">
                <a16:creationId xmlns:a16="http://schemas.microsoft.com/office/drawing/2014/main" id="{08B479D3-3333-2AFC-4974-DB00D44237AF}"/>
              </a:ext>
            </a:extLst>
          </p:cNvPr>
          <p:cNvPicPr>
            <a:picLocks noGrp="1" noChangeAspect="1"/>
          </p:cNvPicPr>
          <p:nvPr>
            <p:ph sz="quarter" idx="19"/>
          </p:nvPr>
        </p:nvPicPr>
        <p:blipFill>
          <a:blip r:embed="rId3"/>
          <a:stretch>
            <a:fillRect/>
          </a:stretch>
        </p:blipFill>
        <p:spPr>
          <a:xfrm>
            <a:off x="1071492" y="1474170"/>
            <a:ext cx="7043737" cy="4572000"/>
          </a:xfrm>
        </p:spPr>
      </p:pic>
      <p:sp>
        <p:nvSpPr>
          <p:cNvPr id="2" name="Arrow: Right 1">
            <a:extLst>
              <a:ext uri="{FF2B5EF4-FFF2-40B4-BE49-F238E27FC236}">
                <a16:creationId xmlns:a16="http://schemas.microsoft.com/office/drawing/2014/main" id="{88748F9A-587E-36CD-59F2-235248113551}"/>
              </a:ext>
            </a:extLst>
          </p:cNvPr>
          <p:cNvSpPr/>
          <p:nvPr/>
        </p:nvSpPr>
        <p:spPr>
          <a:xfrm rot="10800000">
            <a:off x="4035014" y="3412738"/>
            <a:ext cx="1116692" cy="521293"/>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Tree>
    <p:extLst>
      <p:ext uri="{BB962C8B-B14F-4D97-AF65-F5344CB8AC3E}">
        <p14:creationId xmlns:p14="http://schemas.microsoft.com/office/powerpoint/2010/main" val="434595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8F0E13-506B-45A7-C860-53725698380E}"/>
              </a:ext>
            </a:extLst>
          </p:cNvPr>
          <p:cNvSpPr>
            <a:spLocks noGrp="1"/>
          </p:cNvSpPr>
          <p:nvPr>
            <p:ph type="title"/>
          </p:nvPr>
        </p:nvSpPr>
        <p:spPr/>
        <p:txBody>
          <a:bodyPr/>
          <a:lstStyle/>
          <a:p>
            <a:r>
              <a:rPr lang="en-US" dirty="0"/>
              <a:t>Taking Security Inside The Workload</a:t>
            </a:r>
          </a:p>
        </p:txBody>
      </p:sp>
      <p:sp>
        <p:nvSpPr>
          <p:cNvPr id="5" name="Subtitle 4">
            <a:extLst>
              <a:ext uri="{FF2B5EF4-FFF2-40B4-BE49-F238E27FC236}">
                <a16:creationId xmlns:a16="http://schemas.microsoft.com/office/drawing/2014/main" id="{81EDE39B-6E5B-08F3-BEB5-D37FED30588F}"/>
              </a:ext>
            </a:extLst>
          </p:cNvPr>
          <p:cNvSpPr>
            <a:spLocks noGrp="1"/>
          </p:cNvSpPr>
          <p:nvPr>
            <p:ph type="subTitle" idx="10"/>
          </p:nvPr>
        </p:nvSpPr>
        <p:spPr/>
        <p:txBody>
          <a:bodyPr/>
          <a:lstStyle/>
          <a:p>
            <a:r>
              <a:rPr lang="en-US" dirty="0"/>
              <a:t>Virtual Machine Security Improvements in VCF 9.0</a:t>
            </a:r>
          </a:p>
        </p:txBody>
      </p:sp>
      <p:sp>
        <p:nvSpPr>
          <p:cNvPr id="6" name="Text Placeholder 5">
            <a:extLst>
              <a:ext uri="{FF2B5EF4-FFF2-40B4-BE49-F238E27FC236}">
                <a16:creationId xmlns:a16="http://schemas.microsoft.com/office/drawing/2014/main" id="{AE9F6A9C-D12A-661B-D153-664EF08AD1FC}"/>
              </a:ext>
            </a:extLst>
          </p:cNvPr>
          <p:cNvSpPr>
            <a:spLocks noGrp="1"/>
          </p:cNvSpPr>
          <p:nvPr>
            <p:ph type="body" sz="quarter" idx="19"/>
          </p:nvPr>
        </p:nvSpPr>
        <p:spPr/>
        <p:txBody>
          <a:bodyPr/>
          <a:lstStyle/>
          <a:p>
            <a:r>
              <a:rPr lang="en-US" dirty="0"/>
              <a:t>Custom VM</a:t>
            </a:r>
            <a:br>
              <a:rPr lang="en-US" dirty="0"/>
            </a:br>
            <a:r>
              <a:rPr lang="en-US" dirty="0"/>
              <a:t>Secure Boot Certificates</a:t>
            </a:r>
          </a:p>
        </p:txBody>
      </p:sp>
      <p:sp>
        <p:nvSpPr>
          <p:cNvPr id="7" name="Text Placeholder 6">
            <a:extLst>
              <a:ext uri="{FF2B5EF4-FFF2-40B4-BE49-F238E27FC236}">
                <a16:creationId xmlns:a16="http://schemas.microsoft.com/office/drawing/2014/main" id="{B933A359-50E5-27BB-C241-E090576E910A}"/>
              </a:ext>
            </a:extLst>
          </p:cNvPr>
          <p:cNvSpPr>
            <a:spLocks noGrp="1"/>
          </p:cNvSpPr>
          <p:nvPr>
            <p:ph type="body" sz="quarter" idx="20"/>
          </p:nvPr>
        </p:nvSpPr>
        <p:spPr/>
        <p:txBody>
          <a:bodyPr/>
          <a:lstStyle/>
          <a:p>
            <a:r>
              <a:rPr lang="en-US" dirty="0"/>
              <a:t>Updated Revocation</a:t>
            </a:r>
            <a:br>
              <a:rPr lang="en-US" dirty="0"/>
            </a:br>
            <a:r>
              <a:rPr lang="en-US" dirty="0"/>
              <a:t>List</a:t>
            </a:r>
          </a:p>
        </p:txBody>
      </p:sp>
      <p:sp>
        <p:nvSpPr>
          <p:cNvPr id="8" name="Text Placeholder 7">
            <a:extLst>
              <a:ext uri="{FF2B5EF4-FFF2-40B4-BE49-F238E27FC236}">
                <a16:creationId xmlns:a16="http://schemas.microsoft.com/office/drawing/2014/main" id="{59E7C473-CE32-F1C9-68C6-6561D125C2D5}"/>
              </a:ext>
            </a:extLst>
          </p:cNvPr>
          <p:cNvSpPr>
            <a:spLocks noGrp="1"/>
          </p:cNvSpPr>
          <p:nvPr>
            <p:ph type="body" sz="quarter" idx="21"/>
          </p:nvPr>
        </p:nvSpPr>
        <p:spPr/>
        <p:txBody>
          <a:bodyPr/>
          <a:lstStyle/>
          <a:p>
            <a:r>
              <a:rPr lang="en-US" dirty="0"/>
              <a:t>Hardened</a:t>
            </a:r>
            <a:br>
              <a:rPr lang="en-US" dirty="0"/>
            </a:br>
            <a:r>
              <a:rPr lang="en-US" dirty="0"/>
              <a:t>Virtual USB</a:t>
            </a:r>
          </a:p>
        </p:txBody>
      </p:sp>
      <p:sp>
        <p:nvSpPr>
          <p:cNvPr id="9" name="Text Placeholder 8">
            <a:extLst>
              <a:ext uri="{FF2B5EF4-FFF2-40B4-BE49-F238E27FC236}">
                <a16:creationId xmlns:a16="http://schemas.microsoft.com/office/drawing/2014/main" id="{7EF5BFBE-5566-7FE1-A760-B284A304BD44}"/>
              </a:ext>
            </a:extLst>
          </p:cNvPr>
          <p:cNvSpPr>
            <a:spLocks noGrp="1"/>
          </p:cNvSpPr>
          <p:nvPr>
            <p:ph type="body" sz="quarter" idx="22"/>
          </p:nvPr>
        </p:nvSpPr>
        <p:spPr/>
        <p:txBody>
          <a:bodyPr/>
          <a:lstStyle/>
          <a:p>
            <a:r>
              <a:rPr lang="en-US" dirty="0"/>
              <a:t>Forensic Snapshots</a:t>
            </a:r>
          </a:p>
        </p:txBody>
      </p:sp>
      <p:grpSp>
        <p:nvGrpSpPr>
          <p:cNvPr id="2" name="Picture Placeholder 96" descr="Detections 2&#10;">
            <a:extLst>
              <a:ext uri="{FF2B5EF4-FFF2-40B4-BE49-F238E27FC236}">
                <a16:creationId xmlns:a16="http://schemas.microsoft.com/office/drawing/2014/main" id="{C9AEE72D-569A-5B4A-AFBD-B9A56D428CBF}"/>
              </a:ext>
            </a:extLst>
          </p:cNvPr>
          <p:cNvGrpSpPr>
            <a:grpSpLocks noChangeAspect="1"/>
          </p:cNvGrpSpPr>
          <p:nvPr/>
        </p:nvGrpSpPr>
        <p:grpSpPr>
          <a:xfrm>
            <a:off x="1578189" y="2472431"/>
            <a:ext cx="787696" cy="1005840"/>
            <a:chOff x="9831695" y="721858"/>
            <a:chExt cx="469285" cy="599250"/>
          </a:xfrm>
          <a:solidFill>
            <a:schemeClr val="bg1"/>
          </a:solidFill>
        </p:grpSpPr>
        <p:sp>
          <p:nvSpPr>
            <p:cNvPr id="3" name="Picture Placeholder 96">
              <a:extLst>
                <a:ext uri="{FF2B5EF4-FFF2-40B4-BE49-F238E27FC236}">
                  <a16:creationId xmlns:a16="http://schemas.microsoft.com/office/drawing/2014/main" id="{9DE0B1F6-7CCB-B525-1E1B-20AE13B80B8C}"/>
                </a:ext>
              </a:extLst>
            </p:cNvPr>
            <p:cNvSpPr/>
            <p:nvPr/>
          </p:nvSpPr>
          <p:spPr>
            <a:xfrm>
              <a:off x="9964512" y="1194616"/>
              <a:ext cx="224523" cy="101193"/>
            </a:xfrm>
            <a:custGeom>
              <a:avLst/>
              <a:gdLst>
                <a:gd name="connsiteX0" fmla="*/ 4427 w 224523"/>
                <a:gd name="connsiteY0" fmla="*/ 101194 h 101193"/>
                <a:gd name="connsiteX1" fmla="*/ 0 w 224523"/>
                <a:gd name="connsiteY1" fmla="*/ 86015 h 101193"/>
                <a:gd name="connsiteX2" fmla="*/ 125860 w 224523"/>
                <a:gd name="connsiteY2" fmla="*/ 0 h 101193"/>
                <a:gd name="connsiteX3" fmla="*/ 139141 w 224523"/>
                <a:gd name="connsiteY3" fmla="*/ 0 h 101193"/>
                <a:gd name="connsiteX4" fmla="*/ 224523 w 224523"/>
                <a:gd name="connsiteY4" fmla="*/ 65776 h 101193"/>
                <a:gd name="connsiteX5" fmla="*/ 219464 w 224523"/>
                <a:gd name="connsiteY5" fmla="*/ 80955 h 101193"/>
                <a:gd name="connsiteX6" fmla="*/ 132817 w 224523"/>
                <a:gd name="connsiteY6" fmla="*/ 18341 h 101193"/>
                <a:gd name="connsiteX7" fmla="*/ 4427 w 224523"/>
                <a:gd name="connsiteY7" fmla="*/ 101194 h 101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4523" h="101193">
                  <a:moveTo>
                    <a:pt x="4427" y="101194"/>
                  </a:moveTo>
                  <a:lnTo>
                    <a:pt x="0" y="86015"/>
                  </a:lnTo>
                  <a:cubicBezTo>
                    <a:pt x="632" y="86015"/>
                    <a:pt x="84750" y="60716"/>
                    <a:pt x="125860" y="0"/>
                  </a:cubicBezTo>
                  <a:lnTo>
                    <a:pt x="139141" y="0"/>
                  </a:lnTo>
                  <a:cubicBezTo>
                    <a:pt x="139141" y="632"/>
                    <a:pt x="170132" y="47435"/>
                    <a:pt x="224523" y="65776"/>
                  </a:cubicBezTo>
                  <a:lnTo>
                    <a:pt x="219464" y="80955"/>
                  </a:lnTo>
                  <a:cubicBezTo>
                    <a:pt x="175191" y="65776"/>
                    <a:pt x="145466" y="34153"/>
                    <a:pt x="132817" y="18341"/>
                  </a:cubicBezTo>
                  <a:cubicBezTo>
                    <a:pt x="86647" y="77160"/>
                    <a:pt x="8222" y="100561"/>
                    <a:pt x="4427" y="101194"/>
                  </a:cubicBezTo>
                  <a:close/>
                </a:path>
              </a:pathLst>
            </a:custGeom>
            <a:grpFill/>
            <a:ln w="6271" cap="flat">
              <a:noFill/>
              <a:prstDash val="solid"/>
              <a:miter/>
            </a:ln>
          </p:spPr>
          <p:txBody>
            <a:bodyPr rtlCol="0" anchor="ctr"/>
            <a:lstStyle/>
            <a:p>
              <a:endParaRPr lang="en-US"/>
            </a:p>
          </p:txBody>
        </p:sp>
        <p:sp>
          <p:nvSpPr>
            <p:cNvPr id="14" name="Picture Placeholder 96">
              <a:extLst>
                <a:ext uri="{FF2B5EF4-FFF2-40B4-BE49-F238E27FC236}">
                  <a16:creationId xmlns:a16="http://schemas.microsoft.com/office/drawing/2014/main" id="{63D4A3EA-1346-8D09-55B3-DBB4FCD02CDD}"/>
                </a:ext>
              </a:extLst>
            </p:cNvPr>
            <p:cNvSpPr/>
            <p:nvPr/>
          </p:nvSpPr>
          <p:spPr>
            <a:xfrm>
              <a:off x="10039142" y="1256598"/>
              <a:ext cx="77160" cy="64510"/>
            </a:xfrm>
            <a:custGeom>
              <a:avLst/>
              <a:gdLst>
                <a:gd name="connsiteX0" fmla="*/ 3162 w 77160"/>
                <a:gd name="connsiteY0" fmla="*/ 64511 h 64510"/>
                <a:gd name="connsiteX1" fmla="*/ 0 w 77160"/>
                <a:gd name="connsiteY1" fmla="*/ 49332 h 64510"/>
                <a:gd name="connsiteX2" fmla="*/ 1897 w 77160"/>
                <a:gd name="connsiteY2" fmla="*/ 56921 h 64510"/>
                <a:gd name="connsiteX3" fmla="*/ 0 w 77160"/>
                <a:gd name="connsiteY3" fmla="*/ 49332 h 64510"/>
                <a:gd name="connsiteX4" fmla="*/ 63246 w 77160"/>
                <a:gd name="connsiteY4" fmla="*/ 0 h 64510"/>
                <a:gd name="connsiteX5" fmla="*/ 77160 w 77160"/>
                <a:gd name="connsiteY5" fmla="*/ 7590 h 64510"/>
                <a:gd name="connsiteX6" fmla="*/ 3162 w 77160"/>
                <a:gd name="connsiteY6" fmla="*/ 64511 h 6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160" h="64510">
                  <a:moveTo>
                    <a:pt x="3162" y="64511"/>
                  </a:moveTo>
                  <a:lnTo>
                    <a:pt x="0" y="49332"/>
                  </a:lnTo>
                  <a:lnTo>
                    <a:pt x="1897" y="56921"/>
                  </a:lnTo>
                  <a:lnTo>
                    <a:pt x="0" y="49332"/>
                  </a:lnTo>
                  <a:cubicBezTo>
                    <a:pt x="632" y="49332"/>
                    <a:pt x="41110" y="39213"/>
                    <a:pt x="63246" y="0"/>
                  </a:cubicBezTo>
                  <a:lnTo>
                    <a:pt x="77160" y="7590"/>
                  </a:lnTo>
                  <a:cubicBezTo>
                    <a:pt x="51229" y="53127"/>
                    <a:pt x="5060" y="63878"/>
                    <a:pt x="3162" y="64511"/>
                  </a:cubicBezTo>
                  <a:close/>
                </a:path>
              </a:pathLst>
            </a:custGeom>
            <a:grpFill/>
            <a:ln w="6271" cap="flat">
              <a:noFill/>
              <a:prstDash val="solid"/>
              <a:miter/>
            </a:ln>
          </p:spPr>
          <p:txBody>
            <a:bodyPr rtlCol="0" anchor="ctr"/>
            <a:lstStyle/>
            <a:p>
              <a:endParaRPr lang="en-US"/>
            </a:p>
          </p:txBody>
        </p:sp>
        <p:sp>
          <p:nvSpPr>
            <p:cNvPr id="15" name="Picture Placeholder 96">
              <a:extLst>
                <a:ext uri="{FF2B5EF4-FFF2-40B4-BE49-F238E27FC236}">
                  <a16:creationId xmlns:a16="http://schemas.microsoft.com/office/drawing/2014/main" id="{C2F4FD8B-AA95-3A2D-3278-1671AF86292A}"/>
                </a:ext>
              </a:extLst>
            </p:cNvPr>
            <p:cNvSpPr/>
            <p:nvPr/>
          </p:nvSpPr>
          <p:spPr>
            <a:xfrm>
              <a:off x="10125789" y="1135165"/>
              <a:ext cx="114475" cy="86647"/>
            </a:xfrm>
            <a:custGeom>
              <a:avLst/>
              <a:gdLst>
                <a:gd name="connsiteX0" fmla="*/ 111313 w 114475"/>
                <a:gd name="connsiteY0" fmla="*/ 86647 h 86647"/>
                <a:gd name="connsiteX1" fmla="*/ 0 w 114475"/>
                <a:gd name="connsiteY1" fmla="*/ 5060 h 86647"/>
                <a:gd name="connsiteX2" fmla="*/ 15179 w 114475"/>
                <a:gd name="connsiteY2" fmla="*/ 0 h 86647"/>
                <a:gd name="connsiteX3" fmla="*/ 114475 w 114475"/>
                <a:gd name="connsiteY3" fmla="*/ 70836 h 86647"/>
                <a:gd name="connsiteX4" fmla="*/ 111313 w 114475"/>
                <a:gd name="connsiteY4" fmla="*/ 86647 h 8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5" h="86647">
                  <a:moveTo>
                    <a:pt x="111313" y="86647"/>
                  </a:moveTo>
                  <a:cubicBezTo>
                    <a:pt x="107518" y="86015"/>
                    <a:pt x="23401" y="71468"/>
                    <a:pt x="0" y="5060"/>
                  </a:cubicBezTo>
                  <a:lnTo>
                    <a:pt x="15179" y="0"/>
                  </a:lnTo>
                  <a:cubicBezTo>
                    <a:pt x="36050" y="57554"/>
                    <a:pt x="113843" y="70836"/>
                    <a:pt x="114475" y="70836"/>
                  </a:cubicBezTo>
                  <a:lnTo>
                    <a:pt x="111313" y="86647"/>
                  </a:lnTo>
                  <a:close/>
                </a:path>
              </a:pathLst>
            </a:custGeom>
            <a:grpFill/>
            <a:ln w="6271" cap="flat">
              <a:noFill/>
              <a:prstDash val="solid"/>
              <a:miter/>
            </a:ln>
          </p:spPr>
          <p:txBody>
            <a:bodyPr rtlCol="0" anchor="ctr"/>
            <a:lstStyle/>
            <a:p>
              <a:endParaRPr lang="en-US"/>
            </a:p>
          </p:txBody>
        </p:sp>
        <p:sp>
          <p:nvSpPr>
            <p:cNvPr id="16" name="Picture Placeholder 96">
              <a:extLst>
                <a:ext uri="{FF2B5EF4-FFF2-40B4-BE49-F238E27FC236}">
                  <a16:creationId xmlns:a16="http://schemas.microsoft.com/office/drawing/2014/main" id="{526E96E7-5A4A-CA68-8E4C-3F34AB7AE4D0}"/>
                </a:ext>
              </a:extLst>
            </p:cNvPr>
            <p:cNvSpPr/>
            <p:nvPr/>
          </p:nvSpPr>
          <p:spPr>
            <a:xfrm>
              <a:off x="9841815" y="845855"/>
              <a:ext cx="421218" cy="327889"/>
            </a:xfrm>
            <a:custGeom>
              <a:avLst/>
              <a:gdLst>
                <a:gd name="connsiteX0" fmla="*/ 419321 w 421218"/>
                <a:gd name="connsiteY0" fmla="*/ 327890 h 327889"/>
                <a:gd name="connsiteX1" fmla="*/ 340264 w 421218"/>
                <a:gd name="connsiteY1" fmla="*/ 248200 h 327889"/>
                <a:gd name="connsiteX2" fmla="*/ 356707 w 421218"/>
                <a:gd name="connsiteY2" fmla="*/ 200133 h 327889"/>
                <a:gd name="connsiteX3" fmla="*/ 367459 w 421218"/>
                <a:gd name="connsiteY3" fmla="*/ 85025 h 327889"/>
                <a:gd name="connsiteX4" fmla="*/ 294094 w 421218"/>
                <a:gd name="connsiteY4" fmla="*/ 23677 h 327889"/>
                <a:gd name="connsiteX5" fmla="*/ 191635 w 421218"/>
                <a:gd name="connsiteY5" fmla="*/ 28736 h 327889"/>
                <a:gd name="connsiteX6" fmla="*/ 134082 w 421218"/>
                <a:gd name="connsiteY6" fmla="*/ 115383 h 327889"/>
                <a:gd name="connsiteX7" fmla="*/ 5060 w 421218"/>
                <a:gd name="connsiteY7" fmla="*/ 253260 h 327889"/>
                <a:gd name="connsiteX8" fmla="*/ 0 w 421218"/>
                <a:gd name="connsiteY8" fmla="*/ 238713 h 327889"/>
                <a:gd name="connsiteX9" fmla="*/ 118902 w 421218"/>
                <a:gd name="connsiteY9" fmla="*/ 111589 h 327889"/>
                <a:gd name="connsiteX10" fmla="*/ 184046 w 421218"/>
                <a:gd name="connsiteY10" fmla="*/ 15455 h 327889"/>
                <a:gd name="connsiteX11" fmla="*/ 299154 w 421218"/>
                <a:gd name="connsiteY11" fmla="*/ 9130 h 327889"/>
                <a:gd name="connsiteX12" fmla="*/ 381373 w 421218"/>
                <a:gd name="connsiteY12" fmla="*/ 78701 h 327889"/>
                <a:gd name="connsiteX13" fmla="*/ 370622 w 421218"/>
                <a:gd name="connsiteY13" fmla="*/ 206458 h 327889"/>
                <a:gd name="connsiteX14" fmla="*/ 354810 w 421218"/>
                <a:gd name="connsiteY14" fmla="*/ 251362 h 327889"/>
                <a:gd name="connsiteX15" fmla="*/ 421218 w 421218"/>
                <a:gd name="connsiteY15" fmla="*/ 312711 h 327889"/>
                <a:gd name="connsiteX16" fmla="*/ 419321 w 421218"/>
                <a:gd name="connsiteY16" fmla="*/ 327890 h 327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1218" h="327889">
                  <a:moveTo>
                    <a:pt x="419321" y="327890"/>
                  </a:moveTo>
                  <a:cubicBezTo>
                    <a:pt x="387698" y="322198"/>
                    <a:pt x="330777" y="297532"/>
                    <a:pt x="340264" y="248200"/>
                  </a:cubicBezTo>
                  <a:cubicBezTo>
                    <a:pt x="343426" y="231756"/>
                    <a:pt x="349750" y="216577"/>
                    <a:pt x="356707" y="200133"/>
                  </a:cubicBezTo>
                  <a:cubicBezTo>
                    <a:pt x="371254" y="165348"/>
                    <a:pt x="386433" y="129930"/>
                    <a:pt x="367459" y="85025"/>
                  </a:cubicBezTo>
                  <a:cubicBezTo>
                    <a:pt x="356707" y="59094"/>
                    <a:pt x="328247" y="35693"/>
                    <a:pt x="294094" y="23677"/>
                  </a:cubicBezTo>
                  <a:cubicBezTo>
                    <a:pt x="258044" y="11028"/>
                    <a:pt x="221993" y="12925"/>
                    <a:pt x="191635" y="28736"/>
                  </a:cubicBezTo>
                  <a:cubicBezTo>
                    <a:pt x="153055" y="49608"/>
                    <a:pt x="144201" y="79966"/>
                    <a:pt x="134082" y="115383"/>
                  </a:cubicBezTo>
                  <a:cubicBezTo>
                    <a:pt x="120167" y="164083"/>
                    <a:pt x="104356" y="219107"/>
                    <a:pt x="5060" y="253260"/>
                  </a:cubicBezTo>
                  <a:lnTo>
                    <a:pt x="0" y="238713"/>
                  </a:lnTo>
                  <a:cubicBezTo>
                    <a:pt x="91707" y="207723"/>
                    <a:pt x="105621" y="159023"/>
                    <a:pt x="118902" y="111589"/>
                  </a:cubicBezTo>
                  <a:cubicBezTo>
                    <a:pt x="129022" y="76171"/>
                    <a:pt x="139774" y="38856"/>
                    <a:pt x="184046" y="15455"/>
                  </a:cubicBezTo>
                  <a:cubicBezTo>
                    <a:pt x="218199" y="-2887"/>
                    <a:pt x="258676" y="-4784"/>
                    <a:pt x="299154" y="9130"/>
                  </a:cubicBezTo>
                  <a:cubicBezTo>
                    <a:pt x="337101" y="22412"/>
                    <a:pt x="368724" y="48975"/>
                    <a:pt x="381373" y="78701"/>
                  </a:cubicBezTo>
                  <a:cubicBezTo>
                    <a:pt x="403510" y="129930"/>
                    <a:pt x="385801" y="170407"/>
                    <a:pt x="370622" y="206458"/>
                  </a:cubicBezTo>
                  <a:cubicBezTo>
                    <a:pt x="364297" y="222269"/>
                    <a:pt x="357972" y="236816"/>
                    <a:pt x="354810" y="251362"/>
                  </a:cubicBezTo>
                  <a:cubicBezTo>
                    <a:pt x="345956" y="297532"/>
                    <a:pt x="420586" y="312079"/>
                    <a:pt x="421218" y="312711"/>
                  </a:cubicBezTo>
                  <a:lnTo>
                    <a:pt x="419321" y="327890"/>
                  </a:lnTo>
                  <a:close/>
                </a:path>
              </a:pathLst>
            </a:custGeom>
            <a:grpFill/>
            <a:ln w="6271" cap="flat">
              <a:noFill/>
              <a:prstDash val="solid"/>
              <a:miter/>
            </a:ln>
          </p:spPr>
          <p:txBody>
            <a:bodyPr rtlCol="0" anchor="ctr"/>
            <a:lstStyle/>
            <a:p>
              <a:endParaRPr lang="en-US"/>
            </a:p>
          </p:txBody>
        </p:sp>
        <p:sp>
          <p:nvSpPr>
            <p:cNvPr id="17" name="Picture Placeholder 96">
              <a:extLst>
                <a:ext uri="{FF2B5EF4-FFF2-40B4-BE49-F238E27FC236}">
                  <a16:creationId xmlns:a16="http://schemas.microsoft.com/office/drawing/2014/main" id="{6BE3BFE5-B485-FE61-4038-DFFCB808CECF}"/>
                </a:ext>
              </a:extLst>
            </p:cNvPr>
            <p:cNvSpPr/>
            <p:nvPr/>
          </p:nvSpPr>
          <p:spPr>
            <a:xfrm>
              <a:off x="9854464" y="911093"/>
              <a:ext cx="303404" cy="349932"/>
            </a:xfrm>
            <a:custGeom>
              <a:avLst/>
              <a:gdLst>
                <a:gd name="connsiteX0" fmla="*/ 67673 w 303404"/>
                <a:gd name="connsiteY0" fmla="*/ 349932 h 349932"/>
                <a:gd name="connsiteX1" fmla="*/ 61349 w 303404"/>
                <a:gd name="connsiteY1" fmla="*/ 335386 h 349932"/>
                <a:gd name="connsiteX2" fmla="*/ 258676 w 303404"/>
                <a:gd name="connsiteY2" fmla="*/ 172843 h 349932"/>
                <a:gd name="connsiteX3" fmla="*/ 282077 w 303404"/>
                <a:gd name="connsiteY3" fmla="*/ 40027 h 349932"/>
                <a:gd name="connsiteX4" fmla="*/ 245395 w 303404"/>
                <a:gd name="connsiteY4" fmla="*/ 15361 h 349932"/>
                <a:gd name="connsiteX5" fmla="*/ 177089 w 303404"/>
                <a:gd name="connsiteY5" fmla="*/ 84931 h 349932"/>
                <a:gd name="connsiteX6" fmla="*/ 150525 w 303404"/>
                <a:gd name="connsiteY6" fmla="*/ 143750 h 349932"/>
                <a:gd name="connsiteX7" fmla="*/ 5692 w 303404"/>
                <a:gd name="connsiteY7" fmla="*/ 251268 h 349932"/>
                <a:gd name="connsiteX8" fmla="*/ 0 w 303404"/>
                <a:gd name="connsiteY8" fmla="*/ 236722 h 349932"/>
                <a:gd name="connsiteX9" fmla="*/ 135979 w 303404"/>
                <a:gd name="connsiteY9" fmla="*/ 136793 h 349932"/>
                <a:gd name="connsiteX10" fmla="*/ 161277 w 303404"/>
                <a:gd name="connsiteY10" fmla="*/ 79872 h 349932"/>
                <a:gd name="connsiteX11" fmla="*/ 245395 w 303404"/>
                <a:gd name="connsiteY11" fmla="*/ 182 h 349932"/>
                <a:gd name="connsiteX12" fmla="*/ 295359 w 303404"/>
                <a:gd name="connsiteY12" fmla="*/ 33702 h 349932"/>
                <a:gd name="connsiteX13" fmla="*/ 270060 w 303404"/>
                <a:gd name="connsiteY13" fmla="*/ 182330 h 349932"/>
                <a:gd name="connsiteX14" fmla="*/ 67673 w 303404"/>
                <a:gd name="connsiteY14" fmla="*/ 349932 h 349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3404" h="349932">
                  <a:moveTo>
                    <a:pt x="67673" y="349932"/>
                  </a:moveTo>
                  <a:lnTo>
                    <a:pt x="61349" y="335386"/>
                  </a:lnTo>
                  <a:cubicBezTo>
                    <a:pt x="156850" y="293643"/>
                    <a:pt x="221361" y="224073"/>
                    <a:pt x="258676" y="172843"/>
                  </a:cubicBezTo>
                  <a:cubicBezTo>
                    <a:pt x="283342" y="139323"/>
                    <a:pt x="298521" y="75444"/>
                    <a:pt x="282077" y="40027"/>
                  </a:cubicBezTo>
                  <a:cubicBezTo>
                    <a:pt x="275120" y="24848"/>
                    <a:pt x="262471" y="16626"/>
                    <a:pt x="245395" y="15361"/>
                  </a:cubicBezTo>
                  <a:cubicBezTo>
                    <a:pt x="206814" y="12831"/>
                    <a:pt x="195430" y="37497"/>
                    <a:pt x="177089" y="84931"/>
                  </a:cubicBezTo>
                  <a:cubicBezTo>
                    <a:pt x="170132" y="102640"/>
                    <a:pt x="161910" y="123511"/>
                    <a:pt x="150525" y="143750"/>
                  </a:cubicBezTo>
                  <a:cubicBezTo>
                    <a:pt x="110681" y="215218"/>
                    <a:pt x="10119" y="250003"/>
                    <a:pt x="5692" y="251268"/>
                  </a:cubicBezTo>
                  <a:lnTo>
                    <a:pt x="0" y="236722"/>
                  </a:lnTo>
                  <a:cubicBezTo>
                    <a:pt x="1265" y="236089"/>
                    <a:pt x="99296" y="202569"/>
                    <a:pt x="135979" y="136793"/>
                  </a:cubicBezTo>
                  <a:cubicBezTo>
                    <a:pt x="146731" y="117187"/>
                    <a:pt x="154320" y="97581"/>
                    <a:pt x="161277" y="79872"/>
                  </a:cubicBezTo>
                  <a:cubicBezTo>
                    <a:pt x="178354" y="35599"/>
                    <a:pt x="193533" y="-2981"/>
                    <a:pt x="245395" y="182"/>
                  </a:cubicBezTo>
                  <a:cubicBezTo>
                    <a:pt x="268796" y="1447"/>
                    <a:pt x="285872" y="13463"/>
                    <a:pt x="295359" y="33702"/>
                  </a:cubicBezTo>
                  <a:cubicBezTo>
                    <a:pt x="314333" y="74812"/>
                    <a:pt x="297256" y="145015"/>
                    <a:pt x="270060" y="182330"/>
                  </a:cubicBezTo>
                  <a:cubicBezTo>
                    <a:pt x="232745" y="234824"/>
                    <a:pt x="166337" y="306925"/>
                    <a:pt x="67673" y="349932"/>
                  </a:cubicBezTo>
                  <a:close/>
                </a:path>
              </a:pathLst>
            </a:custGeom>
            <a:grpFill/>
            <a:ln w="6271" cap="flat">
              <a:noFill/>
              <a:prstDash val="solid"/>
              <a:miter/>
            </a:ln>
          </p:spPr>
          <p:txBody>
            <a:bodyPr rtlCol="0" anchor="ctr"/>
            <a:lstStyle/>
            <a:p>
              <a:endParaRPr lang="en-US"/>
            </a:p>
          </p:txBody>
        </p:sp>
        <p:sp>
          <p:nvSpPr>
            <p:cNvPr id="18" name="Picture Placeholder 96">
              <a:extLst>
                <a:ext uri="{FF2B5EF4-FFF2-40B4-BE49-F238E27FC236}">
                  <a16:creationId xmlns:a16="http://schemas.microsoft.com/office/drawing/2014/main" id="{B8A6A1BC-ED2E-034E-61C6-EAA4637817C9}"/>
                </a:ext>
              </a:extLst>
            </p:cNvPr>
            <p:cNvSpPr/>
            <p:nvPr/>
          </p:nvSpPr>
          <p:spPr>
            <a:xfrm>
              <a:off x="9879130" y="980845"/>
              <a:ext cx="218831" cy="230847"/>
            </a:xfrm>
            <a:custGeom>
              <a:avLst/>
              <a:gdLst>
                <a:gd name="connsiteX0" fmla="*/ 5060 w 218831"/>
                <a:gd name="connsiteY0" fmla="*/ 230848 h 230847"/>
                <a:gd name="connsiteX1" fmla="*/ 0 w 218831"/>
                <a:gd name="connsiteY1" fmla="*/ 216301 h 230847"/>
                <a:gd name="connsiteX2" fmla="*/ 203020 w 218831"/>
                <a:gd name="connsiteY2" fmla="*/ 0 h 230847"/>
                <a:gd name="connsiteX3" fmla="*/ 218831 w 218831"/>
                <a:gd name="connsiteY3" fmla="*/ 632 h 230847"/>
                <a:gd name="connsiteX4" fmla="*/ 108151 w 218831"/>
                <a:gd name="connsiteY4" fmla="*/ 175824 h 230847"/>
                <a:gd name="connsiteX5" fmla="*/ 5060 w 218831"/>
                <a:gd name="connsiteY5" fmla="*/ 230848 h 230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831" h="230847">
                  <a:moveTo>
                    <a:pt x="5060" y="230848"/>
                  </a:moveTo>
                  <a:lnTo>
                    <a:pt x="0" y="216301"/>
                  </a:lnTo>
                  <a:cubicBezTo>
                    <a:pt x="1897" y="215669"/>
                    <a:pt x="194165" y="146098"/>
                    <a:pt x="203020" y="0"/>
                  </a:cubicBezTo>
                  <a:lnTo>
                    <a:pt x="218831" y="632"/>
                  </a:lnTo>
                  <a:cubicBezTo>
                    <a:pt x="215036" y="65776"/>
                    <a:pt x="176456" y="126492"/>
                    <a:pt x="108151" y="175824"/>
                  </a:cubicBezTo>
                  <a:cubicBezTo>
                    <a:pt x="56921" y="212507"/>
                    <a:pt x="7590" y="230215"/>
                    <a:pt x="5060" y="230848"/>
                  </a:cubicBezTo>
                  <a:close/>
                </a:path>
              </a:pathLst>
            </a:custGeom>
            <a:grpFill/>
            <a:ln w="6271" cap="flat">
              <a:noFill/>
              <a:prstDash val="solid"/>
              <a:miter/>
            </a:ln>
          </p:spPr>
          <p:txBody>
            <a:bodyPr rtlCol="0" anchor="ctr"/>
            <a:lstStyle/>
            <a:p>
              <a:endParaRPr lang="en-US"/>
            </a:p>
          </p:txBody>
        </p:sp>
        <p:sp>
          <p:nvSpPr>
            <p:cNvPr id="19" name="Picture Placeholder 96">
              <a:extLst>
                <a:ext uri="{FF2B5EF4-FFF2-40B4-BE49-F238E27FC236}">
                  <a16:creationId xmlns:a16="http://schemas.microsoft.com/office/drawing/2014/main" id="{F0D5FD31-4F0D-7815-DC7B-1F71F79688B6}"/>
                </a:ext>
              </a:extLst>
            </p:cNvPr>
            <p:cNvSpPr/>
            <p:nvPr/>
          </p:nvSpPr>
          <p:spPr>
            <a:xfrm>
              <a:off x="9831695" y="786357"/>
              <a:ext cx="467233" cy="330466"/>
            </a:xfrm>
            <a:custGeom>
              <a:avLst/>
              <a:gdLst>
                <a:gd name="connsiteX0" fmla="*/ 431338 w 467233"/>
                <a:gd name="connsiteY0" fmla="*/ 330466 h 330466"/>
                <a:gd name="connsiteX1" fmla="*/ 417424 w 467233"/>
                <a:gd name="connsiteY1" fmla="*/ 323509 h 330466"/>
                <a:gd name="connsiteX2" fmla="*/ 441457 w 467233"/>
                <a:gd name="connsiteY2" fmla="*/ 138199 h 330466"/>
                <a:gd name="connsiteX3" fmla="*/ 344058 w 467233"/>
                <a:gd name="connsiteY3" fmla="*/ 37637 h 330466"/>
                <a:gd name="connsiteX4" fmla="*/ 129022 w 467233"/>
                <a:gd name="connsiteY4" fmla="*/ 62303 h 330466"/>
                <a:gd name="connsiteX5" fmla="*/ 80322 w 467233"/>
                <a:gd name="connsiteY5" fmla="*/ 154010 h 330466"/>
                <a:gd name="connsiteX6" fmla="*/ 0 w 467233"/>
                <a:gd name="connsiteY6" fmla="*/ 236862 h 330466"/>
                <a:gd name="connsiteX7" fmla="*/ 0 w 467233"/>
                <a:gd name="connsiteY7" fmla="*/ 221051 h 330466"/>
                <a:gd name="connsiteX8" fmla="*/ 65143 w 467233"/>
                <a:gd name="connsiteY8" fmla="*/ 148950 h 330466"/>
                <a:gd name="connsiteX9" fmla="*/ 117638 w 467233"/>
                <a:gd name="connsiteY9" fmla="*/ 50919 h 330466"/>
                <a:gd name="connsiteX10" fmla="*/ 349750 w 467233"/>
                <a:gd name="connsiteY10" fmla="*/ 23091 h 330466"/>
                <a:gd name="connsiteX11" fmla="*/ 456004 w 467233"/>
                <a:gd name="connsiteY11" fmla="*/ 133139 h 330466"/>
                <a:gd name="connsiteX12" fmla="*/ 431338 w 467233"/>
                <a:gd name="connsiteY12" fmla="*/ 330466 h 330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7233" h="330466">
                  <a:moveTo>
                    <a:pt x="431338" y="330466"/>
                  </a:moveTo>
                  <a:lnTo>
                    <a:pt x="417424" y="323509"/>
                  </a:lnTo>
                  <a:cubicBezTo>
                    <a:pt x="452841" y="254571"/>
                    <a:pt x="461063" y="191958"/>
                    <a:pt x="441457" y="138199"/>
                  </a:cubicBezTo>
                  <a:cubicBezTo>
                    <a:pt x="421851" y="85704"/>
                    <a:pt x="378844" y="51552"/>
                    <a:pt x="344058" y="37637"/>
                  </a:cubicBezTo>
                  <a:cubicBezTo>
                    <a:pt x="293461" y="16766"/>
                    <a:pt x="199225" y="-7267"/>
                    <a:pt x="129022" y="62303"/>
                  </a:cubicBezTo>
                  <a:cubicBezTo>
                    <a:pt x="101826" y="88867"/>
                    <a:pt x="90442" y="123652"/>
                    <a:pt x="80322" y="154010"/>
                  </a:cubicBezTo>
                  <a:cubicBezTo>
                    <a:pt x="66408" y="197017"/>
                    <a:pt x="52494" y="236862"/>
                    <a:pt x="0" y="236862"/>
                  </a:cubicBezTo>
                  <a:lnTo>
                    <a:pt x="0" y="221051"/>
                  </a:lnTo>
                  <a:cubicBezTo>
                    <a:pt x="39213" y="221051"/>
                    <a:pt x="49964" y="195120"/>
                    <a:pt x="65143" y="148950"/>
                  </a:cubicBezTo>
                  <a:cubicBezTo>
                    <a:pt x="75895" y="116695"/>
                    <a:pt x="87912" y="80645"/>
                    <a:pt x="117638" y="50919"/>
                  </a:cubicBezTo>
                  <a:cubicBezTo>
                    <a:pt x="194165" y="-24976"/>
                    <a:pt x="295991" y="322"/>
                    <a:pt x="349750" y="23091"/>
                  </a:cubicBezTo>
                  <a:cubicBezTo>
                    <a:pt x="368092" y="30680"/>
                    <a:pt x="429440" y="60406"/>
                    <a:pt x="456004" y="133139"/>
                  </a:cubicBezTo>
                  <a:cubicBezTo>
                    <a:pt x="476875" y="190693"/>
                    <a:pt x="468653" y="257101"/>
                    <a:pt x="431338" y="330466"/>
                  </a:cubicBezTo>
                  <a:close/>
                </a:path>
              </a:pathLst>
            </a:custGeom>
            <a:grpFill/>
            <a:ln w="6271" cap="flat">
              <a:noFill/>
              <a:prstDash val="solid"/>
              <a:miter/>
            </a:ln>
          </p:spPr>
          <p:txBody>
            <a:bodyPr rtlCol="0" anchor="ctr"/>
            <a:lstStyle/>
            <a:p>
              <a:endParaRPr lang="en-US"/>
            </a:p>
          </p:txBody>
        </p:sp>
        <p:sp>
          <p:nvSpPr>
            <p:cNvPr id="20" name="Picture Placeholder 96">
              <a:extLst>
                <a:ext uri="{FF2B5EF4-FFF2-40B4-BE49-F238E27FC236}">
                  <a16:creationId xmlns:a16="http://schemas.microsoft.com/office/drawing/2014/main" id="{41F0F5D0-9CA4-1A2E-227A-FF967083439F}"/>
                </a:ext>
              </a:extLst>
            </p:cNvPr>
            <p:cNvSpPr/>
            <p:nvPr/>
          </p:nvSpPr>
          <p:spPr>
            <a:xfrm>
              <a:off x="9835490" y="721858"/>
              <a:ext cx="465490" cy="233688"/>
            </a:xfrm>
            <a:custGeom>
              <a:avLst/>
              <a:gdLst>
                <a:gd name="connsiteX0" fmla="*/ 15812 w 465490"/>
                <a:gd name="connsiteY0" fmla="*/ 233688 h 233688"/>
                <a:gd name="connsiteX1" fmla="*/ 0 w 465490"/>
                <a:gd name="connsiteY1" fmla="*/ 233688 h 233688"/>
                <a:gd name="connsiteX2" fmla="*/ 160012 w 465490"/>
                <a:gd name="connsiteY2" fmla="*/ 10430 h 233688"/>
                <a:gd name="connsiteX3" fmla="*/ 465491 w 465490"/>
                <a:gd name="connsiteY3" fmla="*/ 103402 h 233688"/>
                <a:gd name="connsiteX4" fmla="*/ 452841 w 465490"/>
                <a:gd name="connsiteY4" fmla="*/ 112889 h 233688"/>
                <a:gd name="connsiteX5" fmla="*/ 163175 w 465490"/>
                <a:gd name="connsiteY5" fmla="*/ 25609 h 233688"/>
                <a:gd name="connsiteX6" fmla="*/ 15812 w 465490"/>
                <a:gd name="connsiteY6" fmla="*/ 233688 h 233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490" h="233688">
                  <a:moveTo>
                    <a:pt x="15812" y="233688"/>
                  </a:moveTo>
                  <a:lnTo>
                    <a:pt x="0" y="233688"/>
                  </a:lnTo>
                  <a:cubicBezTo>
                    <a:pt x="0" y="231791"/>
                    <a:pt x="5060" y="43950"/>
                    <a:pt x="160012" y="10430"/>
                  </a:cubicBezTo>
                  <a:cubicBezTo>
                    <a:pt x="329512" y="-26253"/>
                    <a:pt x="419953" y="40788"/>
                    <a:pt x="465491" y="103402"/>
                  </a:cubicBezTo>
                  <a:lnTo>
                    <a:pt x="452841" y="112889"/>
                  </a:lnTo>
                  <a:cubicBezTo>
                    <a:pt x="409834" y="54070"/>
                    <a:pt x="324452" y="-9176"/>
                    <a:pt x="163175" y="25609"/>
                  </a:cubicBezTo>
                  <a:cubicBezTo>
                    <a:pt x="20239" y="56600"/>
                    <a:pt x="15812" y="231791"/>
                    <a:pt x="15812" y="233688"/>
                  </a:cubicBezTo>
                  <a:close/>
                </a:path>
              </a:pathLst>
            </a:custGeom>
            <a:grpFill/>
            <a:ln w="6271" cap="flat">
              <a:noFill/>
              <a:prstDash val="solid"/>
              <a:miter/>
            </a:ln>
          </p:spPr>
          <p:txBody>
            <a:bodyPr rtlCol="0" anchor="ctr"/>
            <a:lstStyle/>
            <a:p>
              <a:endParaRPr lang="en-US"/>
            </a:p>
          </p:txBody>
        </p:sp>
      </p:grpSp>
      <p:grpSp>
        <p:nvGrpSpPr>
          <p:cNvPr id="21" name="Picture Placeholder 109" descr="Ransomware&#10;">
            <a:extLst>
              <a:ext uri="{FF2B5EF4-FFF2-40B4-BE49-F238E27FC236}">
                <a16:creationId xmlns:a16="http://schemas.microsoft.com/office/drawing/2014/main" id="{BE8D7065-3F5B-D8E7-793D-B01104FE7174}"/>
              </a:ext>
            </a:extLst>
          </p:cNvPr>
          <p:cNvGrpSpPr>
            <a:grpSpLocks noChangeAspect="1"/>
          </p:cNvGrpSpPr>
          <p:nvPr/>
        </p:nvGrpSpPr>
        <p:grpSpPr>
          <a:xfrm>
            <a:off x="6919117" y="2445302"/>
            <a:ext cx="1097280" cy="1097280"/>
            <a:chOff x="9766552" y="3182577"/>
            <a:chExt cx="594512" cy="594512"/>
          </a:xfrm>
          <a:solidFill>
            <a:schemeClr val="bg1"/>
          </a:solidFill>
        </p:grpSpPr>
        <p:grpSp>
          <p:nvGrpSpPr>
            <p:cNvPr id="22" name="Picture Placeholder 109">
              <a:extLst>
                <a:ext uri="{FF2B5EF4-FFF2-40B4-BE49-F238E27FC236}">
                  <a16:creationId xmlns:a16="http://schemas.microsoft.com/office/drawing/2014/main" id="{E50B9EA6-53E8-B951-6832-11CC09789E1D}"/>
                </a:ext>
              </a:extLst>
            </p:cNvPr>
            <p:cNvGrpSpPr/>
            <p:nvPr/>
          </p:nvGrpSpPr>
          <p:grpSpPr>
            <a:xfrm>
              <a:off x="9946803" y="3363460"/>
              <a:ext cx="278282" cy="277649"/>
              <a:chOff x="9946803" y="3363460"/>
              <a:chExt cx="278282" cy="277649"/>
            </a:xfrm>
            <a:grpFill/>
          </p:grpSpPr>
          <p:sp>
            <p:nvSpPr>
              <p:cNvPr id="28" name="Picture Placeholder 109">
                <a:extLst>
                  <a:ext uri="{FF2B5EF4-FFF2-40B4-BE49-F238E27FC236}">
                    <a16:creationId xmlns:a16="http://schemas.microsoft.com/office/drawing/2014/main" id="{B6602C24-6028-21EB-B9DD-32E065892A4E}"/>
                  </a:ext>
                </a:extLst>
              </p:cNvPr>
              <p:cNvSpPr/>
              <p:nvPr/>
            </p:nvSpPr>
            <p:spPr>
              <a:xfrm>
                <a:off x="9946803" y="3363460"/>
                <a:ext cx="203652" cy="203652"/>
              </a:xfrm>
              <a:custGeom>
                <a:avLst/>
                <a:gdLst>
                  <a:gd name="connsiteX0" fmla="*/ 51862 w 203652"/>
                  <a:gd name="connsiteY0" fmla="*/ 203652 h 203652"/>
                  <a:gd name="connsiteX1" fmla="*/ 31623 w 203652"/>
                  <a:gd name="connsiteY1" fmla="*/ 183413 h 203652"/>
                  <a:gd name="connsiteX2" fmla="*/ 0 w 203652"/>
                  <a:gd name="connsiteY2" fmla="*/ 107518 h 203652"/>
                  <a:gd name="connsiteX3" fmla="*/ 31623 w 203652"/>
                  <a:gd name="connsiteY3" fmla="*/ 31623 h 203652"/>
                  <a:gd name="connsiteX4" fmla="*/ 107518 w 203652"/>
                  <a:gd name="connsiteY4" fmla="*/ 0 h 203652"/>
                  <a:gd name="connsiteX5" fmla="*/ 183413 w 203652"/>
                  <a:gd name="connsiteY5" fmla="*/ 31623 h 203652"/>
                  <a:gd name="connsiteX6" fmla="*/ 203652 w 203652"/>
                  <a:gd name="connsiteY6" fmla="*/ 51862 h 203652"/>
                  <a:gd name="connsiteX7" fmla="*/ 192268 w 203652"/>
                  <a:gd name="connsiteY7" fmla="*/ 63246 h 203652"/>
                  <a:gd name="connsiteX8" fmla="*/ 172029 w 203652"/>
                  <a:gd name="connsiteY8" fmla="*/ 43007 h 203652"/>
                  <a:gd name="connsiteX9" fmla="*/ 106886 w 203652"/>
                  <a:gd name="connsiteY9" fmla="*/ 15812 h 203652"/>
                  <a:gd name="connsiteX10" fmla="*/ 41742 w 203652"/>
                  <a:gd name="connsiteY10" fmla="*/ 43007 h 203652"/>
                  <a:gd name="connsiteX11" fmla="*/ 14547 w 203652"/>
                  <a:gd name="connsiteY11" fmla="*/ 108151 h 203652"/>
                  <a:gd name="connsiteX12" fmla="*/ 41742 w 203652"/>
                  <a:gd name="connsiteY12" fmla="*/ 173294 h 203652"/>
                  <a:gd name="connsiteX13" fmla="*/ 61981 w 203652"/>
                  <a:gd name="connsiteY13" fmla="*/ 193533 h 203652"/>
                  <a:gd name="connsiteX14" fmla="*/ 51862 w 203652"/>
                  <a:gd name="connsiteY14" fmla="*/ 203652 h 20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3652" h="203652">
                    <a:moveTo>
                      <a:pt x="51862" y="203652"/>
                    </a:moveTo>
                    <a:lnTo>
                      <a:pt x="31623" y="183413"/>
                    </a:lnTo>
                    <a:cubicBezTo>
                      <a:pt x="11384" y="163175"/>
                      <a:pt x="0" y="135979"/>
                      <a:pt x="0" y="107518"/>
                    </a:cubicBezTo>
                    <a:cubicBezTo>
                      <a:pt x="0" y="78425"/>
                      <a:pt x="11384" y="51862"/>
                      <a:pt x="31623" y="31623"/>
                    </a:cubicBezTo>
                    <a:cubicBezTo>
                      <a:pt x="51862" y="11384"/>
                      <a:pt x="79058" y="0"/>
                      <a:pt x="107518" y="0"/>
                    </a:cubicBezTo>
                    <a:cubicBezTo>
                      <a:pt x="136611" y="0"/>
                      <a:pt x="163175" y="11384"/>
                      <a:pt x="183413" y="31623"/>
                    </a:cubicBezTo>
                    <a:lnTo>
                      <a:pt x="203652" y="51862"/>
                    </a:lnTo>
                    <a:lnTo>
                      <a:pt x="192268" y="63246"/>
                    </a:lnTo>
                    <a:lnTo>
                      <a:pt x="172029" y="43007"/>
                    </a:lnTo>
                    <a:cubicBezTo>
                      <a:pt x="154953" y="25931"/>
                      <a:pt x="131552" y="15812"/>
                      <a:pt x="106886" y="15812"/>
                    </a:cubicBezTo>
                    <a:cubicBezTo>
                      <a:pt x="82220" y="15812"/>
                      <a:pt x="59451" y="25298"/>
                      <a:pt x="41742" y="43007"/>
                    </a:cubicBezTo>
                    <a:cubicBezTo>
                      <a:pt x="24034" y="60716"/>
                      <a:pt x="14547" y="83485"/>
                      <a:pt x="14547" y="108151"/>
                    </a:cubicBezTo>
                    <a:cubicBezTo>
                      <a:pt x="14547" y="132817"/>
                      <a:pt x="24034" y="155585"/>
                      <a:pt x="41742" y="173294"/>
                    </a:cubicBezTo>
                    <a:lnTo>
                      <a:pt x="61981" y="193533"/>
                    </a:lnTo>
                    <a:lnTo>
                      <a:pt x="51862" y="203652"/>
                    </a:lnTo>
                    <a:close/>
                  </a:path>
                </a:pathLst>
              </a:custGeom>
              <a:grpFill/>
              <a:ln w="6271" cap="flat">
                <a:noFill/>
                <a:prstDash val="solid"/>
                <a:miter/>
              </a:ln>
            </p:spPr>
            <p:txBody>
              <a:bodyPr rtlCol="0" anchor="ctr"/>
              <a:lstStyle/>
              <a:p>
                <a:endParaRPr lang="en-US"/>
              </a:p>
            </p:txBody>
          </p:sp>
          <p:sp>
            <p:nvSpPr>
              <p:cNvPr id="29" name="Picture Placeholder 109">
                <a:extLst>
                  <a:ext uri="{FF2B5EF4-FFF2-40B4-BE49-F238E27FC236}">
                    <a16:creationId xmlns:a16="http://schemas.microsoft.com/office/drawing/2014/main" id="{EDD02E9C-48A4-14F0-B458-6F79E5250F3C}"/>
                  </a:ext>
                </a:extLst>
              </p:cNvPr>
              <p:cNvSpPr/>
              <p:nvPr/>
            </p:nvSpPr>
            <p:spPr>
              <a:xfrm>
                <a:off x="10005938" y="3487739"/>
                <a:ext cx="72100" cy="72416"/>
              </a:xfrm>
              <a:custGeom>
                <a:avLst/>
                <a:gdLst>
                  <a:gd name="connsiteX0" fmla="*/ 35734 w 72100"/>
                  <a:gd name="connsiteY0" fmla="*/ 72417 h 72416"/>
                  <a:gd name="connsiteX1" fmla="*/ 10436 w 72100"/>
                  <a:gd name="connsiteY1" fmla="*/ 61665 h 72416"/>
                  <a:gd name="connsiteX2" fmla="*/ 10436 w 72100"/>
                  <a:gd name="connsiteY2" fmla="*/ 10436 h 72416"/>
                  <a:gd name="connsiteX3" fmla="*/ 61665 w 72100"/>
                  <a:gd name="connsiteY3" fmla="*/ 10436 h 72416"/>
                  <a:gd name="connsiteX4" fmla="*/ 61665 w 72100"/>
                  <a:gd name="connsiteY4" fmla="*/ 10436 h 72416"/>
                  <a:gd name="connsiteX5" fmla="*/ 61665 w 72100"/>
                  <a:gd name="connsiteY5" fmla="*/ 61665 h 72416"/>
                  <a:gd name="connsiteX6" fmla="*/ 35734 w 72100"/>
                  <a:gd name="connsiteY6" fmla="*/ 72417 h 72416"/>
                  <a:gd name="connsiteX7" fmla="*/ 35734 w 72100"/>
                  <a:gd name="connsiteY7" fmla="*/ 16128 h 72416"/>
                  <a:gd name="connsiteX8" fmla="*/ 21187 w 72100"/>
                  <a:gd name="connsiteY8" fmla="*/ 21820 h 72416"/>
                  <a:gd name="connsiteX9" fmla="*/ 21187 w 72100"/>
                  <a:gd name="connsiteY9" fmla="*/ 50281 h 72416"/>
                  <a:gd name="connsiteX10" fmla="*/ 49648 w 72100"/>
                  <a:gd name="connsiteY10" fmla="*/ 50281 h 72416"/>
                  <a:gd name="connsiteX11" fmla="*/ 49648 w 72100"/>
                  <a:gd name="connsiteY11" fmla="*/ 21820 h 72416"/>
                  <a:gd name="connsiteX12" fmla="*/ 49648 w 72100"/>
                  <a:gd name="connsiteY12" fmla="*/ 21820 h 72416"/>
                  <a:gd name="connsiteX13" fmla="*/ 35734 w 72100"/>
                  <a:gd name="connsiteY13" fmla="*/ 16128 h 72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2100" h="72416">
                    <a:moveTo>
                      <a:pt x="35734" y="72417"/>
                    </a:moveTo>
                    <a:cubicBezTo>
                      <a:pt x="26247" y="72417"/>
                      <a:pt x="17393" y="68622"/>
                      <a:pt x="10436" y="61665"/>
                    </a:cubicBezTo>
                    <a:cubicBezTo>
                      <a:pt x="-3479" y="47751"/>
                      <a:pt x="-3479" y="24982"/>
                      <a:pt x="10436" y="10436"/>
                    </a:cubicBezTo>
                    <a:cubicBezTo>
                      <a:pt x="24350" y="-3479"/>
                      <a:pt x="47118" y="-3479"/>
                      <a:pt x="61665" y="10436"/>
                    </a:cubicBezTo>
                    <a:lnTo>
                      <a:pt x="61665" y="10436"/>
                    </a:lnTo>
                    <a:cubicBezTo>
                      <a:pt x="75579" y="24350"/>
                      <a:pt x="75579" y="47118"/>
                      <a:pt x="61665" y="61665"/>
                    </a:cubicBezTo>
                    <a:cubicBezTo>
                      <a:pt x="54075" y="69254"/>
                      <a:pt x="44588" y="72417"/>
                      <a:pt x="35734" y="72417"/>
                    </a:cubicBezTo>
                    <a:close/>
                    <a:moveTo>
                      <a:pt x="35734" y="16128"/>
                    </a:moveTo>
                    <a:cubicBezTo>
                      <a:pt x="30674" y="16128"/>
                      <a:pt x="25615" y="18025"/>
                      <a:pt x="21187" y="21820"/>
                    </a:cubicBezTo>
                    <a:cubicBezTo>
                      <a:pt x="13598" y="29409"/>
                      <a:pt x="13598" y="42691"/>
                      <a:pt x="21187" y="50281"/>
                    </a:cubicBezTo>
                    <a:cubicBezTo>
                      <a:pt x="28777" y="57870"/>
                      <a:pt x="42059" y="57870"/>
                      <a:pt x="49648" y="50281"/>
                    </a:cubicBezTo>
                    <a:cubicBezTo>
                      <a:pt x="57238" y="42691"/>
                      <a:pt x="57238" y="29409"/>
                      <a:pt x="49648" y="21820"/>
                    </a:cubicBezTo>
                    <a:lnTo>
                      <a:pt x="49648" y="21820"/>
                    </a:lnTo>
                    <a:cubicBezTo>
                      <a:pt x="45853" y="18025"/>
                      <a:pt x="40794" y="16128"/>
                      <a:pt x="35734" y="16128"/>
                    </a:cubicBezTo>
                    <a:close/>
                  </a:path>
                </a:pathLst>
              </a:custGeom>
              <a:grpFill/>
              <a:ln w="6271" cap="flat">
                <a:noFill/>
                <a:prstDash val="solid"/>
                <a:miter/>
              </a:ln>
            </p:spPr>
            <p:txBody>
              <a:bodyPr rtlCol="0" anchor="ctr"/>
              <a:lstStyle/>
              <a:p>
                <a:endParaRPr lang="en-US"/>
              </a:p>
            </p:txBody>
          </p:sp>
          <p:sp>
            <p:nvSpPr>
              <p:cNvPr id="30" name="Picture Placeholder 109">
                <a:extLst>
                  <a:ext uri="{FF2B5EF4-FFF2-40B4-BE49-F238E27FC236}">
                    <a16:creationId xmlns:a16="http://schemas.microsoft.com/office/drawing/2014/main" id="{8BB42592-D204-6EA3-ABB1-84D0AD40BB10}"/>
                  </a:ext>
                </a:extLst>
              </p:cNvPr>
              <p:cNvSpPr/>
              <p:nvPr/>
            </p:nvSpPr>
            <p:spPr>
              <a:xfrm>
                <a:off x="9998665" y="3550036"/>
                <a:ext cx="110680" cy="41742"/>
              </a:xfrm>
              <a:custGeom>
                <a:avLst/>
                <a:gdLst>
                  <a:gd name="connsiteX0" fmla="*/ 99296 w 110680"/>
                  <a:gd name="connsiteY0" fmla="*/ 41742 h 41742"/>
                  <a:gd name="connsiteX1" fmla="*/ 79690 w 110680"/>
                  <a:gd name="connsiteY1" fmla="*/ 22136 h 41742"/>
                  <a:gd name="connsiteX2" fmla="*/ 43007 w 110680"/>
                  <a:gd name="connsiteY2" fmla="*/ 34785 h 41742"/>
                  <a:gd name="connsiteX3" fmla="*/ 0 w 110680"/>
                  <a:gd name="connsiteY3" fmla="*/ 17076 h 41742"/>
                  <a:gd name="connsiteX4" fmla="*/ 11384 w 110680"/>
                  <a:gd name="connsiteY4" fmla="*/ 5692 h 41742"/>
                  <a:gd name="connsiteX5" fmla="*/ 74630 w 110680"/>
                  <a:gd name="connsiteY5" fmla="*/ 5692 h 41742"/>
                  <a:gd name="connsiteX6" fmla="*/ 80322 w 110680"/>
                  <a:gd name="connsiteY6" fmla="*/ 0 h 41742"/>
                  <a:gd name="connsiteX7" fmla="*/ 110681 w 110680"/>
                  <a:gd name="connsiteY7" fmla="*/ 30358 h 41742"/>
                  <a:gd name="connsiteX8" fmla="*/ 99296 w 110680"/>
                  <a:gd name="connsiteY8" fmla="*/ 41742 h 4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680" h="41742">
                    <a:moveTo>
                      <a:pt x="99296" y="41742"/>
                    </a:moveTo>
                    <a:lnTo>
                      <a:pt x="79690" y="22136"/>
                    </a:lnTo>
                    <a:cubicBezTo>
                      <a:pt x="68938" y="30358"/>
                      <a:pt x="56289" y="34785"/>
                      <a:pt x="43007" y="34785"/>
                    </a:cubicBezTo>
                    <a:cubicBezTo>
                      <a:pt x="26563" y="34785"/>
                      <a:pt x="11384" y="28461"/>
                      <a:pt x="0" y="17076"/>
                    </a:cubicBezTo>
                    <a:lnTo>
                      <a:pt x="11384" y="5692"/>
                    </a:lnTo>
                    <a:cubicBezTo>
                      <a:pt x="29093" y="23401"/>
                      <a:pt x="56921" y="23401"/>
                      <a:pt x="74630" y="5692"/>
                    </a:cubicBezTo>
                    <a:lnTo>
                      <a:pt x="80322" y="0"/>
                    </a:lnTo>
                    <a:lnTo>
                      <a:pt x="110681" y="30358"/>
                    </a:lnTo>
                    <a:lnTo>
                      <a:pt x="99296" y="41742"/>
                    </a:lnTo>
                    <a:close/>
                  </a:path>
                </a:pathLst>
              </a:custGeom>
              <a:grpFill/>
              <a:ln w="6271" cap="flat">
                <a:noFill/>
                <a:prstDash val="solid"/>
                <a:miter/>
              </a:ln>
            </p:spPr>
            <p:txBody>
              <a:bodyPr rtlCol="0" anchor="ctr"/>
              <a:lstStyle/>
              <a:p>
                <a:endParaRPr lang="en-US"/>
              </a:p>
            </p:txBody>
          </p:sp>
          <p:sp>
            <p:nvSpPr>
              <p:cNvPr id="31" name="Picture Placeholder 109">
                <a:extLst>
                  <a:ext uri="{FF2B5EF4-FFF2-40B4-BE49-F238E27FC236}">
                    <a16:creationId xmlns:a16="http://schemas.microsoft.com/office/drawing/2014/main" id="{6CCF8000-EBC8-C763-D628-D23320614124}"/>
                  </a:ext>
                </a:extLst>
              </p:cNvPr>
              <p:cNvSpPr/>
              <p:nvPr/>
            </p:nvSpPr>
            <p:spPr>
              <a:xfrm>
                <a:off x="10072030" y="3421963"/>
                <a:ext cx="72732" cy="71784"/>
              </a:xfrm>
              <a:custGeom>
                <a:avLst/>
                <a:gdLst>
                  <a:gd name="connsiteX0" fmla="*/ 36050 w 72732"/>
                  <a:gd name="connsiteY0" fmla="*/ 71784 h 71784"/>
                  <a:gd name="connsiteX1" fmla="*/ 10752 w 72732"/>
                  <a:gd name="connsiteY1" fmla="*/ 61032 h 71784"/>
                  <a:gd name="connsiteX2" fmla="*/ 0 w 72732"/>
                  <a:gd name="connsiteY2" fmla="*/ 35734 h 71784"/>
                  <a:gd name="connsiteX3" fmla="*/ 10752 w 72732"/>
                  <a:gd name="connsiteY3" fmla="*/ 10436 h 71784"/>
                  <a:gd name="connsiteX4" fmla="*/ 61981 w 72732"/>
                  <a:gd name="connsiteY4" fmla="*/ 10436 h 71784"/>
                  <a:gd name="connsiteX5" fmla="*/ 72733 w 72732"/>
                  <a:gd name="connsiteY5" fmla="*/ 35734 h 71784"/>
                  <a:gd name="connsiteX6" fmla="*/ 61981 w 72732"/>
                  <a:gd name="connsiteY6" fmla="*/ 61032 h 71784"/>
                  <a:gd name="connsiteX7" fmla="*/ 36050 w 72732"/>
                  <a:gd name="connsiteY7" fmla="*/ 71784 h 71784"/>
                  <a:gd name="connsiteX8" fmla="*/ 36050 w 72732"/>
                  <a:gd name="connsiteY8" fmla="*/ 15495 h 71784"/>
                  <a:gd name="connsiteX9" fmla="*/ 21504 w 72732"/>
                  <a:gd name="connsiteY9" fmla="*/ 21187 h 71784"/>
                  <a:gd name="connsiteX10" fmla="*/ 15812 w 72732"/>
                  <a:gd name="connsiteY10" fmla="*/ 35734 h 71784"/>
                  <a:gd name="connsiteX11" fmla="*/ 21504 w 72732"/>
                  <a:gd name="connsiteY11" fmla="*/ 50281 h 71784"/>
                  <a:gd name="connsiteX12" fmla="*/ 21504 w 72732"/>
                  <a:gd name="connsiteY12" fmla="*/ 50281 h 71784"/>
                  <a:gd name="connsiteX13" fmla="*/ 49964 w 72732"/>
                  <a:gd name="connsiteY13" fmla="*/ 50281 h 71784"/>
                  <a:gd name="connsiteX14" fmla="*/ 55656 w 72732"/>
                  <a:gd name="connsiteY14" fmla="*/ 35734 h 71784"/>
                  <a:gd name="connsiteX15" fmla="*/ 49964 w 72732"/>
                  <a:gd name="connsiteY15" fmla="*/ 21187 h 71784"/>
                  <a:gd name="connsiteX16" fmla="*/ 36050 w 72732"/>
                  <a:gd name="connsiteY16" fmla="*/ 15495 h 71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732" h="71784">
                    <a:moveTo>
                      <a:pt x="36050" y="71784"/>
                    </a:moveTo>
                    <a:cubicBezTo>
                      <a:pt x="26563" y="71784"/>
                      <a:pt x="17709" y="67989"/>
                      <a:pt x="10752" y="61032"/>
                    </a:cubicBezTo>
                    <a:cubicBezTo>
                      <a:pt x="3795" y="54075"/>
                      <a:pt x="0" y="45221"/>
                      <a:pt x="0" y="35734"/>
                    </a:cubicBezTo>
                    <a:cubicBezTo>
                      <a:pt x="0" y="26247"/>
                      <a:pt x="3795" y="16760"/>
                      <a:pt x="10752" y="10436"/>
                    </a:cubicBezTo>
                    <a:cubicBezTo>
                      <a:pt x="24666" y="-3479"/>
                      <a:pt x="47435" y="-3479"/>
                      <a:pt x="61981" y="10436"/>
                    </a:cubicBezTo>
                    <a:cubicBezTo>
                      <a:pt x="68938" y="17393"/>
                      <a:pt x="72733" y="26247"/>
                      <a:pt x="72733" y="35734"/>
                    </a:cubicBezTo>
                    <a:cubicBezTo>
                      <a:pt x="72733" y="45221"/>
                      <a:pt x="68938" y="54708"/>
                      <a:pt x="61981" y="61032"/>
                    </a:cubicBezTo>
                    <a:cubicBezTo>
                      <a:pt x="54392" y="67989"/>
                      <a:pt x="45537" y="71784"/>
                      <a:pt x="36050" y="71784"/>
                    </a:cubicBezTo>
                    <a:close/>
                    <a:moveTo>
                      <a:pt x="36050" y="15495"/>
                    </a:moveTo>
                    <a:cubicBezTo>
                      <a:pt x="30991" y="15495"/>
                      <a:pt x="25931" y="17393"/>
                      <a:pt x="21504" y="21187"/>
                    </a:cubicBezTo>
                    <a:cubicBezTo>
                      <a:pt x="17709" y="24982"/>
                      <a:pt x="15812" y="30042"/>
                      <a:pt x="15812" y="35734"/>
                    </a:cubicBezTo>
                    <a:cubicBezTo>
                      <a:pt x="15812" y="41426"/>
                      <a:pt x="17709" y="46486"/>
                      <a:pt x="21504" y="50281"/>
                    </a:cubicBezTo>
                    <a:lnTo>
                      <a:pt x="21504" y="50281"/>
                    </a:lnTo>
                    <a:cubicBezTo>
                      <a:pt x="29093" y="57870"/>
                      <a:pt x="42375" y="57870"/>
                      <a:pt x="49964" y="50281"/>
                    </a:cubicBezTo>
                    <a:cubicBezTo>
                      <a:pt x="53759" y="46486"/>
                      <a:pt x="55656" y="41426"/>
                      <a:pt x="55656" y="35734"/>
                    </a:cubicBezTo>
                    <a:cubicBezTo>
                      <a:pt x="55656" y="30042"/>
                      <a:pt x="53759" y="24982"/>
                      <a:pt x="49964" y="21187"/>
                    </a:cubicBezTo>
                    <a:cubicBezTo>
                      <a:pt x="46802" y="17393"/>
                      <a:pt x="41110" y="15495"/>
                      <a:pt x="36050" y="15495"/>
                    </a:cubicBezTo>
                    <a:close/>
                  </a:path>
                </a:pathLst>
              </a:custGeom>
              <a:grpFill/>
              <a:ln w="6271" cap="flat">
                <a:noFill/>
                <a:prstDash val="solid"/>
                <a:miter/>
              </a:ln>
            </p:spPr>
            <p:txBody>
              <a:bodyPr rtlCol="0" anchor="ctr"/>
              <a:lstStyle/>
              <a:p>
                <a:endParaRPr lang="en-US"/>
              </a:p>
            </p:txBody>
          </p:sp>
          <p:sp>
            <p:nvSpPr>
              <p:cNvPr id="32" name="Picture Placeholder 109">
                <a:extLst>
                  <a:ext uri="{FF2B5EF4-FFF2-40B4-BE49-F238E27FC236}">
                    <a16:creationId xmlns:a16="http://schemas.microsoft.com/office/drawing/2014/main" id="{C4366E7D-6C49-12AB-74F6-472D0BDD4661}"/>
                  </a:ext>
                </a:extLst>
              </p:cNvPr>
              <p:cNvSpPr/>
              <p:nvPr/>
            </p:nvSpPr>
            <p:spPr>
              <a:xfrm>
                <a:off x="10134011" y="3414057"/>
                <a:ext cx="41742" cy="110680"/>
              </a:xfrm>
              <a:custGeom>
                <a:avLst/>
                <a:gdLst>
                  <a:gd name="connsiteX0" fmla="*/ 30358 w 41742"/>
                  <a:gd name="connsiteY0" fmla="*/ 110681 h 110680"/>
                  <a:gd name="connsiteX1" fmla="*/ 0 w 41742"/>
                  <a:gd name="connsiteY1" fmla="*/ 80322 h 110680"/>
                  <a:gd name="connsiteX2" fmla="*/ 5692 w 41742"/>
                  <a:gd name="connsiteY2" fmla="*/ 74630 h 110680"/>
                  <a:gd name="connsiteX3" fmla="*/ 5692 w 41742"/>
                  <a:gd name="connsiteY3" fmla="*/ 11384 h 110680"/>
                  <a:gd name="connsiteX4" fmla="*/ 17076 w 41742"/>
                  <a:gd name="connsiteY4" fmla="*/ 0 h 110680"/>
                  <a:gd name="connsiteX5" fmla="*/ 22136 w 41742"/>
                  <a:gd name="connsiteY5" fmla="*/ 79690 h 110680"/>
                  <a:gd name="connsiteX6" fmla="*/ 41742 w 41742"/>
                  <a:gd name="connsiteY6" fmla="*/ 99296 h 110680"/>
                  <a:gd name="connsiteX7" fmla="*/ 30358 w 41742"/>
                  <a:gd name="connsiteY7" fmla="*/ 110681 h 110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42" h="110680">
                    <a:moveTo>
                      <a:pt x="30358" y="110681"/>
                    </a:moveTo>
                    <a:lnTo>
                      <a:pt x="0" y="80322"/>
                    </a:lnTo>
                    <a:lnTo>
                      <a:pt x="5692" y="74630"/>
                    </a:lnTo>
                    <a:cubicBezTo>
                      <a:pt x="23401" y="56921"/>
                      <a:pt x="23401" y="29093"/>
                      <a:pt x="5692" y="11384"/>
                    </a:cubicBezTo>
                    <a:lnTo>
                      <a:pt x="17076" y="0"/>
                    </a:lnTo>
                    <a:cubicBezTo>
                      <a:pt x="38580" y="21504"/>
                      <a:pt x="40477" y="55656"/>
                      <a:pt x="22136" y="79690"/>
                    </a:cubicBezTo>
                    <a:lnTo>
                      <a:pt x="41742" y="99296"/>
                    </a:lnTo>
                    <a:lnTo>
                      <a:pt x="30358" y="110681"/>
                    </a:lnTo>
                    <a:close/>
                  </a:path>
                </a:pathLst>
              </a:custGeom>
              <a:grpFill/>
              <a:ln w="6271" cap="flat">
                <a:noFill/>
                <a:prstDash val="solid"/>
                <a:miter/>
              </a:ln>
            </p:spPr>
            <p:txBody>
              <a:bodyPr rtlCol="0" anchor="ctr"/>
              <a:lstStyle/>
              <a:p>
                <a:endParaRPr lang="en-US"/>
              </a:p>
            </p:txBody>
          </p:sp>
          <p:sp>
            <p:nvSpPr>
              <p:cNvPr id="33" name="Picture Placeholder 109">
                <a:extLst>
                  <a:ext uri="{FF2B5EF4-FFF2-40B4-BE49-F238E27FC236}">
                    <a16:creationId xmlns:a16="http://schemas.microsoft.com/office/drawing/2014/main" id="{764A951F-3FAE-8F4E-9F8A-C26780D93759}"/>
                  </a:ext>
                </a:extLst>
              </p:cNvPr>
              <p:cNvSpPr/>
              <p:nvPr/>
            </p:nvSpPr>
            <p:spPr>
              <a:xfrm>
                <a:off x="10094799" y="3510824"/>
                <a:ext cx="32887" cy="32887"/>
              </a:xfrm>
              <a:custGeom>
                <a:avLst/>
                <a:gdLst>
                  <a:gd name="connsiteX0" fmla="*/ 8222 w 32887"/>
                  <a:gd name="connsiteY0" fmla="*/ 32888 h 32887"/>
                  <a:gd name="connsiteX1" fmla="*/ 0 w 32887"/>
                  <a:gd name="connsiteY1" fmla="*/ 0 h 32887"/>
                  <a:gd name="connsiteX2" fmla="*/ 32888 w 32887"/>
                  <a:gd name="connsiteY2" fmla="*/ 8222 h 32887"/>
                  <a:gd name="connsiteX3" fmla="*/ 8222 w 32887"/>
                  <a:gd name="connsiteY3" fmla="*/ 32888 h 32887"/>
                </a:gdLst>
                <a:ahLst/>
                <a:cxnLst>
                  <a:cxn ang="0">
                    <a:pos x="connsiteX0" y="connsiteY0"/>
                  </a:cxn>
                  <a:cxn ang="0">
                    <a:pos x="connsiteX1" y="connsiteY1"/>
                  </a:cxn>
                  <a:cxn ang="0">
                    <a:pos x="connsiteX2" y="connsiteY2"/>
                  </a:cxn>
                  <a:cxn ang="0">
                    <a:pos x="connsiteX3" y="connsiteY3"/>
                  </a:cxn>
                </a:cxnLst>
                <a:rect l="l" t="t" r="r" b="b"/>
                <a:pathLst>
                  <a:path w="32887" h="32887">
                    <a:moveTo>
                      <a:pt x="8222" y="32888"/>
                    </a:moveTo>
                    <a:lnTo>
                      <a:pt x="0" y="0"/>
                    </a:lnTo>
                    <a:lnTo>
                      <a:pt x="32888" y="8222"/>
                    </a:lnTo>
                    <a:lnTo>
                      <a:pt x="8222" y="32888"/>
                    </a:lnTo>
                    <a:close/>
                  </a:path>
                </a:pathLst>
              </a:custGeom>
              <a:grpFill/>
              <a:ln w="6271" cap="flat">
                <a:noFill/>
                <a:prstDash val="solid"/>
                <a:miter/>
              </a:ln>
            </p:spPr>
            <p:txBody>
              <a:bodyPr rtlCol="0" anchor="ctr"/>
              <a:lstStyle/>
              <a:p>
                <a:endParaRPr lang="en-US"/>
              </a:p>
            </p:txBody>
          </p:sp>
          <p:sp>
            <p:nvSpPr>
              <p:cNvPr id="34" name="Picture Placeholder 109">
                <a:extLst>
                  <a:ext uri="{FF2B5EF4-FFF2-40B4-BE49-F238E27FC236}">
                    <a16:creationId xmlns:a16="http://schemas.microsoft.com/office/drawing/2014/main" id="{2305A8C9-27E9-4676-5B96-E1961EC88B66}"/>
                  </a:ext>
                </a:extLst>
              </p:cNvPr>
              <p:cNvSpPr/>
              <p:nvPr/>
            </p:nvSpPr>
            <p:spPr>
              <a:xfrm>
                <a:off x="10051791" y="3467816"/>
                <a:ext cx="173294" cy="173294"/>
              </a:xfrm>
              <a:custGeom>
                <a:avLst/>
                <a:gdLst>
                  <a:gd name="connsiteX0" fmla="*/ 59451 w 173294"/>
                  <a:gd name="connsiteY0" fmla="*/ 173294 h 173294"/>
                  <a:gd name="connsiteX1" fmla="*/ 0 w 173294"/>
                  <a:gd name="connsiteY1" fmla="*/ 113843 h 173294"/>
                  <a:gd name="connsiteX2" fmla="*/ 11384 w 173294"/>
                  <a:gd name="connsiteY2" fmla="*/ 102459 h 173294"/>
                  <a:gd name="connsiteX3" fmla="*/ 60084 w 173294"/>
                  <a:gd name="connsiteY3" fmla="*/ 151158 h 173294"/>
                  <a:gd name="connsiteX4" fmla="*/ 75895 w 173294"/>
                  <a:gd name="connsiteY4" fmla="*/ 135346 h 173294"/>
                  <a:gd name="connsiteX5" fmla="*/ 80322 w 173294"/>
                  <a:gd name="connsiteY5" fmla="*/ 136611 h 173294"/>
                  <a:gd name="connsiteX6" fmla="*/ 125227 w 173294"/>
                  <a:gd name="connsiteY6" fmla="*/ 125227 h 173294"/>
                  <a:gd name="connsiteX7" fmla="*/ 136611 w 173294"/>
                  <a:gd name="connsiteY7" fmla="*/ 80322 h 173294"/>
                  <a:gd name="connsiteX8" fmla="*/ 135346 w 173294"/>
                  <a:gd name="connsiteY8" fmla="*/ 75895 h 173294"/>
                  <a:gd name="connsiteX9" fmla="*/ 151158 w 173294"/>
                  <a:gd name="connsiteY9" fmla="*/ 60084 h 173294"/>
                  <a:gd name="connsiteX10" fmla="*/ 102459 w 173294"/>
                  <a:gd name="connsiteY10" fmla="*/ 11384 h 173294"/>
                  <a:gd name="connsiteX11" fmla="*/ 113843 w 173294"/>
                  <a:gd name="connsiteY11" fmla="*/ 0 h 173294"/>
                  <a:gd name="connsiteX12" fmla="*/ 173294 w 173294"/>
                  <a:gd name="connsiteY12" fmla="*/ 59451 h 173294"/>
                  <a:gd name="connsiteX13" fmla="*/ 152423 w 173294"/>
                  <a:gd name="connsiteY13" fmla="*/ 80322 h 173294"/>
                  <a:gd name="connsiteX14" fmla="*/ 135979 w 173294"/>
                  <a:gd name="connsiteY14" fmla="*/ 136611 h 173294"/>
                  <a:gd name="connsiteX15" fmla="*/ 79690 w 173294"/>
                  <a:gd name="connsiteY15" fmla="*/ 153055 h 173294"/>
                  <a:gd name="connsiteX16" fmla="*/ 59451 w 173294"/>
                  <a:gd name="connsiteY16" fmla="*/ 173294 h 173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3294" h="173294">
                    <a:moveTo>
                      <a:pt x="59451" y="173294"/>
                    </a:moveTo>
                    <a:lnTo>
                      <a:pt x="0" y="113843"/>
                    </a:lnTo>
                    <a:lnTo>
                      <a:pt x="11384" y="102459"/>
                    </a:lnTo>
                    <a:lnTo>
                      <a:pt x="60084" y="151158"/>
                    </a:lnTo>
                    <a:lnTo>
                      <a:pt x="75895" y="135346"/>
                    </a:lnTo>
                    <a:lnTo>
                      <a:pt x="80322" y="136611"/>
                    </a:lnTo>
                    <a:cubicBezTo>
                      <a:pt x="96134" y="141671"/>
                      <a:pt x="113843" y="137244"/>
                      <a:pt x="125227" y="125227"/>
                    </a:cubicBezTo>
                    <a:cubicBezTo>
                      <a:pt x="136611" y="113210"/>
                      <a:pt x="141671" y="96134"/>
                      <a:pt x="136611" y="80322"/>
                    </a:cubicBezTo>
                    <a:lnTo>
                      <a:pt x="135346" y="75895"/>
                    </a:lnTo>
                    <a:lnTo>
                      <a:pt x="151158" y="60084"/>
                    </a:lnTo>
                    <a:lnTo>
                      <a:pt x="102459" y="11384"/>
                    </a:lnTo>
                    <a:lnTo>
                      <a:pt x="113843" y="0"/>
                    </a:lnTo>
                    <a:lnTo>
                      <a:pt x="173294" y="59451"/>
                    </a:lnTo>
                    <a:lnTo>
                      <a:pt x="152423" y="80322"/>
                    </a:lnTo>
                    <a:cubicBezTo>
                      <a:pt x="156850" y="100561"/>
                      <a:pt x="150525" y="121432"/>
                      <a:pt x="135979" y="136611"/>
                    </a:cubicBezTo>
                    <a:cubicBezTo>
                      <a:pt x="121432" y="151158"/>
                      <a:pt x="99929" y="157483"/>
                      <a:pt x="79690" y="153055"/>
                    </a:cubicBezTo>
                    <a:lnTo>
                      <a:pt x="59451" y="173294"/>
                    </a:lnTo>
                    <a:close/>
                  </a:path>
                </a:pathLst>
              </a:custGeom>
              <a:grpFill/>
              <a:ln w="6271" cap="flat">
                <a:noFill/>
                <a:prstDash val="solid"/>
                <a:miter/>
              </a:ln>
            </p:spPr>
            <p:txBody>
              <a:bodyPr rtlCol="0" anchor="ctr"/>
              <a:lstStyle/>
              <a:p>
                <a:endParaRPr lang="en-US"/>
              </a:p>
            </p:txBody>
          </p:sp>
          <p:sp>
            <p:nvSpPr>
              <p:cNvPr id="35" name="Picture Placeholder 109">
                <a:extLst>
                  <a:ext uri="{FF2B5EF4-FFF2-40B4-BE49-F238E27FC236}">
                    <a16:creationId xmlns:a16="http://schemas.microsoft.com/office/drawing/2014/main" id="{DAB7A212-9997-B42B-C629-573385CE08CD}"/>
                  </a:ext>
                </a:extLst>
              </p:cNvPr>
              <p:cNvSpPr/>
              <p:nvPr/>
            </p:nvSpPr>
            <p:spPr>
              <a:xfrm rot="-2700000">
                <a:off x="10129008" y="3535318"/>
                <a:ext cx="15811" cy="34784"/>
              </a:xfrm>
              <a:custGeom>
                <a:avLst/>
                <a:gdLst>
                  <a:gd name="connsiteX0" fmla="*/ 0 w 15811"/>
                  <a:gd name="connsiteY0" fmla="*/ 0 h 34784"/>
                  <a:gd name="connsiteX1" fmla="*/ 15811 w 15811"/>
                  <a:gd name="connsiteY1" fmla="*/ 0 h 34784"/>
                  <a:gd name="connsiteX2" fmla="*/ 15811 w 15811"/>
                  <a:gd name="connsiteY2" fmla="*/ 34785 h 34784"/>
                  <a:gd name="connsiteX3" fmla="*/ 0 w 15811"/>
                  <a:gd name="connsiteY3" fmla="*/ 34785 h 34784"/>
                </a:gdLst>
                <a:ahLst/>
                <a:cxnLst>
                  <a:cxn ang="0">
                    <a:pos x="connsiteX0" y="connsiteY0"/>
                  </a:cxn>
                  <a:cxn ang="0">
                    <a:pos x="connsiteX1" y="connsiteY1"/>
                  </a:cxn>
                  <a:cxn ang="0">
                    <a:pos x="connsiteX2" y="connsiteY2"/>
                  </a:cxn>
                  <a:cxn ang="0">
                    <a:pos x="connsiteX3" y="connsiteY3"/>
                  </a:cxn>
                </a:cxnLst>
                <a:rect l="l" t="t" r="r" b="b"/>
                <a:pathLst>
                  <a:path w="15811" h="34784">
                    <a:moveTo>
                      <a:pt x="0" y="0"/>
                    </a:moveTo>
                    <a:lnTo>
                      <a:pt x="15811" y="0"/>
                    </a:lnTo>
                    <a:lnTo>
                      <a:pt x="15811" y="34785"/>
                    </a:lnTo>
                    <a:lnTo>
                      <a:pt x="0" y="34785"/>
                    </a:lnTo>
                    <a:close/>
                  </a:path>
                </a:pathLst>
              </a:custGeom>
              <a:grpFill/>
              <a:ln w="6271" cap="flat">
                <a:noFill/>
                <a:prstDash val="solid"/>
                <a:miter/>
              </a:ln>
            </p:spPr>
            <p:txBody>
              <a:bodyPr rtlCol="0" anchor="ctr"/>
              <a:lstStyle/>
              <a:p>
                <a:endParaRPr lang="en-US"/>
              </a:p>
            </p:txBody>
          </p:sp>
          <p:sp>
            <p:nvSpPr>
              <p:cNvPr id="36" name="Picture Placeholder 109">
                <a:extLst>
                  <a:ext uri="{FF2B5EF4-FFF2-40B4-BE49-F238E27FC236}">
                    <a16:creationId xmlns:a16="http://schemas.microsoft.com/office/drawing/2014/main" id="{42D54426-7DBD-BD07-7284-A00E3F9F121D}"/>
                  </a:ext>
                </a:extLst>
              </p:cNvPr>
              <p:cNvSpPr/>
              <p:nvPr/>
            </p:nvSpPr>
            <p:spPr>
              <a:xfrm rot="-2700000">
                <a:off x="10111860" y="3552103"/>
                <a:ext cx="15811" cy="34784"/>
              </a:xfrm>
              <a:custGeom>
                <a:avLst/>
                <a:gdLst>
                  <a:gd name="connsiteX0" fmla="*/ 0 w 15811"/>
                  <a:gd name="connsiteY0" fmla="*/ 0 h 34784"/>
                  <a:gd name="connsiteX1" fmla="*/ 15811 w 15811"/>
                  <a:gd name="connsiteY1" fmla="*/ 0 h 34784"/>
                  <a:gd name="connsiteX2" fmla="*/ 15811 w 15811"/>
                  <a:gd name="connsiteY2" fmla="*/ 34785 h 34784"/>
                  <a:gd name="connsiteX3" fmla="*/ 0 w 15811"/>
                  <a:gd name="connsiteY3" fmla="*/ 34785 h 34784"/>
                </a:gdLst>
                <a:ahLst/>
                <a:cxnLst>
                  <a:cxn ang="0">
                    <a:pos x="connsiteX0" y="connsiteY0"/>
                  </a:cxn>
                  <a:cxn ang="0">
                    <a:pos x="connsiteX1" y="connsiteY1"/>
                  </a:cxn>
                  <a:cxn ang="0">
                    <a:pos x="connsiteX2" y="connsiteY2"/>
                  </a:cxn>
                  <a:cxn ang="0">
                    <a:pos x="connsiteX3" y="connsiteY3"/>
                  </a:cxn>
                </a:cxnLst>
                <a:rect l="l" t="t" r="r" b="b"/>
                <a:pathLst>
                  <a:path w="15811" h="34784">
                    <a:moveTo>
                      <a:pt x="0" y="0"/>
                    </a:moveTo>
                    <a:lnTo>
                      <a:pt x="15811" y="0"/>
                    </a:lnTo>
                    <a:lnTo>
                      <a:pt x="15811" y="34785"/>
                    </a:lnTo>
                    <a:lnTo>
                      <a:pt x="0" y="34785"/>
                    </a:lnTo>
                    <a:close/>
                  </a:path>
                </a:pathLst>
              </a:custGeom>
              <a:grpFill/>
              <a:ln w="6271" cap="flat">
                <a:noFill/>
                <a:prstDash val="solid"/>
                <a:miter/>
              </a:ln>
            </p:spPr>
            <p:txBody>
              <a:bodyPr rtlCol="0" anchor="ctr"/>
              <a:lstStyle/>
              <a:p>
                <a:endParaRPr lang="en-US"/>
              </a:p>
            </p:txBody>
          </p:sp>
          <p:sp>
            <p:nvSpPr>
              <p:cNvPr id="37" name="Picture Placeholder 109">
                <a:extLst>
                  <a:ext uri="{FF2B5EF4-FFF2-40B4-BE49-F238E27FC236}">
                    <a16:creationId xmlns:a16="http://schemas.microsoft.com/office/drawing/2014/main" id="{0044F69C-C2B0-40D8-0D2F-587778F67DBB}"/>
                  </a:ext>
                </a:extLst>
              </p:cNvPr>
              <p:cNvSpPr/>
              <p:nvPr/>
            </p:nvSpPr>
            <p:spPr>
              <a:xfrm rot="-2700243">
                <a:off x="10145304" y="3518525"/>
                <a:ext cx="15812" cy="34787"/>
              </a:xfrm>
              <a:custGeom>
                <a:avLst/>
                <a:gdLst>
                  <a:gd name="connsiteX0" fmla="*/ 0 w 15812"/>
                  <a:gd name="connsiteY0" fmla="*/ 0 h 34787"/>
                  <a:gd name="connsiteX1" fmla="*/ 15812 w 15812"/>
                  <a:gd name="connsiteY1" fmla="*/ 0 h 34787"/>
                  <a:gd name="connsiteX2" fmla="*/ 15812 w 15812"/>
                  <a:gd name="connsiteY2" fmla="*/ 34787 h 34787"/>
                  <a:gd name="connsiteX3" fmla="*/ 0 w 15812"/>
                  <a:gd name="connsiteY3" fmla="*/ 34787 h 34787"/>
                </a:gdLst>
                <a:ahLst/>
                <a:cxnLst>
                  <a:cxn ang="0">
                    <a:pos x="connsiteX0" y="connsiteY0"/>
                  </a:cxn>
                  <a:cxn ang="0">
                    <a:pos x="connsiteX1" y="connsiteY1"/>
                  </a:cxn>
                  <a:cxn ang="0">
                    <a:pos x="connsiteX2" y="connsiteY2"/>
                  </a:cxn>
                  <a:cxn ang="0">
                    <a:pos x="connsiteX3" y="connsiteY3"/>
                  </a:cxn>
                </a:cxnLst>
                <a:rect l="l" t="t" r="r" b="b"/>
                <a:pathLst>
                  <a:path w="15812" h="34787">
                    <a:moveTo>
                      <a:pt x="0" y="0"/>
                    </a:moveTo>
                    <a:lnTo>
                      <a:pt x="15812" y="0"/>
                    </a:lnTo>
                    <a:lnTo>
                      <a:pt x="15812" y="34787"/>
                    </a:lnTo>
                    <a:lnTo>
                      <a:pt x="0" y="34787"/>
                    </a:lnTo>
                    <a:close/>
                  </a:path>
                </a:pathLst>
              </a:custGeom>
              <a:grpFill/>
              <a:ln w="6271" cap="flat">
                <a:noFill/>
                <a:prstDash val="solid"/>
                <a:miter/>
              </a:ln>
            </p:spPr>
            <p:txBody>
              <a:bodyPr rtlCol="0" anchor="ctr"/>
              <a:lstStyle/>
              <a:p>
                <a:endParaRPr lang="en-US"/>
              </a:p>
            </p:txBody>
          </p:sp>
        </p:grpSp>
        <p:grpSp>
          <p:nvGrpSpPr>
            <p:cNvPr id="23" name="Picture Placeholder 109">
              <a:extLst>
                <a:ext uri="{FF2B5EF4-FFF2-40B4-BE49-F238E27FC236}">
                  <a16:creationId xmlns:a16="http://schemas.microsoft.com/office/drawing/2014/main" id="{BD96F83D-6160-6A0D-0107-75E91C9F6A11}"/>
                </a:ext>
              </a:extLst>
            </p:cNvPr>
            <p:cNvGrpSpPr/>
            <p:nvPr/>
          </p:nvGrpSpPr>
          <p:grpSpPr>
            <a:xfrm>
              <a:off x="9823336" y="3239458"/>
              <a:ext cx="103038" cy="103267"/>
              <a:chOff x="9823336" y="3239458"/>
              <a:chExt cx="103038" cy="103267"/>
            </a:xfrm>
            <a:grpFill/>
          </p:grpSpPr>
          <p:sp>
            <p:nvSpPr>
              <p:cNvPr id="26" name="Picture Placeholder 109">
                <a:extLst>
                  <a:ext uri="{FF2B5EF4-FFF2-40B4-BE49-F238E27FC236}">
                    <a16:creationId xmlns:a16="http://schemas.microsoft.com/office/drawing/2014/main" id="{8848DCFD-FB13-0BC1-3BC8-C10569317BD9}"/>
                  </a:ext>
                </a:extLst>
              </p:cNvPr>
              <p:cNvSpPr/>
              <p:nvPr/>
            </p:nvSpPr>
            <p:spPr>
              <a:xfrm rot="-2700000">
                <a:off x="9822350" y="3313353"/>
                <a:ext cx="44904" cy="15811"/>
              </a:xfrm>
              <a:custGeom>
                <a:avLst/>
                <a:gdLst>
                  <a:gd name="connsiteX0" fmla="*/ 0 w 44904"/>
                  <a:gd name="connsiteY0" fmla="*/ 0 h 15811"/>
                  <a:gd name="connsiteX1" fmla="*/ 44904 w 44904"/>
                  <a:gd name="connsiteY1" fmla="*/ 0 h 15811"/>
                  <a:gd name="connsiteX2" fmla="*/ 44904 w 44904"/>
                  <a:gd name="connsiteY2" fmla="*/ 15811 h 15811"/>
                  <a:gd name="connsiteX3" fmla="*/ 0 w 44904"/>
                  <a:gd name="connsiteY3" fmla="*/ 15811 h 15811"/>
                </a:gdLst>
                <a:ahLst/>
                <a:cxnLst>
                  <a:cxn ang="0">
                    <a:pos x="connsiteX0" y="connsiteY0"/>
                  </a:cxn>
                  <a:cxn ang="0">
                    <a:pos x="connsiteX1" y="connsiteY1"/>
                  </a:cxn>
                  <a:cxn ang="0">
                    <a:pos x="connsiteX2" y="connsiteY2"/>
                  </a:cxn>
                  <a:cxn ang="0">
                    <a:pos x="connsiteX3" y="connsiteY3"/>
                  </a:cxn>
                </a:cxnLst>
                <a:rect l="l" t="t" r="r" b="b"/>
                <a:pathLst>
                  <a:path w="44904" h="15811">
                    <a:moveTo>
                      <a:pt x="0" y="0"/>
                    </a:moveTo>
                    <a:lnTo>
                      <a:pt x="44904" y="0"/>
                    </a:lnTo>
                    <a:lnTo>
                      <a:pt x="44904" y="15811"/>
                    </a:lnTo>
                    <a:lnTo>
                      <a:pt x="0" y="15811"/>
                    </a:lnTo>
                    <a:close/>
                  </a:path>
                </a:pathLst>
              </a:custGeom>
              <a:grpFill/>
              <a:ln w="6271" cap="flat">
                <a:noFill/>
                <a:prstDash val="solid"/>
                <a:miter/>
              </a:ln>
            </p:spPr>
            <p:txBody>
              <a:bodyPr rtlCol="0" anchor="ctr"/>
              <a:lstStyle/>
              <a:p>
                <a:endParaRPr lang="en-US"/>
              </a:p>
            </p:txBody>
          </p:sp>
          <p:sp>
            <p:nvSpPr>
              <p:cNvPr id="27" name="Picture Placeholder 109">
                <a:extLst>
                  <a:ext uri="{FF2B5EF4-FFF2-40B4-BE49-F238E27FC236}">
                    <a16:creationId xmlns:a16="http://schemas.microsoft.com/office/drawing/2014/main" id="{0305E08F-42C9-1C9C-FD96-5C785761D4E9}"/>
                  </a:ext>
                </a:extLst>
              </p:cNvPr>
              <p:cNvSpPr/>
              <p:nvPr/>
            </p:nvSpPr>
            <p:spPr>
              <a:xfrm rot="-2700000">
                <a:off x="9882457" y="3253019"/>
                <a:ext cx="44904" cy="15811"/>
              </a:xfrm>
              <a:custGeom>
                <a:avLst/>
                <a:gdLst>
                  <a:gd name="connsiteX0" fmla="*/ 0 w 44904"/>
                  <a:gd name="connsiteY0" fmla="*/ 0 h 15811"/>
                  <a:gd name="connsiteX1" fmla="*/ 44904 w 44904"/>
                  <a:gd name="connsiteY1" fmla="*/ 0 h 15811"/>
                  <a:gd name="connsiteX2" fmla="*/ 44904 w 44904"/>
                  <a:gd name="connsiteY2" fmla="*/ 15811 h 15811"/>
                  <a:gd name="connsiteX3" fmla="*/ 0 w 44904"/>
                  <a:gd name="connsiteY3" fmla="*/ 15811 h 15811"/>
                </a:gdLst>
                <a:ahLst/>
                <a:cxnLst>
                  <a:cxn ang="0">
                    <a:pos x="connsiteX0" y="connsiteY0"/>
                  </a:cxn>
                  <a:cxn ang="0">
                    <a:pos x="connsiteX1" y="connsiteY1"/>
                  </a:cxn>
                  <a:cxn ang="0">
                    <a:pos x="connsiteX2" y="connsiteY2"/>
                  </a:cxn>
                  <a:cxn ang="0">
                    <a:pos x="connsiteX3" y="connsiteY3"/>
                  </a:cxn>
                </a:cxnLst>
                <a:rect l="l" t="t" r="r" b="b"/>
                <a:pathLst>
                  <a:path w="44904" h="15811">
                    <a:moveTo>
                      <a:pt x="0" y="0"/>
                    </a:moveTo>
                    <a:lnTo>
                      <a:pt x="44904" y="0"/>
                    </a:lnTo>
                    <a:lnTo>
                      <a:pt x="44904" y="15811"/>
                    </a:lnTo>
                    <a:lnTo>
                      <a:pt x="0" y="15811"/>
                    </a:lnTo>
                    <a:close/>
                  </a:path>
                </a:pathLst>
              </a:custGeom>
              <a:grpFill/>
              <a:ln w="6271" cap="flat">
                <a:noFill/>
                <a:prstDash val="solid"/>
                <a:miter/>
              </a:ln>
            </p:spPr>
            <p:txBody>
              <a:bodyPr rtlCol="0" anchor="ctr"/>
              <a:lstStyle/>
              <a:p>
                <a:endParaRPr lang="en-US"/>
              </a:p>
            </p:txBody>
          </p:sp>
        </p:grpSp>
        <p:sp>
          <p:nvSpPr>
            <p:cNvPr id="24" name="Picture Placeholder 109">
              <a:extLst>
                <a:ext uri="{FF2B5EF4-FFF2-40B4-BE49-F238E27FC236}">
                  <a16:creationId xmlns:a16="http://schemas.microsoft.com/office/drawing/2014/main" id="{C68CB9F1-D8C7-4BC9-0B13-071C17D639E9}"/>
                </a:ext>
              </a:extLst>
            </p:cNvPr>
            <p:cNvSpPr/>
            <p:nvPr/>
          </p:nvSpPr>
          <p:spPr>
            <a:xfrm>
              <a:off x="9831695" y="3248036"/>
              <a:ext cx="529369" cy="529052"/>
            </a:xfrm>
            <a:custGeom>
              <a:avLst/>
              <a:gdLst>
                <a:gd name="connsiteX0" fmla="*/ 316862 w 529369"/>
                <a:gd name="connsiteY0" fmla="*/ 529053 h 529052"/>
                <a:gd name="connsiteX1" fmla="*/ 292197 w 529369"/>
                <a:gd name="connsiteY1" fmla="*/ 518933 h 529052"/>
                <a:gd name="connsiteX2" fmla="*/ 10119 w 529369"/>
                <a:gd name="connsiteY2" fmla="*/ 236856 h 529052"/>
                <a:gd name="connsiteX3" fmla="*/ 0 w 529369"/>
                <a:gd name="connsiteY3" fmla="*/ 212190 h 529052"/>
                <a:gd name="connsiteX4" fmla="*/ 10119 w 529369"/>
                <a:gd name="connsiteY4" fmla="*/ 187524 h 529052"/>
                <a:gd name="connsiteX5" fmla="*/ 187208 w 529369"/>
                <a:gd name="connsiteY5" fmla="*/ 10436 h 529052"/>
                <a:gd name="connsiteX6" fmla="*/ 237173 w 529369"/>
                <a:gd name="connsiteY6" fmla="*/ 10436 h 529052"/>
                <a:gd name="connsiteX7" fmla="*/ 519250 w 529369"/>
                <a:gd name="connsiteY7" fmla="*/ 292513 h 529052"/>
                <a:gd name="connsiteX8" fmla="*/ 529369 w 529369"/>
                <a:gd name="connsiteY8" fmla="*/ 317179 h 529052"/>
                <a:gd name="connsiteX9" fmla="*/ 519250 w 529369"/>
                <a:gd name="connsiteY9" fmla="*/ 341845 h 529052"/>
                <a:gd name="connsiteX10" fmla="*/ 342161 w 529369"/>
                <a:gd name="connsiteY10" fmla="*/ 518933 h 529052"/>
                <a:gd name="connsiteX11" fmla="*/ 316862 w 529369"/>
                <a:gd name="connsiteY11" fmla="*/ 529053 h 529052"/>
                <a:gd name="connsiteX12" fmla="*/ 212507 w 529369"/>
                <a:gd name="connsiteY12" fmla="*/ 15495 h 529052"/>
                <a:gd name="connsiteX13" fmla="*/ 198592 w 529369"/>
                <a:gd name="connsiteY13" fmla="*/ 21187 h 529052"/>
                <a:gd name="connsiteX14" fmla="*/ 21504 w 529369"/>
                <a:gd name="connsiteY14" fmla="*/ 198276 h 529052"/>
                <a:gd name="connsiteX15" fmla="*/ 15812 w 529369"/>
                <a:gd name="connsiteY15" fmla="*/ 212190 h 529052"/>
                <a:gd name="connsiteX16" fmla="*/ 21504 w 529369"/>
                <a:gd name="connsiteY16" fmla="*/ 226104 h 529052"/>
                <a:gd name="connsiteX17" fmla="*/ 303581 w 529369"/>
                <a:gd name="connsiteY17" fmla="*/ 508182 h 529052"/>
                <a:gd name="connsiteX18" fmla="*/ 330777 w 529369"/>
                <a:gd name="connsiteY18" fmla="*/ 508182 h 529052"/>
                <a:gd name="connsiteX19" fmla="*/ 507865 w 529369"/>
                <a:gd name="connsiteY19" fmla="*/ 331093 h 529052"/>
                <a:gd name="connsiteX20" fmla="*/ 513558 w 529369"/>
                <a:gd name="connsiteY20" fmla="*/ 317179 h 529052"/>
                <a:gd name="connsiteX21" fmla="*/ 507865 w 529369"/>
                <a:gd name="connsiteY21" fmla="*/ 303265 h 529052"/>
                <a:gd name="connsiteX22" fmla="*/ 226421 w 529369"/>
                <a:gd name="connsiteY22" fmla="*/ 21187 h 529052"/>
                <a:gd name="connsiteX23" fmla="*/ 212507 w 529369"/>
                <a:gd name="connsiteY23" fmla="*/ 15495 h 529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29369" h="529052">
                  <a:moveTo>
                    <a:pt x="316862" y="529053"/>
                  </a:moveTo>
                  <a:cubicBezTo>
                    <a:pt x="308008" y="529053"/>
                    <a:pt x="298521" y="525891"/>
                    <a:pt x="292197" y="518933"/>
                  </a:cubicBezTo>
                  <a:lnTo>
                    <a:pt x="10119" y="236856"/>
                  </a:lnTo>
                  <a:cubicBezTo>
                    <a:pt x="3162" y="229899"/>
                    <a:pt x="0" y="221045"/>
                    <a:pt x="0" y="212190"/>
                  </a:cubicBezTo>
                  <a:cubicBezTo>
                    <a:pt x="0" y="202703"/>
                    <a:pt x="3795" y="193849"/>
                    <a:pt x="10119" y="187524"/>
                  </a:cubicBezTo>
                  <a:lnTo>
                    <a:pt x="187208" y="10436"/>
                  </a:lnTo>
                  <a:cubicBezTo>
                    <a:pt x="201122" y="-3479"/>
                    <a:pt x="223258" y="-3479"/>
                    <a:pt x="237173" y="10436"/>
                  </a:cubicBezTo>
                  <a:lnTo>
                    <a:pt x="519250" y="292513"/>
                  </a:lnTo>
                  <a:cubicBezTo>
                    <a:pt x="526207" y="299470"/>
                    <a:pt x="529369" y="308324"/>
                    <a:pt x="529369" y="317179"/>
                  </a:cubicBezTo>
                  <a:cubicBezTo>
                    <a:pt x="529369" y="326666"/>
                    <a:pt x="525574" y="335520"/>
                    <a:pt x="519250" y="341845"/>
                  </a:cubicBezTo>
                  <a:lnTo>
                    <a:pt x="342161" y="518933"/>
                  </a:lnTo>
                  <a:cubicBezTo>
                    <a:pt x="335204" y="525891"/>
                    <a:pt x="326349" y="529053"/>
                    <a:pt x="316862" y="529053"/>
                  </a:cubicBezTo>
                  <a:close/>
                  <a:moveTo>
                    <a:pt x="212507" y="15495"/>
                  </a:moveTo>
                  <a:cubicBezTo>
                    <a:pt x="207447" y="15495"/>
                    <a:pt x="202387" y="17393"/>
                    <a:pt x="198592" y="21187"/>
                  </a:cubicBezTo>
                  <a:lnTo>
                    <a:pt x="21504" y="198276"/>
                  </a:lnTo>
                  <a:cubicBezTo>
                    <a:pt x="17709" y="202071"/>
                    <a:pt x="15812" y="207131"/>
                    <a:pt x="15812" y="212190"/>
                  </a:cubicBezTo>
                  <a:cubicBezTo>
                    <a:pt x="15812" y="217250"/>
                    <a:pt x="17709" y="222310"/>
                    <a:pt x="21504" y="226104"/>
                  </a:cubicBezTo>
                  <a:lnTo>
                    <a:pt x="303581" y="508182"/>
                  </a:lnTo>
                  <a:cubicBezTo>
                    <a:pt x="311170" y="515771"/>
                    <a:pt x="323187" y="515771"/>
                    <a:pt x="330777" y="508182"/>
                  </a:cubicBezTo>
                  <a:lnTo>
                    <a:pt x="507865" y="331093"/>
                  </a:lnTo>
                  <a:cubicBezTo>
                    <a:pt x="511660" y="327298"/>
                    <a:pt x="513558" y="322238"/>
                    <a:pt x="513558" y="317179"/>
                  </a:cubicBezTo>
                  <a:cubicBezTo>
                    <a:pt x="513558" y="312119"/>
                    <a:pt x="511660" y="307059"/>
                    <a:pt x="507865" y="303265"/>
                  </a:cubicBezTo>
                  <a:lnTo>
                    <a:pt x="226421" y="21187"/>
                  </a:lnTo>
                  <a:cubicBezTo>
                    <a:pt x="222626" y="17393"/>
                    <a:pt x="217566" y="15495"/>
                    <a:pt x="212507" y="15495"/>
                  </a:cubicBezTo>
                  <a:close/>
                </a:path>
              </a:pathLst>
            </a:custGeom>
            <a:grpFill/>
            <a:ln w="6271" cap="flat">
              <a:noFill/>
              <a:prstDash val="solid"/>
              <a:miter/>
            </a:ln>
          </p:spPr>
          <p:txBody>
            <a:bodyPr rtlCol="0" anchor="ctr"/>
            <a:lstStyle/>
            <a:p>
              <a:endParaRPr lang="en-US"/>
            </a:p>
          </p:txBody>
        </p:sp>
        <p:sp>
          <p:nvSpPr>
            <p:cNvPr id="25" name="Picture Placeholder 109">
              <a:extLst>
                <a:ext uri="{FF2B5EF4-FFF2-40B4-BE49-F238E27FC236}">
                  <a16:creationId xmlns:a16="http://schemas.microsoft.com/office/drawing/2014/main" id="{D0BEEE81-16C4-B2AF-40B2-8EB409ABD5F4}"/>
                </a:ext>
              </a:extLst>
            </p:cNvPr>
            <p:cNvSpPr/>
            <p:nvPr/>
          </p:nvSpPr>
          <p:spPr>
            <a:xfrm>
              <a:off x="9766552" y="3182577"/>
              <a:ext cx="251719" cy="251719"/>
            </a:xfrm>
            <a:custGeom>
              <a:avLst/>
              <a:gdLst>
                <a:gd name="connsiteX0" fmla="*/ 99296 w 251719"/>
                <a:gd name="connsiteY0" fmla="*/ 251719 h 251719"/>
                <a:gd name="connsiteX1" fmla="*/ 0 w 251719"/>
                <a:gd name="connsiteY1" fmla="*/ 152423 h 251719"/>
                <a:gd name="connsiteX2" fmla="*/ 152423 w 251719"/>
                <a:gd name="connsiteY2" fmla="*/ 0 h 251719"/>
                <a:gd name="connsiteX3" fmla="*/ 251719 w 251719"/>
                <a:gd name="connsiteY3" fmla="*/ 99296 h 251719"/>
                <a:gd name="connsiteX4" fmla="*/ 99296 w 251719"/>
                <a:gd name="connsiteY4" fmla="*/ 251719 h 251719"/>
                <a:gd name="connsiteX5" fmla="*/ 22136 w 251719"/>
                <a:gd name="connsiteY5" fmla="*/ 152423 h 251719"/>
                <a:gd name="connsiteX6" fmla="*/ 99296 w 251719"/>
                <a:gd name="connsiteY6" fmla="*/ 229583 h 251719"/>
                <a:gd name="connsiteX7" fmla="*/ 229583 w 251719"/>
                <a:gd name="connsiteY7" fmla="*/ 99296 h 251719"/>
                <a:gd name="connsiteX8" fmla="*/ 152423 w 251719"/>
                <a:gd name="connsiteY8" fmla="*/ 22136 h 251719"/>
                <a:gd name="connsiteX9" fmla="*/ 22136 w 251719"/>
                <a:gd name="connsiteY9" fmla="*/ 152423 h 25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1719" h="251719">
                  <a:moveTo>
                    <a:pt x="99296" y="251719"/>
                  </a:moveTo>
                  <a:lnTo>
                    <a:pt x="0" y="152423"/>
                  </a:lnTo>
                  <a:lnTo>
                    <a:pt x="152423" y="0"/>
                  </a:lnTo>
                  <a:lnTo>
                    <a:pt x="251719" y="99296"/>
                  </a:lnTo>
                  <a:lnTo>
                    <a:pt x="99296" y="251719"/>
                  </a:lnTo>
                  <a:close/>
                  <a:moveTo>
                    <a:pt x="22136" y="152423"/>
                  </a:moveTo>
                  <a:lnTo>
                    <a:pt x="99296" y="229583"/>
                  </a:lnTo>
                  <a:lnTo>
                    <a:pt x="229583" y="99296"/>
                  </a:lnTo>
                  <a:lnTo>
                    <a:pt x="152423" y="22136"/>
                  </a:lnTo>
                  <a:lnTo>
                    <a:pt x="22136" y="152423"/>
                  </a:lnTo>
                  <a:close/>
                </a:path>
              </a:pathLst>
            </a:custGeom>
            <a:grpFill/>
            <a:ln w="6271" cap="flat">
              <a:noFill/>
              <a:prstDash val="solid"/>
              <a:miter/>
            </a:ln>
          </p:spPr>
          <p:txBody>
            <a:bodyPr rtlCol="0" anchor="ctr"/>
            <a:lstStyle/>
            <a:p>
              <a:endParaRPr lang="en-US"/>
            </a:p>
          </p:txBody>
        </p:sp>
      </p:grpSp>
      <p:grpSp>
        <p:nvGrpSpPr>
          <p:cNvPr id="38" name="Picture Placeholder 105" descr="Threathunter&#10;">
            <a:extLst>
              <a:ext uri="{FF2B5EF4-FFF2-40B4-BE49-F238E27FC236}">
                <a16:creationId xmlns:a16="http://schemas.microsoft.com/office/drawing/2014/main" id="{CC3B174C-1741-2EA2-A842-67D94FB31B65}"/>
              </a:ext>
            </a:extLst>
          </p:cNvPr>
          <p:cNvGrpSpPr>
            <a:grpSpLocks noChangeAspect="1"/>
          </p:cNvGrpSpPr>
          <p:nvPr/>
        </p:nvGrpSpPr>
        <p:grpSpPr>
          <a:xfrm>
            <a:off x="9687942" y="2442719"/>
            <a:ext cx="1097280" cy="992902"/>
            <a:chOff x="4487108" y="3202989"/>
            <a:chExt cx="600204" cy="543109"/>
          </a:xfrm>
          <a:solidFill>
            <a:schemeClr val="bg1"/>
          </a:solidFill>
        </p:grpSpPr>
        <p:grpSp>
          <p:nvGrpSpPr>
            <p:cNvPr id="39" name="Picture Placeholder 105">
              <a:extLst>
                <a:ext uri="{FF2B5EF4-FFF2-40B4-BE49-F238E27FC236}">
                  <a16:creationId xmlns:a16="http://schemas.microsoft.com/office/drawing/2014/main" id="{0FE2EFAC-50FD-9098-DC39-0792FCE381BE}"/>
                </a:ext>
              </a:extLst>
            </p:cNvPr>
            <p:cNvGrpSpPr/>
            <p:nvPr/>
          </p:nvGrpSpPr>
          <p:grpSpPr>
            <a:xfrm>
              <a:off x="4547191" y="3202989"/>
              <a:ext cx="472447" cy="360328"/>
              <a:chOff x="4547191" y="3202989"/>
              <a:chExt cx="472447" cy="360328"/>
            </a:xfrm>
            <a:grpFill/>
          </p:grpSpPr>
          <p:sp>
            <p:nvSpPr>
              <p:cNvPr id="44" name="Picture Placeholder 105">
                <a:extLst>
                  <a:ext uri="{FF2B5EF4-FFF2-40B4-BE49-F238E27FC236}">
                    <a16:creationId xmlns:a16="http://schemas.microsoft.com/office/drawing/2014/main" id="{4ED4C5E9-D577-6AA9-7BAD-2E9669648672}"/>
                  </a:ext>
                </a:extLst>
              </p:cNvPr>
              <p:cNvSpPr/>
              <p:nvPr/>
            </p:nvSpPr>
            <p:spPr>
              <a:xfrm>
                <a:off x="4547191" y="3396348"/>
                <a:ext cx="472447" cy="15811"/>
              </a:xfrm>
              <a:custGeom>
                <a:avLst/>
                <a:gdLst>
                  <a:gd name="connsiteX0" fmla="*/ 0 w 472447"/>
                  <a:gd name="connsiteY0" fmla="*/ 0 h 15811"/>
                  <a:gd name="connsiteX1" fmla="*/ 472448 w 472447"/>
                  <a:gd name="connsiteY1" fmla="*/ 0 h 15811"/>
                  <a:gd name="connsiteX2" fmla="*/ 472448 w 472447"/>
                  <a:gd name="connsiteY2" fmla="*/ 15812 h 15811"/>
                  <a:gd name="connsiteX3" fmla="*/ 0 w 472447"/>
                  <a:gd name="connsiteY3" fmla="*/ 15812 h 15811"/>
                </a:gdLst>
                <a:ahLst/>
                <a:cxnLst>
                  <a:cxn ang="0">
                    <a:pos x="connsiteX0" y="connsiteY0"/>
                  </a:cxn>
                  <a:cxn ang="0">
                    <a:pos x="connsiteX1" y="connsiteY1"/>
                  </a:cxn>
                  <a:cxn ang="0">
                    <a:pos x="connsiteX2" y="connsiteY2"/>
                  </a:cxn>
                  <a:cxn ang="0">
                    <a:pos x="connsiteX3" y="connsiteY3"/>
                  </a:cxn>
                </a:cxnLst>
                <a:rect l="l" t="t" r="r" b="b"/>
                <a:pathLst>
                  <a:path w="472447" h="15811">
                    <a:moveTo>
                      <a:pt x="0" y="0"/>
                    </a:moveTo>
                    <a:lnTo>
                      <a:pt x="472448" y="0"/>
                    </a:lnTo>
                    <a:lnTo>
                      <a:pt x="472448" y="15812"/>
                    </a:lnTo>
                    <a:lnTo>
                      <a:pt x="0" y="15812"/>
                    </a:lnTo>
                    <a:close/>
                  </a:path>
                </a:pathLst>
              </a:custGeom>
              <a:grpFill/>
              <a:ln w="6271" cap="flat">
                <a:noFill/>
                <a:prstDash val="solid"/>
                <a:miter/>
              </a:ln>
            </p:spPr>
            <p:txBody>
              <a:bodyPr rtlCol="0" anchor="ctr"/>
              <a:lstStyle/>
              <a:p>
                <a:endParaRPr lang="en-US"/>
              </a:p>
            </p:txBody>
          </p:sp>
          <p:sp>
            <p:nvSpPr>
              <p:cNvPr id="45" name="Picture Placeholder 105">
                <a:extLst>
                  <a:ext uri="{FF2B5EF4-FFF2-40B4-BE49-F238E27FC236}">
                    <a16:creationId xmlns:a16="http://schemas.microsoft.com/office/drawing/2014/main" id="{FD5CE7E9-DE0E-3B38-66F5-208DEEB497F6}"/>
                  </a:ext>
                </a:extLst>
              </p:cNvPr>
              <p:cNvSpPr/>
              <p:nvPr/>
            </p:nvSpPr>
            <p:spPr>
              <a:xfrm>
                <a:off x="4723015" y="3312231"/>
                <a:ext cx="196062" cy="15811"/>
              </a:xfrm>
              <a:custGeom>
                <a:avLst/>
                <a:gdLst>
                  <a:gd name="connsiteX0" fmla="*/ 0 w 196062"/>
                  <a:gd name="connsiteY0" fmla="*/ 0 h 15811"/>
                  <a:gd name="connsiteX1" fmla="*/ 196063 w 196062"/>
                  <a:gd name="connsiteY1" fmla="*/ 0 h 15811"/>
                  <a:gd name="connsiteX2" fmla="*/ 196063 w 196062"/>
                  <a:gd name="connsiteY2" fmla="*/ 15812 h 15811"/>
                  <a:gd name="connsiteX3" fmla="*/ 0 w 196062"/>
                  <a:gd name="connsiteY3" fmla="*/ 15812 h 15811"/>
                </a:gdLst>
                <a:ahLst/>
                <a:cxnLst>
                  <a:cxn ang="0">
                    <a:pos x="connsiteX0" y="connsiteY0"/>
                  </a:cxn>
                  <a:cxn ang="0">
                    <a:pos x="connsiteX1" y="connsiteY1"/>
                  </a:cxn>
                  <a:cxn ang="0">
                    <a:pos x="connsiteX2" y="connsiteY2"/>
                  </a:cxn>
                  <a:cxn ang="0">
                    <a:pos x="connsiteX3" y="connsiteY3"/>
                  </a:cxn>
                </a:cxnLst>
                <a:rect l="l" t="t" r="r" b="b"/>
                <a:pathLst>
                  <a:path w="196062" h="15811">
                    <a:moveTo>
                      <a:pt x="0" y="0"/>
                    </a:moveTo>
                    <a:lnTo>
                      <a:pt x="196063" y="0"/>
                    </a:lnTo>
                    <a:lnTo>
                      <a:pt x="196063" y="15812"/>
                    </a:lnTo>
                    <a:lnTo>
                      <a:pt x="0" y="15812"/>
                    </a:lnTo>
                    <a:close/>
                  </a:path>
                </a:pathLst>
              </a:custGeom>
              <a:grpFill/>
              <a:ln w="6271" cap="flat">
                <a:noFill/>
                <a:prstDash val="solid"/>
                <a:miter/>
              </a:ln>
            </p:spPr>
            <p:txBody>
              <a:bodyPr rtlCol="0" anchor="ctr"/>
              <a:lstStyle/>
              <a:p>
                <a:endParaRPr lang="en-US"/>
              </a:p>
            </p:txBody>
          </p:sp>
          <p:sp>
            <p:nvSpPr>
              <p:cNvPr id="46" name="Picture Placeholder 105">
                <a:extLst>
                  <a:ext uri="{FF2B5EF4-FFF2-40B4-BE49-F238E27FC236}">
                    <a16:creationId xmlns:a16="http://schemas.microsoft.com/office/drawing/2014/main" id="{321C61AC-4192-00A8-13DE-F067A8B10038}"/>
                  </a:ext>
                </a:extLst>
              </p:cNvPr>
              <p:cNvSpPr/>
              <p:nvPr/>
            </p:nvSpPr>
            <p:spPr>
              <a:xfrm>
                <a:off x="4622454" y="3202989"/>
                <a:ext cx="330144" cy="204111"/>
              </a:xfrm>
              <a:custGeom>
                <a:avLst/>
                <a:gdLst>
                  <a:gd name="connsiteX0" fmla="*/ 314965 w 330144"/>
                  <a:gd name="connsiteY0" fmla="*/ 203479 h 204111"/>
                  <a:gd name="connsiteX1" fmla="*/ 256779 w 330144"/>
                  <a:gd name="connsiteY1" fmla="*/ 25758 h 204111"/>
                  <a:gd name="connsiteX2" fmla="*/ 247292 w 330144"/>
                  <a:gd name="connsiteY2" fmla="*/ 16271 h 204111"/>
                  <a:gd name="connsiteX3" fmla="*/ 234010 w 330144"/>
                  <a:gd name="connsiteY3" fmla="*/ 17536 h 204111"/>
                  <a:gd name="connsiteX4" fmla="*/ 204917 w 330144"/>
                  <a:gd name="connsiteY4" fmla="*/ 36509 h 204111"/>
                  <a:gd name="connsiteX5" fmla="*/ 124595 w 330144"/>
                  <a:gd name="connsiteY5" fmla="*/ 36509 h 204111"/>
                  <a:gd name="connsiteX6" fmla="*/ 96134 w 330144"/>
                  <a:gd name="connsiteY6" fmla="*/ 18168 h 204111"/>
                  <a:gd name="connsiteX7" fmla="*/ 82852 w 330144"/>
                  <a:gd name="connsiteY7" fmla="*/ 16903 h 204111"/>
                  <a:gd name="connsiteX8" fmla="*/ 73365 w 330144"/>
                  <a:gd name="connsiteY8" fmla="*/ 26390 h 204111"/>
                  <a:gd name="connsiteX9" fmla="*/ 15179 w 330144"/>
                  <a:gd name="connsiteY9" fmla="*/ 204111 h 204111"/>
                  <a:gd name="connsiteX10" fmla="*/ 0 w 330144"/>
                  <a:gd name="connsiteY10" fmla="*/ 199052 h 204111"/>
                  <a:gd name="connsiteX11" fmla="*/ 58186 w 330144"/>
                  <a:gd name="connsiteY11" fmla="*/ 21330 h 204111"/>
                  <a:gd name="connsiteX12" fmla="*/ 77160 w 330144"/>
                  <a:gd name="connsiteY12" fmla="*/ 1724 h 204111"/>
                  <a:gd name="connsiteX13" fmla="*/ 104356 w 330144"/>
                  <a:gd name="connsiteY13" fmla="*/ 4886 h 204111"/>
                  <a:gd name="connsiteX14" fmla="*/ 133449 w 330144"/>
                  <a:gd name="connsiteY14" fmla="*/ 23228 h 204111"/>
                  <a:gd name="connsiteX15" fmla="*/ 196695 w 330144"/>
                  <a:gd name="connsiteY15" fmla="*/ 23228 h 204111"/>
                  <a:gd name="connsiteX16" fmla="*/ 225788 w 330144"/>
                  <a:gd name="connsiteY16" fmla="*/ 4886 h 204111"/>
                  <a:gd name="connsiteX17" fmla="*/ 252984 w 330144"/>
                  <a:gd name="connsiteY17" fmla="*/ 1724 h 204111"/>
                  <a:gd name="connsiteX18" fmla="*/ 271958 w 330144"/>
                  <a:gd name="connsiteY18" fmla="*/ 21330 h 204111"/>
                  <a:gd name="connsiteX19" fmla="*/ 330144 w 330144"/>
                  <a:gd name="connsiteY19" fmla="*/ 199052 h 204111"/>
                  <a:gd name="connsiteX20" fmla="*/ 314965 w 330144"/>
                  <a:gd name="connsiteY20" fmla="*/ 203479 h 204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30144" h="204111">
                    <a:moveTo>
                      <a:pt x="314965" y="203479"/>
                    </a:moveTo>
                    <a:lnTo>
                      <a:pt x="256779" y="25758"/>
                    </a:lnTo>
                    <a:cubicBezTo>
                      <a:pt x="255514" y="21330"/>
                      <a:pt x="251719" y="17536"/>
                      <a:pt x="247292" y="16271"/>
                    </a:cubicBezTo>
                    <a:cubicBezTo>
                      <a:pt x="242865" y="14373"/>
                      <a:pt x="237805" y="15006"/>
                      <a:pt x="234010" y="17536"/>
                    </a:cubicBezTo>
                    <a:lnTo>
                      <a:pt x="204917" y="36509"/>
                    </a:lnTo>
                    <a:cubicBezTo>
                      <a:pt x="180251" y="51688"/>
                      <a:pt x="149261" y="51688"/>
                      <a:pt x="124595" y="36509"/>
                    </a:cubicBezTo>
                    <a:lnTo>
                      <a:pt x="96134" y="18168"/>
                    </a:lnTo>
                    <a:cubicBezTo>
                      <a:pt x="92339" y="15638"/>
                      <a:pt x="87280" y="15006"/>
                      <a:pt x="82852" y="16903"/>
                    </a:cubicBezTo>
                    <a:cubicBezTo>
                      <a:pt x="78425" y="18800"/>
                      <a:pt x="75263" y="21963"/>
                      <a:pt x="73365" y="26390"/>
                    </a:cubicBezTo>
                    <a:lnTo>
                      <a:pt x="15179" y="204111"/>
                    </a:lnTo>
                    <a:lnTo>
                      <a:pt x="0" y="199052"/>
                    </a:lnTo>
                    <a:lnTo>
                      <a:pt x="58186" y="21330"/>
                    </a:lnTo>
                    <a:cubicBezTo>
                      <a:pt x="61349" y="12476"/>
                      <a:pt x="68306" y="4886"/>
                      <a:pt x="77160" y="1724"/>
                    </a:cubicBezTo>
                    <a:cubicBezTo>
                      <a:pt x="86015" y="-1438"/>
                      <a:pt x="96134" y="-173"/>
                      <a:pt x="104356" y="4886"/>
                    </a:cubicBezTo>
                    <a:lnTo>
                      <a:pt x="133449" y="23228"/>
                    </a:lnTo>
                    <a:cubicBezTo>
                      <a:pt x="152423" y="35244"/>
                      <a:pt x="177721" y="35244"/>
                      <a:pt x="196695" y="23228"/>
                    </a:cubicBezTo>
                    <a:lnTo>
                      <a:pt x="225788" y="4886"/>
                    </a:lnTo>
                    <a:cubicBezTo>
                      <a:pt x="234010" y="-173"/>
                      <a:pt x="243497" y="-1438"/>
                      <a:pt x="252984" y="1724"/>
                    </a:cubicBezTo>
                    <a:cubicBezTo>
                      <a:pt x="261838" y="4886"/>
                      <a:pt x="268796" y="11843"/>
                      <a:pt x="271958" y="21330"/>
                    </a:cubicBezTo>
                    <a:lnTo>
                      <a:pt x="330144" y="199052"/>
                    </a:lnTo>
                    <a:lnTo>
                      <a:pt x="314965" y="203479"/>
                    </a:lnTo>
                    <a:close/>
                  </a:path>
                </a:pathLst>
              </a:custGeom>
              <a:grpFill/>
              <a:ln w="6271" cap="flat">
                <a:noFill/>
                <a:prstDash val="solid"/>
                <a:miter/>
              </a:ln>
            </p:spPr>
            <p:txBody>
              <a:bodyPr rtlCol="0" anchor="ctr"/>
              <a:lstStyle/>
              <a:p>
                <a:endParaRPr lang="en-US"/>
              </a:p>
            </p:txBody>
          </p:sp>
          <p:grpSp>
            <p:nvGrpSpPr>
              <p:cNvPr id="47" name="Picture Placeholder 105">
                <a:extLst>
                  <a:ext uri="{FF2B5EF4-FFF2-40B4-BE49-F238E27FC236}">
                    <a16:creationId xmlns:a16="http://schemas.microsoft.com/office/drawing/2014/main" id="{2D2268F0-E187-B23B-6AD5-C63F24819888}"/>
                  </a:ext>
                </a:extLst>
              </p:cNvPr>
              <p:cNvGrpSpPr/>
              <p:nvPr/>
            </p:nvGrpSpPr>
            <p:grpSpPr>
              <a:xfrm>
                <a:off x="4630044" y="3420382"/>
                <a:ext cx="314332" cy="142935"/>
                <a:chOff x="4630044" y="3420382"/>
                <a:chExt cx="314332" cy="142935"/>
              </a:xfrm>
              <a:grpFill/>
            </p:grpSpPr>
            <p:grpSp>
              <p:nvGrpSpPr>
                <p:cNvPr id="49" name="Picture Placeholder 105">
                  <a:extLst>
                    <a:ext uri="{FF2B5EF4-FFF2-40B4-BE49-F238E27FC236}">
                      <a16:creationId xmlns:a16="http://schemas.microsoft.com/office/drawing/2014/main" id="{5993B146-FD83-320F-8843-637D441AA055}"/>
                    </a:ext>
                  </a:extLst>
                </p:cNvPr>
                <p:cNvGrpSpPr/>
                <p:nvPr/>
              </p:nvGrpSpPr>
              <p:grpSpPr>
                <a:xfrm>
                  <a:off x="4630044" y="3420382"/>
                  <a:ext cx="142935" cy="142935"/>
                  <a:chOff x="4630044" y="3420382"/>
                  <a:chExt cx="142935" cy="142935"/>
                </a:xfrm>
                <a:grpFill/>
              </p:grpSpPr>
              <p:sp>
                <p:nvSpPr>
                  <p:cNvPr id="54" name="Picture Placeholder 105">
                    <a:extLst>
                      <a:ext uri="{FF2B5EF4-FFF2-40B4-BE49-F238E27FC236}">
                        <a16:creationId xmlns:a16="http://schemas.microsoft.com/office/drawing/2014/main" id="{BEBE251A-B696-4B44-E9B9-0B2E67C88E25}"/>
                      </a:ext>
                    </a:extLst>
                  </p:cNvPr>
                  <p:cNvSpPr/>
                  <p:nvPr/>
                </p:nvSpPr>
                <p:spPr>
                  <a:xfrm>
                    <a:off x="4630044" y="3420382"/>
                    <a:ext cx="142935" cy="142935"/>
                  </a:xfrm>
                  <a:custGeom>
                    <a:avLst/>
                    <a:gdLst>
                      <a:gd name="connsiteX0" fmla="*/ 71468 w 142935"/>
                      <a:gd name="connsiteY0" fmla="*/ 142936 h 142935"/>
                      <a:gd name="connsiteX1" fmla="*/ 0 w 142935"/>
                      <a:gd name="connsiteY1" fmla="*/ 71468 h 142935"/>
                      <a:gd name="connsiteX2" fmla="*/ 71468 w 142935"/>
                      <a:gd name="connsiteY2" fmla="*/ 0 h 142935"/>
                      <a:gd name="connsiteX3" fmla="*/ 142936 w 142935"/>
                      <a:gd name="connsiteY3" fmla="*/ 71468 h 142935"/>
                      <a:gd name="connsiteX4" fmla="*/ 71468 w 142935"/>
                      <a:gd name="connsiteY4" fmla="*/ 142936 h 142935"/>
                      <a:gd name="connsiteX5" fmla="*/ 71468 w 142935"/>
                      <a:gd name="connsiteY5" fmla="*/ 16444 h 142935"/>
                      <a:gd name="connsiteX6" fmla="*/ 15812 w 142935"/>
                      <a:gd name="connsiteY6" fmla="*/ 72100 h 142935"/>
                      <a:gd name="connsiteX7" fmla="*/ 71468 w 142935"/>
                      <a:gd name="connsiteY7" fmla="*/ 127757 h 142935"/>
                      <a:gd name="connsiteX8" fmla="*/ 127124 w 142935"/>
                      <a:gd name="connsiteY8" fmla="*/ 72100 h 142935"/>
                      <a:gd name="connsiteX9" fmla="*/ 71468 w 142935"/>
                      <a:gd name="connsiteY9" fmla="*/ 16444 h 142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935" h="142935">
                        <a:moveTo>
                          <a:pt x="71468" y="142936"/>
                        </a:moveTo>
                        <a:cubicBezTo>
                          <a:pt x="32255" y="142936"/>
                          <a:pt x="0" y="110681"/>
                          <a:pt x="0" y="71468"/>
                        </a:cubicBezTo>
                        <a:cubicBezTo>
                          <a:pt x="0" y="32255"/>
                          <a:pt x="32255" y="0"/>
                          <a:pt x="71468" y="0"/>
                        </a:cubicBezTo>
                        <a:cubicBezTo>
                          <a:pt x="110681" y="0"/>
                          <a:pt x="142936" y="32255"/>
                          <a:pt x="142936" y="71468"/>
                        </a:cubicBezTo>
                        <a:cubicBezTo>
                          <a:pt x="142936" y="110681"/>
                          <a:pt x="110681" y="142936"/>
                          <a:pt x="71468" y="142936"/>
                        </a:cubicBezTo>
                        <a:close/>
                        <a:moveTo>
                          <a:pt x="71468" y="16444"/>
                        </a:moveTo>
                        <a:cubicBezTo>
                          <a:pt x="41110" y="16444"/>
                          <a:pt x="15812" y="41110"/>
                          <a:pt x="15812" y="72100"/>
                        </a:cubicBezTo>
                        <a:cubicBezTo>
                          <a:pt x="15812" y="102459"/>
                          <a:pt x="40477" y="127757"/>
                          <a:pt x="71468" y="127757"/>
                        </a:cubicBezTo>
                        <a:cubicBezTo>
                          <a:pt x="102459" y="127757"/>
                          <a:pt x="127124" y="103091"/>
                          <a:pt x="127124" y="72100"/>
                        </a:cubicBezTo>
                        <a:cubicBezTo>
                          <a:pt x="127124" y="41110"/>
                          <a:pt x="102459" y="16444"/>
                          <a:pt x="71468" y="16444"/>
                        </a:cubicBezTo>
                        <a:close/>
                      </a:path>
                    </a:pathLst>
                  </a:custGeom>
                  <a:grpFill/>
                  <a:ln w="6271" cap="flat">
                    <a:noFill/>
                    <a:prstDash val="solid"/>
                    <a:miter/>
                  </a:ln>
                </p:spPr>
                <p:txBody>
                  <a:bodyPr rtlCol="0" anchor="ctr"/>
                  <a:lstStyle/>
                  <a:p>
                    <a:endParaRPr lang="en-US"/>
                  </a:p>
                </p:txBody>
              </p:sp>
              <p:sp>
                <p:nvSpPr>
                  <p:cNvPr id="55" name="Picture Placeholder 105">
                    <a:extLst>
                      <a:ext uri="{FF2B5EF4-FFF2-40B4-BE49-F238E27FC236}">
                        <a16:creationId xmlns:a16="http://schemas.microsoft.com/office/drawing/2014/main" id="{FFCB206C-66EE-A745-0179-BA6F4D26B8D6}"/>
                      </a:ext>
                    </a:extLst>
                  </p:cNvPr>
                  <p:cNvSpPr/>
                  <p:nvPr/>
                </p:nvSpPr>
                <p:spPr>
                  <a:xfrm rot="-2700000">
                    <a:off x="4695139" y="3446141"/>
                    <a:ext cx="46169" cy="15811"/>
                  </a:xfrm>
                  <a:custGeom>
                    <a:avLst/>
                    <a:gdLst>
                      <a:gd name="connsiteX0" fmla="*/ 0 w 46169"/>
                      <a:gd name="connsiteY0" fmla="*/ 0 h 15811"/>
                      <a:gd name="connsiteX1" fmla="*/ 46169 w 46169"/>
                      <a:gd name="connsiteY1" fmla="*/ 0 h 15811"/>
                      <a:gd name="connsiteX2" fmla="*/ 46169 w 46169"/>
                      <a:gd name="connsiteY2" fmla="*/ 15811 h 15811"/>
                      <a:gd name="connsiteX3" fmla="*/ 0 w 46169"/>
                      <a:gd name="connsiteY3" fmla="*/ 15811 h 15811"/>
                    </a:gdLst>
                    <a:ahLst/>
                    <a:cxnLst>
                      <a:cxn ang="0">
                        <a:pos x="connsiteX0" y="connsiteY0"/>
                      </a:cxn>
                      <a:cxn ang="0">
                        <a:pos x="connsiteX1" y="connsiteY1"/>
                      </a:cxn>
                      <a:cxn ang="0">
                        <a:pos x="connsiteX2" y="connsiteY2"/>
                      </a:cxn>
                      <a:cxn ang="0">
                        <a:pos x="connsiteX3" y="connsiteY3"/>
                      </a:cxn>
                    </a:cxnLst>
                    <a:rect l="l" t="t" r="r" b="b"/>
                    <a:pathLst>
                      <a:path w="46169" h="15811">
                        <a:moveTo>
                          <a:pt x="0" y="0"/>
                        </a:moveTo>
                        <a:lnTo>
                          <a:pt x="46169" y="0"/>
                        </a:lnTo>
                        <a:lnTo>
                          <a:pt x="46169" y="15811"/>
                        </a:lnTo>
                        <a:lnTo>
                          <a:pt x="0" y="15811"/>
                        </a:lnTo>
                        <a:close/>
                      </a:path>
                    </a:pathLst>
                  </a:custGeom>
                  <a:grpFill/>
                  <a:ln w="6271" cap="flat">
                    <a:noFill/>
                    <a:prstDash val="solid"/>
                    <a:miter/>
                  </a:ln>
                </p:spPr>
                <p:txBody>
                  <a:bodyPr rtlCol="0" anchor="ctr"/>
                  <a:lstStyle/>
                  <a:p>
                    <a:endParaRPr lang="en-US"/>
                  </a:p>
                </p:txBody>
              </p:sp>
              <p:sp>
                <p:nvSpPr>
                  <p:cNvPr id="56" name="Picture Placeholder 105">
                    <a:extLst>
                      <a:ext uri="{FF2B5EF4-FFF2-40B4-BE49-F238E27FC236}">
                        <a16:creationId xmlns:a16="http://schemas.microsoft.com/office/drawing/2014/main" id="{0FE86AEA-AADA-1A8F-59EA-65A747965141}"/>
                      </a:ext>
                    </a:extLst>
                  </p:cNvPr>
                  <p:cNvSpPr/>
                  <p:nvPr/>
                </p:nvSpPr>
                <p:spPr>
                  <a:xfrm rot="-2700000">
                    <a:off x="4678068" y="3481487"/>
                    <a:ext cx="89808" cy="15811"/>
                  </a:xfrm>
                  <a:custGeom>
                    <a:avLst/>
                    <a:gdLst>
                      <a:gd name="connsiteX0" fmla="*/ 0 w 89808"/>
                      <a:gd name="connsiteY0" fmla="*/ 0 h 15811"/>
                      <a:gd name="connsiteX1" fmla="*/ 89808 w 89808"/>
                      <a:gd name="connsiteY1" fmla="*/ 0 h 15811"/>
                      <a:gd name="connsiteX2" fmla="*/ 89808 w 89808"/>
                      <a:gd name="connsiteY2" fmla="*/ 15811 h 15811"/>
                      <a:gd name="connsiteX3" fmla="*/ 0 w 89808"/>
                      <a:gd name="connsiteY3" fmla="*/ 15811 h 15811"/>
                    </a:gdLst>
                    <a:ahLst/>
                    <a:cxnLst>
                      <a:cxn ang="0">
                        <a:pos x="connsiteX0" y="connsiteY0"/>
                      </a:cxn>
                      <a:cxn ang="0">
                        <a:pos x="connsiteX1" y="connsiteY1"/>
                      </a:cxn>
                      <a:cxn ang="0">
                        <a:pos x="connsiteX2" y="connsiteY2"/>
                      </a:cxn>
                      <a:cxn ang="0">
                        <a:pos x="connsiteX3" y="connsiteY3"/>
                      </a:cxn>
                    </a:cxnLst>
                    <a:rect l="l" t="t" r="r" b="b"/>
                    <a:pathLst>
                      <a:path w="89808" h="15811">
                        <a:moveTo>
                          <a:pt x="0" y="0"/>
                        </a:moveTo>
                        <a:lnTo>
                          <a:pt x="89808" y="0"/>
                        </a:lnTo>
                        <a:lnTo>
                          <a:pt x="89808" y="15811"/>
                        </a:lnTo>
                        <a:lnTo>
                          <a:pt x="0" y="15811"/>
                        </a:lnTo>
                        <a:close/>
                      </a:path>
                    </a:pathLst>
                  </a:custGeom>
                  <a:grpFill/>
                  <a:ln w="6271" cap="flat">
                    <a:noFill/>
                    <a:prstDash val="solid"/>
                    <a:miter/>
                  </a:ln>
                </p:spPr>
                <p:txBody>
                  <a:bodyPr rtlCol="0" anchor="ctr"/>
                  <a:lstStyle/>
                  <a:p>
                    <a:endParaRPr lang="en-US"/>
                  </a:p>
                </p:txBody>
              </p:sp>
            </p:grpSp>
            <p:grpSp>
              <p:nvGrpSpPr>
                <p:cNvPr id="50" name="Picture Placeholder 105">
                  <a:extLst>
                    <a:ext uri="{FF2B5EF4-FFF2-40B4-BE49-F238E27FC236}">
                      <a16:creationId xmlns:a16="http://schemas.microsoft.com/office/drawing/2014/main" id="{189A2632-F364-E6EA-3ED1-8B94FB34F659}"/>
                    </a:ext>
                  </a:extLst>
                </p:cNvPr>
                <p:cNvGrpSpPr/>
                <p:nvPr/>
              </p:nvGrpSpPr>
              <p:grpSpPr>
                <a:xfrm>
                  <a:off x="4801440" y="3421014"/>
                  <a:ext cx="142935" cy="142303"/>
                  <a:chOff x="4801440" y="3421014"/>
                  <a:chExt cx="142935" cy="142303"/>
                </a:xfrm>
                <a:grpFill/>
              </p:grpSpPr>
              <p:sp>
                <p:nvSpPr>
                  <p:cNvPr id="51" name="Picture Placeholder 105">
                    <a:extLst>
                      <a:ext uri="{FF2B5EF4-FFF2-40B4-BE49-F238E27FC236}">
                        <a16:creationId xmlns:a16="http://schemas.microsoft.com/office/drawing/2014/main" id="{751BB45C-B43B-CE4E-8067-EC17BE4423F5}"/>
                      </a:ext>
                    </a:extLst>
                  </p:cNvPr>
                  <p:cNvSpPr/>
                  <p:nvPr/>
                </p:nvSpPr>
                <p:spPr>
                  <a:xfrm>
                    <a:off x="4801440" y="3421014"/>
                    <a:ext cx="142935" cy="142303"/>
                  </a:xfrm>
                  <a:custGeom>
                    <a:avLst/>
                    <a:gdLst>
                      <a:gd name="connsiteX0" fmla="*/ 71468 w 142935"/>
                      <a:gd name="connsiteY0" fmla="*/ 142304 h 142303"/>
                      <a:gd name="connsiteX1" fmla="*/ 0 w 142935"/>
                      <a:gd name="connsiteY1" fmla="*/ 70836 h 142303"/>
                      <a:gd name="connsiteX2" fmla="*/ 71468 w 142935"/>
                      <a:gd name="connsiteY2" fmla="*/ 0 h 142303"/>
                      <a:gd name="connsiteX3" fmla="*/ 142936 w 142935"/>
                      <a:gd name="connsiteY3" fmla="*/ 71468 h 142303"/>
                      <a:gd name="connsiteX4" fmla="*/ 71468 w 142935"/>
                      <a:gd name="connsiteY4" fmla="*/ 142304 h 142303"/>
                      <a:gd name="connsiteX5" fmla="*/ 71468 w 142935"/>
                      <a:gd name="connsiteY5" fmla="*/ 15812 h 142303"/>
                      <a:gd name="connsiteX6" fmla="*/ 15812 w 142935"/>
                      <a:gd name="connsiteY6" fmla="*/ 71468 h 142303"/>
                      <a:gd name="connsiteX7" fmla="*/ 71468 w 142935"/>
                      <a:gd name="connsiteY7" fmla="*/ 127124 h 142303"/>
                      <a:gd name="connsiteX8" fmla="*/ 127124 w 142935"/>
                      <a:gd name="connsiteY8" fmla="*/ 71468 h 142303"/>
                      <a:gd name="connsiteX9" fmla="*/ 71468 w 142935"/>
                      <a:gd name="connsiteY9" fmla="*/ 15812 h 142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935" h="142303">
                        <a:moveTo>
                          <a:pt x="71468" y="142304"/>
                        </a:moveTo>
                        <a:cubicBezTo>
                          <a:pt x="32255" y="142304"/>
                          <a:pt x="0" y="110048"/>
                          <a:pt x="0" y="70836"/>
                        </a:cubicBezTo>
                        <a:cubicBezTo>
                          <a:pt x="0" y="31623"/>
                          <a:pt x="32255" y="0"/>
                          <a:pt x="71468" y="0"/>
                        </a:cubicBezTo>
                        <a:cubicBezTo>
                          <a:pt x="110681" y="0"/>
                          <a:pt x="142936" y="32255"/>
                          <a:pt x="142936" y="71468"/>
                        </a:cubicBezTo>
                        <a:cubicBezTo>
                          <a:pt x="142936" y="110681"/>
                          <a:pt x="110681" y="142304"/>
                          <a:pt x="71468" y="142304"/>
                        </a:cubicBezTo>
                        <a:close/>
                        <a:moveTo>
                          <a:pt x="71468" y="15812"/>
                        </a:moveTo>
                        <a:cubicBezTo>
                          <a:pt x="41110" y="15812"/>
                          <a:pt x="15812" y="40477"/>
                          <a:pt x="15812" y="71468"/>
                        </a:cubicBezTo>
                        <a:cubicBezTo>
                          <a:pt x="15812" y="101826"/>
                          <a:pt x="40477" y="127124"/>
                          <a:pt x="71468" y="127124"/>
                        </a:cubicBezTo>
                        <a:cubicBezTo>
                          <a:pt x="102459" y="127124"/>
                          <a:pt x="127124" y="102459"/>
                          <a:pt x="127124" y="71468"/>
                        </a:cubicBezTo>
                        <a:cubicBezTo>
                          <a:pt x="127124" y="40477"/>
                          <a:pt x="101826" y="15812"/>
                          <a:pt x="71468" y="15812"/>
                        </a:cubicBezTo>
                        <a:close/>
                      </a:path>
                    </a:pathLst>
                  </a:custGeom>
                  <a:grpFill/>
                  <a:ln w="6271" cap="flat">
                    <a:noFill/>
                    <a:prstDash val="solid"/>
                    <a:miter/>
                  </a:ln>
                </p:spPr>
                <p:txBody>
                  <a:bodyPr rtlCol="0" anchor="ctr"/>
                  <a:lstStyle/>
                  <a:p>
                    <a:endParaRPr lang="en-US" dirty="0"/>
                  </a:p>
                </p:txBody>
              </p:sp>
              <p:sp>
                <p:nvSpPr>
                  <p:cNvPr id="52" name="Picture Placeholder 105">
                    <a:extLst>
                      <a:ext uri="{FF2B5EF4-FFF2-40B4-BE49-F238E27FC236}">
                        <a16:creationId xmlns:a16="http://schemas.microsoft.com/office/drawing/2014/main" id="{0018DA15-6B0F-8916-8066-F021777622FC}"/>
                      </a:ext>
                    </a:extLst>
                  </p:cNvPr>
                  <p:cNvSpPr/>
                  <p:nvPr/>
                </p:nvSpPr>
                <p:spPr>
                  <a:xfrm rot="-2700000">
                    <a:off x="4866037" y="3446469"/>
                    <a:ext cx="46169" cy="15811"/>
                  </a:xfrm>
                  <a:custGeom>
                    <a:avLst/>
                    <a:gdLst>
                      <a:gd name="connsiteX0" fmla="*/ 0 w 46169"/>
                      <a:gd name="connsiteY0" fmla="*/ 0 h 15811"/>
                      <a:gd name="connsiteX1" fmla="*/ 46169 w 46169"/>
                      <a:gd name="connsiteY1" fmla="*/ 0 h 15811"/>
                      <a:gd name="connsiteX2" fmla="*/ 46169 w 46169"/>
                      <a:gd name="connsiteY2" fmla="*/ 15811 h 15811"/>
                      <a:gd name="connsiteX3" fmla="*/ 0 w 46169"/>
                      <a:gd name="connsiteY3" fmla="*/ 15811 h 15811"/>
                    </a:gdLst>
                    <a:ahLst/>
                    <a:cxnLst>
                      <a:cxn ang="0">
                        <a:pos x="connsiteX0" y="connsiteY0"/>
                      </a:cxn>
                      <a:cxn ang="0">
                        <a:pos x="connsiteX1" y="connsiteY1"/>
                      </a:cxn>
                      <a:cxn ang="0">
                        <a:pos x="connsiteX2" y="connsiteY2"/>
                      </a:cxn>
                      <a:cxn ang="0">
                        <a:pos x="connsiteX3" y="connsiteY3"/>
                      </a:cxn>
                    </a:cxnLst>
                    <a:rect l="l" t="t" r="r" b="b"/>
                    <a:pathLst>
                      <a:path w="46169" h="15811">
                        <a:moveTo>
                          <a:pt x="0" y="0"/>
                        </a:moveTo>
                        <a:lnTo>
                          <a:pt x="46169" y="0"/>
                        </a:lnTo>
                        <a:lnTo>
                          <a:pt x="46169" y="15811"/>
                        </a:lnTo>
                        <a:lnTo>
                          <a:pt x="0" y="15811"/>
                        </a:lnTo>
                        <a:close/>
                      </a:path>
                    </a:pathLst>
                  </a:custGeom>
                  <a:grpFill/>
                  <a:ln w="6271" cap="flat">
                    <a:noFill/>
                    <a:prstDash val="solid"/>
                    <a:miter/>
                  </a:ln>
                </p:spPr>
                <p:txBody>
                  <a:bodyPr rtlCol="0" anchor="ctr"/>
                  <a:lstStyle/>
                  <a:p>
                    <a:endParaRPr lang="en-US"/>
                  </a:p>
                </p:txBody>
              </p:sp>
              <p:sp>
                <p:nvSpPr>
                  <p:cNvPr id="53" name="Picture Placeholder 105">
                    <a:extLst>
                      <a:ext uri="{FF2B5EF4-FFF2-40B4-BE49-F238E27FC236}">
                        <a16:creationId xmlns:a16="http://schemas.microsoft.com/office/drawing/2014/main" id="{4E907A1A-5BF7-BEBC-8F79-8ECB2515A764}"/>
                      </a:ext>
                    </a:extLst>
                  </p:cNvPr>
                  <p:cNvSpPr/>
                  <p:nvPr/>
                </p:nvSpPr>
                <p:spPr>
                  <a:xfrm rot="-2700000">
                    <a:off x="4848966" y="3481815"/>
                    <a:ext cx="89808" cy="15811"/>
                  </a:xfrm>
                  <a:custGeom>
                    <a:avLst/>
                    <a:gdLst>
                      <a:gd name="connsiteX0" fmla="*/ 0 w 89808"/>
                      <a:gd name="connsiteY0" fmla="*/ 0 h 15811"/>
                      <a:gd name="connsiteX1" fmla="*/ 89808 w 89808"/>
                      <a:gd name="connsiteY1" fmla="*/ 0 h 15811"/>
                      <a:gd name="connsiteX2" fmla="*/ 89808 w 89808"/>
                      <a:gd name="connsiteY2" fmla="*/ 15811 h 15811"/>
                      <a:gd name="connsiteX3" fmla="*/ 0 w 89808"/>
                      <a:gd name="connsiteY3" fmla="*/ 15811 h 15811"/>
                    </a:gdLst>
                    <a:ahLst/>
                    <a:cxnLst>
                      <a:cxn ang="0">
                        <a:pos x="connsiteX0" y="connsiteY0"/>
                      </a:cxn>
                      <a:cxn ang="0">
                        <a:pos x="connsiteX1" y="connsiteY1"/>
                      </a:cxn>
                      <a:cxn ang="0">
                        <a:pos x="connsiteX2" y="connsiteY2"/>
                      </a:cxn>
                      <a:cxn ang="0">
                        <a:pos x="connsiteX3" y="connsiteY3"/>
                      </a:cxn>
                    </a:cxnLst>
                    <a:rect l="l" t="t" r="r" b="b"/>
                    <a:pathLst>
                      <a:path w="89808" h="15811">
                        <a:moveTo>
                          <a:pt x="0" y="0"/>
                        </a:moveTo>
                        <a:lnTo>
                          <a:pt x="89808" y="0"/>
                        </a:lnTo>
                        <a:lnTo>
                          <a:pt x="89808" y="15811"/>
                        </a:lnTo>
                        <a:lnTo>
                          <a:pt x="0" y="15811"/>
                        </a:lnTo>
                        <a:close/>
                      </a:path>
                    </a:pathLst>
                  </a:custGeom>
                  <a:grpFill/>
                  <a:ln w="6271" cap="flat">
                    <a:noFill/>
                    <a:prstDash val="solid"/>
                    <a:miter/>
                  </a:ln>
                </p:spPr>
                <p:txBody>
                  <a:bodyPr rtlCol="0" anchor="ctr"/>
                  <a:lstStyle/>
                  <a:p>
                    <a:endParaRPr lang="en-US"/>
                  </a:p>
                </p:txBody>
              </p:sp>
            </p:grpSp>
          </p:grpSp>
          <p:sp>
            <p:nvSpPr>
              <p:cNvPr id="48" name="Picture Placeholder 105">
                <a:extLst>
                  <a:ext uri="{FF2B5EF4-FFF2-40B4-BE49-F238E27FC236}">
                    <a16:creationId xmlns:a16="http://schemas.microsoft.com/office/drawing/2014/main" id="{AF71AEBA-1E3B-F0E6-9C1A-B052B7431735}"/>
                  </a:ext>
                </a:extLst>
              </p:cNvPr>
              <p:cNvSpPr/>
              <p:nvPr/>
            </p:nvSpPr>
            <p:spPr>
              <a:xfrm>
                <a:off x="4761595" y="3476416"/>
                <a:ext cx="51229" cy="20493"/>
              </a:xfrm>
              <a:custGeom>
                <a:avLst/>
                <a:gdLst>
                  <a:gd name="connsiteX0" fmla="*/ 44905 w 51229"/>
                  <a:gd name="connsiteY0" fmla="*/ 20493 h 20493"/>
                  <a:gd name="connsiteX1" fmla="*/ 41110 w 51229"/>
                  <a:gd name="connsiteY1" fmla="*/ 18596 h 20493"/>
                  <a:gd name="connsiteX2" fmla="*/ 7590 w 51229"/>
                  <a:gd name="connsiteY2" fmla="*/ 20493 h 20493"/>
                  <a:gd name="connsiteX3" fmla="*/ 0 w 51229"/>
                  <a:gd name="connsiteY3" fmla="*/ 6579 h 20493"/>
                  <a:gd name="connsiteX4" fmla="*/ 47435 w 51229"/>
                  <a:gd name="connsiteY4" fmla="*/ 4050 h 20493"/>
                  <a:gd name="connsiteX5" fmla="*/ 51229 w 51229"/>
                  <a:gd name="connsiteY5" fmla="*/ 5947 h 20493"/>
                  <a:gd name="connsiteX6" fmla="*/ 44905 w 51229"/>
                  <a:gd name="connsiteY6" fmla="*/ 20493 h 20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229" h="20493">
                    <a:moveTo>
                      <a:pt x="44905" y="20493"/>
                    </a:moveTo>
                    <a:lnTo>
                      <a:pt x="41110" y="18596"/>
                    </a:lnTo>
                    <a:cubicBezTo>
                      <a:pt x="30358" y="14169"/>
                      <a:pt x="17709" y="14801"/>
                      <a:pt x="7590" y="20493"/>
                    </a:cubicBezTo>
                    <a:lnTo>
                      <a:pt x="0" y="6579"/>
                    </a:lnTo>
                    <a:cubicBezTo>
                      <a:pt x="14547" y="-1010"/>
                      <a:pt x="32255" y="-2275"/>
                      <a:pt x="47435" y="4050"/>
                    </a:cubicBezTo>
                    <a:lnTo>
                      <a:pt x="51229" y="5947"/>
                    </a:lnTo>
                    <a:lnTo>
                      <a:pt x="44905" y="20493"/>
                    </a:lnTo>
                    <a:close/>
                  </a:path>
                </a:pathLst>
              </a:custGeom>
              <a:grpFill/>
              <a:ln w="6271" cap="flat">
                <a:noFill/>
                <a:prstDash val="solid"/>
                <a:miter/>
              </a:ln>
            </p:spPr>
            <p:txBody>
              <a:bodyPr rtlCol="0" anchor="ctr"/>
              <a:lstStyle/>
              <a:p>
                <a:endParaRPr lang="en-US"/>
              </a:p>
            </p:txBody>
          </p:sp>
        </p:grpSp>
        <p:sp>
          <p:nvSpPr>
            <p:cNvPr id="40" name="Picture Placeholder 105">
              <a:extLst>
                <a:ext uri="{FF2B5EF4-FFF2-40B4-BE49-F238E27FC236}">
                  <a16:creationId xmlns:a16="http://schemas.microsoft.com/office/drawing/2014/main" id="{7D4A8614-9AE2-D8E6-DC7D-C74C0E13AEA9}"/>
                </a:ext>
              </a:extLst>
            </p:cNvPr>
            <p:cNvSpPr/>
            <p:nvPr/>
          </p:nvSpPr>
          <p:spPr>
            <a:xfrm>
              <a:off x="4487108" y="3493115"/>
              <a:ext cx="158115" cy="252984"/>
            </a:xfrm>
            <a:custGeom>
              <a:avLst/>
              <a:gdLst>
                <a:gd name="connsiteX0" fmla="*/ 15812 w 158115"/>
                <a:gd name="connsiteY0" fmla="*/ 252984 h 252984"/>
                <a:gd name="connsiteX1" fmla="*/ 0 w 158115"/>
                <a:gd name="connsiteY1" fmla="*/ 252984 h 252984"/>
                <a:gd name="connsiteX2" fmla="*/ 127757 w 158115"/>
                <a:gd name="connsiteY2" fmla="*/ 115108 h 252984"/>
                <a:gd name="connsiteX3" fmla="*/ 53127 w 158115"/>
                <a:gd name="connsiteY3" fmla="*/ 32255 h 252984"/>
                <a:gd name="connsiteX4" fmla="*/ 123330 w 158115"/>
                <a:gd name="connsiteY4" fmla="*/ 0 h 252984"/>
                <a:gd name="connsiteX5" fmla="*/ 129654 w 158115"/>
                <a:gd name="connsiteY5" fmla="*/ 14547 h 252984"/>
                <a:gd name="connsiteX6" fmla="*/ 79058 w 158115"/>
                <a:gd name="connsiteY6" fmla="*/ 37948 h 252984"/>
                <a:gd name="connsiteX7" fmla="*/ 158115 w 158115"/>
                <a:gd name="connsiteY7" fmla="*/ 125860 h 252984"/>
                <a:gd name="connsiteX8" fmla="*/ 142936 w 158115"/>
                <a:gd name="connsiteY8" fmla="*/ 127757 h 252984"/>
                <a:gd name="connsiteX9" fmla="*/ 77793 w 158115"/>
                <a:gd name="connsiteY9" fmla="*/ 149893 h 252984"/>
                <a:gd name="connsiteX10" fmla="*/ 15812 w 158115"/>
                <a:gd name="connsiteY10" fmla="*/ 252984 h 252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8115" h="252984">
                  <a:moveTo>
                    <a:pt x="15812" y="252984"/>
                  </a:moveTo>
                  <a:lnTo>
                    <a:pt x="0" y="252984"/>
                  </a:lnTo>
                  <a:cubicBezTo>
                    <a:pt x="0" y="154953"/>
                    <a:pt x="91707" y="123330"/>
                    <a:pt x="127757" y="115108"/>
                  </a:cubicBezTo>
                  <a:lnTo>
                    <a:pt x="53127" y="32255"/>
                  </a:lnTo>
                  <a:lnTo>
                    <a:pt x="123330" y="0"/>
                  </a:lnTo>
                  <a:lnTo>
                    <a:pt x="129654" y="14547"/>
                  </a:lnTo>
                  <a:lnTo>
                    <a:pt x="79058" y="37948"/>
                  </a:lnTo>
                  <a:lnTo>
                    <a:pt x="158115" y="125860"/>
                  </a:lnTo>
                  <a:lnTo>
                    <a:pt x="142936" y="127757"/>
                  </a:lnTo>
                  <a:cubicBezTo>
                    <a:pt x="142304" y="127757"/>
                    <a:pt x="110048" y="132184"/>
                    <a:pt x="77793" y="149893"/>
                  </a:cubicBezTo>
                  <a:cubicBezTo>
                    <a:pt x="37315" y="173927"/>
                    <a:pt x="15812" y="208079"/>
                    <a:pt x="15812" y="252984"/>
                  </a:cubicBezTo>
                  <a:close/>
                </a:path>
              </a:pathLst>
            </a:custGeom>
            <a:grpFill/>
            <a:ln w="6271" cap="flat">
              <a:noFill/>
              <a:prstDash val="solid"/>
              <a:miter/>
            </a:ln>
          </p:spPr>
          <p:txBody>
            <a:bodyPr rtlCol="0" anchor="ctr"/>
            <a:lstStyle/>
            <a:p>
              <a:endParaRPr lang="en-US"/>
            </a:p>
          </p:txBody>
        </p:sp>
        <p:sp>
          <p:nvSpPr>
            <p:cNvPr id="41" name="Picture Placeholder 105">
              <a:extLst>
                <a:ext uri="{FF2B5EF4-FFF2-40B4-BE49-F238E27FC236}">
                  <a16:creationId xmlns:a16="http://schemas.microsoft.com/office/drawing/2014/main" id="{50D8BE92-C632-E562-A228-F8202DE6FDCF}"/>
                </a:ext>
              </a:extLst>
            </p:cNvPr>
            <p:cNvSpPr/>
            <p:nvPr/>
          </p:nvSpPr>
          <p:spPr>
            <a:xfrm>
              <a:off x="4928565" y="3493115"/>
              <a:ext cx="158747" cy="252984"/>
            </a:xfrm>
            <a:custGeom>
              <a:avLst/>
              <a:gdLst>
                <a:gd name="connsiteX0" fmla="*/ 158747 w 158747"/>
                <a:gd name="connsiteY0" fmla="*/ 252984 h 252984"/>
                <a:gd name="connsiteX1" fmla="*/ 142936 w 158747"/>
                <a:gd name="connsiteY1" fmla="*/ 252984 h 252984"/>
                <a:gd name="connsiteX2" fmla="*/ 15179 w 158747"/>
                <a:gd name="connsiteY2" fmla="*/ 127757 h 252984"/>
                <a:gd name="connsiteX3" fmla="*/ 0 w 158747"/>
                <a:gd name="connsiteY3" fmla="*/ 126492 h 252984"/>
                <a:gd name="connsiteX4" fmla="*/ 79058 w 158747"/>
                <a:gd name="connsiteY4" fmla="*/ 37948 h 252984"/>
                <a:gd name="connsiteX5" fmla="*/ 28461 w 158747"/>
                <a:gd name="connsiteY5" fmla="*/ 14547 h 252984"/>
                <a:gd name="connsiteX6" fmla="*/ 34785 w 158747"/>
                <a:gd name="connsiteY6" fmla="*/ 0 h 252984"/>
                <a:gd name="connsiteX7" fmla="*/ 104988 w 158747"/>
                <a:gd name="connsiteY7" fmla="*/ 32255 h 252984"/>
                <a:gd name="connsiteX8" fmla="*/ 31623 w 158747"/>
                <a:gd name="connsiteY8" fmla="*/ 115108 h 252984"/>
                <a:gd name="connsiteX9" fmla="*/ 158747 w 158747"/>
                <a:gd name="connsiteY9" fmla="*/ 252984 h 252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8747" h="252984">
                  <a:moveTo>
                    <a:pt x="158747" y="252984"/>
                  </a:moveTo>
                  <a:lnTo>
                    <a:pt x="142936" y="252984"/>
                  </a:lnTo>
                  <a:cubicBezTo>
                    <a:pt x="142936" y="145466"/>
                    <a:pt x="16444" y="128389"/>
                    <a:pt x="15179" y="127757"/>
                  </a:cubicBezTo>
                  <a:lnTo>
                    <a:pt x="0" y="126492"/>
                  </a:lnTo>
                  <a:lnTo>
                    <a:pt x="79058" y="37948"/>
                  </a:lnTo>
                  <a:lnTo>
                    <a:pt x="28461" y="14547"/>
                  </a:lnTo>
                  <a:lnTo>
                    <a:pt x="34785" y="0"/>
                  </a:lnTo>
                  <a:lnTo>
                    <a:pt x="104988" y="32255"/>
                  </a:lnTo>
                  <a:lnTo>
                    <a:pt x="31623" y="115108"/>
                  </a:lnTo>
                  <a:cubicBezTo>
                    <a:pt x="67041" y="123962"/>
                    <a:pt x="158747" y="154953"/>
                    <a:pt x="158747" y="252984"/>
                  </a:cubicBezTo>
                  <a:close/>
                </a:path>
              </a:pathLst>
            </a:custGeom>
            <a:grpFill/>
            <a:ln w="6271" cap="flat">
              <a:noFill/>
              <a:prstDash val="solid"/>
              <a:miter/>
            </a:ln>
          </p:spPr>
          <p:txBody>
            <a:bodyPr rtlCol="0" anchor="ctr"/>
            <a:lstStyle/>
            <a:p>
              <a:endParaRPr lang="en-US"/>
            </a:p>
          </p:txBody>
        </p:sp>
        <p:sp>
          <p:nvSpPr>
            <p:cNvPr id="42" name="Picture Placeholder 105">
              <a:extLst>
                <a:ext uri="{FF2B5EF4-FFF2-40B4-BE49-F238E27FC236}">
                  <a16:creationId xmlns:a16="http://schemas.microsoft.com/office/drawing/2014/main" id="{21F8F5DB-4944-E0EF-6A43-8FEAAAC12470}"/>
                </a:ext>
              </a:extLst>
            </p:cNvPr>
            <p:cNvSpPr/>
            <p:nvPr/>
          </p:nvSpPr>
          <p:spPr>
            <a:xfrm>
              <a:off x="4735664" y="3606325"/>
              <a:ext cx="56288" cy="139773"/>
            </a:xfrm>
            <a:custGeom>
              <a:avLst/>
              <a:gdLst>
                <a:gd name="connsiteX0" fmla="*/ 56289 w 56288"/>
                <a:gd name="connsiteY0" fmla="*/ 139774 h 139773"/>
                <a:gd name="connsiteX1" fmla="*/ 40477 w 56288"/>
                <a:gd name="connsiteY1" fmla="*/ 139774 h 139773"/>
                <a:gd name="connsiteX2" fmla="*/ 40477 w 56288"/>
                <a:gd name="connsiteY2" fmla="*/ 107518 h 139773"/>
                <a:gd name="connsiteX3" fmla="*/ 0 w 56288"/>
                <a:gd name="connsiteY3" fmla="*/ 5692 h 139773"/>
                <a:gd name="connsiteX4" fmla="*/ 14547 w 56288"/>
                <a:gd name="connsiteY4" fmla="*/ 0 h 139773"/>
                <a:gd name="connsiteX5" fmla="*/ 56289 w 56288"/>
                <a:gd name="connsiteY5" fmla="*/ 104356 h 13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88" h="139773">
                  <a:moveTo>
                    <a:pt x="56289" y="139774"/>
                  </a:moveTo>
                  <a:lnTo>
                    <a:pt x="40477" y="139774"/>
                  </a:lnTo>
                  <a:lnTo>
                    <a:pt x="40477" y="107518"/>
                  </a:lnTo>
                  <a:lnTo>
                    <a:pt x="0" y="5692"/>
                  </a:lnTo>
                  <a:lnTo>
                    <a:pt x="14547" y="0"/>
                  </a:lnTo>
                  <a:lnTo>
                    <a:pt x="56289" y="104356"/>
                  </a:lnTo>
                  <a:close/>
                </a:path>
              </a:pathLst>
            </a:custGeom>
            <a:grpFill/>
            <a:ln w="6271" cap="flat">
              <a:noFill/>
              <a:prstDash val="solid"/>
              <a:miter/>
            </a:ln>
          </p:spPr>
          <p:txBody>
            <a:bodyPr rtlCol="0" anchor="ctr"/>
            <a:lstStyle/>
            <a:p>
              <a:endParaRPr lang="en-US"/>
            </a:p>
          </p:txBody>
        </p:sp>
        <p:sp>
          <p:nvSpPr>
            <p:cNvPr id="43" name="Picture Placeholder 105">
              <a:extLst>
                <a:ext uri="{FF2B5EF4-FFF2-40B4-BE49-F238E27FC236}">
                  <a16:creationId xmlns:a16="http://schemas.microsoft.com/office/drawing/2014/main" id="{074657A5-D13E-EE7A-1A1D-B4830D9269D4}"/>
                </a:ext>
              </a:extLst>
            </p:cNvPr>
            <p:cNvSpPr/>
            <p:nvPr/>
          </p:nvSpPr>
          <p:spPr>
            <a:xfrm>
              <a:off x="4776774" y="3580394"/>
              <a:ext cx="118902" cy="135346"/>
            </a:xfrm>
            <a:custGeom>
              <a:avLst/>
              <a:gdLst>
                <a:gd name="connsiteX0" fmla="*/ 14547 w 118902"/>
                <a:gd name="connsiteY0" fmla="*/ 135346 h 135346"/>
                <a:gd name="connsiteX1" fmla="*/ 0 w 118902"/>
                <a:gd name="connsiteY1" fmla="*/ 129022 h 135346"/>
                <a:gd name="connsiteX2" fmla="*/ 42375 w 118902"/>
                <a:gd name="connsiteY2" fmla="*/ 32888 h 135346"/>
                <a:gd name="connsiteX3" fmla="*/ 46170 w 118902"/>
                <a:gd name="connsiteY3" fmla="*/ 32255 h 135346"/>
                <a:gd name="connsiteX4" fmla="*/ 106253 w 118902"/>
                <a:gd name="connsiteY4" fmla="*/ 0 h 135346"/>
                <a:gd name="connsiteX5" fmla="*/ 118903 w 118902"/>
                <a:gd name="connsiteY5" fmla="*/ 9487 h 135346"/>
                <a:gd name="connsiteX6" fmla="*/ 53127 w 118902"/>
                <a:gd name="connsiteY6" fmla="*/ 46802 h 135346"/>
                <a:gd name="connsiteX7" fmla="*/ 14547 w 118902"/>
                <a:gd name="connsiteY7" fmla="*/ 135346 h 135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902" h="135346">
                  <a:moveTo>
                    <a:pt x="14547" y="135346"/>
                  </a:moveTo>
                  <a:lnTo>
                    <a:pt x="0" y="129022"/>
                  </a:lnTo>
                  <a:lnTo>
                    <a:pt x="42375" y="32888"/>
                  </a:lnTo>
                  <a:lnTo>
                    <a:pt x="46170" y="32255"/>
                  </a:lnTo>
                  <a:cubicBezTo>
                    <a:pt x="88544" y="23401"/>
                    <a:pt x="106253" y="632"/>
                    <a:pt x="106253" y="0"/>
                  </a:cubicBezTo>
                  <a:lnTo>
                    <a:pt x="118903" y="9487"/>
                  </a:lnTo>
                  <a:cubicBezTo>
                    <a:pt x="118270" y="10752"/>
                    <a:pt x="98031" y="36050"/>
                    <a:pt x="53127" y="46802"/>
                  </a:cubicBezTo>
                  <a:lnTo>
                    <a:pt x="14547" y="135346"/>
                  </a:lnTo>
                  <a:close/>
                </a:path>
              </a:pathLst>
            </a:custGeom>
            <a:grpFill/>
            <a:ln w="6271" cap="flat">
              <a:noFill/>
              <a:prstDash val="solid"/>
              <a:miter/>
            </a:ln>
          </p:spPr>
          <p:txBody>
            <a:bodyPr rtlCol="0" anchor="ctr"/>
            <a:lstStyle/>
            <a:p>
              <a:endParaRPr lang="en-US"/>
            </a:p>
          </p:txBody>
        </p:sp>
      </p:grpSp>
      <p:grpSp>
        <p:nvGrpSpPr>
          <p:cNvPr id="57" name="Picture Placeholder 92" descr="Pattern Detection&#10;">
            <a:extLst>
              <a:ext uri="{FF2B5EF4-FFF2-40B4-BE49-F238E27FC236}">
                <a16:creationId xmlns:a16="http://schemas.microsoft.com/office/drawing/2014/main" id="{FB949393-EEE5-564F-BA54-2178EE4523C1}"/>
              </a:ext>
            </a:extLst>
          </p:cNvPr>
          <p:cNvGrpSpPr>
            <a:grpSpLocks noChangeAspect="1"/>
          </p:cNvGrpSpPr>
          <p:nvPr/>
        </p:nvGrpSpPr>
        <p:grpSpPr>
          <a:xfrm>
            <a:off x="4186852" y="2442849"/>
            <a:ext cx="1064507" cy="1097280"/>
            <a:chOff x="3182774" y="1951740"/>
            <a:chExt cx="579209" cy="597042"/>
          </a:xfrm>
          <a:solidFill>
            <a:schemeClr val="bg1"/>
          </a:solidFill>
        </p:grpSpPr>
        <p:sp>
          <p:nvSpPr>
            <p:cNvPr id="58" name="Picture Placeholder 92">
              <a:extLst>
                <a:ext uri="{FF2B5EF4-FFF2-40B4-BE49-F238E27FC236}">
                  <a16:creationId xmlns:a16="http://schemas.microsoft.com/office/drawing/2014/main" id="{D27D5252-9247-D8B7-27FE-6A01A462992C}"/>
                </a:ext>
              </a:extLst>
            </p:cNvPr>
            <p:cNvSpPr/>
            <p:nvPr/>
          </p:nvSpPr>
          <p:spPr>
            <a:xfrm rot="-4773591">
              <a:off x="3264533" y="2385958"/>
              <a:ext cx="253499" cy="15810"/>
            </a:xfrm>
            <a:custGeom>
              <a:avLst/>
              <a:gdLst>
                <a:gd name="connsiteX0" fmla="*/ 0 w 253499"/>
                <a:gd name="connsiteY0" fmla="*/ 0 h 15810"/>
                <a:gd name="connsiteX1" fmla="*/ 253500 w 253499"/>
                <a:gd name="connsiteY1" fmla="*/ 0 h 15810"/>
                <a:gd name="connsiteX2" fmla="*/ 253500 w 253499"/>
                <a:gd name="connsiteY2" fmla="*/ 15811 h 15810"/>
                <a:gd name="connsiteX3" fmla="*/ 0 w 253499"/>
                <a:gd name="connsiteY3" fmla="*/ 15811 h 15810"/>
              </a:gdLst>
              <a:ahLst/>
              <a:cxnLst>
                <a:cxn ang="0">
                  <a:pos x="connsiteX0" y="connsiteY0"/>
                </a:cxn>
                <a:cxn ang="0">
                  <a:pos x="connsiteX1" y="connsiteY1"/>
                </a:cxn>
                <a:cxn ang="0">
                  <a:pos x="connsiteX2" y="connsiteY2"/>
                </a:cxn>
                <a:cxn ang="0">
                  <a:pos x="connsiteX3" y="connsiteY3"/>
                </a:cxn>
              </a:cxnLst>
              <a:rect l="l" t="t" r="r" b="b"/>
              <a:pathLst>
                <a:path w="253499" h="15810">
                  <a:moveTo>
                    <a:pt x="0" y="0"/>
                  </a:moveTo>
                  <a:lnTo>
                    <a:pt x="253500" y="0"/>
                  </a:lnTo>
                  <a:lnTo>
                    <a:pt x="253500" y="15811"/>
                  </a:lnTo>
                  <a:lnTo>
                    <a:pt x="0" y="15811"/>
                  </a:lnTo>
                  <a:close/>
                </a:path>
              </a:pathLst>
            </a:custGeom>
            <a:grpFill/>
            <a:ln w="6271" cap="flat">
              <a:noFill/>
              <a:prstDash val="solid"/>
              <a:miter/>
            </a:ln>
          </p:spPr>
          <p:txBody>
            <a:bodyPr rtlCol="0" anchor="ctr"/>
            <a:lstStyle/>
            <a:p>
              <a:endParaRPr lang="en-US"/>
            </a:p>
          </p:txBody>
        </p:sp>
        <p:sp>
          <p:nvSpPr>
            <p:cNvPr id="59" name="Picture Placeholder 92">
              <a:extLst>
                <a:ext uri="{FF2B5EF4-FFF2-40B4-BE49-F238E27FC236}">
                  <a16:creationId xmlns:a16="http://schemas.microsoft.com/office/drawing/2014/main" id="{A148A65F-0C54-37F9-46A5-E8820FF96C60}"/>
                </a:ext>
              </a:extLst>
            </p:cNvPr>
            <p:cNvSpPr/>
            <p:nvPr/>
          </p:nvSpPr>
          <p:spPr>
            <a:xfrm>
              <a:off x="3339951" y="2098471"/>
              <a:ext cx="181260" cy="180251"/>
            </a:xfrm>
            <a:custGeom>
              <a:avLst/>
              <a:gdLst>
                <a:gd name="connsiteX0" fmla="*/ 90630 w 181260"/>
                <a:gd name="connsiteY0" fmla="*/ 180251 h 180251"/>
                <a:gd name="connsiteX1" fmla="*/ 0 w 181260"/>
                <a:gd name="connsiteY1" fmla="*/ 89809 h 180251"/>
                <a:gd name="connsiteX2" fmla="*/ 90630 w 181260"/>
                <a:gd name="connsiteY2" fmla="*/ 0 h 180251"/>
                <a:gd name="connsiteX3" fmla="*/ 181261 w 181260"/>
                <a:gd name="connsiteY3" fmla="*/ 90442 h 180251"/>
                <a:gd name="connsiteX4" fmla="*/ 90630 w 181260"/>
                <a:gd name="connsiteY4" fmla="*/ 180251 h 180251"/>
                <a:gd name="connsiteX5" fmla="*/ 90630 w 181260"/>
                <a:gd name="connsiteY5" fmla="*/ 15812 h 180251"/>
                <a:gd name="connsiteX6" fmla="*/ 15844 w 181260"/>
                <a:gd name="connsiteY6" fmla="*/ 90442 h 180251"/>
                <a:gd name="connsiteX7" fmla="*/ 90630 w 181260"/>
                <a:gd name="connsiteY7" fmla="*/ 164440 h 180251"/>
                <a:gd name="connsiteX8" fmla="*/ 165416 w 181260"/>
                <a:gd name="connsiteY8" fmla="*/ 89809 h 180251"/>
                <a:gd name="connsiteX9" fmla="*/ 90630 w 181260"/>
                <a:gd name="connsiteY9" fmla="*/ 15812 h 180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1260" h="180251">
                  <a:moveTo>
                    <a:pt x="90630" y="180251"/>
                  </a:moveTo>
                  <a:cubicBezTo>
                    <a:pt x="40562" y="180251"/>
                    <a:pt x="0" y="139774"/>
                    <a:pt x="0" y="89809"/>
                  </a:cubicBezTo>
                  <a:cubicBezTo>
                    <a:pt x="0" y="39845"/>
                    <a:pt x="40562" y="0"/>
                    <a:pt x="90630" y="0"/>
                  </a:cubicBezTo>
                  <a:cubicBezTo>
                    <a:pt x="140699" y="0"/>
                    <a:pt x="181261" y="40477"/>
                    <a:pt x="181261" y="90442"/>
                  </a:cubicBezTo>
                  <a:cubicBezTo>
                    <a:pt x="181261" y="140406"/>
                    <a:pt x="140699" y="180251"/>
                    <a:pt x="90630" y="180251"/>
                  </a:cubicBezTo>
                  <a:close/>
                  <a:moveTo>
                    <a:pt x="90630" y="15812"/>
                  </a:moveTo>
                  <a:cubicBezTo>
                    <a:pt x="49435" y="15812"/>
                    <a:pt x="15844" y="49332"/>
                    <a:pt x="15844" y="90442"/>
                  </a:cubicBezTo>
                  <a:cubicBezTo>
                    <a:pt x="15844" y="131552"/>
                    <a:pt x="49435" y="164440"/>
                    <a:pt x="90630" y="164440"/>
                  </a:cubicBezTo>
                  <a:cubicBezTo>
                    <a:pt x="131826" y="164440"/>
                    <a:pt x="165416" y="130919"/>
                    <a:pt x="165416" y="89809"/>
                  </a:cubicBezTo>
                  <a:cubicBezTo>
                    <a:pt x="165416" y="48699"/>
                    <a:pt x="131826" y="15812"/>
                    <a:pt x="90630" y="15812"/>
                  </a:cubicBezTo>
                  <a:close/>
                </a:path>
              </a:pathLst>
            </a:custGeom>
            <a:grpFill/>
            <a:ln w="6271" cap="flat">
              <a:noFill/>
              <a:prstDash val="solid"/>
              <a:miter/>
            </a:ln>
          </p:spPr>
          <p:txBody>
            <a:bodyPr rtlCol="0" anchor="ctr"/>
            <a:lstStyle/>
            <a:p>
              <a:endParaRPr lang="en-US"/>
            </a:p>
          </p:txBody>
        </p:sp>
        <p:sp>
          <p:nvSpPr>
            <p:cNvPr id="60" name="Picture Placeholder 92">
              <a:extLst>
                <a:ext uri="{FF2B5EF4-FFF2-40B4-BE49-F238E27FC236}">
                  <a16:creationId xmlns:a16="http://schemas.microsoft.com/office/drawing/2014/main" id="{D3B2E9A3-D9A8-C27A-6466-5E19B3FAFC2F}"/>
                </a:ext>
              </a:extLst>
            </p:cNvPr>
            <p:cNvSpPr/>
            <p:nvPr/>
          </p:nvSpPr>
          <p:spPr>
            <a:xfrm rot="-1809126">
              <a:off x="3202420" y="2262226"/>
              <a:ext cx="167318" cy="15811"/>
            </a:xfrm>
            <a:custGeom>
              <a:avLst/>
              <a:gdLst>
                <a:gd name="connsiteX0" fmla="*/ 0 w 167318"/>
                <a:gd name="connsiteY0" fmla="*/ 0 h 15811"/>
                <a:gd name="connsiteX1" fmla="*/ 167318 w 167318"/>
                <a:gd name="connsiteY1" fmla="*/ 0 h 15811"/>
                <a:gd name="connsiteX2" fmla="*/ 167318 w 167318"/>
                <a:gd name="connsiteY2" fmla="*/ 15812 h 15811"/>
                <a:gd name="connsiteX3" fmla="*/ 0 w 167318"/>
                <a:gd name="connsiteY3" fmla="*/ 15812 h 15811"/>
              </a:gdLst>
              <a:ahLst/>
              <a:cxnLst>
                <a:cxn ang="0">
                  <a:pos x="connsiteX0" y="connsiteY0"/>
                </a:cxn>
                <a:cxn ang="0">
                  <a:pos x="connsiteX1" y="connsiteY1"/>
                </a:cxn>
                <a:cxn ang="0">
                  <a:pos x="connsiteX2" y="connsiteY2"/>
                </a:cxn>
                <a:cxn ang="0">
                  <a:pos x="connsiteX3" y="connsiteY3"/>
                </a:cxn>
              </a:cxnLst>
              <a:rect l="l" t="t" r="r" b="b"/>
              <a:pathLst>
                <a:path w="167318" h="15811">
                  <a:moveTo>
                    <a:pt x="0" y="0"/>
                  </a:moveTo>
                  <a:lnTo>
                    <a:pt x="167318" y="0"/>
                  </a:lnTo>
                  <a:lnTo>
                    <a:pt x="167318" y="15812"/>
                  </a:lnTo>
                  <a:lnTo>
                    <a:pt x="0" y="15812"/>
                  </a:lnTo>
                  <a:close/>
                </a:path>
              </a:pathLst>
            </a:custGeom>
            <a:grpFill/>
            <a:ln w="6271" cap="flat">
              <a:noFill/>
              <a:prstDash val="solid"/>
              <a:miter/>
            </a:ln>
          </p:spPr>
          <p:txBody>
            <a:bodyPr rtlCol="0" anchor="ctr"/>
            <a:lstStyle/>
            <a:p>
              <a:endParaRPr lang="en-US"/>
            </a:p>
          </p:txBody>
        </p:sp>
        <p:sp>
          <p:nvSpPr>
            <p:cNvPr id="61" name="Picture Placeholder 92">
              <a:extLst>
                <a:ext uri="{FF2B5EF4-FFF2-40B4-BE49-F238E27FC236}">
                  <a16:creationId xmlns:a16="http://schemas.microsoft.com/office/drawing/2014/main" id="{5DE17EC8-230B-E6D9-0B66-F4BA3B38F396}"/>
                </a:ext>
              </a:extLst>
            </p:cNvPr>
            <p:cNvSpPr/>
            <p:nvPr/>
          </p:nvSpPr>
          <p:spPr>
            <a:xfrm>
              <a:off x="3182774" y="2281252"/>
              <a:ext cx="62110" cy="61981"/>
            </a:xfrm>
            <a:custGeom>
              <a:avLst/>
              <a:gdLst>
                <a:gd name="connsiteX0" fmla="*/ 62110 w 62110"/>
                <a:gd name="connsiteY0" fmla="*/ 30991 h 61981"/>
                <a:gd name="connsiteX1" fmla="*/ 31055 w 62110"/>
                <a:gd name="connsiteY1" fmla="*/ 61981 h 61981"/>
                <a:gd name="connsiteX2" fmla="*/ 0 w 62110"/>
                <a:gd name="connsiteY2" fmla="*/ 30991 h 61981"/>
                <a:gd name="connsiteX3" fmla="*/ 31055 w 62110"/>
                <a:gd name="connsiteY3" fmla="*/ 0 h 61981"/>
                <a:gd name="connsiteX4" fmla="*/ 62110 w 62110"/>
                <a:gd name="connsiteY4" fmla="*/ 30991 h 61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110" h="61981">
                  <a:moveTo>
                    <a:pt x="62110" y="30991"/>
                  </a:moveTo>
                  <a:cubicBezTo>
                    <a:pt x="62110" y="48106"/>
                    <a:pt x="48206" y="61981"/>
                    <a:pt x="31055" y="61981"/>
                  </a:cubicBezTo>
                  <a:cubicBezTo>
                    <a:pt x="13904" y="61981"/>
                    <a:pt x="0" y="48106"/>
                    <a:pt x="0" y="30991"/>
                  </a:cubicBezTo>
                  <a:cubicBezTo>
                    <a:pt x="0" y="13875"/>
                    <a:pt x="13904" y="0"/>
                    <a:pt x="31055" y="0"/>
                  </a:cubicBezTo>
                  <a:cubicBezTo>
                    <a:pt x="48206" y="0"/>
                    <a:pt x="62110" y="13875"/>
                    <a:pt x="62110" y="30991"/>
                  </a:cubicBezTo>
                  <a:close/>
                </a:path>
              </a:pathLst>
            </a:custGeom>
            <a:grpFill/>
            <a:ln w="6271" cap="flat">
              <a:noFill/>
              <a:prstDash val="solid"/>
              <a:miter/>
            </a:ln>
          </p:spPr>
          <p:txBody>
            <a:bodyPr rtlCol="0" anchor="ctr"/>
            <a:lstStyle/>
            <a:p>
              <a:endParaRPr lang="en-US"/>
            </a:p>
          </p:txBody>
        </p:sp>
        <p:sp>
          <p:nvSpPr>
            <p:cNvPr id="62" name="Picture Placeholder 92">
              <a:extLst>
                <a:ext uri="{FF2B5EF4-FFF2-40B4-BE49-F238E27FC236}">
                  <a16:creationId xmlns:a16="http://schemas.microsoft.com/office/drawing/2014/main" id="{109FAD78-AAD0-DDFF-1672-2CEFFCCB968C}"/>
                </a:ext>
              </a:extLst>
            </p:cNvPr>
            <p:cNvSpPr/>
            <p:nvPr/>
          </p:nvSpPr>
          <p:spPr>
            <a:xfrm>
              <a:off x="3203054" y="2023841"/>
              <a:ext cx="62110" cy="61981"/>
            </a:xfrm>
            <a:custGeom>
              <a:avLst/>
              <a:gdLst>
                <a:gd name="connsiteX0" fmla="*/ 62110 w 62110"/>
                <a:gd name="connsiteY0" fmla="*/ 30991 h 61981"/>
                <a:gd name="connsiteX1" fmla="*/ 31055 w 62110"/>
                <a:gd name="connsiteY1" fmla="*/ 61981 h 61981"/>
                <a:gd name="connsiteX2" fmla="*/ 0 w 62110"/>
                <a:gd name="connsiteY2" fmla="*/ 30991 h 61981"/>
                <a:gd name="connsiteX3" fmla="*/ 31055 w 62110"/>
                <a:gd name="connsiteY3" fmla="*/ 0 h 61981"/>
                <a:gd name="connsiteX4" fmla="*/ 62110 w 62110"/>
                <a:gd name="connsiteY4" fmla="*/ 30991 h 61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110" h="61981">
                  <a:moveTo>
                    <a:pt x="62110" y="30991"/>
                  </a:moveTo>
                  <a:cubicBezTo>
                    <a:pt x="62110" y="48106"/>
                    <a:pt x="48206" y="61981"/>
                    <a:pt x="31055" y="61981"/>
                  </a:cubicBezTo>
                  <a:cubicBezTo>
                    <a:pt x="13904" y="61981"/>
                    <a:pt x="0" y="48106"/>
                    <a:pt x="0" y="30991"/>
                  </a:cubicBezTo>
                  <a:cubicBezTo>
                    <a:pt x="0" y="13875"/>
                    <a:pt x="13904" y="0"/>
                    <a:pt x="31055" y="0"/>
                  </a:cubicBezTo>
                  <a:cubicBezTo>
                    <a:pt x="48206" y="0"/>
                    <a:pt x="62110" y="13875"/>
                    <a:pt x="62110" y="30991"/>
                  </a:cubicBezTo>
                  <a:close/>
                </a:path>
              </a:pathLst>
            </a:custGeom>
            <a:grpFill/>
            <a:ln w="6271" cap="flat">
              <a:noFill/>
              <a:prstDash val="solid"/>
              <a:miter/>
            </a:ln>
          </p:spPr>
          <p:txBody>
            <a:bodyPr rtlCol="0" anchor="ctr"/>
            <a:lstStyle/>
            <a:p>
              <a:endParaRPr lang="en-US"/>
            </a:p>
          </p:txBody>
        </p:sp>
        <p:sp>
          <p:nvSpPr>
            <p:cNvPr id="63" name="Picture Placeholder 92">
              <a:extLst>
                <a:ext uri="{FF2B5EF4-FFF2-40B4-BE49-F238E27FC236}">
                  <a16:creationId xmlns:a16="http://schemas.microsoft.com/office/drawing/2014/main" id="{8B37748B-D4B6-A7FD-9D89-B391BDADC11A}"/>
                </a:ext>
              </a:extLst>
            </p:cNvPr>
            <p:cNvSpPr/>
            <p:nvPr/>
          </p:nvSpPr>
          <p:spPr>
            <a:xfrm>
              <a:off x="3471776" y="1951740"/>
              <a:ext cx="62110" cy="61981"/>
            </a:xfrm>
            <a:custGeom>
              <a:avLst/>
              <a:gdLst>
                <a:gd name="connsiteX0" fmla="*/ 62110 w 62110"/>
                <a:gd name="connsiteY0" fmla="*/ 30991 h 61981"/>
                <a:gd name="connsiteX1" fmla="*/ 31055 w 62110"/>
                <a:gd name="connsiteY1" fmla="*/ 61981 h 61981"/>
                <a:gd name="connsiteX2" fmla="*/ 0 w 62110"/>
                <a:gd name="connsiteY2" fmla="*/ 30991 h 61981"/>
                <a:gd name="connsiteX3" fmla="*/ 31055 w 62110"/>
                <a:gd name="connsiteY3" fmla="*/ 0 h 61981"/>
                <a:gd name="connsiteX4" fmla="*/ 62110 w 62110"/>
                <a:gd name="connsiteY4" fmla="*/ 30991 h 61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110" h="61981">
                  <a:moveTo>
                    <a:pt x="62110" y="30991"/>
                  </a:moveTo>
                  <a:cubicBezTo>
                    <a:pt x="62110" y="48106"/>
                    <a:pt x="48206" y="61981"/>
                    <a:pt x="31055" y="61981"/>
                  </a:cubicBezTo>
                  <a:cubicBezTo>
                    <a:pt x="13904" y="61981"/>
                    <a:pt x="0" y="48106"/>
                    <a:pt x="0" y="30991"/>
                  </a:cubicBezTo>
                  <a:cubicBezTo>
                    <a:pt x="0" y="13875"/>
                    <a:pt x="13904" y="0"/>
                    <a:pt x="31055" y="0"/>
                  </a:cubicBezTo>
                  <a:cubicBezTo>
                    <a:pt x="48206" y="0"/>
                    <a:pt x="62110" y="13875"/>
                    <a:pt x="62110" y="30991"/>
                  </a:cubicBezTo>
                  <a:close/>
                </a:path>
              </a:pathLst>
            </a:custGeom>
            <a:grpFill/>
            <a:ln w="6271" cap="flat">
              <a:noFill/>
              <a:prstDash val="solid"/>
              <a:miter/>
            </a:ln>
          </p:spPr>
          <p:txBody>
            <a:bodyPr rtlCol="0" anchor="ctr"/>
            <a:lstStyle/>
            <a:p>
              <a:endParaRPr lang="en-US"/>
            </a:p>
          </p:txBody>
        </p:sp>
        <p:sp>
          <p:nvSpPr>
            <p:cNvPr id="64" name="Picture Placeholder 92">
              <a:extLst>
                <a:ext uri="{FF2B5EF4-FFF2-40B4-BE49-F238E27FC236}">
                  <a16:creationId xmlns:a16="http://schemas.microsoft.com/office/drawing/2014/main" id="{7D0859A8-396F-18AB-C1D3-D97BD1C767DF}"/>
                </a:ext>
              </a:extLst>
            </p:cNvPr>
            <p:cNvSpPr/>
            <p:nvPr/>
          </p:nvSpPr>
          <p:spPr>
            <a:xfrm>
              <a:off x="3678388" y="1982098"/>
              <a:ext cx="62110" cy="61981"/>
            </a:xfrm>
            <a:custGeom>
              <a:avLst/>
              <a:gdLst>
                <a:gd name="connsiteX0" fmla="*/ 62110 w 62110"/>
                <a:gd name="connsiteY0" fmla="*/ 30991 h 61981"/>
                <a:gd name="connsiteX1" fmla="*/ 31055 w 62110"/>
                <a:gd name="connsiteY1" fmla="*/ 61981 h 61981"/>
                <a:gd name="connsiteX2" fmla="*/ 0 w 62110"/>
                <a:gd name="connsiteY2" fmla="*/ 30991 h 61981"/>
                <a:gd name="connsiteX3" fmla="*/ 31055 w 62110"/>
                <a:gd name="connsiteY3" fmla="*/ 0 h 61981"/>
                <a:gd name="connsiteX4" fmla="*/ 62110 w 62110"/>
                <a:gd name="connsiteY4" fmla="*/ 30991 h 61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110" h="61981">
                  <a:moveTo>
                    <a:pt x="62110" y="30991"/>
                  </a:moveTo>
                  <a:cubicBezTo>
                    <a:pt x="62110" y="48106"/>
                    <a:pt x="48206" y="61981"/>
                    <a:pt x="31055" y="61981"/>
                  </a:cubicBezTo>
                  <a:cubicBezTo>
                    <a:pt x="13904" y="61981"/>
                    <a:pt x="0" y="48106"/>
                    <a:pt x="0" y="30991"/>
                  </a:cubicBezTo>
                  <a:cubicBezTo>
                    <a:pt x="0" y="13875"/>
                    <a:pt x="13904" y="0"/>
                    <a:pt x="31055" y="0"/>
                  </a:cubicBezTo>
                  <a:cubicBezTo>
                    <a:pt x="48206" y="0"/>
                    <a:pt x="62110" y="13875"/>
                    <a:pt x="62110" y="30991"/>
                  </a:cubicBezTo>
                  <a:close/>
                </a:path>
              </a:pathLst>
            </a:custGeom>
            <a:grpFill/>
            <a:ln w="6271" cap="flat">
              <a:noFill/>
              <a:prstDash val="solid"/>
              <a:miter/>
            </a:ln>
          </p:spPr>
          <p:txBody>
            <a:bodyPr rtlCol="0" anchor="ctr"/>
            <a:lstStyle/>
            <a:p>
              <a:endParaRPr lang="en-US"/>
            </a:p>
          </p:txBody>
        </p:sp>
        <p:sp>
          <p:nvSpPr>
            <p:cNvPr id="65" name="Picture Placeholder 92">
              <a:extLst>
                <a:ext uri="{FF2B5EF4-FFF2-40B4-BE49-F238E27FC236}">
                  <a16:creationId xmlns:a16="http://schemas.microsoft.com/office/drawing/2014/main" id="{F2F58601-B606-3C77-4C17-2D27859E5470}"/>
                </a:ext>
              </a:extLst>
            </p:cNvPr>
            <p:cNvSpPr/>
            <p:nvPr/>
          </p:nvSpPr>
          <p:spPr>
            <a:xfrm>
              <a:off x="3698669" y="2394462"/>
              <a:ext cx="62110" cy="61981"/>
            </a:xfrm>
            <a:custGeom>
              <a:avLst/>
              <a:gdLst>
                <a:gd name="connsiteX0" fmla="*/ 62110 w 62110"/>
                <a:gd name="connsiteY0" fmla="*/ 30991 h 61981"/>
                <a:gd name="connsiteX1" fmla="*/ 31055 w 62110"/>
                <a:gd name="connsiteY1" fmla="*/ 61981 h 61981"/>
                <a:gd name="connsiteX2" fmla="*/ 0 w 62110"/>
                <a:gd name="connsiteY2" fmla="*/ 30991 h 61981"/>
                <a:gd name="connsiteX3" fmla="*/ 31055 w 62110"/>
                <a:gd name="connsiteY3" fmla="*/ 0 h 61981"/>
                <a:gd name="connsiteX4" fmla="*/ 62110 w 62110"/>
                <a:gd name="connsiteY4" fmla="*/ 30991 h 61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110" h="61981">
                  <a:moveTo>
                    <a:pt x="62110" y="30991"/>
                  </a:moveTo>
                  <a:cubicBezTo>
                    <a:pt x="62110" y="48106"/>
                    <a:pt x="48206" y="61981"/>
                    <a:pt x="31055" y="61981"/>
                  </a:cubicBezTo>
                  <a:cubicBezTo>
                    <a:pt x="13904" y="61981"/>
                    <a:pt x="0" y="48106"/>
                    <a:pt x="0" y="30991"/>
                  </a:cubicBezTo>
                  <a:cubicBezTo>
                    <a:pt x="0" y="13875"/>
                    <a:pt x="13904" y="0"/>
                    <a:pt x="31055" y="0"/>
                  </a:cubicBezTo>
                  <a:cubicBezTo>
                    <a:pt x="48206" y="0"/>
                    <a:pt x="62110" y="13875"/>
                    <a:pt x="62110" y="30991"/>
                  </a:cubicBezTo>
                  <a:close/>
                </a:path>
              </a:pathLst>
            </a:custGeom>
            <a:grpFill/>
            <a:ln w="6271" cap="flat">
              <a:noFill/>
              <a:prstDash val="solid"/>
              <a:miter/>
            </a:ln>
          </p:spPr>
          <p:txBody>
            <a:bodyPr rtlCol="0" anchor="ctr"/>
            <a:lstStyle/>
            <a:p>
              <a:endParaRPr lang="en-US"/>
            </a:p>
          </p:txBody>
        </p:sp>
        <p:sp>
          <p:nvSpPr>
            <p:cNvPr id="66" name="Picture Placeholder 92">
              <a:extLst>
                <a:ext uri="{FF2B5EF4-FFF2-40B4-BE49-F238E27FC236}">
                  <a16:creationId xmlns:a16="http://schemas.microsoft.com/office/drawing/2014/main" id="{736F792A-29A3-341E-AB9C-C4E7713DC7F0}"/>
                </a:ext>
              </a:extLst>
            </p:cNvPr>
            <p:cNvSpPr/>
            <p:nvPr/>
          </p:nvSpPr>
          <p:spPr>
            <a:xfrm>
              <a:off x="3337415" y="2486802"/>
              <a:ext cx="62110" cy="61981"/>
            </a:xfrm>
            <a:custGeom>
              <a:avLst/>
              <a:gdLst>
                <a:gd name="connsiteX0" fmla="*/ 62110 w 62110"/>
                <a:gd name="connsiteY0" fmla="*/ 30991 h 61981"/>
                <a:gd name="connsiteX1" fmla="*/ 31055 w 62110"/>
                <a:gd name="connsiteY1" fmla="*/ 61981 h 61981"/>
                <a:gd name="connsiteX2" fmla="*/ 0 w 62110"/>
                <a:gd name="connsiteY2" fmla="*/ 30991 h 61981"/>
                <a:gd name="connsiteX3" fmla="*/ 31055 w 62110"/>
                <a:gd name="connsiteY3" fmla="*/ 0 h 61981"/>
                <a:gd name="connsiteX4" fmla="*/ 62110 w 62110"/>
                <a:gd name="connsiteY4" fmla="*/ 30991 h 61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110" h="61981">
                  <a:moveTo>
                    <a:pt x="62110" y="30991"/>
                  </a:moveTo>
                  <a:cubicBezTo>
                    <a:pt x="62110" y="48106"/>
                    <a:pt x="48206" y="61981"/>
                    <a:pt x="31055" y="61981"/>
                  </a:cubicBezTo>
                  <a:cubicBezTo>
                    <a:pt x="13904" y="61981"/>
                    <a:pt x="0" y="48106"/>
                    <a:pt x="0" y="30991"/>
                  </a:cubicBezTo>
                  <a:cubicBezTo>
                    <a:pt x="0" y="13875"/>
                    <a:pt x="13904" y="0"/>
                    <a:pt x="31055" y="0"/>
                  </a:cubicBezTo>
                  <a:cubicBezTo>
                    <a:pt x="48206" y="0"/>
                    <a:pt x="62110" y="13875"/>
                    <a:pt x="62110" y="30991"/>
                  </a:cubicBezTo>
                  <a:close/>
                </a:path>
              </a:pathLst>
            </a:custGeom>
            <a:grpFill/>
            <a:ln w="6271" cap="flat">
              <a:noFill/>
              <a:prstDash val="solid"/>
              <a:miter/>
            </a:ln>
          </p:spPr>
          <p:txBody>
            <a:bodyPr rtlCol="0" anchor="ctr"/>
            <a:lstStyle/>
            <a:p>
              <a:endParaRPr lang="en-US"/>
            </a:p>
          </p:txBody>
        </p:sp>
        <p:sp>
          <p:nvSpPr>
            <p:cNvPr id="67" name="Picture Placeholder 92">
              <a:extLst>
                <a:ext uri="{FF2B5EF4-FFF2-40B4-BE49-F238E27FC236}">
                  <a16:creationId xmlns:a16="http://schemas.microsoft.com/office/drawing/2014/main" id="{C70C7690-4184-E625-0721-919DED0144D9}"/>
                </a:ext>
              </a:extLst>
            </p:cNvPr>
            <p:cNvSpPr/>
            <p:nvPr/>
          </p:nvSpPr>
          <p:spPr>
            <a:xfrm>
              <a:off x="3337415" y="2486802"/>
              <a:ext cx="62110" cy="61981"/>
            </a:xfrm>
            <a:custGeom>
              <a:avLst/>
              <a:gdLst>
                <a:gd name="connsiteX0" fmla="*/ 62110 w 62110"/>
                <a:gd name="connsiteY0" fmla="*/ 30991 h 61981"/>
                <a:gd name="connsiteX1" fmla="*/ 31055 w 62110"/>
                <a:gd name="connsiteY1" fmla="*/ 61981 h 61981"/>
                <a:gd name="connsiteX2" fmla="*/ 0 w 62110"/>
                <a:gd name="connsiteY2" fmla="*/ 30991 h 61981"/>
                <a:gd name="connsiteX3" fmla="*/ 31055 w 62110"/>
                <a:gd name="connsiteY3" fmla="*/ 0 h 61981"/>
                <a:gd name="connsiteX4" fmla="*/ 62110 w 62110"/>
                <a:gd name="connsiteY4" fmla="*/ 30991 h 61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110" h="61981">
                  <a:moveTo>
                    <a:pt x="62110" y="30991"/>
                  </a:moveTo>
                  <a:cubicBezTo>
                    <a:pt x="62110" y="48106"/>
                    <a:pt x="48206" y="61981"/>
                    <a:pt x="31055" y="61981"/>
                  </a:cubicBezTo>
                  <a:cubicBezTo>
                    <a:pt x="13904" y="61981"/>
                    <a:pt x="0" y="48106"/>
                    <a:pt x="0" y="30991"/>
                  </a:cubicBezTo>
                  <a:cubicBezTo>
                    <a:pt x="0" y="13875"/>
                    <a:pt x="13904" y="0"/>
                    <a:pt x="31055" y="0"/>
                  </a:cubicBezTo>
                  <a:cubicBezTo>
                    <a:pt x="48206" y="0"/>
                    <a:pt x="62110" y="13875"/>
                    <a:pt x="62110" y="30991"/>
                  </a:cubicBezTo>
                  <a:close/>
                </a:path>
              </a:pathLst>
            </a:custGeom>
            <a:grpFill/>
            <a:ln w="6271" cap="flat">
              <a:noFill/>
              <a:prstDash val="solid"/>
              <a:miter/>
            </a:ln>
          </p:spPr>
          <p:txBody>
            <a:bodyPr rtlCol="0" anchor="ctr"/>
            <a:lstStyle/>
            <a:p>
              <a:endParaRPr lang="en-US"/>
            </a:p>
          </p:txBody>
        </p:sp>
        <p:sp>
          <p:nvSpPr>
            <p:cNvPr id="68" name="Picture Placeholder 92">
              <a:extLst>
                <a:ext uri="{FF2B5EF4-FFF2-40B4-BE49-F238E27FC236}">
                  <a16:creationId xmlns:a16="http://schemas.microsoft.com/office/drawing/2014/main" id="{572CED3A-633C-57CE-D743-79810F059B7B}"/>
                </a:ext>
              </a:extLst>
            </p:cNvPr>
            <p:cNvSpPr/>
            <p:nvPr/>
          </p:nvSpPr>
          <p:spPr>
            <a:xfrm rot="-3357906">
              <a:off x="3290837" y="2020718"/>
              <a:ext cx="15844" cy="154953"/>
            </a:xfrm>
            <a:custGeom>
              <a:avLst/>
              <a:gdLst>
                <a:gd name="connsiteX0" fmla="*/ 0 w 15844"/>
                <a:gd name="connsiteY0" fmla="*/ 0 h 154953"/>
                <a:gd name="connsiteX1" fmla="*/ 15845 w 15844"/>
                <a:gd name="connsiteY1" fmla="*/ 0 h 154953"/>
                <a:gd name="connsiteX2" fmla="*/ 15845 w 15844"/>
                <a:gd name="connsiteY2" fmla="*/ 154953 h 154953"/>
                <a:gd name="connsiteX3" fmla="*/ 0 w 15844"/>
                <a:gd name="connsiteY3" fmla="*/ 154953 h 154953"/>
              </a:gdLst>
              <a:ahLst/>
              <a:cxnLst>
                <a:cxn ang="0">
                  <a:pos x="connsiteX0" y="connsiteY0"/>
                </a:cxn>
                <a:cxn ang="0">
                  <a:pos x="connsiteX1" y="connsiteY1"/>
                </a:cxn>
                <a:cxn ang="0">
                  <a:pos x="connsiteX2" y="connsiteY2"/>
                </a:cxn>
                <a:cxn ang="0">
                  <a:pos x="connsiteX3" y="connsiteY3"/>
                </a:cxn>
              </a:cxnLst>
              <a:rect l="l" t="t" r="r" b="b"/>
              <a:pathLst>
                <a:path w="15844" h="154953">
                  <a:moveTo>
                    <a:pt x="0" y="0"/>
                  </a:moveTo>
                  <a:lnTo>
                    <a:pt x="15845" y="0"/>
                  </a:lnTo>
                  <a:lnTo>
                    <a:pt x="15845" y="154953"/>
                  </a:lnTo>
                  <a:lnTo>
                    <a:pt x="0" y="154953"/>
                  </a:lnTo>
                  <a:close/>
                </a:path>
              </a:pathLst>
            </a:custGeom>
            <a:grpFill/>
            <a:ln w="6271" cap="flat">
              <a:noFill/>
              <a:prstDash val="solid"/>
              <a:miter/>
            </a:ln>
          </p:spPr>
          <p:txBody>
            <a:bodyPr rtlCol="0" anchor="ctr"/>
            <a:lstStyle/>
            <a:p>
              <a:endParaRPr lang="en-US"/>
            </a:p>
          </p:txBody>
        </p:sp>
        <p:sp>
          <p:nvSpPr>
            <p:cNvPr id="69" name="Picture Placeholder 92">
              <a:extLst>
                <a:ext uri="{FF2B5EF4-FFF2-40B4-BE49-F238E27FC236}">
                  <a16:creationId xmlns:a16="http://schemas.microsoft.com/office/drawing/2014/main" id="{B79C54EA-3202-EE87-5637-AB7B2AE89D58}"/>
                </a:ext>
              </a:extLst>
            </p:cNvPr>
            <p:cNvSpPr/>
            <p:nvPr/>
          </p:nvSpPr>
          <p:spPr>
            <a:xfrm rot="-4244982">
              <a:off x="3411912" y="2038587"/>
              <a:ext cx="136264" cy="15811"/>
            </a:xfrm>
            <a:custGeom>
              <a:avLst/>
              <a:gdLst>
                <a:gd name="connsiteX0" fmla="*/ 0 w 136264"/>
                <a:gd name="connsiteY0" fmla="*/ 0 h 15811"/>
                <a:gd name="connsiteX1" fmla="*/ 136264 w 136264"/>
                <a:gd name="connsiteY1" fmla="*/ 0 h 15811"/>
                <a:gd name="connsiteX2" fmla="*/ 136264 w 136264"/>
                <a:gd name="connsiteY2" fmla="*/ 15812 h 15811"/>
                <a:gd name="connsiteX3" fmla="*/ 0 w 136264"/>
                <a:gd name="connsiteY3" fmla="*/ 15812 h 15811"/>
              </a:gdLst>
              <a:ahLst/>
              <a:cxnLst>
                <a:cxn ang="0">
                  <a:pos x="connsiteX0" y="connsiteY0"/>
                </a:cxn>
                <a:cxn ang="0">
                  <a:pos x="connsiteX1" y="connsiteY1"/>
                </a:cxn>
                <a:cxn ang="0">
                  <a:pos x="connsiteX2" y="connsiteY2"/>
                </a:cxn>
                <a:cxn ang="0">
                  <a:pos x="connsiteX3" y="connsiteY3"/>
                </a:cxn>
              </a:cxnLst>
              <a:rect l="l" t="t" r="r" b="b"/>
              <a:pathLst>
                <a:path w="136264" h="15811">
                  <a:moveTo>
                    <a:pt x="0" y="0"/>
                  </a:moveTo>
                  <a:lnTo>
                    <a:pt x="136264" y="0"/>
                  </a:lnTo>
                  <a:lnTo>
                    <a:pt x="136264" y="15812"/>
                  </a:lnTo>
                  <a:lnTo>
                    <a:pt x="0" y="15812"/>
                  </a:lnTo>
                  <a:close/>
                </a:path>
              </a:pathLst>
            </a:custGeom>
            <a:grpFill/>
            <a:ln w="6271" cap="flat">
              <a:noFill/>
              <a:prstDash val="solid"/>
              <a:miter/>
            </a:ln>
          </p:spPr>
          <p:txBody>
            <a:bodyPr rtlCol="0" anchor="ctr"/>
            <a:lstStyle/>
            <a:p>
              <a:endParaRPr lang="en-US"/>
            </a:p>
          </p:txBody>
        </p:sp>
        <p:sp>
          <p:nvSpPr>
            <p:cNvPr id="70" name="Picture Placeholder 92">
              <a:extLst>
                <a:ext uri="{FF2B5EF4-FFF2-40B4-BE49-F238E27FC236}">
                  <a16:creationId xmlns:a16="http://schemas.microsoft.com/office/drawing/2014/main" id="{941A35DF-3AC6-4D3E-2B71-FB0C5BFA9B4C}"/>
                </a:ext>
              </a:extLst>
            </p:cNvPr>
            <p:cNvSpPr/>
            <p:nvPr/>
          </p:nvSpPr>
          <p:spPr>
            <a:xfrm rot="-1937013">
              <a:off x="3481341" y="2071390"/>
              <a:ext cx="246535" cy="15811"/>
            </a:xfrm>
            <a:custGeom>
              <a:avLst/>
              <a:gdLst>
                <a:gd name="connsiteX0" fmla="*/ 0 w 246535"/>
                <a:gd name="connsiteY0" fmla="*/ 0 h 15811"/>
                <a:gd name="connsiteX1" fmla="*/ 246535 w 246535"/>
                <a:gd name="connsiteY1" fmla="*/ 0 h 15811"/>
                <a:gd name="connsiteX2" fmla="*/ 246535 w 246535"/>
                <a:gd name="connsiteY2" fmla="*/ 15811 h 15811"/>
                <a:gd name="connsiteX3" fmla="*/ 0 w 246535"/>
                <a:gd name="connsiteY3" fmla="*/ 15811 h 15811"/>
              </a:gdLst>
              <a:ahLst/>
              <a:cxnLst>
                <a:cxn ang="0">
                  <a:pos x="connsiteX0" y="connsiteY0"/>
                </a:cxn>
                <a:cxn ang="0">
                  <a:pos x="connsiteX1" y="connsiteY1"/>
                </a:cxn>
                <a:cxn ang="0">
                  <a:pos x="connsiteX2" y="connsiteY2"/>
                </a:cxn>
                <a:cxn ang="0">
                  <a:pos x="connsiteX3" y="connsiteY3"/>
                </a:cxn>
              </a:cxnLst>
              <a:rect l="l" t="t" r="r" b="b"/>
              <a:pathLst>
                <a:path w="246535" h="15811">
                  <a:moveTo>
                    <a:pt x="0" y="0"/>
                  </a:moveTo>
                  <a:lnTo>
                    <a:pt x="246535" y="0"/>
                  </a:lnTo>
                  <a:lnTo>
                    <a:pt x="246535" y="15811"/>
                  </a:lnTo>
                  <a:lnTo>
                    <a:pt x="0" y="15811"/>
                  </a:lnTo>
                  <a:close/>
                </a:path>
              </a:pathLst>
            </a:custGeom>
            <a:grpFill/>
            <a:ln w="6271" cap="flat">
              <a:noFill/>
              <a:prstDash val="solid"/>
              <a:miter/>
            </a:ln>
          </p:spPr>
          <p:txBody>
            <a:bodyPr rtlCol="0" anchor="ctr"/>
            <a:lstStyle/>
            <a:p>
              <a:endParaRPr lang="en-US"/>
            </a:p>
          </p:txBody>
        </p:sp>
        <p:sp>
          <p:nvSpPr>
            <p:cNvPr id="71" name="Picture Placeholder 92">
              <a:extLst>
                <a:ext uri="{FF2B5EF4-FFF2-40B4-BE49-F238E27FC236}">
                  <a16:creationId xmlns:a16="http://schemas.microsoft.com/office/drawing/2014/main" id="{F10E38CE-D2C5-6EBC-C587-F91FB537F1A3}"/>
                </a:ext>
              </a:extLst>
            </p:cNvPr>
            <p:cNvSpPr/>
            <p:nvPr/>
          </p:nvSpPr>
          <p:spPr>
            <a:xfrm rot="-3097109">
              <a:off x="3604517" y="2183300"/>
              <a:ext cx="15844" cy="299155"/>
            </a:xfrm>
            <a:custGeom>
              <a:avLst/>
              <a:gdLst>
                <a:gd name="connsiteX0" fmla="*/ 0 w 15844"/>
                <a:gd name="connsiteY0" fmla="*/ 0 h 299155"/>
                <a:gd name="connsiteX1" fmla="*/ 15845 w 15844"/>
                <a:gd name="connsiteY1" fmla="*/ 0 h 299155"/>
                <a:gd name="connsiteX2" fmla="*/ 15845 w 15844"/>
                <a:gd name="connsiteY2" fmla="*/ 299156 h 299155"/>
                <a:gd name="connsiteX3" fmla="*/ 0 w 15844"/>
                <a:gd name="connsiteY3" fmla="*/ 299156 h 299155"/>
              </a:gdLst>
              <a:ahLst/>
              <a:cxnLst>
                <a:cxn ang="0">
                  <a:pos x="connsiteX0" y="connsiteY0"/>
                </a:cxn>
                <a:cxn ang="0">
                  <a:pos x="connsiteX1" y="connsiteY1"/>
                </a:cxn>
                <a:cxn ang="0">
                  <a:pos x="connsiteX2" y="connsiteY2"/>
                </a:cxn>
                <a:cxn ang="0">
                  <a:pos x="connsiteX3" y="connsiteY3"/>
                </a:cxn>
              </a:cxnLst>
              <a:rect l="l" t="t" r="r" b="b"/>
              <a:pathLst>
                <a:path w="15844" h="299155">
                  <a:moveTo>
                    <a:pt x="0" y="0"/>
                  </a:moveTo>
                  <a:lnTo>
                    <a:pt x="15845" y="0"/>
                  </a:lnTo>
                  <a:lnTo>
                    <a:pt x="15845" y="299156"/>
                  </a:lnTo>
                  <a:lnTo>
                    <a:pt x="0" y="299156"/>
                  </a:lnTo>
                  <a:close/>
                </a:path>
              </a:pathLst>
            </a:custGeom>
            <a:grpFill/>
            <a:ln w="6271" cap="flat">
              <a:noFill/>
              <a:prstDash val="solid"/>
              <a:miter/>
            </a:ln>
          </p:spPr>
          <p:txBody>
            <a:bodyPr rtlCol="0" anchor="ctr"/>
            <a:lstStyle/>
            <a:p>
              <a:endParaRPr lang="en-US"/>
            </a:p>
          </p:txBody>
        </p:sp>
      </p:grpSp>
    </p:spTree>
    <p:extLst>
      <p:ext uri="{BB962C8B-B14F-4D97-AF65-F5344CB8AC3E}">
        <p14:creationId xmlns:p14="http://schemas.microsoft.com/office/powerpoint/2010/main" val="3512307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34E93-6D3F-DF7D-0F4F-6618F0ACA4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0E5851F-0F56-20FE-0B05-DA62912CACEB}"/>
              </a:ext>
            </a:extLst>
          </p:cNvPr>
          <p:cNvSpPr>
            <a:spLocks noGrp="1"/>
          </p:cNvSpPr>
          <p:nvPr>
            <p:ph type="title"/>
          </p:nvPr>
        </p:nvSpPr>
        <p:spPr/>
        <p:txBody>
          <a:bodyPr/>
          <a:lstStyle/>
          <a:p>
            <a:r>
              <a:rPr lang="en-US" dirty="0"/>
              <a:t>Making Certificate and Key Management Easier</a:t>
            </a:r>
          </a:p>
        </p:txBody>
      </p:sp>
      <p:sp>
        <p:nvSpPr>
          <p:cNvPr id="5" name="Subtitle 4">
            <a:extLst>
              <a:ext uri="{FF2B5EF4-FFF2-40B4-BE49-F238E27FC236}">
                <a16:creationId xmlns:a16="http://schemas.microsoft.com/office/drawing/2014/main" id="{13C63553-1EC9-DC07-8131-A80761099217}"/>
              </a:ext>
            </a:extLst>
          </p:cNvPr>
          <p:cNvSpPr>
            <a:spLocks noGrp="1"/>
          </p:cNvSpPr>
          <p:nvPr>
            <p:ph type="subTitle" idx="10"/>
          </p:nvPr>
        </p:nvSpPr>
        <p:spPr/>
        <p:txBody>
          <a:bodyPr/>
          <a:lstStyle/>
          <a:p>
            <a:r>
              <a:rPr lang="en-US" dirty="0"/>
              <a:t>Cryptography and Certificates in VCF 9.0</a:t>
            </a:r>
          </a:p>
        </p:txBody>
      </p:sp>
      <p:sp>
        <p:nvSpPr>
          <p:cNvPr id="6" name="Text Placeholder 5">
            <a:extLst>
              <a:ext uri="{FF2B5EF4-FFF2-40B4-BE49-F238E27FC236}">
                <a16:creationId xmlns:a16="http://schemas.microsoft.com/office/drawing/2014/main" id="{77684B16-5101-9C3B-459E-379AA9F54AA7}"/>
              </a:ext>
            </a:extLst>
          </p:cNvPr>
          <p:cNvSpPr>
            <a:spLocks noGrp="1"/>
          </p:cNvSpPr>
          <p:nvPr>
            <p:ph type="body" sz="quarter" idx="19"/>
          </p:nvPr>
        </p:nvSpPr>
        <p:spPr/>
        <p:txBody>
          <a:bodyPr/>
          <a:lstStyle/>
          <a:p>
            <a:r>
              <a:rPr lang="en-US" dirty="0"/>
              <a:t>TLS 1.3</a:t>
            </a:r>
            <a:br>
              <a:rPr lang="en-US" dirty="0"/>
            </a:br>
            <a:r>
              <a:rPr lang="en-US" dirty="0"/>
              <a:t>Default &amp; Only</a:t>
            </a:r>
          </a:p>
        </p:txBody>
      </p:sp>
      <p:sp>
        <p:nvSpPr>
          <p:cNvPr id="7" name="Text Placeholder 6">
            <a:extLst>
              <a:ext uri="{FF2B5EF4-FFF2-40B4-BE49-F238E27FC236}">
                <a16:creationId xmlns:a16="http://schemas.microsoft.com/office/drawing/2014/main" id="{FDF8803F-39FA-FB2C-E839-3996A3F51142}"/>
              </a:ext>
            </a:extLst>
          </p:cNvPr>
          <p:cNvSpPr>
            <a:spLocks noGrp="1"/>
          </p:cNvSpPr>
          <p:nvPr>
            <p:ph type="body" sz="quarter" idx="20"/>
          </p:nvPr>
        </p:nvSpPr>
        <p:spPr/>
        <p:txBody>
          <a:bodyPr/>
          <a:lstStyle/>
          <a:p>
            <a:r>
              <a:rPr lang="en-US" dirty="0"/>
              <a:t>FIPS 140-3 &amp; Cipher Suites</a:t>
            </a:r>
          </a:p>
        </p:txBody>
      </p:sp>
      <p:sp>
        <p:nvSpPr>
          <p:cNvPr id="8" name="Text Placeholder 7">
            <a:extLst>
              <a:ext uri="{FF2B5EF4-FFF2-40B4-BE49-F238E27FC236}">
                <a16:creationId xmlns:a16="http://schemas.microsoft.com/office/drawing/2014/main" id="{23438F7A-9CB2-488E-14D9-9A050144223F}"/>
              </a:ext>
            </a:extLst>
          </p:cNvPr>
          <p:cNvSpPr>
            <a:spLocks noGrp="1"/>
          </p:cNvSpPr>
          <p:nvPr>
            <p:ph type="body" sz="quarter" idx="21"/>
          </p:nvPr>
        </p:nvSpPr>
        <p:spPr/>
        <p:txBody>
          <a:bodyPr/>
          <a:lstStyle/>
          <a:p>
            <a:r>
              <a:rPr lang="en-US" dirty="0"/>
              <a:t>Non-Disruptive VCF Certificate Renewal</a:t>
            </a:r>
          </a:p>
        </p:txBody>
      </p:sp>
      <p:sp>
        <p:nvSpPr>
          <p:cNvPr id="9" name="Text Placeholder 8">
            <a:extLst>
              <a:ext uri="{FF2B5EF4-FFF2-40B4-BE49-F238E27FC236}">
                <a16:creationId xmlns:a16="http://schemas.microsoft.com/office/drawing/2014/main" id="{4DB7588A-6672-2181-3750-A7F89CD21AF5}"/>
              </a:ext>
            </a:extLst>
          </p:cNvPr>
          <p:cNvSpPr>
            <a:spLocks noGrp="1"/>
          </p:cNvSpPr>
          <p:nvPr>
            <p:ph type="body" sz="quarter" idx="22"/>
          </p:nvPr>
        </p:nvSpPr>
        <p:spPr/>
        <p:txBody>
          <a:bodyPr/>
          <a:lstStyle/>
          <a:p>
            <a:r>
              <a:rPr lang="en-US" dirty="0"/>
              <a:t>Encryption Key</a:t>
            </a:r>
            <a:br>
              <a:rPr lang="en-US" dirty="0"/>
            </a:br>
            <a:r>
              <a:rPr lang="en-US" dirty="0"/>
              <a:t>Wrapping</a:t>
            </a:r>
          </a:p>
        </p:txBody>
      </p:sp>
      <p:grpSp>
        <p:nvGrpSpPr>
          <p:cNvPr id="2" name="Picture Placeholder 102" descr="Global">
            <a:extLst>
              <a:ext uri="{FF2B5EF4-FFF2-40B4-BE49-F238E27FC236}">
                <a16:creationId xmlns:a16="http://schemas.microsoft.com/office/drawing/2014/main" id="{28104232-162E-68CE-112C-A0911553CEEE}"/>
              </a:ext>
            </a:extLst>
          </p:cNvPr>
          <p:cNvGrpSpPr>
            <a:grpSpLocks noChangeAspect="1"/>
          </p:cNvGrpSpPr>
          <p:nvPr/>
        </p:nvGrpSpPr>
        <p:grpSpPr>
          <a:xfrm>
            <a:off x="4171845" y="2428329"/>
            <a:ext cx="1101935" cy="1097280"/>
            <a:chOff x="1851497" y="4422720"/>
            <a:chExt cx="598939" cy="596409"/>
          </a:xfrm>
          <a:solidFill>
            <a:schemeClr val="bg1"/>
          </a:solidFill>
        </p:grpSpPr>
        <p:sp>
          <p:nvSpPr>
            <p:cNvPr id="3" name="Picture Placeholder 102">
              <a:extLst>
                <a:ext uri="{FF2B5EF4-FFF2-40B4-BE49-F238E27FC236}">
                  <a16:creationId xmlns:a16="http://schemas.microsoft.com/office/drawing/2014/main" id="{CD70C49D-3C21-6992-9A7C-C5E373CEA9B1}"/>
                </a:ext>
              </a:extLst>
            </p:cNvPr>
            <p:cNvSpPr/>
            <p:nvPr/>
          </p:nvSpPr>
          <p:spPr>
            <a:xfrm>
              <a:off x="1862248" y="4430309"/>
              <a:ext cx="580598" cy="580598"/>
            </a:xfrm>
            <a:custGeom>
              <a:avLst/>
              <a:gdLst>
                <a:gd name="connsiteX0" fmla="*/ 290299 w 580598"/>
                <a:gd name="connsiteY0" fmla="*/ 580598 h 580598"/>
                <a:gd name="connsiteX1" fmla="*/ 0 w 580598"/>
                <a:gd name="connsiteY1" fmla="*/ 290299 h 580598"/>
                <a:gd name="connsiteX2" fmla="*/ 290299 w 580598"/>
                <a:gd name="connsiteY2" fmla="*/ 0 h 580598"/>
                <a:gd name="connsiteX3" fmla="*/ 580598 w 580598"/>
                <a:gd name="connsiteY3" fmla="*/ 290299 h 580598"/>
                <a:gd name="connsiteX4" fmla="*/ 290299 w 580598"/>
                <a:gd name="connsiteY4" fmla="*/ 580598 h 580598"/>
                <a:gd name="connsiteX5" fmla="*/ 290299 w 580598"/>
                <a:gd name="connsiteY5" fmla="*/ 18974 h 580598"/>
                <a:gd name="connsiteX6" fmla="*/ 18974 w 580598"/>
                <a:gd name="connsiteY6" fmla="*/ 290299 h 580598"/>
                <a:gd name="connsiteX7" fmla="*/ 290299 w 580598"/>
                <a:gd name="connsiteY7" fmla="*/ 561625 h 580598"/>
                <a:gd name="connsiteX8" fmla="*/ 561625 w 580598"/>
                <a:gd name="connsiteY8" fmla="*/ 290299 h 580598"/>
                <a:gd name="connsiteX9" fmla="*/ 290299 w 580598"/>
                <a:gd name="connsiteY9" fmla="*/ 18974 h 58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0598" h="580598">
                  <a:moveTo>
                    <a:pt x="290299" y="580598"/>
                  </a:moveTo>
                  <a:cubicBezTo>
                    <a:pt x="130287" y="580598"/>
                    <a:pt x="0" y="450312"/>
                    <a:pt x="0" y="290299"/>
                  </a:cubicBezTo>
                  <a:cubicBezTo>
                    <a:pt x="0" y="130287"/>
                    <a:pt x="130287" y="0"/>
                    <a:pt x="290299" y="0"/>
                  </a:cubicBezTo>
                  <a:cubicBezTo>
                    <a:pt x="450312" y="0"/>
                    <a:pt x="580598" y="130287"/>
                    <a:pt x="580598" y="290299"/>
                  </a:cubicBezTo>
                  <a:cubicBezTo>
                    <a:pt x="580598" y="450312"/>
                    <a:pt x="450312" y="580598"/>
                    <a:pt x="290299" y="580598"/>
                  </a:cubicBezTo>
                  <a:close/>
                  <a:moveTo>
                    <a:pt x="290299" y="18974"/>
                  </a:moveTo>
                  <a:cubicBezTo>
                    <a:pt x="141039" y="18974"/>
                    <a:pt x="18974" y="140406"/>
                    <a:pt x="18974" y="290299"/>
                  </a:cubicBezTo>
                  <a:cubicBezTo>
                    <a:pt x="18974" y="440192"/>
                    <a:pt x="140406" y="561625"/>
                    <a:pt x="290299" y="561625"/>
                  </a:cubicBezTo>
                  <a:cubicBezTo>
                    <a:pt x="440192" y="561625"/>
                    <a:pt x="561625" y="440192"/>
                    <a:pt x="561625" y="290299"/>
                  </a:cubicBezTo>
                  <a:cubicBezTo>
                    <a:pt x="561625" y="140406"/>
                    <a:pt x="439560" y="18974"/>
                    <a:pt x="290299" y="18974"/>
                  </a:cubicBezTo>
                  <a:close/>
                </a:path>
              </a:pathLst>
            </a:custGeom>
            <a:grpFill/>
            <a:ln w="6271" cap="flat">
              <a:noFill/>
              <a:prstDash val="solid"/>
              <a:miter/>
            </a:ln>
          </p:spPr>
          <p:txBody>
            <a:bodyPr rtlCol="0" anchor="ctr"/>
            <a:lstStyle/>
            <a:p>
              <a:endParaRPr lang="en-US"/>
            </a:p>
          </p:txBody>
        </p:sp>
        <p:sp>
          <p:nvSpPr>
            <p:cNvPr id="14" name="Picture Placeholder 102">
              <a:extLst>
                <a:ext uri="{FF2B5EF4-FFF2-40B4-BE49-F238E27FC236}">
                  <a16:creationId xmlns:a16="http://schemas.microsoft.com/office/drawing/2014/main" id="{FFF9CB8A-5849-AEA2-957B-89E6C2A20EF0}"/>
                </a:ext>
              </a:extLst>
            </p:cNvPr>
            <p:cNvSpPr/>
            <p:nvPr/>
          </p:nvSpPr>
          <p:spPr>
            <a:xfrm>
              <a:off x="2072858" y="4758556"/>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15" name="Picture Placeholder 102">
              <a:extLst>
                <a:ext uri="{FF2B5EF4-FFF2-40B4-BE49-F238E27FC236}">
                  <a16:creationId xmlns:a16="http://schemas.microsoft.com/office/drawing/2014/main" id="{E7FF0AD7-89B5-8E80-4477-3AFD6418A6F3}"/>
                </a:ext>
              </a:extLst>
            </p:cNvPr>
            <p:cNvSpPr/>
            <p:nvPr/>
          </p:nvSpPr>
          <p:spPr>
            <a:xfrm>
              <a:off x="1854026" y="4769308"/>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16" name="Picture Placeholder 102">
              <a:extLst>
                <a:ext uri="{FF2B5EF4-FFF2-40B4-BE49-F238E27FC236}">
                  <a16:creationId xmlns:a16="http://schemas.microsoft.com/office/drawing/2014/main" id="{A55EA52E-279E-7DCB-B68D-7723E649C31D}"/>
                </a:ext>
              </a:extLst>
            </p:cNvPr>
            <p:cNvSpPr/>
            <p:nvPr/>
          </p:nvSpPr>
          <p:spPr>
            <a:xfrm>
              <a:off x="1914743" y="4690250"/>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17" name="Picture Placeholder 102">
              <a:extLst>
                <a:ext uri="{FF2B5EF4-FFF2-40B4-BE49-F238E27FC236}">
                  <a16:creationId xmlns:a16="http://schemas.microsoft.com/office/drawing/2014/main" id="{999A4971-046F-4F81-F98A-2AB17C63505B}"/>
                </a:ext>
              </a:extLst>
            </p:cNvPr>
            <p:cNvSpPr/>
            <p:nvPr/>
          </p:nvSpPr>
          <p:spPr>
            <a:xfrm>
              <a:off x="1851497" y="4620047"/>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18" name="Picture Placeholder 102">
              <a:extLst>
                <a:ext uri="{FF2B5EF4-FFF2-40B4-BE49-F238E27FC236}">
                  <a16:creationId xmlns:a16="http://schemas.microsoft.com/office/drawing/2014/main" id="{4EED98A1-79EA-DE9D-AA6B-93D6520084E2}"/>
                </a:ext>
              </a:extLst>
            </p:cNvPr>
            <p:cNvSpPr/>
            <p:nvPr/>
          </p:nvSpPr>
          <p:spPr>
            <a:xfrm>
              <a:off x="2000125" y="4558066"/>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19" name="Picture Placeholder 102">
              <a:extLst>
                <a:ext uri="{FF2B5EF4-FFF2-40B4-BE49-F238E27FC236}">
                  <a16:creationId xmlns:a16="http://schemas.microsoft.com/office/drawing/2014/main" id="{742AA4D2-FEDA-F434-3611-800F80DE28F2}"/>
                </a:ext>
              </a:extLst>
            </p:cNvPr>
            <p:cNvSpPr/>
            <p:nvPr/>
          </p:nvSpPr>
          <p:spPr>
            <a:xfrm>
              <a:off x="1925494" y="4493555"/>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0" name="Picture Placeholder 102">
              <a:extLst>
                <a:ext uri="{FF2B5EF4-FFF2-40B4-BE49-F238E27FC236}">
                  <a16:creationId xmlns:a16="http://schemas.microsoft.com/office/drawing/2014/main" id="{00992DDB-5A48-BC71-B72B-C18FD22800ED}"/>
                </a:ext>
              </a:extLst>
            </p:cNvPr>
            <p:cNvSpPr/>
            <p:nvPr/>
          </p:nvSpPr>
          <p:spPr>
            <a:xfrm>
              <a:off x="2055781" y="4422720"/>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1" name="Picture Placeholder 102">
              <a:extLst>
                <a:ext uri="{FF2B5EF4-FFF2-40B4-BE49-F238E27FC236}">
                  <a16:creationId xmlns:a16="http://schemas.microsoft.com/office/drawing/2014/main" id="{599DCC0A-63D6-5612-4ED0-447ACC2F168F}"/>
                </a:ext>
              </a:extLst>
            </p:cNvPr>
            <p:cNvSpPr/>
            <p:nvPr/>
          </p:nvSpPr>
          <p:spPr>
            <a:xfrm>
              <a:off x="2201879" y="4422720"/>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2" name="Picture Placeholder 102">
              <a:extLst>
                <a:ext uri="{FF2B5EF4-FFF2-40B4-BE49-F238E27FC236}">
                  <a16:creationId xmlns:a16="http://schemas.microsoft.com/office/drawing/2014/main" id="{58DF9AB9-8D98-C44D-3A54-3A4843E717B1}"/>
                </a:ext>
              </a:extLst>
            </p:cNvPr>
            <p:cNvSpPr/>
            <p:nvPr/>
          </p:nvSpPr>
          <p:spPr>
            <a:xfrm>
              <a:off x="2142428" y="4482171"/>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3" name="Picture Placeholder 102">
              <a:extLst>
                <a:ext uri="{FF2B5EF4-FFF2-40B4-BE49-F238E27FC236}">
                  <a16:creationId xmlns:a16="http://schemas.microsoft.com/office/drawing/2014/main" id="{76293979-046F-07CF-0BF8-08CB2459095D}"/>
                </a:ext>
              </a:extLst>
            </p:cNvPr>
            <p:cNvSpPr/>
            <p:nvPr/>
          </p:nvSpPr>
          <p:spPr>
            <a:xfrm>
              <a:off x="2191760" y="4625740"/>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4" name="Picture Placeholder 102">
              <a:extLst>
                <a:ext uri="{FF2B5EF4-FFF2-40B4-BE49-F238E27FC236}">
                  <a16:creationId xmlns:a16="http://schemas.microsoft.com/office/drawing/2014/main" id="{D0034FEE-CFC0-FF50-818F-AD936417A9FA}"/>
                </a:ext>
              </a:extLst>
            </p:cNvPr>
            <p:cNvSpPr/>
            <p:nvPr/>
          </p:nvSpPr>
          <p:spPr>
            <a:xfrm>
              <a:off x="2329004" y="4494820"/>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5" name="Picture Placeholder 102">
              <a:extLst>
                <a:ext uri="{FF2B5EF4-FFF2-40B4-BE49-F238E27FC236}">
                  <a16:creationId xmlns:a16="http://schemas.microsoft.com/office/drawing/2014/main" id="{699DD021-6132-1EAF-2A68-E0240A842C3E}"/>
                </a:ext>
              </a:extLst>
            </p:cNvPr>
            <p:cNvSpPr/>
            <p:nvPr/>
          </p:nvSpPr>
          <p:spPr>
            <a:xfrm>
              <a:off x="2341021" y="4661790"/>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6" name="Picture Placeholder 102">
              <a:extLst>
                <a:ext uri="{FF2B5EF4-FFF2-40B4-BE49-F238E27FC236}">
                  <a16:creationId xmlns:a16="http://schemas.microsoft.com/office/drawing/2014/main" id="{237EE241-C2EA-1A24-8A24-D173B9A76E01}"/>
                </a:ext>
              </a:extLst>
            </p:cNvPr>
            <p:cNvSpPr/>
            <p:nvPr/>
          </p:nvSpPr>
          <p:spPr>
            <a:xfrm>
              <a:off x="2399207" y="4769940"/>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7" name="Picture Placeholder 102">
              <a:extLst>
                <a:ext uri="{FF2B5EF4-FFF2-40B4-BE49-F238E27FC236}">
                  <a16:creationId xmlns:a16="http://schemas.microsoft.com/office/drawing/2014/main" id="{AB0B505B-DC27-05F2-847B-F0F91B231655}"/>
                </a:ext>
              </a:extLst>
            </p:cNvPr>
            <p:cNvSpPr/>
            <p:nvPr/>
          </p:nvSpPr>
          <p:spPr>
            <a:xfrm>
              <a:off x="2255638" y="4845203"/>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8" name="Picture Placeholder 102">
              <a:extLst>
                <a:ext uri="{FF2B5EF4-FFF2-40B4-BE49-F238E27FC236}">
                  <a16:creationId xmlns:a16="http://schemas.microsoft.com/office/drawing/2014/main" id="{C229DE8D-100B-135B-3337-9A4F9155ED42}"/>
                </a:ext>
              </a:extLst>
            </p:cNvPr>
            <p:cNvSpPr/>
            <p:nvPr/>
          </p:nvSpPr>
          <p:spPr>
            <a:xfrm>
              <a:off x="2199982" y="4969798"/>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9" name="Picture Placeholder 102">
              <a:extLst>
                <a:ext uri="{FF2B5EF4-FFF2-40B4-BE49-F238E27FC236}">
                  <a16:creationId xmlns:a16="http://schemas.microsoft.com/office/drawing/2014/main" id="{DDFD46A4-D861-53DE-CF58-9A7B5C3A8CF4}"/>
                </a:ext>
              </a:extLst>
            </p:cNvPr>
            <p:cNvSpPr/>
            <p:nvPr/>
          </p:nvSpPr>
          <p:spPr>
            <a:xfrm>
              <a:off x="2101951" y="4907184"/>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30" name="Picture Placeholder 102">
              <a:extLst>
                <a:ext uri="{FF2B5EF4-FFF2-40B4-BE49-F238E27FC236}">
                  <a16:creationId xmlns:a16="http://schemas.microsoft.com/office/drawing/2014/main" id="{B0000D1B-F7FF-E42C-EABB-51178288A437}"/>
                </a:ext>
              </a:extLst>
            </p:cNvPr>
            <p:cNvSpPr/>
            <p:nvPr/>
          </p:nvSpPr>
          <p:spPr>
            <a:xfrm>
              <a:off x="1926759" y="4898330"/>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31" name="Picture Placeholder 102">
              <a:extLst>
                <a:ext uri="{FF2B5EF4-FFF2-40B4-BE49-F238E27FC236}">
                  <a16:creationId xmlns:a16="http://schemas.microsoft.com/office/drawing/2014/main" id="{C63800C6-CA69-A233-4E4F-62FD0D680B6D}"/>
                </a:ext>
              </a:extLst>
            </p:cNvPr>
            <p:cNvSpPr/>
            <p:nvPr/>
          </p:nvSpPr>
          <p:spPr>
            <a:xfrm>
              <a:off x="2053884" y="4968533"/>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32" name="Picture Placeholder 102">
              <a:extLst>
                <a:ext uri="{FF2B5EF4-FFF2-40B4-BE49-F238E27FC236}">
                  <a16:creationId xmlns:a16="http://schemas.microsoft.com/office/drawing/2014/main" id="{A8C222C1-F173-1B32-17C9-DC0D3B71F47E}"/>
                </a:ext>
              </a:extLst>
            </p:cNvPr>
            <p:cNvSpPr/>
            <p:nvPr/>
          </p:nvSpPr>
          <p:spPr>
            <a:xfrm>
              <a:off x="2330269" y="4898330"/>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33" name="Picture Placeholder 102">
              <a:extLst>
                <a:ext uri="{FF2B5EF4-FFF2-40B4-BE49-F238E27FC236}">
                  <a16:creationId xmlns:a16="http://schemas.microsoft.com/office/drawing/2014/main" id="{AE140DB9-7F61-3CBB-D66B-68A3DD5CE6F5}"/>
                </a:ext>
              </a:extLst>
            </p:cNvPr>
            <p:cNvSpPr/>
            <p:nvPr/>
          </p:nvSpPr>
          <p:spPr>
            <a:xfrm>
              <a:off x="2401104" y="4623842"/>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34" name="Picture Placeholder 102">
              <a:extLst>
                <a:ext uri="{FF2B5EF4-FFF2-40B4-BE49-F238E27FC236}">
                  <a16:creationId xmlns:a16="http://schemas.microsoft.com/office/drawing/2014/main" id="{AD3EE6CC-7E11-8384-1785-3FB89592B48A}"/>
                </a:ext>
              </a:extLst>
            </p:cNvPr>
            <p:cNvSpPr/>
            <p:nvPr/>
          </p:nvSpPr>
          <p:spPr>
            <a:xfrm>
              <a:off x="2072225" y="4758556"/>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35" name="Picture Placeholder 102">
              <a:extLst>
                <a:ext uri="{FF2B5EF4-FFF2-40B4-BE49-F238E27FC236}">
                  <a16:creationId xmlns:a16="http://schemas.microsoft.com/office/drawing/2014/main" id="{FDDBBCA1-54AD-C0B6-F00B-9FE9FFB2A8F6}"/>
                </a:ext>
              </a:extLst>
            </p:cNvPr>
            <p:cNvSpPr/>
            <p:nvPr/>
          </p:nvSpPr>
          <p:spPr>
            <a:xfrm rot="-2950610">
              <a:off x="1977770" y="4501303"/>
              <a:ext cx="18973" cy="98027"/>
            </a:xfrm>
            <a:custGeom>
              <a:avLst/>
              <a:gdLst>
                <a:gd name="connsiteX0" fmla="*/ 0 w 18973"/>
                <a:gd name="connsiteY0" fmla="*/ 0 h 98027"/>
                <a:gd name="connsiteX1" fmla="*/ 18973 w 18973"/>
                <a:gd name="connsiteY1" fmla="*/ 0 h 98027"/>
                <a:gd name="connsiteX2" fmla="*/ 18973 w 18973"/>
                <a:gd name="connsiteY2" fmla="*/ 98027 h 98027"/>
                <a:gd name="connsiteX3" fmla="*/ 0 w 18973"/>
                <a:gd name="connsiteY3" fmla="*/ 98027 h 98027"/>
              </a:gdLst>
              <a:ahLst/>
              <a:cxnLst>
                <a:cxn ang="0">
                  <a:pos x="connsiteX0" y="connsiteY0"/>
                </a:cxn>
                <a:cxn ang="0">
                  <a:pos x="connsiteX1" y="connsiteY1"/>
                </a:cxn>
                <a:cxn ang="0">
                  <a:pos x="connsiteX2" y="connsiteY2"/>
                </a:cxn>
                <a:cxn ang="0">
                  <a:pos x="connsiteX3" y="connsiteY3"/>
                </a:cxn>
              </a:cxnLst>
              <a:rect l="l" t="t" r="r" b="b"/>
              <a:pathLst>
                <a:path w="18973" h="98027">
                  <a:moveTo>
                    <a:pt x="0" y="0"/>
                  </a:moveTo>
                  <a:lnTo>
                    <a:pt x="18973" y="0"/>
                  </a:lnTo>
                  <a:lnTo>
                    <a:pt x="18973" y="98027"/>
                  </a:lnTo>
                  <a:lnTo>
                    <a:pt x="0" y="98027"/>
                  </a:lnTo>
                  <a:close/>
                </a:path>
              </a:pathLst>
            </a:custGeom>
            <a:grpFill/>
            <a:ln w="6271" cap="flat">
              <a:noFill/>
              <a:prstDash val="solid"/>
              <a:miter/>
            </a:ln>
          </p:spPr>
          <p:txBody>
            <a:bodyPr rtlCol="0" anchor="ctr"/>
            <a:lstStyle/>
            <a:p>
              <a:endParaRPr lang="en-US"/>
            </a:p>
          </p:txBody>
        </p:sp>
        <p:sp>
          <p:nvSpPr>
            <p:cNvPr id="36" name="Picture Placeholder 102">
              <a:extLst>
                <a:ext uri="{FF2B5EF4-FFF2-40B4-BE49-F238E27FC236}">
                  <a16:creationId xmlns:a16="http://schemas.microsoft.com/office/drawing/2014/main" id="{61D6F6E4-1AFC-7277-3F88-389E832F5117}"/>
                </a:ext>
              </a:extLst>
            </p:cNvPr>
            <p:cNvSpPr/>
            <p:nvPr/>
          </p:nvSpPr>
          <p:spPr>
            <a:xfrm rot="-1367585">
              <a:off x="1869862" y="4604389"/>
              <a:ext cx="160643" cy="18973"/>
            </a:xfrm>
            <a:custGeom>
              <a:avLst/>
              <a:gdLst>
                <a:gd name="connsiteX0" fmla="*/ 0 w 160643"/>
                <a:gd name="connsiteY0" fmla="*/ 0 h 18973"/>
                <a:gd name="connsiteX1" fmla="*/ 160643 w 160643"/>
                <a:gd name="connsiteY1" fmla="*/ 0 h 18973"/>
                <a:gd name="connsiteX2" fmla="*/ 160643 w 160643"/>
                <a:gd name="connsiteY2" fmla="*/ 18974 h 18973"/>
                <a:gd name="connsiteX3" fmla="*/ 0 w 160643"/>
                <a:gd name="connsiteY3" fmla="*/ 18974 h 18973"/>
              </a:gdLst>
              <a:ahLst/>
              <a:cxnLst>
                <a:cxn ang="0">
                  <a:pos x="connsiteX0" y="connsiteY0"/>
                </a:cxn>
                <a:cxn ang="0">
                  <a:pos x="connsiteX1" y="connsiteY1"/>
                </a:cxn>
                <a:cxn ang="0">
                  <a:pos x="connsiteX2" y="connsiteY2"/>
                </a:cxn>
                <a:cxn ang="0">
                  <a:pos x="connsiteX3" y="connsiteY3"/>
                </a:cxn>
              </a:cxnLst>
              <a:rect l="l" t="t" r="r" b="b"/>
              <a:pathLst>
                <a:path w="160643" h="18973">
                  <a:moveTo>
                    <a:pt x="0" y="0"/>
                  </a:moveTo>
                  <a:lnTo>
                    <a:pt x="160643" y="0"/>
                  </a:lnTo>
                  <a:lnTo>
                    <a:pt x="160643" y="18974"/>
                  </a:lnTo>
                  <a:lnTo>
                    <a:pt x="0" y="18974"/>
                  </a:lnTo>
                  <a:close/>
                </a:path>
              </a:pathLst>
            </a:custGeom>
            <a:grpFill/>
            <a:ln w="6271" cap="flat">
              <a:noFill/>
              <a:prstDash val="solid"/>
              <a:miter/>
            </a:ln>
          </p:spPr>
          <p:txBody>
            <a:bodyPr rtlCol="0" anchor="ctr"/>
            <a:lstStyle/>
            <a:p>
              <a:endParaRPr lang="en-US"/>
            </a:p>
          </p:txBody>
        </p:sp>
        <p:sp>
          <p:nvSpPr>
            <p:cNvPr id="37" name="Picture Placeholder 102">
              <a:extLst>
                <a:ext uri="{FF2B5EF4-FFF2-40B4-BE49-F238E27FC236}">
                  <a16:creationId xmlns:a16="http://schemas.microsoft.com/office/drawing/2014/main" id="{C0C1A928-6F74-C916-44C4-1D0E0158EFDB}"/>
                </a:ext>
              </a:extLst>
            </p:cNvPr>
            <p:cNvSpPr/>
            <p:nvPr/>
          </p:nvSpPr>
          <p:spPr>
            <a:xfrm rot="-4061848">
              <a:off x="1979504" y="4505655"/>
              <a:ext cx="146099" cy="18973"/>
            </a:xfrm>
            <a:custGeom>
              <a:avLst/>
              <a:gdLst>
                <a:gd name="connsiteX0" fmla="*/ 0 w 146099"/>
                <a:gd name="connsiteY0" fmla="*/ 0 h 18973"/>
                <a:gd name="connsiteX1" fmla="*/ 146099 w 146099"/>
                <a:gd name="connsiteY1" fmla="*/ 0 h 18973"/>
                <a:gd name="connsiteX2" fmla="*/ 146099 w 146099"/>
                <a:gd name="connsiteY2" fmla="*/ 18974 h 18973"/>
                <a:gd name="connsiteX3" fmla="*/ 0 w 146099"/>
                <a:gd name="connsiteY3" fmla="*/ 18974 h 18973"/>
              </a:gdLst>
              <a:ahLst/>
              <a:cxnLst>
                <a:cxn ang="0">
                  <a:pos x="connsiteX0" y="connsiteY0"/>
                </a:cxn>
                <a:cxn ang="0">
                  <a:pos x="connsiteX1" y="connsiteY1"/>
                </a:cxn>
                <a:cxn ang="0">
                  <a:pos x="connsiteX2" y="connsiteY2"/>
                </a:cxn>
                <a:cxn ang="0">
                  <a:pos x="connsiteX3" y="connsiteY3"/>
                </a:cxn>
              </a:cxnLst>
              <a:rect l="l" t="t" r="r" b="b"/>
              <a:pathLst>
                <a:path w="146099" h="18973">
                  <a:moveTo>
                    <a:pt x="0" y="0"/>
                  </a:moveTo>
                  <a:lnTo>
                    <a:pt x="146099" y="0"/>
                  </a:lnTo>
                  <a:lnTo>
                    <a:pt x="146099" y="18974"/>
                  </a:lnTo>
                  <a:lnTo>
                    <a:pt x="0" y="18974"/>
                  </a:lnTo>
                  <a:close/>
                </a:path>
              </a:pathLst>
            </a:custGeom>
            <a:grpFill/>
            <a:ln w="6271" cap="flat">
              <a:noFill/>
              <a:prstDash val="solid"/>
              <a:miter/>
            </a:ln>
          </p:spPr>
          <p:txBody>
            <a:bodyPr rtlCol="0" anchor="ctr"/>
            <a:lstStyle/>
            <a:p>
              <a:endParaRPr lang="en-US"/>
            </a:p>
          </p:txBody>
        </p:sp>
        <p:sp>
          <p:nvSpPr>
            <p:cNvPr id="38" name="Picture Placeholder 102">
              <a:extLst>
                <a:ext uri="{FF2B5EF4-FFF2-40B4-BE49-F238E27FC236}">
                  <a16:creationId xmlns:a16="http://schemas.microsoft.com/office/drawing/2014/main" id="{71B909D8-07BA-4C54-1D87-5CBD28B862F8}"/>
                </a:ext>
              </a:extLst>
            </p:cNvPr>
            <p:cNvSpPr/>
            <p:nvPr/>
          </p:nvSpPr>
          <p:spPr>
            <a:xfrm rot="-1685077">
              <a:off x="2015433" y="4535298"/>
              <a:ext cx="161285" cy="18974"/>
            </a:xfrm>
            <a:custGeom>
              <a:avLst/>
              <a:gdLst>
                <a:gd name="connsiteX0" fmla="*/ 0 w 161285"/>
                <a:gd name="connsiteY0" fmla="*/ 0 h 18974"/>
                <a:gd name="connsiteX1" fmla="*/ 161286 w 161285"/>
                <a:gd name="connsiteY1" fmla="*/ 0 h 18974"/>
                <a:gd name="connsiteX2" fmla="*/ 161286 w 161285"/>
                <a:gd name="connsiteY2" fmla="*/ 18975 h 18974"/>
                <a:gd name="connsiteX3" fmla="*/ 0 w 161285"/>
                <a:gd name="connsiteY3" fmla="*/ 18975 h 18974"/>
              </a:gdLst>
              <a:ahLst/>
              <a:cxnLst>
                <a:cxn ang="0">
                  <a:pos x="connsiteX0" y="connsiteY0"/>
                </a:cxn>
                <a:cxn ang="0">
                  <a:pos x="connsiteX1" y="connsiteY1"/>
                </a:cxn>
                <a:cxn ang="0">
                  <a:pos x="connsiteX2" y="connsiteY2"/>
                </a:cxn>
                <a:cxn ang="0">
                  <a:pos x="connsiteX3" y="connsiteY3"/>
                </a:cxn>
              </a:cxnLst>
              <a:rect l="l" t="t" r="r" b="b"/>
              <a:pathLst>
                <a:path w="161285" h="18974">
                  <a:moveTo>
                    <a:pt x="0" y="0"/>
                  </a:moveTo>
                  <a:lnTo>
                    <a:pt x="161286" y="0"/>
                  </a:lnTo>
                  <a:lnTo>
                    <a:pt x="161286" y="18975"/>
                  </a:lnTo>
                  <a:lnTo>
                    <a:pt x="0" y="18975"/>
                  </a:lnTo>
                  <a:close/>
                </a:path>
              </a:pathLst>
            </a:custGeom>
            <a:grpFill/>
            <a:ln w="6271" cap="flat">
              <a:noFill/>
              <a:prstDash val="solid"/>
              <a:miter/>
            </a:ln>
          </p:spPr>
          <p:txBody>
            <a:bodyPr rtlCol="0" anchor="ctr"/>
            <a:lstStyle/>
            <a:p>
              <a:endParaRPr lang="en-US"/>
            </a:p>
          </p:txBody>
        </p:sp>
        <p:sp>
          <p:nvSpPr>
            <p:cNvPr id="39" name="Picture Placeholder 102">
              <a:extLst>
                <a:ext uri="{FF2B5EF4-FFF2-40B4-BE49-F238E27FC236}">
                  <a16:creationId xmlns:a16="http://schemas.microsoft.com/office/drawing/2014/main" id="{BA4ABFEB-320A-A7D8-1662-0065D1F2691D}"/>
                </a:ext>
              </a:extLst>
            </p:cNvPr>
            <p:cNvSpPr/>
            <p:nvPr/>
          </p:nvSpPr>
          <p:spPr>
            <a:xfrm rot="-2517597">
              <a:off x="1898100" y="4632752"/>
              <a:ext cx="18973" cy="93602"/>
            </a:xfrm>
            <a:custGeom>
              <a:avLst/>
              <a:gdLst>
                <a:gd name="connsiteX0" fmla="*/ 0 w 18973"/>
                <a:gd name="connsiteY0" fmla="*/ 0 h 93602"/>
                <a:gd name="connsiteX1" fmla="*/ 18973 w 18973"/>
                <a:gd name="connsiteY1" fmla="*/ 0 h 93602"/>
                <a:gd name="connsiteX2" fmla="*/ 18973 w 18973"/>
                <a:gd name="connsiteY2" fmla="*/ 93603 h 93602"/>
                <a:gd name="connsiteX3" fmla="*/ 0 w 18973"/>
                <a:gd name="connsiteY3" fmla="*/ 93603 h 93602"/>
              </a:gdLst>
              <a:ahLst/>
              <a:cxnLst>
                <a:cxn ang="0">
                  <a:pos x="connsiteX0" y="connsiteY0"/>
                </a:cxn>
                <a:cxn ang="0">
                  <a:pos x="connsiteX1" y="connsiteY1"/>
                </a:cxn>
                <a:cxn ang="0">
                  <a:pos x="connsiteX2" y="connsiteY2"/>
                </a:cxn>
                <a:cxn ang="0">
                  <a:pos x="connsiteX3" y="connsiteY3"/>
                </a:cxn>
              </a:cxnLst>
              <a:rect l="l" t="t" r="r" b="b"/>
              <a:pathLst>
                <a:path w="18973" h="93602">
                  <a:moveTo>
                    <a:pt x="0" y="0"/>
                  </a:moveTo>
                  <a:lnTo>
                    <a:pt x="18973" y="0"/>
                  </a:lnTo>
                  <a:lnTo>
                    <a:pt x="18973" y="93603"/>
                  </a:lnTo>
                  <a:lnTo>
                    <a:pt x="0" y="93603"/>
                  </a:lnTo>
                  <a:close/>
                </a:path>
              </a:pathLst>
            </a:custGeom>
            <a:grpFill/>
            <a:ln w="6271" cap="flat">
              <a:noFill/>
              <a:prstDash val="solid"/>
              <a:miter/>
            </a:ln>
          </p:spPr>
          <p:txBody>
            <a:bodyPr rtlCol="0" anchor="ctr"/>
            <a:lstStyle/>
            <a:p>
              <a:endParaRPr lang="en-US"/>
            </a:p>
          </p:txBody>
        </p:sp>
        <p:sp>
          <p:nvSpPr>
            <p:cNvPr id="40" name="Picture Placeholder 102">
              <a:extLst>
                <a:ext uri="{FF2B5EF4-FFF2-40B4-BE49-F238E27FC236}">
                  <a16:creationId xmlns:a16="http://schemas.microsoft.com/office/drawing/2014/main" id="{0B04EB15-A002-AF19-C743-A5EC8706C30F}"/>
                </a:ext>
              </a:extLst>
            </p:cNvPr>
            <p:cNvSpPr/>
            <p:nvPr/>
          </p:nvSpPr>
          <p:spPr>
            <a:xfrm rot="-3161815">
              <a:off x="1858334" y="4745045"/>
              <a:ext cx="99923" cy="18972"/>
            </a:xfrm>
            <a:custGeom>
              <a:avLst/>
              <a:gdLst>
                <a:gd name="connsiteX0" fmla="*/ 0 w 99923"/>
                <a:gd name="connsiteY0" fmla="*/ 0 h 18972"/>
                <a:gd name="connsiteX1" fmla="*/ 99924 w 99923"/>
                <a:gd name="connsiteY1" fmla="*/ 0 h 18972"/>
                <a:gd name="connsiteX2" fmla="*/ 99924 w 99923"/>
                <a:gd name="connsiteY2" fmla="*/ 18973 h 18972"/>
                <a:gd name="connsiteX3" fmla="*/ 0 w 99923"/>
                <a:gd name="connsiteY3" fmla="*/ 18973 h 18972"/>
              </a:gdLst>
              <a:ahLst/>
              <a:cxnLst>
                <a:cxn ang="0">
                  <a:pos x="connsiteX0" y="connsiteY0"/>
                </a:cxn>
                <a:cxn ang="0">
                  <a:pos x="connsiteX1" y="connsiteY1"/>
                </a:cxn>
                <a:cxn ang="0">
                  <a:pos x="connsiteX2" y="connsiteY2"/>
                </a:cxn>
                <a:cxn ang="0">
                  <a:pos x="connsiteX3" y="connsiteY3"/>
                </a:cxn>
              </a:cxnLst>
              <a:rect l="l" t="t" r="r" b="b"/>
              <a:pathLst>
                <a:path w="99923" h="18972">
                  <a:moveTo>
                    <a:pt x="0" y="0"/>
                  </a:moveTo>
                  <a:lnTo>
                    <a:pt x="99924" y="0"/>
                  </a:lnTo>
                  <a:lnTo>
                    <a:pt x="99924" y="18973"/>
                  </a:lnTo>
                  <a:lnTo>
                    <a:pt x="0" y="18973"/>
                  </a:lnTo>
                  <a:close/>
                </a:path>
              </a:pathLst>
            </a:custGeom>
            <a:grpFill/>
            <a:ln w="6271" cap="flat">
              <a:noFill/>
              <a:prstDash val="solid"/>
              <a:miter/>
            </a:ln>
          </p:spPr>
          <p:txBody>
            <a:bodyPr rtlCol="0" anchor="ctr"/>
            <a:lstStyle/>
            <a:p>
              <a:endParaRPr lang="en-US"/>
            </a:p>
          </p:txBody>
        </p:sp>
        <p:sp>
          <p:nvSpPr>
            <p:cNvPr id="41" name="Picture Placeholder 102">
              <a:extLst>
                <a:ext uri="{FF2B5EF4-FFF2-40B4-BE49-F238E27FC236}">
                  <a16:creationId xmlns:a16="http://schemas.microsoft.com/office/drawing/2014/main" id="{1D42AC6B-2BA7-214A-CF29-AD273CFE03FB}"/>
                </a:ext>
              </a:extLst>
            </p:cNvPr>
            <p:cNvSpPr/>
            <p:nvPr/>
          </p:nvSpPr>
          <p:spPr>
            <a:xfrm rot="-3421407">
              <a:off x="1903191" y="4638920"/>
              <a:ext cx="157483" cy="18973"/>
            </a:xfrm>
            <a:custGeom>
              <a:avLst/>
              <a:gdLst>
                <a:gd name="connsiteX0" fmla="*/ 0 w 157483"/>
                <a:gd name="connsiteY0" fmla="*/ 0 h 18973"/>
                <a:gd name="connsiteX1" fmla="*/ 157484 w 157483"/>
                <a:gd name="connsiteY1" fmla="*/ 0 h 18973"/>
                <a:gd name="connsiteX2" fmla="*/ 157484 w 157483"/>
                <a:gd name="connsiteY2" fmla="*/ 18974 h 18973"/>
                <a:gd name="connsiteX3" fmla="*/ 0 w 157483"/>
                <a:gd name="connsiteY3" fmla="*/ 18974 h 18973"/>
              </a:gdLst>
              <a:ahLst/>
              <a:cxnLst>
                <a:cxn ang="0">
                  <a:pos x="connsiteX0" y="connsiteY0"/>
                </a:cxn>
                <a:cxn ang="0">
                  <a:pos x="connsiteX1" y="connsiteY1"/>
                </a:cxn>
                <a:cxn ang="0">
                  <a:pos x="connsiteX2" y="connsiteY2"/>
                </a:cxn>
                <a:cxn ang="0">
                  <a:pos x="connsiteX3" y="connsiteY3"/>
                </a:cxn>
              </a:cxnLst>
              <a:rect l="l" t="t" r="r" b="b"/>
              <a:pathLst>
                <a:path w="157483" h="18973">
                  <a:moveTo>
                    <a:pt x="0" y="0"/>
                  </a:moveTo>
                  <a:lnTo>
                    <a:pt x="157484" y="0"/>
                  </a:lnTo>
                  <a:lnTo>
                    <a:pt x="157484" y="18974"/>
                  </a:lnTo>
                  <a:lnTo>
                    <a:pt x="0" y="18974"/>
                  </a:lnTo>
                  <a:close/>
                </a:path>
              </a:pathLst>
            </a:custGeom>
            <a:grpFill/>
            <a:ln w="6271" cap="flat">
              <a:noFill/>
              <a:prstDash val="solid"/>
              <a:miter/>
            </a:ln>
          </p:spPr>
          <p:txBody>
            <a:bodyPr rtlCol="0" anchor="ctr"/>
            <a:lstStyle/>
            <a:p>
              <a:endParaRPr lang="en-US"/>
            </a:p>
          </p:txBody>
        </p:sp>
        <p:sp>
          <p:nvSpPr>
            <p:cNvPr id="42" name="Picture Placeholder 102">
              <a:extLst>
                <a:ext uri="{FF2B5EF4-FFF2-40B4-BE49-F238E27FC236}">
                  <a16:creationId xmlns:a16="http://schemas.microsoft.com/office/drawing/2014/main" id="{B5F4D870-6467-688D-BA3A-45D0ED331624}"/>
                </a:ext>
              </a:extLst>
            </p:cNvPr>
            <p:cNvSpPr/>
            <p:nvPr/>
          </p:nvSpPr>
          <p:spPr>
            <a:xfrm rot="-5222498">
              <a:off x="2029658" y="4839512"/>
              <a:ext cx="18974" cy="175197"/>
            </a:xfrm>
            <a:custGeom>
              <a:avLst/>
              <a:gdLst>
                <a:gd name="connsiteX0" fmla="*/ 0 w 18974"/>
                <a:gd name="connsiteY0" fmla="*/ 0 h 175197"/>
                <a:gd name="connsiteX1" fmla="*/ 18974 w 18974"/>
                <a:gd name="connsiteY1" fmla="*/ 0 h 175197"/>
                <a:gd name="connsiteX2" fmla="*/ 18974 w 18974"/>
                <a:gd name="connsiteY2" fmla="*/ 175197 h 175197"/>
                <a:gd name="connsiteX3" fmla="*/ 0 w 18974"/>
                <a:gd name="connsiteY3" fmla="*/ 175197 h 175197"/>
              </a:gdLst>
              <a:ahLst/>
              <a:cxnLst>
                <a:cxn ang="0">
                  <a:pos x="connsiteX0" y="connsiteY0"/>
                </a:cxn>
                <a:cxn ang="0">
                  <a:pos x="connsiteX1" y="connsiteY1"/>
                </a:cxn>
                <a:cxn ang="0">
                  <a:pos x="connsiteX2" y="connsiteY2"/>
                </a:cxn>
                <a:cxn ang="0">
                  <a:pos x="connsiteX3" y="connsiteY3"/>
                </a:cxn>
              </a:cxnLst>
              <a:rect l="l" t="t" r="r" b="b"/>
              <a:pathLst>
                <a:path w="18974" h="175197">
                  <a:moveTo>
                    <a:pt x="0" y="0"/>
                  </a:moveTo>
                  <a:lnTo>
                    <a:pt x="18974" y="0"/>
                  </a:lnTo>
                  <a:lnTo>
                    <a:pt x="18974" y="175197"/>
                  </a:lnTo>
                  <a:lnTo>
                    <a:pt x="0" y="175197"/>
                  </a:lnTo>
                  <a:close/>
                </a:path>
              </a:pathLst>
            </a:custGeom>
            <a:grpFill/>
            <a:ln w="6271" cap="flat">
              <a:noFill/>
              <a:prstDash val="solid"/>
              <a:miter/>
            </a:ln>
          </p:spPr>
          <p:txBody>
            <a:bodyPr rtlCol="0" anchor="ctr"/>
            <a:lstStyle/>
            <a:p>
              <a:endParaRPr lang="en-US"/>
            </a:p>
          </p:txBody>
        </p:sp>
        <p:sp>
          <p:nvSpPr>
            <p:cNvPr id="43" name="Picture Placeholder 102">
              <a:extLst>
                <a:ext uri="{FF2B5EF4-FFF2-40B4-BE49-F238E27FC236}">
                  <a16:creationId xmlns:a16="http://schemas.microsoft.com/office/drawing/2014/main" id="{834B7C62-055E-A08A-2FF3-A489B8BD590D}"/>
                </a:ext>
              </a:extLst>
            </p:cNvPr>
            <p:cNvSpPr/>
            <p:nvPr/>
          </p:nvSpPr>
          <p:spPr>
            <a:xfrm rot="-2623175">
              <a:off x="1923575" y="4843512"/>
              <a:ext cx="201746" cy="18972"/>
            </a:xfrm>
            <a:custGeom>
              <a:avLst/>
              <a:gdLst>
                <a:gd name="connsiteX0" fmla="*/ 0 w 201746"/>
                <a:gd name="connsiteY0" fmla="*/ 0 h 18972"/>
                <a:gd name="connsiteX1" fmla="*/ 201746 w 201746"/>
                <a:gd name="connsiteY1" fmla="*/ 0 h 18972"/>
                <a:gd name="connsiteX2" fmla="*/ 201746 w 201746"/>
                <a:gd name="connsiteY2" fmla="*/ 18973 h 18972"/>
                <a:gd name="connsiteX3" fmla="*/ 0 w 201746"/>
                <a:gd name="connsiteY3" fmla="*/ 18973 h 18972"/>
              </a:gdLst>
              <a:ahLst/>
              <a:cxnLst>
                <a:cxn ang="0">
                  <a:pos x="connsiteX0" y="connsiteY0"/>
                </a:cxn>
                <a:cxn ang="0">
                  <a:pos x="connsiteX1" y="connsiteY1"/>
                </a:cxn>
                <a:cxn ang="0">
                  <a:pos x="connsiteX2" y="connsiteY2"/>
                </a:cxn>
                <a:cxn ang="0">
                  <a:pos x="connsiteX3" y="connsiteY3"/>
                </a:cxn>
              </a:cxnLst>
              <a:rect l="l" t="t" r="r" b="b"/>
              <a:pathLst>
                <a:path w="201746" h="18972">
                  <a:moveTo>
                    <a:pt x="0" y="0"/>
                  </a:moveTo>
                  <a:lnTo>
                    <a:pt x="201746" y="0"/>
                  </a:lnTo>
                  <a:lnTo>
                    <a:pt x="201746" y="18973"/>
                  </a:lnTo>
                  <a:lnTo>
                    <a:pt x="0" y="18973"/>
                  </a:lnTo>
                  <a:close/>
                </a:path>
              </a:pathLst>
            </a:custGeom>
            <a:grpFill/>
            <a:ln w="6271" cap="flat">
              <a:noFill/>
              <a:prstDash val="solid"/>
              <a:miter/>
            </a:ln>
          </p:spPr>
          <p:txBody>
            <a:bodyPr rtlCol="0" anchor="ctr"/>
            <a:lstStyle/>
            <a:p>
              <a:endParaRPr lang="en-US"/>
            </a:p>
          </p:txBody>
        </p:sp>
        <p:sp>
          <p:nvSpPr>
            <p:cNvPr id="44" name="Picture Placeholder 102">
              <a:extLst>
                <a:ext uri="{FF2B5EF4-FFF2-40B4-BE49-F238E27FC236}">
                  <a16:creationId xmlns:a16="http://schemas.microsoft.com/office/drawing/2014/main" id="{DBE90FE9-32A1-4DB2-FC53-0DF68E2A15F0}"/>
                </a:ext>
              </a:extLst>
            </p:cNvPr>
            <p:cNvSpPr/>
            <p:nvPr/>
          </p:nvSpPr>
          <p:spPr>
            <a:xfrm rot="-207865">
              <a:off x="1935617" y="4714313"/>
              <a:ext cx="18974" cy="208717"/>
            </a:xfrm>
            <a:custGeom>
              <a:avLst/>
              <a:gdLst>
                <a:gd name="connsiteX0" fmla="*/ 0 w 18974"/>
                <a:gd name="connsiteY0" fmla="*/ 0 h 208717"/>
                <a:gd name="connsiteX1" fmla="*/ 18974 w 18974"/>
                <a:gd name="connsiteY1" fmla="*/ 0 h 208717"/>
                <a:gd name="connsiteX2" fmla="*/ 18974 w 18974"/>
                <a:gd name="connsiteY2" fmla="*/ 208718 h 208717"/>
                <a:gd name="connsiteX3" fmla="*/ 0 w 18974"/>
                <a:gd name="connsiteY3" fmla="*/ 208718 h 208717"/>
              </a:gdLst>
              <a:ahLst/>
              <a:cxnLst>
                <a:cxn ang="0">
                  <a:pos x="connsiteX0" y="connsiteY0"/>
                </a:cxn>
                <a:cxn ang="0">
                  <a:pos x="connsiteX1" y="connsiteY1"/>
                </a:cxn>
                <a:cxn ang="0">
                  <a:pos x="connsiteX2" y="connsiteY2"/>
                </a:cxn>
                <a:cxn ang="0">
                  <a:pos x="connsiteX3" y="connsiteY3"/>
                </a:cxn>
              </a:cxnLst>
              <a:rect l="l" t="t" r="r" b="b"/>
              <a:pathLst>
                <a:path w="18974" h="208717">
                  <a:moveTo>
                    <a:pt x="0" y="0"/>
                  </a:moveTo>
                  <a:lnTo>
                    <a:pt x="18974" y="0"/>
                  </a:lnTo>
                  <a:lnTo>
                    <a:pt x="18974" y="208718"/>
                  </a:lnTo>
                  <a:lnTo>
                    <a:pt x="0" y="208718"/>
                  </a:lnTo>
                  <a:close/>
                </a:path>
              </a:pathLst>
            </a:custGeom>
            <a:grpFill/>
            <a:ln w="6271" cap="flat">
              <a:noFill/>
              <a:prstDash val="solid"/>
              <a:miter/>
            </a:ln>
          </p:spPr>
          <p:txBody>
            <a:bodyPr rtlCol="0" anchor="ctr"/>
            <a:lstStyle/>
            <a:p>
              <a:endParaRPr lang="en-US"/>
            </a:p>
          </p:txBody>
        </p:sp>
        <p:sp>
          <p:nvSpPr>
            <p:cNvPr id="45" name="Picture Placeholder 102">
              <a:extLst>
                <a:ext uri="{FF2B5EF4-FFF2-40B4-BE49-F238E27FC236}">
                  <a16:creationId xmlns:a16="http://schemas.microsoft.com/office/drawing/2014/main" id="{7A8334A6-01A9-42B2-B500-39950C025879}"/>
                </a:ext>
              </a:extLst>
            </p:cNvPr>
            <p:cNvSpPr/>
            <p:nvPr/>
          </p:nvSpPr>
          <p:spPr>
            <a:xfrm rot="-3110103">
              <a:off x="2063152" y="4952859"/>
              <a:ext cx="78421" cy="18972"/>
            </a:xfrm>
            <a:custGeom>
              <a:avLst/>
              <a:gdLst>
                <a:gd name="connsiteX0" fmla="*/ 0 w 78421"/>
                <a:gd name="connsiteY0" fmla="*/ 0 h 18972"/>
                <a:gd name="connsiteX1" fmla="*/ 78422 w 78421"/>
                <a:gd name="connsiteY1" fmla="*/ 0 h 18972"/>
                <a:gd name="connsiteX2" fmla="*/ 78422 w 78421"/>
                <a:gd name="connsiteY2" fmla="*/ 18973 h 18972"/>
                <a:gd name="connsiteX3" fmla="*/ 0 w 78421"/>
                <a:gd name="connsiteY3" fmla="*/ 18973 h 18972"/>
              </a:gdLst>
              <a:ahLst/>
              <a:cxnLst>
                <a:cxn ang="0">
                  <a:pos x="connsiteX0" y="connsiteY0"/>
                </a:cxn>
                <a:cxn ang="0">
                  <a:pos x="connsiteX1" y="connsiteY1"/>
                </a:cxn>
                <a:cxn ang="0">
                  <a:pos x="connsiteX2" y="connsiteY2"/>
                </a:cxn>
                <a:cxn ang="0">
                  <a:pos x="connsiteX3" y="connsiteY3"/>
                </a:cxn>
              </a:cxnLst>
              <a:rect l="l" t="t" r="r" b="b"/>
              <a:pathLst>
                <a:path w="78421" h="18972">
                  <a:moveTo>
                    <a:pt x="0" y="0"/>
                  </a:moveTo>
                  <a:lnTo>
                    <a:pt x="78422" y="0"/>
                  </a:lnTo>
                  <a:lnTo>
                    <a:pt x="78422" y="18973"/>
                  </a:lnTo>
                  <a:lnTo>
                    <a:pt x="0" y="18973"/>
                  </a:lnTo>
                  <a:close/>
                </a:path>
              </a:pathLst>
            </a:custGeom>
            <a:grpFill/>
            <a:ln w="6271" cap="flat">
              <a:noFill/>
              <a:prstDash val="solid"/>
              <a:miter/>
            </a:ln>
          </p:spPr>
          <p:txBody>
            <a:bodyPr rtlCol="0" anchor="ctr"/>
            <a:lstStyle/>
            <a:p>
              <a:endParaRPr lang="en-US"/>
            </a:p>
          </p:txBody>
        </p:sp>
        <p:sp>
          <p:nvSpPr>
            <p:cNvPr id="46" name="Picture Placeholder 102">
              <a:extLst>
                <a:ext uri="{FF2B5EF4-FFF2-40B4-BE49-F238E27FC236}">
                  <a16:creationId xmlns:a16="http://schemas.microsoft.com/office/drawing/2014/main" id="{1715C3E5-F626-28B0-E0E7-B9ED2522BA28}"/>
                </a:ext>
              </a:extLst>
            </p:cNvPr>
            <p:cNvSpPr/>
            <p:nvPr/>
          </p:nvSpPr>
          <p:spPr>
            <a:xfrm rot="-3449250">
              <a:off x="2166284" y="4904638"/>
              <a:ext cx="18974" cy="116376"/>
            </a:xfrm>
            <a:custGeom>
              <a:avLst/>
              <a:gdLst>
                <a:gd name="connsiteX0" fmla="*/ 0 w 18974"/>
                <a:gd name="connsiteY0" fmla="*/ 0 h 116376"/>
                <a:gd name="connsiteX1" fmla="*/ 18974 w 18974"/>
                <a:gd name="connsiteY1" fmla="*/ 0 h 116376"/>
                <a:gd name="connsiteX2" fmla="*/ 18974 w 18974"/>
                <a:gd name="connsiteY2" fmla="*/ 116376 h 116376"/>
                <a:gd name="connsiteX3" fmla="*/ 0 w 18974"/>
                <a:gd name="connsiteY3" fmla="*/ 116376 h 116376"/>
              </a:gdLst>
              <a:ahLst/>
              <a:cxnLst>
                <a:cxn ang="0">
                  <a:pos x="connsiteX0" y="connsiteY0"/>
                </a:cxn>
                <a:cxn ang="0">
                  <a:pos x="connsiteX1" y="connsiteY1"/>
                </a:cxn>
                <a:cxn ang="0">
                  <a:pos x="connsiteX2" y="connsiteY2"/>
                </a:cxn>
                <a:cxn ang="0">
                  <a:pos x="connsiteX3" y="connsiteY3"/>
                </a:cxn>
              </a:cxnLst>
              <a:rect l="l" t="t" r="r" b="b"/>
              <a:pathLst>
                <a:path w="18974" h="116376">
                  <a:moveTo>
                    <a:pt x="0" y="0"/>
                  </a:moveTo>
                  <a:lnTo>
                    <a:pt x="18974" y="0"/>
                  </a:lnTo>
                  <a:lnTo>
                    <a:pt x="18974" y="116376"/>
                  </a:lnTo>
                  <a:lnTo>
                    <a:pt x="0" y="116376"/>
                  </a:lnTo>
                  <a:close/>
                </a:path>
              </a:pathLst>
            </a:custGeom>
            <a:grpFill/>
            <a:ln w="6271" cap="flat">
              <a:noFill/>
              <a:prstDash val="solid"/>
              <a:miter/>
            </a:ln>
          </p:spPr>
          <p:txBody>
            <a:bodyPr rtlCol="0" anchor="ctr"/>
            <a:lstStyle/>
            <a:p>
              <a:endParaRPr lang="en-US"/>
            </a:p>
          </p:txBody>
        </p:sp>
        <p:sp>
          <p:nvSpPr>
            <p:cNvPr id="47" name="Picture Placeholder 102">
              <a:extLst>
                <a:ext uri="{FF2B5EF4-FFF2-40B4-BE49-F238E27FC236}">
                  <a16:creationId xmlns:a16="http://schemas.microsoft.com/office/drawing/2014/main" id="{CF9F3A10-BF33-A79B-43DD-84B868619DF8}"/>
                </a:ext>
              </a:extLst>
            </p:cNvPr>
            <p:cNvSpPr/>
            <p:nvPr/>
          </p:nvSpPr>
          <p:spPr>
            <a:xfrm rot="-3954816">
              <a:off x="2184458" y="4922396"/>
              <a:ext cx="135974" cy="18973"/>
            </a:xfrm>
            <a:custGeom>
              <a:avLst/>
              <a:gdLst>
                <a:gd name="connsiteX0" fmla="*/ 0 w 135974"/>
                <a:gd name="connsiteY0" fmla="*/ 0 h 18973"/>
                <a:gd name="connsiteX1" fmla="*/ 135974 w 135974"/>
                <a:gd name="connsiteY1" fmla="*/ 0 h 18973"/>
                <a:gd name="connsiteX2" fmla="*/ 135974 w 135974"/>
                <a:gd name="connsiteY2" fmla="*/ 18973 h 18973"/>
                <a:gd name="connsiteX3" fmla="*/ 0 w 135974"/>
                <a:gd name="connsiteY3" fmla="*/ 18973 h 18973"/>
              </a:gdLst>
              <a:ahLst/>
              <a:cxnLst>
                <a:cxn ang="0">
                  <a:pos x="connsiteX0" y="connsiteY0"/>
                </a:cxn>
                <a:cxn ang="0">
                  <a:pos x="connsiteX1" y="connsiteY1"/>
                </a:cxn>
                <a:cxn ang="0">
                  <a:pos x="connsiteX2" y="connsiteY2"/>
                </a:cxn>
                <a:cxn ang="0">
                  <a:pos x="connsiteX3" y="connsiteY3"/>
                </a:cxn>
              </a:cxnLst>
              <a:rect l="l" t="t" r="r" b="b"/>
              <a:pathLst>
                <a:path w="135974" h="18973">
                  <a:moveTo>
                    <a:pt x="0" y="0"/>
                  </a:moveTo>
                  <a:lnTo>
                    <a:pt x="135974" y="0"/>
                  </a:lnTo>
                  <a:lnTo>
                    <a:pt x="135974" y="18973"/>
                  </a:lnTo>
                  <a:lnTo>
                    <a:pt x="0" y="18973"/>
                  </a:lnTo>
                  <a:close/>
                </a:path>
              </a:pathLst>
            </a:custGeom>
            <a:grpFill/>
            <a:ln w="6271" cap="flat">
              <a:noFill/>
              <a:prstDash val="solid"/>
              <a:miter/>
            </a:ln>
          </p:spPr>
          <p:txBody>
            <a:bodyPr rtlCol="0" anchor="ctr"/>
            <a:lstStyle/>
            <a:p>
              <a:endParaRPr lang="en-US"/>
            </a:p>
          </p:txBody>
        </p:sp>
        <p:sp>
          <p:nvSpPr>
            <p:cNvPr id="48" name="Picture Placeholder 102">
              <a:extLst>
                <a:ext uri="{FF2B5EF4-FFF2-40B4-BE49-F238E27FC236}">
                  <a16:creationId xmlns:a16="http://schemas.microsoft.com/office/drawing/2014/main" id="{A9F1432E-B3D2-19A5-A9B6-349EF89849FC}"/>
                </a:ext>
              </a:extLst>
            </p:cNvPr>
            <p:cNvSpPr/>
            <p:nvPr/>
          </p:nvSpPr>
          <p:spPr>
            <a:xfrm rot="-1314404">
              <a:off x="2120930" y="4891297"/>
              <a:ext cx="165705" cy="18973"/>
            </a:xfrm>
            <a:custGeom>
              <a:avLst/>
              <a:gdLst>
                <a:gd name="connsiteX0" fmla="*/ 0 w 165705"/>
                <a:gd name="connsiteY0" fmla="*/ 0 h 18973"/>
                <a:gd name="connsiteX1" fmla="*/ 165706 w 165705"/>
                <a:gd name="connsiteY1" fmla="*/ 0 h 18973"/>
                <a:gd name="connsiteX2" fmla="*/ 165706 w 165705"/>
                <a:gd name="connsiteY2" fmla="*/ 18974 h 18973"/>
                <a:gd name="connsiteX3" fmla="*/ 0 w 165705"/>
                <a:gd name="connsiteY3" fmla="*/ 18974 h 18973"/>
              </a:gdLst>
              <a:ahLst/>
              <a:cxnLst>
                <a:cxn ang="0">
                  <a:pos x="connsiteX0" y="connsiteY0"/>
                </a:cxn>
                <a:cxn ang="0">
                  <a:pos x="connsiteX1" y="connsiteY1"/>
                </a:cxn>
                <a:cxn ang="0">
                  <a:pos x="connsiteX2" y="connsiteY2"/>
                </a:cxn>
                <a:cxn ang="0">
                  <a:pos x="connsiteX3" y="connsiteY3"/>
                </a:cxn>
              </a:cxnLst>
              <a:rect l="l" t="t" r="r" b="b"/>
              <a:pathLst>
                <a:path w="165705" h="18973">
                  <a:moveTo>
                    <a:pt x="0" y="0"/>
                  </a:moveTo>
                  <a:lnTo>
                    <a:pt x="165706" y="0"/>
                  </a:lnTo>
                  <a:lnTo>
                    <a:pt x="165706" y="18974"/>
                  </a:lnTo>
                  <a:lnTo>
                    <a:pt x="0" y="18974"/>
                  </a:lnTo>
                  <a:close/>
                </a:path>
              </a:pathLst>
            </a:custGeom>
            <a:grpFill/>
            <a:ln w="6271" cap="flat">
              <a:noFill/>
              <a:prstDash val="solid"/>
              <a:miter/>
            </a:ln>
          </p:spPr>
          <p:txBody>
            <a:bodyPr rtlCol="0" anchor="ctr"/>
            <a:lstStyle/>
            <a:p>
              <a:endParaRPr lang="en-US"/>
            </a:p>
          </p:txBody>
        </p:sp>
        <p:sp>
          <p:nvSpPr>
            <p:cNvPr id="49" name="Picture Placeholder 102">
              <a:extLst>
                <a:ext uri="{FF2B5EF4-FFF2-40B4-BE49-F238E27FC236}">
                  <a16:creationId xmlns:a16="http://schemas.microsoft.com/office/drawing/2014/main" id="{30217481-47EE-EE69-80D6-ACC5335ED3DB}"/>
                </a:ext>
              </a:extLst>
            </p:cNvPr>
            <p:cNvSpPr/>
            <p:nvPr/>
          </p:nvSpPr>
          <p:spPr>
            <a:xfrm rot="-662753">
              <a:off x="2102630" y="4781994"/>
              <a:ext cx="18974" cy="151161"/>
            </a:xfrm>
            <a:custGeom>
              <a:avLst/>
              <a:gdLst>
                <a:gd name="connsiteX0" fmla="*/ 0 w 18974"/>
                <a:gd name="connsiteY0" fmla="*/ 0 h 151161"/>
                <a:gd name="connsiteX1" fmla="*/ 18974 w 18974"/>
                <a:gd name="connsiteY1" fmla="*/ 0 h 151161"/>
                <a:gd name="connsiteX2" fmla="*/ 18974 w 18974"/>
                <a:gd name="connsiteY2" fmla="*/ 151162 h 151161"/>
                <a:gd name="connsiteX3" fmla="*/ 0 w 18974"/>
                <a:gd name="connsiteY3" fmla="*/ 151162 h 151161"/>
              </a:gdLst>
              <a:ahLst/>
              <a:cxnLst>
                <a:cxn ang="0">
                  <a:pos x="connsiteX0" y="connsiteY0"/>
                </a:cxn>
                <a:cxn ang="0">
                  <a:pos x="connsiteX1" y="connsiteY1"/>
                </a:cxn>
                <a:cxn ang="0">
                  <a:pos x="connsiteX2" y="connsiteY2"/>
                </a:cxn>
                <a:cxn ang="0">
                  <a:pos x="connsiteX3" y="connsiteY3"/>
                </a:cxn>
              </a:cxnLst>
              <a:rect l="l" t="t" r="r" b="b"/>
              <a:pathLst>
                <a:path w="18974" h="151161">
                  <a:moveTo>
                    <a:pt x="0" y="0"/>
                  </a:moveTo>
                  <a:lnTo>
                    <a:pt x="18974" y="0"/>
                  </a:lnTo>
                  <a:lnTo>
                    <a:pt x="18974" y="151162"/>
                  </a:lnTo>
                  <a:lnTo>
                    <a:pt x="0" y="151162"/>
                  </a:lnTo>
                  <a:close/>
                </a:path>
              </a:pathLst>
            </a:custGeom>
            <a:grpFill/>
            <a:ln w="6271" cap="flat">
              <a:noFill/>
              <a:prstDash val="solid"/>
              <a:miter/>
            </a:ln>
          </p:spPr>
          <p:txBody>
            <a:bodyPr rtlCol="0" anchor="ctr"/>
            <a:lstStyle/>
            <a:p>
              <a:endParaRPr lang="en-US"/>
            </a:p>
          </p:txBody>
        </p:sp>
        <p:sp>
          <p:nvSpPr>
            <p:cNvPr id="50" name="Picture Placeholder 102">
              <a:extLst>
                <a:ext uri="{FF2B5EF4-FFF2-40B4-BE49-F238E27FC236}">
                  <a16:creationId xmlns:a16="http://schemas.microsoft.com/office/drawing/2014/main" id="{4385D4A8-FFD6-93B0-EE94-B69BE4D14354}"/>
                </a:ext>
              </a:extLst>
            </p:cNvPr>
            <p:cNvSpPr/>
            <p:nvPr/>
          </p:nvSpPr>
          <p:spPr>
            <a:xfrm rot="-3279129">
              <a:off x="2308414" y="4850823"/>
              <a:ext cx="18972" cy="91700"/>
            </a:xfrm>
            <a:custGeom>
              <a:avLst/>
              <a:gdLst>
                <a:gd name="connsiteX0" fmla="*/ 0 w 18972"/>
                <a:gd name="connsiteY0" fmla="*/ 0 h 91700"/>
                <a:gd name="connsiteX1" fmla="*/ 18973 w 18972"/>
                <a:gd name="connsiteY1" fmla="*/ 0 h 91700"/>
                <a:gd name="connsiteX2" fmla="*/ 18973 w 18972"/>
                <a:gd name="connsiteY2" fmla="*/ 91701 h 91700"/>
                <a:gd name="connsiteX3" fmla="*/ 0 w 18972"/>
                <a:gd name="connsiteY3" fmla="*/ 91701 h 91700"/>
              </a:gdLst>
              <a:ahLst/>
              <a:cxnLst>
                <a:cxn ang="0">
                  <a:pos x="connsiteX0" y="connsiteY0"/>
                </a:cxn>
                <a:cxn ang="0">
                  <a:pos x="connsiteX1" y="connsiteY1"/>
                </a:cxn>
                <a:cxn ang="0">
                  <a:pos x="connsiteX2" y="connsiteY2"/>
                </a:cxn>
                <a:cxn ang="0">
                  <a:pos x="connsiteX3" y="connsiteY3"/>
                </a:cxn>
              </a:cxnLst>
              <a:rect l="l" t="t" r="r" b="b"/>
              <a:pathLst>
                <a:path w="18972" h="91700">
                  <a:moveTo>
                    <a:pt x="0" y="0"/>
                  </a:moveTo>
                  <a:lnTo>
                    <a:pt x="18973" y="0"/>
                  </a:lnTo>
                  <a:lnTo>
                    <a:pt x="18973" y="91701"/>
                  </a:lnTo>
                  <a:lnTo>
                    <a:pt x="0" y="91701"/>
                  </a:lnTo>
                  <a:close/>
                </a:path>
              </a:pathLst>
            </a:custGeom>
            <a:grpFill/>
            <a:ln w="6271" cap="flat">
              <a:noFill/>
              <a:prstDash val="solid"/>
              <a:miter/>
            </a:ln>
          </p:spPr>
          <p:txBody>
            <a:bodyPr rtlCol="0" anchor="ctr"/>
            <a:lstStyle/>
            <a:p>
              <a:endParaRPr lang="en-US"/>
            </a:p>
          </p:txBody>
        </p:sp>
        <p:sp>
          <p:nvSpPr>
            <p:cNvPr id="51" name="Picture Placeholder 102">
              <a:extLst>
                <a:ext uri="{FF2B5EF4-FFF2-40B4-BE49-F238E27FC236}">
                  <a16:creationId xmlns:a16="http://schemas.microsoft.com/office/drawing/2014/main" id="{8432EA7D-4BBF-291A-3D0E-AD108BCF30CB}"/>
                </a:ext>
              </a:extLst>
            </p:cNvPr>
            <p:cNvSpPr/>
            <p:nvPr/>
          </p:nvSpPr>
          <p:spPr>
            <a:xfrm rot="-3874209">
              <a:off x="2179970" y="4725359"/>
              <a:ext cx="18973" cy="202384"/>
            </a:xfrm>
            <a:custGeom>
              <a:avLst/>
              <a:gdLst>
                <a:gd name="connsiteX0" fmla="*/ 0 w 18973"/>
                <a:gd name="connsiteY0" fmla="*/ 0 h 202384"/>
                <a:gd name="connsiteX1" fmla="*/ 18974 w 18973"/>
                <a:gd name="connsiteY1" fmla="*/ 0 h 202384"/>
                <a:gd name="connsiteX2" fmla="*/ 18974 w 18973"/>
                <a:gd name="connsiteY2" fmla="*/ 202385 h 202384"/>
                <a:gd name="connsiteX3" fmla="*/ 0 w 18973"/>
                <a:gd name="connsiteY3" fmla="*/ 202385 h 202384"/>
              </a:gdLst>
              <a:ahLst/>
              <a:cxnLst>
                <a:cxn ang="0">
                  <a:pos x="connsiteX0" y="connsiteY0"/>
                </a:cxn>
                <a:cxn ang="0">
                  <a:pos x="connsiteX1" y="connsiteY1"/>
                </a:cxn>
                <a:cxn ang="0">
                  <a:pos x="connsiteX2" y="connsiteY2"/>
                </a:cxn>
                <a:cxn ang="0">
                  <a:pos x="connsiteX3" y="connsiteY3"/>
                </a:cxn>
              </a:cxnLst>
              <a:rect l="l" t="t" r="r" b="b"/>
              <a:pathLst>
                <a:path w="18973" h="202384">
                  <a:moveTo>
                    <a:pt x="0" y="0"/>
                  </a:moveTo>
                  <a:lnTo>
                    <a:pt x="18974" y="0"/>
                  </a:lnTo>
                  <a:lnTo>
                    <a:pt x="18974" y="202385"/>
                  </a:lnTo>
                  <a:lnTo>
                    <a:pt x="0" y="202385"/>
                  </a:lnTo>
                  <a:close/>
                </a:path>
              </a:pathLst>
            </a:custGeom>
            <a:grpFill/>
            <a:ln w="6271" cap="flat">
              <a:noFill/>
              <a:prstDash val="solid"/>
              <a:miter/>
            </a:ln>
          </p:spPr>
          <p:txBody>
            <a:bodyPr rtlCol="0" anchor="ctr"/>
            <a:lstStyle/>
            <a:p>
              <a:endParaRPr lang="en-US"/>
            </a:p>
          </p:txBody>
        </p:sp>
        <p:sp>
          <p:nvSpPr>
            <p:cNvPr id="52" name="Picture Placeholder 102">
              <a:extLst>
                <a:ext uri="{FF2B5EF4-FFF2-40B4-BE49-F238E27FC236}">
                  <a16:creationId xmlns:a16="http://schemas.microsoft.com/office/drawing/2014/main" id="{36F3F3C8-7635-DDEC-9545-772490E61834}"/>
                </a:ext>
              </a:extLst>
            </p:cNvPr>
            <p:cNvSpPr/>
            <p:nvPr/>
          </p:nvSpPr>
          <p:spPr>
            <a:xfrm rot="-1662935">
              <a:off x="2271574" y="4822913"/>
              <a:ext cx="161915" cy="18974"/>
            </a:xfrm>
            <a:custGeom>
              <a:avLst/>
              <a:gdLst>
                <a:gd name="connsiteX0" fmla="*/ 0 w 161915"/>
                <a:gd name="connsiteY0" fmla="*/ 0 h 18974"/>
                <a:gd name="connsiteX1" fmla="*/ 161916 w 161915"/>
                <a:gd name="connsiteY1" fmla="*/ 0 h 18974"/>
                <a:gd name="connsiteX2" fmla="*/ 161916 w 161915"/>
                <a:gd name="connsiteY2" fmla="*/ 18974 h 18974"/>
                <a:gd name="connsiteX3" fmla="*/ 0 w 161915"/>
                <a:gd name="connsiteY3" fmla="*/ 18974 h 18974"/>
              </a:gdLst>
              <a:ahLst/>
              <a:cxnLst>
                <a:cxn ang="0">
                  <a:pos x="connsiteX0" y="connsiteY0"/>
                </a:cxn>
                <a:cxn ang="0">
                  <a:pos x="connsiteX1" y="connsiteY1"/>
                </a:cxn>
                <a:cxn ang="0">
                  <a:pos x="connsiteX2" y="connsiteY2"/>
                </a:cxn>
                <a:cxn ang="0">
                  <a:pos x="connsiteX3" y="connsiteY3"/>
                </a:cxn>
              </a:cxnLst>
              <a:rect l="l" t="t" r="r" b="b"/>
              <a:pathLst>
                <a:path w="161915" h="18974">
                  <a:moveTo>
                    <a:pt x="0" y="0"/>
                  </a:moveTo>
                  <a:lnTo>
                    <a:pt x="161916" y="0"/>
                  </a:lnTo>
                  <a:lnTo>
                    <a:pt x="161916" y="18974"/>
                  </a:lnTo>
                  <a:lnTo>
                    <a:pt x="0" y="18974"/>
                  </a:lnTo>
                  <a:close/>
                </a:path>
              </a:pathLst>
            </a:custGeom>
            <a:grpFill/>
            <a:ln w="6271" cap="flat">
              <a:noFill/>
              <a:prstDash val="solid"/>
              <a:miter/>
            </a:ln>
          </p:spPr>
          <p:txBody>
            <a:bodyPr rtlCol="0" anchor="ctr"/>
            <a:lstStyle/>
            <a:p>
              <a:endParaRPr lang="en-US"/>
            </a:p>
          </p:txBody>
        </p:sp>
        <p:sp>
          <p:nvSpPr>
            <p:cNvPr id="53" name="Picture Placeholder 102">
              <a:extLst>
                <a:ext uri="{FF2B5EF4-FFF2-40B4-BE49-F238E27FC236}">
                  <a16:creationId xmlns:a16="http://schemas.microsoft.com/office/drawing/2014/main" id="{3E597053-7192-B8A6-B99B-7C536E8B58FB}"/>
                </a:ext>
              </a:extLst>
            </p:cNvPr>
            <p:cNvSpPr/>
            <p:nvPr/>
          </p:nvSpPr>
          <p:spPr>
            <a:xfrm rot="-3907729">
              <a:off x="2221751" y="4768941"/>
              <a:ext cx="202397" cy="18974"/>
            </a:xfrm>
            <a:custGeom>
              <a:avLst/>
              <a:gdLst>
                <a:gd name="connsiteX0" fmla="*/ 0 w 202397"/>
                <a:gd name="connsiteY0" fmla="*/ 0 h 18974"/>
                <a:gd name="connsiteX1" fmla="*/ 202397 w 202397"/>
                <a:gd name="connsiteY1" fmla="*/ 0 h 18974"/>
                <a:gd name="connsiteX2" fmla="*/ 202397 w 202397"/>
                <a:gd name="connsiteY2" fmla="*/ 18975 h 18974"/>
                <a:gd name="connsiteX3" fmla="*/ 0 w 202397"/>
                <a:gd name="connsiteY3" fmla="*/ 18975 h 18974"/>
              </a:gdLst>
              <a:ahLst/>
              <a:cxnLst>
                <a:cxn ang="0">
                  <a:pos x="connsiteX0" y="connsiteY0"/>
                </a:cxn>
                <a:cxn ang="0">
                  <a:pos x="connsiteX1" y="connsiteY1"/>
                </a:cxn>
                <a:cxn ang="0">
                  <a:pos x="connsiteX2" y="connsiteY2"/>
                </a:cxn>
                <a:cxn ang="0">
                  <a:pos x="connsiteX3" y="connsiteY3"/>
                </a:cxn>
              </a:cxnLst>
              <a:rect l="l" t="t" r="r" b="b"/>
              <a:pathLst>
                <a:path w="202397" h="18974">
                  <a:moveTo>
                    <a:pt x="0" y="0"/>
                  </a:moveTo>
                  <a:lnTo>
                    <a:pt x="202397" y="0"/>
                  </a:lnTo>
                  <a:lnTo>
                    <a:pt x="202397" y="18975"/>
                  </a:lnTo>
                  <a:lnTo>
                    <a:pt x="0" y="18975"/>
                  </a:lnTo>
                  <a:close/>
                </a:path>
              </a:pathLst>
            </a:custGeom>
            <a:grpFill/>
            <a:ln w="6271" cap="flat">
              <a:noFill/>
              <a:prstDash val="solid"/>
              <a:miter/>
            </a:ln>
          </p:spPr>
          <p:txBody>
            <a:bodyPr rtlCol="0" anchor="ctr"/>
            <a:lstStyle/>
            <a:p>
              <a:endParaRPr lang="en-US"/>
            </a:p>
          </p:txBody>
        </p:sp>
        <p:sp>
          <p:nvSpPr>
            <p:cNvPr id="54" name="Picture Placeholder 102">
              <a:extLst>
                <a:ext uri="{FF2B5EF4-FFF2-40B4-BE49-F238E27FC236}">
                  <a16:creationId xmlns:a16="http://schemas.microsoft.com/office/drawing/2014/main" id="{D7B983A4-419D-4C12-8B5A-8799C1219C47}"/>
                </a:ext>
              </a:extLst>
            </p:cNvPr>
            <p:cNvSpPr/>
            <p:nvPr/>
          </p:nvSpPr>
          <p:spPr>
            <a:xfrm rot="-973440">
              <a:off x="2239154" y="4645939"/>
              <a:ext cx="18974" cy="228323"/>
            </a:xfrm>
            <a:custGeom>
              <a:avLst/>
              <a:gdLst>
                <a:gd name="connsiteX0" fmla="*/ 0 w 18974"/>
                <a:gd name="connsiteY0" fmla="*/ 0 h 228323"/>
                <a:gd name="connsiteX1" fmla="*/ 18974 w 18974"/>
                <a:gd name="connsiteY1" fmla="*/ 0 h 228323"/>
                <a:gd name="connsiteX2" fmla="*/ 18974 w 18974"/>
                <a:gd name="connsiteY2" fmla="*/ 228324 h 228323"/>
                <a:gd name="connsiteX3" fmla="*/ 0 w 18974"/>
                <a:gd name="connsiteY3" fmla="*/ 228324 h 228323"/>
              </a:gdLst>
              <a:ahLst/>
              <a:cxnLst>
                <a:cxn ang="0">
                  <a:pos x="connsiteX0" y="connsiteY0"/>
                </a:cxn>
                <a:cxn ang="0">
                  <a:pos x="connsiteX1" y="connsiteY1"/>
                </a:cxn>
                <a:cxn ang="0">
                  <a:pos x="connsiteX2" y="connsiteY2"/>
                </a:cxn>
                <a:cxn ang="0">
                  <a:pos x="connsiteX3" y="connsiteY3"/>
                </a:cxn>
              </a:cxnLst>
              <a:rect l="l" t="t" r="r" b="b"/>
              <a:pathLst>
                <a:path w="18974" h="228323">
                  <a:moveTo>
                    <a:pt x="0" y="0"/>
                  </a:moveTo>
                  <a:lnTo>
                    <a:pt x="18974" y="0"/>
                  </a:lnTo>
                  <a:lnTo>
                    <a:pt x="18974" y="228324"/>
                  </a:lnTo>
                  <a:lnTo>
                    <a:pt x="0" y="228324"/>
                  </a:lnTo>
                  <a:close/>
                </a:path>
              </a:pathLst>
            </a:custGeom>
            <a:grpFill/>
            <a:ln w="6271" cap="flat">
              <a:noFill/>
              <a:prstDash val="solid"/>
              <a:miter/>
            </a:ln>
          </p:spPr>
          <p:txBody>
            <a:bodyPr rtlCol="0" anchor="ctr"/>
            <a:lstStyle/>
            <a:p>
              <a:endParaRPr lang="en-US"/>
            </a:p>
          </p:txBody>
        </p:sp>
        <p:sp>
          <p:nvSpPr>
            <p:cNvPr id="55" name="Picture Placeholder 102">
              <a:extLst>
                <a:ext uri="{FF2B5EF4-FFF2-40B4-BE49-F238E27FC236}">
                  <a16:creationId xmlns:a16="http://schemas.microsoft.com/office/drawing/2014/main" id="{082EDAA2-9308-8675-81FC-D002D748DA56}"/>
                </a:ext>
              </a:extLst>
            </p:cNvPr>
            <p:cNvSpPr/>
            <p:nvPr/>
          </p:nvSpPr>
          <p:spPr>
            <a:xfrm rot="-2885316">
              <a:off x="2068347" y="4707285"/>
              <a:ext cx="177726" cy="18974"/>
            </a:xfrm>
            <a:custGeom>
              <a:avLst/>
              <a:gdLst>
                <a:gd name="connsiteX0" fmla="*/ 0 w 177726"/>
                <a:gd name="connsiteY0" fmla="*/ 0 h 18974"/>
                <a:gd name="connsiteX1" fmla="*/ 177726 w 177726"/>
                <a:gd name="connsiteY1" fmla="*/ 0 h 18974"/>
                <a:gd name="connsiteX2" fmla="*/ 177726 w 177726"/>
                <a:gd name="connsiteY2" fmla="*/ 18974 h 18974"/>
                <a:gd name="connsiteX3" fmla="*/ 0 w 177726"/>
                <a:gd name="connsiteY3" fmla="*/ 18974 h 18974"/>
              </a:gdLst>
              <a:ahLst/>
              <a:cxnLst>
                <a:cxn ang="0">
                  <a:pos x="connsiteX0" y="connsiteY0"/>
                </a:cxn>
                <a:cxn ang="0">
                  <a:pos x="connsiteX1" y="connsiteY1"/>
                </a:cxn>
                <a:cxn ang="0">
                  <a:pos x="connsiteX2" y="connsiteY2"/>
                </a:cxn>
                <a:cxn ang="0">
                  <a:pos x="connsiteX3" y="connsiteY3"/>
                </a:cxn>
              </a:cxnLst>
              <a:rect l="l" t="t" r="r" b="b"/>
              <a:pathLst>
                <a:path w="177726" h="18974">
                  <a:moveTo>
                    <a:pt x="0" y="0"/>
                  </a:moveTo>
                  <a:lnTo>
                    <a:pt x="177726" y="0"/>
                  </a:lnTo>
                  <a:lnTo>
                    <a:pt x="177726" y="18974"/>
                  </a:lnTo>
                  <a:lnTo>
                    <a:pt x="0" y="18974"/>
                  </a:lnTo>
                  <a:close/>
                </a:path>
              </a:pathLst>
            </a:custGeom>
            <a:grpFill/>
            <a:ln w="6271" cap="flat">
              <a:noFill/>
              <a:prstDash val="solid"/>
              <a:miter/>
            </a:ln>
          </p:spPr>
          <p:txBody>
            <a:bodyPr rtlCol="0" anchor="ctr"/>
            <a:lstStyle/>
            <a:p>
              <a:endParaRPr lang="en-US"/>
            </a:p>
          </p:txBody>
        </p:sp>
        <p:sp>
          <p:nvSpPr>
            <p:cNvPr id="56" name="Picture Placeholder 102">
              <a:extLst>
                <a:ext uri="{FF2B5EF4-FFF2-40B4-BE49-F238E27FC236}">
                  <a16:creationId xmlns:a16="http://schemas.microsoft.com/office/drawing/2014/main" id="{BB9FBF3B-0B89-AFC8-7AD5-65A235D60830}"/>
                </a:ext>
              </a:extLst>
            </p:cNvPr>
            <p:cNvSpPr/>
            <p:nvPr/>
          </p:nvSpPr>
          <p:spPr>
            <a:xfrm rot="-4170057">
              <a:off x="2111980" y="4514171"/>
              <a:ext cx="18974" cy="202391"/>
            </a:xfrm>
            <a:custGeom>
              <a:avLst/>
              <a:gdLst>
                <a:gd name="connsiteX0" fmla="*/ 0 w 18974"/>
                <a:gd name="connsiteY0" fmla="*/ 0 h 202391"/>
                <a:gd name="connsiteX1" fmla="*/ 18974 w 18974"/>
                <a:gd name="connsiteY1" fmla="*/ 0 h 202391"/>
                <a:gd name="connsiteX2" fmla="*/ 18974 w 18974"/>
                <a:gd name="connsiteY2" fmla="*/ 202392 h 202391"/>
                <a:gd name="connsiteX3" fmla="*/ 0 w 18974"/>
                <a:gd name="connsiteY3" fmla="*/ 202392 h 202391"/>
              </a:gdLst>
              <a:ahLst/>
              <a:cxnLst>
                <a:cxn ang="0">
                  <a:pos x="connsiteX0" y="connsiteY0"/>
                </a:cxn>
                <a:cxn ang="0">
                  <a:pos x="connsiteX1" y="connsiteY1"/>
                </a:cxn>
                <a:cxn ang="0">
                  <a:pos x="connsiteX2" y="connsiteY2"/>
                </a:cxn>
                <a:cxn ang="0">
                  <a:pos x="connsiteX3" y="connsiteY3"/>
                </a:cxn>
              </a:cxnLst>
              <a:rect l="l" t="t" r="r" b="b"/>
              <a:pathLst>
                <a:path w="18974" h="202391">
                  <a:moveTo>
                    <a:pt x="0" y="0"/>
                  </a:moveTo>
                  <a:lnTo>
                    <a:pt x="18974" y="0"/>
                  </a:lnTo>
                  <a:lnTo>
                    <a:pt x="18974" y="202392"/>
                  </a:lnTo>
                  <a:lnTo>
                    <a:pt x="0" y="202392"/>
                  </a:lnTo>
                  <a:close/>
                </a:path>
              </a:pathLst>
            </a:custGeom>
            <a:grpFill/>
            <a:ln w="6271" cap="flat">
              <a:noFill/>
              <a:prstDash val="solid"/>
              <a:miter/>
            </a:ln>
          </p:spPr>
          <p:txBody>
            <a:bodyPr rtlCol="0" anchor="ctr"/>
            <a:lstStyle/>
            <a:p>
              <a:endParaRPr lang="en-US"/>
            </a:p>
          </p:txBody>
        </p:sp>
        <p:sp>
          <p:nvSpPr>
            <p:cNvPr id="57" name="Picture Placeholder 102">
              <a:extLst>
                <a:ext uri="{FF2B5EF4-FFF2-40B4-BE49-F238E27FC236}">
                  <a16:creationId xmlns:a16="http://schemas.microsoft.com/office/drawing/2014/main" id="{6AA80D8F-1285-1515-7DE7-2B6AD8CBD5C9}"/>
                </a:ext>
              </a:extLst>
            </p:cNvPr>
            <p:cNvSpPr/>
            <p:nvPr/>
          </p:nvSpPr>
          <p:spPr>
            <a:xfrm rot="-1133927">
              <a:off x="2182286" y="4502483"/>
              <a:ext cx="18973" cy="152424"/>
            </a:xfrm>
            <a:custGeom>
              <a:avLst/>
              <a:gdLst>
                <a:gd name="connsiteX0" fmla="*/ 0 w 18973"/>
                <a:gd name="connsiteY0" fmla="*/ 0 h 152424"/>
                <a:gd name="connsiteX1" fmla="*/ 18974 w 18973"/>
                <a:gd name="connsiteY1" fmla="*/ 0 h 152424"/>
                <a:gd name="connsiteX2" fmla="*/ 18974 w 18973"/>
                <a:gd name="connsiteY2" fmla="*/ 152424 h 152424"/>
                <a:gd name="connsiteX3" fmla="*/ 0 w 18973"/>
                <a:gd name="connsiteY3" fmla="*/ 152424 h 152424"/>
              </a:gdLst>
              <a:ahLst/>
              <a:cxnLst>
                <a:cxn ang="0">
                  <a:pos x="connsiteX0" y="connsiteY0"/>
                </a:cxn>
                <a:cxn ang="0">
                  <a:pos x="connsiteX1" y="connsiteY1"/>
                </a:cxn>
                <a:cxn ang="0">
                  <a:pos x="connsiteX2" y="connsiteY2"/>
                </a:cxn>
                <a:cxn ang="0">
                  <a:pos x="connsiteX3" y="connsiteY3"/>
                </a:cxn>
              </a:cxnLst>
              <a:rect l="l" t="t" r="r" b="b"/>
              <a:pathLst>
                <a:path w="18973" h="152424">
                  <a:moveTo>
                    <a:pt x="0" y="0"/>
                  </a:moveTo>
                  <a:lnTo>
                    <a:pt x="18974" y="0"/>
                  </a:lnTo>
                  <a:lnTo>
                    <a:pt x="18974" y="152424"/>
                  </a:lnTo>
                  <a:lnTo>
                    <a:pt x="0" y="152424"/>
                  </a:lnTo>
                  <a:close/>
                </a:path>
              </a:pathLst>
            </a:custGeom>
            <a:grpFill/>
            <a:ln w="6271" cap="flat">
              <a:noFill/>
              <a:prstDash val="solid"/>
              <a:miter/>
            </a:ln>
          </p:spPr>
          <p:txBody>
            <a:bodyPr rtlCol="0" anchor="ctr"/>
            <a:lstStyle/>
            <a:p>
              <a:endParaRPr lang="en-US"/>
            </a:p>
          </p:txBody>
        </p:sp>
        <p:sp>
          <p:nvSpPr>
            <p:cNvPr id="58" name="Picture Placeholder 102">
              <a:extLst>
                <a:ext uri="{FF2B5EF4-FFF2-40B4-BE49-F238E27FC236}">
                  <a16:creationId xmlns:a16="http://schemas.microsoft.com/office/drawing/2014/main" id="{1B11CE83-9AE6-77D6-B550-41B93681B25E}"/>
                </a:ext>
              </a:extLst>
            </p:cNvPr>
            <p:cNvSpPr/>
            <p:nvPr/>
          </p:nvSpPr>
          <p:spPr>
            <a:xfrm rot="-2630229">
              <a:off x="2190182" y="4575968"/>
              <a:ext cx="189735" cy="18973"/>
            </a:xfrm>
            <a:custGeom>
              <a:avLst/>
              <a:gdLst>
                <a:gd name="connsiteX0" fmla="*/ 0 w 189735"/>
                <a:gd name="connsiteY0" fmla="*/ 0 h 18973"/>
                <a:gd name="connsiteX1" fmla="*/ 189735 w 189735"/>
                <a:gd name="connsiteY1" fmla="*/ 0 h 18973"/>
                <a:gd name="connsiteX2" fmla="*/ 189735 w 189735"/>
                <a:gd name="connsiteY2" fmla="*/ 18974 h 18973"/>
                <a:gd name="connsiteX3" fmla="*/ 0 w 189735"/>
                <a:gd name="connsiteY3" fmla="*/ 18974 h 18973"/>
              </a:gdLst>
              <a:ahLst/>
              <a:cxnLst>
                <a:cxn ang="0">
                  <a:pos x="connsiteX0" y="connsiteY0"/>
                </a:cxn>
                <a:cxn ang="0">
                  <a:pos x="connsiteX1" y="connsiteY1"/>
                </a:cxn>
                <a:cxn ang="0">
                  <a:pos x="connsiteX2" y="connsiteY2"/>
                </a:cxn>
                <a:cxn ang="0">
                  <a:pos x="connsiteX3" y="connsiteY3"/>
                </a:cxn>
              </a:cxnLst>
              <a:rect l="l" t="t" r="r" b="b"/>
              <a:pathLst>
                <a:path w="189735" h="18973">
                  <a:moveTo>
                    <a:pt x="0" y="0"/>
                  </a:moveTo>
                  <a:lnTo>
                    <a:pt x="189735" y="0"/>
                  </a:lnTo>
                  <a:lnTo>
                    <a:pt x="189735" y="18974"/>
                  </a:lnTo>
                  <a:lnTo>
                    <a:pt x="0" y="18974"/>
                  </a:lnTo>
                  <a:close/>
                </a:path>
              </a:pathLst>
            </a:custGeom>
            <a:grpFill/>
            <a:ln w="6271" cap="flat">
              <a:noFill/>
              <a:prstDash val="solid"/>
              <a:miter/>
            </a:ln>
          </p:spPr>
          <p:txBody>
            <a:bodyPr rtlCol="0" anchor="ctr"/>
            <a:lstStyle/>
            <a:p>
              <a:endParaRPr lang="en-US"/>
            </a:p>
          </p:txBody>
        </p:sp>
        <p:sp>
          <p:nvSpPr>
            <p:cNvPr id="59" name="Picture Placeholder 102">
              <a:extLst>
                <a:ext uri="{FF2B5EF4-FFF2-40B4-BE49-F238E27FC236}">
                  <a16:creationId xmlns:a16="http://schemas.microsoft.com/office/drawing/2014/main" id="{A5B98D6B-8F17-E8D8-17E1-6A0A2CC22D96}"/>
                </a:ext>
              </a:extLst>
            </p:cNvPr>
            <p:cNvSpPr/>
            <p:nvPr/>
          </p:nvSpPr>
          <p:spPr>
            <a:xfrm rot="-5166896">
              <a:off x="2250939" y="4419291"/>
              <a:ext cx="18973" cy="186575"/>
            </a:xfrm>
            <a:custGeom>
              <a:avLst/>
              <a:gdLst>
                <a:gd name="connsiteX0" fmla="*/ 0 w 18973"/>
                <a:gd name="connsiteY0" fmla="*/ 0 h 186575"/>
                <a:gd name="connsiteX1" fmla="*/ 18974 w 18973"/>
                <a:gd name="connsiteY1" fmla="*/ 0 h 186575"/>
                <a:gd name="connsiteX2" fmla="*/ 18974 w 18973"/>
                <a:gd name="connsiteY2" fmla="*/ 186575 h 186575"/>
                <a:gd name="connsiteX3" fmla="*/ 0 w 18973"/>
                <a:gd name="connsiteY3" fmla="*/ 186575 h 186575"/>
              </a:gdLst>
              <a:ahLst/>
              <a:cxnLst>
                <a:cxn ang="0">
                  <a:pos x="connsiteX0" y="connsiteY0"/>
                </a:cxn>
                <a:cxn ang="0">
                  <a:pos x="connsiteX1" y="connsiteY1"/>
                </a:cxn>
                <a:cxn ang="0">
                  <a:pos x="connsiteX2" y="connsiteY2"/>
                </a:cxn>
                <a:cxn ang="0">
                  <a:pos x="connsiteX3" y="connsiteY3"/>
                </a:cxn>
              </a:cxnLst>
              <a:rect l="l" t="t" r="r" b="b"/>
              <a:pathLst>
                <a:path w="18973" h="186575">
                  <a:moveTo>
                    <a:pt x="0" y="0"/>
                  </a:moveTo>
                  <a:lnTo>
                    <a:pt x="18974" y="0"/>
                  </a:lnTo>
                  <a:lnTo>
                    <a:pt x="18974" y="186575"/>
                  </a:lnTo>
                  <a:lnTo>
                    <a:pt x="0" y="186575"/>
                  </a:lnTo>
                  <a:close/>
                </a:path>
              </a:pathLst>
            </a:custGeom>
            <a:grpFill/>
            <a:ln w="6271" cap="flat">
              <a:noFill/>
              <a:prstDash val="solid"/>
              <a:miter/>
            </a:ln>
          </p:spPr>
          <p:txBody>
            <a:bodyPr rtlCol="0" anchor="ctr"/>
            <a:lstStyle/>
            <a:p>
              <a:endParaRPr lang="en-US"/>
            </a:p>
          </p:txBody>
        </p:sp>
        <p:sp>
          <p:nvSpPr>
            <p:cNvPr id="60" name="Picture Placeholder 102">
              <a:extLst>
                <a:ext uri="{FF2B5EF4-FFF2-40B4-BE49-F238E27FC236}">
                  <a16:creationId xmlns:a16="http://schemas.microsoft.com/office/drawing/2014/main" id="{D9A10061-4B68-DD55-96E9-85ED35878F13}"/>
                </a:ext>
              </a:extLst>
            </p:cNvPr>
            <p:cNvSpPr/>
            <p:nvPr/>
          </p:nvSpPr>
          <p:spPr>
            <a:xfrm rot="-2703889">
              <a:off x="2155248" y="4467591"/>
              <a:ext cx="83483" cy="18973"/>
            </a:xfrm>
            <a:custGeom>
              <a:avLst/>
              <a:gdLst>
                <a:gd name="connsiteX0" fmla="*/ 0 w 83483"/>
                <a:gd name="connsiteY0" fmla="*/ 0 h 18973"/>
                <a:gd name="connsiteX1" fmla="*/ 83484 w 83483"/>
                <a:gd name="connsiteY1" fmla="*/ 0 h 18973"/>
                <a:gd name="connsiteX2" fmla="*/ 83484 w 83483"/>
                <a:gd name="connsiteY2" fmla="*/ 18974 h 18973"/>
                <a:gd name="connsiteX3" fmla="*/ 0 w 83483"/>
                <a:gd name="connsiteY3" fmla="*/ 18974 h 18973"/>
              </a:gdLst>
              <a:ahLst/>
              <a:cxnLst>
                <a:cxn ang="0">
                  <a:pos x="connsiteX0" y="connsiteY0"/>
                </a:cxn>
                <a:cxn ang="0">
                  <a:pos x="connsiteX1" y="connsiteY1"/>
                </a:cxn>
                <a:cxn ang="0">
                  <a:pos x="connsiteX2" y="connsiteY2"/>
                </a:cxn>
                <a:cxn ang="0">
                  <a:pos x="connsiteX3" y="connsiteY3"/>
                </a:cxn>
              </a:cxnLst>
              <a:rect l="l" t="t" r="r" b="b"/>
              <a:pathLst>
                <a:path w="83483" h="18973">
                  <a:moveTo>
                    <a:pt x="0" y="0"/>
                  </a:moveTo>
                  <a:lnTo>
                    <a:pt x="83484" y="0"/>
                  </a:lnTo>
                  <a:lnTo>
                    <a:pt x="83484" y="18974"/>
                  </a:lnTo>
                  <a:lnTo>
                    <a:pt x="0" y="18974"/>
                  </a:lnTo>
                  <a:close/>
                </a:path>
              </a:pathLst>
            </a:custGeom>
            <a:grpFill/>
            <a:ln w="6271" cap="flat">
              <a:noFill/>
              <a:prstDash val="solid"/>
              <a:miter/>
            </a:ln>
          </p:spPr>
          <p:txBody>
            <a:bodyPr rtlCol="0" anchor="ctr"/>
            <a:lstStyle/>
            <a:p>
              <a:endParaRPr lang="en-US"/>
            </a:p>
          </p:txBody>
        </p:sp>
        <p:sp>
          <p:nvSpPr>
            <p:cNvPr id="61" name="Picture Placeholder 102">
              <a:extLst>
                <a:ext uri="{FF2B5EF4-FFF2-40B4-BE49-F238E27FC236}">
                  <a16:creationId xmlns:a16="http://schemas.microsoft.com/office/drawing/2014/main" id="{CFB2732C-8476-3A29-8773-398D82470638}"/>
                </a:ext>
              </a:extLst>
            </p:cNvPr>
            <p:cNvSpPr/>
            <p:nvPr/>
          </p:nvSpPr>
          <p:spPr>
            <a:xfrm rot="-3326249">
              <a:off x="2115939" y="4423639"/>
              <a:ext cx="18973" cy="108782"/>
            </a:xfrm>
            <a:custGeom>
              <a:avLst/>
              <a:gdLst>
                <a:gd name="connsiteX0" fmla="*/ 0 w 18973"/>
                <a:gd name="connsiteY0" fmla="*/ 0 h 108782"/>
                <a:gd name="connsiteX1" fmla="*/ 18974 w 18973"/>
                <a:gd name="connsiteY1" fmla="*/ 0 h 108782"/>
                <a:gd name="connsiteX2" fmla="*/ 18974 w 18973"/>
                <a:gd name="connsiteY2" fmla="*/ 108782 h 108782"/>
                <a:gd name="connsiteX3" fmla="*/ 0 w 18973"/>
                <a:gd name="connsiteY3" fmla="*/ 108782 h 108782"/>
              </a:gdLst>
              <a:ahLst/>
              <a:cxnLst>
                <a:cxn ang="0">
                  <a:pos x="connsiteX0" y="connsiteY0"/>
                </a:cxn>
                <a:cxn ang="0">
                  <a:pos x="connsiteX1" y="connsiteY1"/>
                </a:cxn>
                <a:cxn ang="0">
                  <a:pos x="connsiteX2" y="connsiteY2"/>
                </a:cxn>
                <a:cxn ang="0">
                  <a:pos x="connsiteX3" y="connsiteY3"/>
                </a:cxn>
              </a:cxnLst>
              <a:rect l="l" t="t" r="r" b="b"/>
              <a:pathLst>
                <a:path w="18973" h="108782">
                  <a:moveTo>
                    <a:pt x="0" y="0"/>
                  </a:moveTo>
                  <a:lnTo>
                    <a:pt x="18974" y="0"/>
                  </a:lnTo>
                  <a:lnTo>
                    <a:pt x="18974" y="108782"/>
                  </a:lnTo>
                  <a:lnTo>
                    <a:pt x="0" y="108782"/>
                  </a:lnTo>
                  <a:close/>
                </a:path>
              </a:pathLst>
            </a:custGeom>
            <a:grpFill/>
            <a:ln w="6271" cap="flat">
              <a:noFill/>
              <a:prstDash val="solid"/>
              <a:miter/>
            </a:ln>
          </p:spPr>
          <p:txBody>
            <a:bodyPr rtlCol="0" anchor="ctr"/>
            <a:lstStyle/>
            <a:p>
              <a:endParaRPr lang="en-US"/>
            </a:p>
          </p:txBody>
        </p:sp>
        <p:sp>
          <p:nvSpPr>
            <p:cNvPr id="62" name="Picture Placeholder 102">
              <a:extLst>
                <a:ext uri="{FF2B5EF4-FFF2-40B4-BE49-F238E27FC236}">
                  <a16:creationId xmlns:a16="http://schemas.microsoft.com/office/drawing/2014/main" id="{0F70B847-57EA-8F75-884B-4B473462E899}"/>
                </a:ext>
              </a:extLst>
            </p:cNvPr>
            <p:cNvSpPr/>
            <p:nvPr/>
          </p:nvSpPr>
          <p:spPr>
            <a:xfrm rot="-1164152">
              <a:off x="2053355" y="4573978"/>
              <a:ext cx="18973" cy="217564"/>
            </a:xfrm>
            <a:custGeom>
              <a:avLst/>
              <a:gdLst>
                <a:gd name="connsiteX0" fmla="*/ 0 w 18973"/>
                <a:gd name="connsiteY0" fmla="*/ 0 h 217564"/>
                <a:gd name="connsiteX1" fmla="*/ 18974 w 18973"/>
                <a:gd name="connsiteY1" fmla="*/ 0 h 217564"/>
                <a:gd name="connsiteX2" fmla="*/ 18974 w 18973"/>
                <a:gd name="connsiteY2" fmla="*/ 217564 h 217564"/>
                <a:gd name="connsiteX3" fmla="*/ 0 w 18973"/>
                <a:gd name="connsiteY3" fmla="*/ 217564 h 217564"/>
              </a:gdLst>
              <a:ahLst/>
              <a:cxnLst>
                <a:cxn ang="0">
                  <a:pos x="connsiteX0" y="connsiteY0"/>
                </a:cxn>
                <a:cxn ang="0">
                  <a:pos x="connsiteX1" y="connsiteY1"/>
                </a:cxn>
                <a:cxn ang="0">
                  <a:pos x="connsiteX2" y="connsiteY2"/>
                </a:cxn>
                <a:cxn ang="0">
                  <a:pos x="connsiteX3" y="connsiteY3"/>
                </a:cxn>
              </a:cxnLst>
              <a:rect l="l" t="t" r="r" b="b"/>
              <a:pathLst>
                <a:path w="18973" h="217564">
                  <a:moveTo>
                    <a:pt x="0" y="0"/>
                  </a:moveTo>
                  <a:lnTo>
                    <a:pt x="18974" y="0"/>
                  </a:lnTo>
                  <a:lnTo>
                    <a:pt x="18974" y="217564"/>
                  </a:lnTo>
                  <a:lnTo>
                    <a:pt x="0" y="217564"/>
                  </a:lnTo>
                  <a:close/>
                </a:path>
              </a:pathLst>
            </a:custGeom>
            <a:grpFill/>
            <a:ln w="6271" cap="flat">
              <a:noFill/>
              <a:prstDash val="solid"/>
              <a:miter/>
            </a:ln>
          </p:spPr>
          <p:txBody>
            <a:bodyPr rtlCol="0" anchor="ctr"/>
            <a:lstStyle/>
            <a:p>
              <a:endParaRPr lang="en-US"/>
            </a:p>
          </p:txBody>
        </p:sp>
        <p:sp>
          <p:nvSpPr>
            <p:cNvPr id="63" name="Picture Placeholder 102">
              <a:extLst>
                <a:ext uri="{FF2B5EF4-FFF2-40B4-BE49-F238E27FC236}">
                  <a16:creationId xmlns:a16="http://schemas.microsoft.com/office/drawing/2014/main" id="{F4D1ADC2-C77E-A850-BC35-A5F600F1C9AE}"/>
                </a:ext>
              </a:extLst>
            </p:cNvPr>
            <p:cNvSpPr/>
            <p:nvPr/>
          </p:nvSpPr>
          <p:spPr>
            <a:xfrm rot="-3977120">
              <a:off x="2009578" y="4662515"/>
              <a:ext cx="18974" cy="174566"/>
            </a:xfrm>
            <a:custGeom>
              <a:avLst/>
              <a:gdLst>
                <a:gd name="connsiteX0" fmla="*/ 0 w 18974"/>
                <a:gd name="connsiteY0" fmla="*/ 0 h 174566"/>
                <a:gd name="connsiteX1" fmla="*/ 18975 w 18974"/>
                <a:gd name="connsiteY1" fmla="*/ 0 h 174566"/>
                <a:gd name="connsiteX2" fmla="*/ 18975 w 18974"/>
                <a:gd name="connsiteY2" fmla="*/ 174567 h 174566"/>
                <a:gd name="connsiteX3" fmla="*/ 0 w 18974"/>
                <a:gd name="connsiteY3" fmla="*/ 174567 h 174566"/>
              </a:gdLst>
              <a:ahLst/>
              <a:cxnLst>
                <a:cxn ang="0">
                  <a:pos x="connsiteX0" y="connsiteY0"/>
                </a:cxn>
                <a:cxn ang="0">
                  <a:pos x="connsiteX1" y="connsiteY1"/>
                </a:cxn>
                <a:cxn ang="0">
                  <a:pos x="connsiteX2" y="connsiteY2"/>
                </a:cxn>
                <a:cxn ang="0">
                  <a:pos x="connsiteX3" y="connsiteY3"/>
                </a:cxn>
              </a:cxnLst>
              <a:rect l="l" t="t" r="r" b="b"/>
              <a:pathLst>
                <a:path w="18974" h="174566">
                  <a:moveTo>
                    <a:pt x="0" y="0"/>
                  </a:moveTo>
                  <a:lnTo>
                    <a:pt x="18975" y="0"/>
                  </a:lnTo>
                  <a:lnTo>
                    <a:pt x="18975" y="174567"/>
                  </a:lnTo>
                  <a:lnTo>
                    <a:pt x="0" y="174567"/>
                  </a:lnTo>
                  <a:close/>
                </a:path>
              </a:pathLst>
            </a:custGeom>
            <a:grpFill/>
            <a:ln w="6271" cap="flat">
              <a:noFill/>
              <a:prstDash val="solid"/>
              <a:miter/>
            </a:ln>
          </p:spPr>
          <p:txBody>
            <a:bodyPr rtlCol="0" anchor="ctr"/>
            <a:lstStyle/>
            <a:p>
              <a:endParaRPr lang="en-US"/>
            </a:p>
          </p:txBody>
        </p:sp>
        <p:sp>
          <p:nvSpPr>
            <p:cNvPr id="64" name="Picture Placeholder 102">
              <a:extLst>
                <a:ext uri="{FF2B5EF4-FFF2-40B4-BE49-F238E27FC236}">
                  <a16:creationId xmlns:a16="http://schemas.microsoft.com/office/drawing/2014/main" id="{69C47748-7031-7649-7CB6-ABDE78A3F96A}"/>
                </a:ext>
              </a:extLst>
            </p:cNvPr>
            <p:cNvSpPr/>
            <p:nvPr/>
          </p:nvSpPr>
          <p:spPr>
            <a:xfrm rot="-4594428">
              <a:off x="2281865" y="4592070"/>
              <a:ext cx="18974" cy="153060"/>
            </a:xfrm>
            <a:custGeom>
              <a:avLst/>
              <a:gdLst>
                <a:gd name="connsiteX0" fmla="*/ 0 w 18974"/>
                <a:gd name="connsiteY0" fmla="*/ 0 h 153060"/>
                <a:gd name="connsiteX1" fmla="*/ 18974 w 18974"/>
                <a:gd name="connsiteY1" fmla="*/ 0 h 153060"/>
                <a:gd name="connsiteX2" fmla="*/ 18974 w 18974"/>
                <a:gd name="connsiteY2" fmla="*/ 153060 h 153060"/>
                <a:gd name="connsiteX3" fmla="*/ 0 w 18974"/>
                <a:gd name="connsiteY3" fmla="*/ 153060 h 153060"/>
              </a:gdLst>
              <a:ahLst/>
              <a:cxnLst>
                <a:cxn ang="0">
                  <a:pos x="connsiteX0" y="connsiteY0"/>
                </a:cxn>
                <a:cxn ang="0">
                  <a:pos x="connsiteX1" y="connsiteY1"/>
                </a:cxn>
                <a:cxn ang="0">
                  <a:pos x="connsiteX2" y="connsiteY2"/>
                </a:cxn>
                <a:cxn ang="0">
                  <a:pos x="connsiteX3" y="connsiteY3"/>
                </a:cxn>
              </a:cxnLst>
              <a:rect l="l" t="t" r="r" b="b"/>
              <a:pathLst>
                <a:path w="18974" h="153060">
                  <a:moveTo>
                    <a:pt x="0" y="0"/>
                  </a:moveTo>
                  <a:lnTo>
                    <a:pt x="18974" y="0"/>
                  </a:lnTo>
                  <a:lnTo>
                    <a:pt x="18974" y="153060"/>
                  </a:lnTo>
                  <a:lnTo>
                    <a:pt x="0" y="153060"/>
                  </a:lnTo>
                  <a:close/>
                </a:path>
              </a:pathLst>
            </a:custGeom>
            <a:grpFill/>
            <a:ln w="6271" cap="flat">
              <a:noFill/>
              <a:prstDash val="solid"/>
              <a:miter/>
            </a:ln>
          </p:spPr>
          <p:txBody>
            <a:bodyPr rtlCol="0" anchor="ctr"/>
            <a:lstStyle/>
            <a:p>
              <a:endParaRPr lang="en-US"/>
            </a:p>
          </p:txBody>
        </p:sp>
        <p:sp>
          <p:nvSpPr>
            <p:cNvPr id="65" name="Picture Placeholder 102">
              <a:extLst>
                <a:ext uri="{FF2B5EF4-FFF2-40B4-BE49-F238E27FC236}">
                  <a16:creationId xmlns:a16="http://schemas.microsoft.com/office/drawing/2014/main" id="{DD54A39F-AEF4-AA1D-C49E-5FC1574AE4CB}"/>
                </a:ext>
              </a:extLst>
            </p:cNvPr>
            <p:cNvSpPr/>
            <p:nvPr/>
          </p:nvSpPr>
          <p:spPr>
            <a:xfrm rot="-247667">
              <a:off x="2349867" y="4518869"/>
              <a:ext cx="18973" cy="167600"/>
            </a:xfrm>
            <a:custGeom>
              <a:avLst/>
              <a:gdLst>
                <a:gd name="connsiteX0" fmla="*/ 0 w 18973"/>
                <a:gd name="connsiteY0" fmla="*/ 0 h 167600"/>
                <a:gd name="connsiteX1" fmla="*/ 18974 w 18973"/>
                <a:gd name="connsiteY1" fmla="*/ 0 h 167600"/>
                <a:gd name="connsiteX2" fmla="*/ 18974 w 18973"/>
                <a:gd name="connsiteY2" fmla="*/ 167601 h 167600"/>
                <a:gd name="connsiteX3" fmla="*/ 0 w 18973"/>
                <a:gd name="connsiteY3" fmla="*/ 167601 h 167600"/>
              </a:gdLst>
              <a:ahLst/>
              <a:cxnLst>
                <a:cxn ang="0">
                  <a:pos x="connsiteX0" y="connsiteY0"/>
                </a:cxn>
                <a:cxn ang="0">
                  <a:pos x="connsiteX1" y="connsiteY1"/>
                </a:cxn>
                <a:cxn ang="0">
                  <a:pos x="connsiteX2" y="connsiteY2"/>
                </a:cxn>
                <a:cxn ang="0">
                  <a:pos x="connsiteX3" y="connsiteY3"/>
                </a:cxn>
              </a:cxnLst>
              <a:rect l="l" t="t" r="r" b="b"/>
              <a:pathLst>
                <a:path w="18973" h="167600">
                  <a:moveTo>
                    <a:pt x="0" y="0"/>
                  </a:moveTo>
                  <a:lnTo>
                    <a:pt x="18974" y="0"/>
                  </a:lnTo>
                  <a:lnTo>
                    <a:pt x="18974" y="167601"/>
                  </a:lnTo>
                  <a:lnTo>
                    <a:pt x="0" y="167601"/>
                  </a:lnTo>
                  <a:close/>
                </a:path>
              </a:pathLst>
            </a:custGeom>
            <a:grpFill/>
            <a:ln w="6271" cap="flat">
              <a:noFill/>
              <a:prstDash val="solid"/>
              <a:miter/>
            </a:ln>
          </p:spPr>
          <p:txBody>
            <a:bodyPr rtlCol="0" anchor="ctr"/>
            <a:lstStyle/>
            <a:p>
              <a:endParaRPr lang="en-US"/>
            </a:p>
          </p:txBody>
        </p:sp>
        <p:sp>
          <p:nvSpPr>
            <p:cNvPr id="66" name="Picture Placeholder 102">
              <a:extLst>
                <a:ext uri="{FF2B5EF4-FFF2-40B4-BE49-F238E27FC236}">
                  <a16:creationId xmlns:a16="http://schemas.microsoft.com/office/drawing/2014/main" id="{EE1A8063-8C6D-183A-E12D-ECFCAD3183A6}"/>
                </a:ext>
              </a:extLst>
            </p:cNvPr>
            <p:cNvSpPr/>
            <p:nvPr/>
          </p:nvSpPr>
          <p:spPr>
            <a:xfrm rot="-1937778">
              <a:off x="2360144" y="4658122"/>
              <a:ext cx="70835" cy="18973"/>
            </a:xfrm>
            <a:custGeom>
              <a:avLst/>
              <a:gdLst>
                <a:gd name="connsiteX0" fmla="*/ 0 w 70835"/>
                <a:gd name="connsiteY0" fmla="*/ 0 h 18973"/>
                <a:gd name="connsiteX1" fmla="*/ 70836 w 70835"/>
                <a:gd name="connsiteY1" fmla="*/ 0 h 18973"/>
                <a:gd name="connsiteX2" fmla="*/ 70836 w 70835"/>
                <a:gd name="connsiteY2" fmla="*/ 18974 h 18973"/>
                <a:gd name="connsiteX3" fmla="*/ 0 w 70835"/>
                <a:gd name="connsiteY3" fmla="*/ 18974 h 18973"/>
              </a:gdLst>
              <a:ahLst/>
              <a:cxnLst>
                <a:cxn ang="0">
                  <a:pos x="connsiteX0" y="connsiteY0"/>
                </a:cxn>
                <a:cxn ang="0">
                  <a:pos x="connsiteX1" y="connsiteY1"/>
                </a:cxn>
                <a:cxn ang="0">
                  <a:pos x="connsiteX2" y="connsiteY2"/>
                </a:cxn>
                <a:cxn ang="0">
                  <a:pos x="connsiteX3" y="connsiteY3"/>
                </a:cxn>
              </a:cxnLst>
              <a:rect l="l" t="t" r="r" b="b"/>
              <a:pathLst>
                <a:path w="70835" h="18973">
                  <a:moveTo>
                    <a:pt x="0" y="0"/>
                  </a:moveTo>
                  <a:lnTo>
                    <a:pt x="70836" y="0"/>
                  </a:lnTo>
                  <a:lnTo>
                    <a:pt x="70836" y="18974"/>
                  </a:lnTo>
                  <a:lnTo>
                    <a:pt x="0" y="18974"/>
                  </a:lnTo>
                  <a:close/>
                </a:path>
              </a:pathLst>
            </a:custGeom>
            <a:grpFill/>
            <a:ln w="6271" cap="flat">
              <a:noFill/>
              <a:prstDash val="solid"/>
              <a:miter/>
            </a:ln>
          </p:spPr>
          <p:txBody>
            <a:bodyPr rtlCol="0" anchor="ctr"/>
            <a:lstStyle/>
            <a:p>
              <a:endParaRPr lang="en-US"/>
            </a:p>
          </p:txBody>
        </p:sp>
        <p:sp>
          <p:nvSpPr>
            <p:cNvPr id="67" name="Picture Placeholder 102">
              <a:extLst>
                <a:ext uri="{FF2B5EF4-FFF2-40B4-BE49-F238E27FC236}">
                  <a16:creationId xmlns:a16="http://schemas.microsoft.com/office/drawing/2014/main" id="{759CABD4-7C8C-D591-AC4E-4C25E3A256FF}"/>
                </a:ext>
              </a:extLst>
            </p:cNvPr>
            <p:cNvSpPr/>
            <p:nvPr/>
          </p:nvSpPr>
          <p:spPr>
            <a:xfrm rot="-1694925">
              <a:off x="2385177" y="4678893"/>
              <a:ext cx="18973" cy="122697"/>
            </a:xfrm>
            <a:custGeom>
              <a:avLst/>
              <a:gdLst>
                <a:gd name="connsiteX0" fmla="*/ 0 w 18973"/>
                <a:gd name="connsiteY0" fmla="*/ 0 h 122697"/>
                <a:gd name="connsiteX1" fmla="*/ 18974 w 18973"/>
                <a:gd name="connsiteY1" fmla="*/ 0 h 122697"/>
                <a:gd name="connsiteX2" fmla="*/ 18974 w 18973"/>
                <a:gd name="connsiteY2" fmla="*/ 122697 h 122697"/>
                <a:gd name="connsiteX3" fmla="*/ 0 w 18973"/>
                <a:gd name="connsiteY3" fmla="*/ 122697 h 122697"/>
              </a:gdLst>
              <a:ahLst/>
              <a:cxnLst>
                <a:cxn ang="0">
                  <a:pos x="connsiteX0" y="connsiteY0"/>
                </a:cxn>
                <a:cxn ang="0">
                  <a:pos x="connsiteX1" y="connsiteY1"/>
                </a:cxn>
                <a:cxn ang="0">
                  <a:pos x="connsiteX2" y="connsiteY2"/>
                </a:cxn>
                <a:cxn ang="0">
                  <a:pos x="connsiteX3" y="connsiteY3"/>
                </a:cxn>
              </a:cxnLst>
              <a:rect l="l" t="t" r="r" b="b"/>
              <a:pathLst>
                <a:path w="18973" h="122697">
                  <a:moveTo>
                    <a:pt x="0" y="0"/>
                  </a:moveTo>
                  <a:lnTo>
                    <a:pt x="18974" y="0"/>
                  </a:lnTo>
                  <a:lnTo>
                    <a:pt x="18974" y="122697"/>
                  </a:lnTo>
                  <a:lnTo>
                    <a:pt x="0" y="122697"/>
                  </a:lnTo>
                  <a:close/>
                </a:path>
              </a:pathLst>
            </a:custGeom>
            <a:grpFill/>
            <a:ln w="6271" cap="flat">
              <a:noFill/>
              <a:prstDash val="solid"/>
              <a:miter/>
            </a:ln>
          </p:spPr>
          <p:txBody>
            <a:bodyPr rtlCol="0" anchor="ctr"/>
            <a:lstStyle/>
            <a:p>
              <a:endParaRPr lang="en-US"/>
            </a:p>
          </p:txBody>
        </p:sp>
      </p:grpSp>
      <p:grpSp>
        <p:nvGrpSpPr>
          <p:cNvPr id="68" name="Picture Placeholder 103" descr="Reliability&#10;">
            <a:extLst>
              <a:ext uri="{FF2B5EF4-FFF2-40B4-BE49-F238E27FC236}">
                <a16:creationId xmlns:a16="http://schemas.microsoft.com/office/drawing/2014/main" id="{CC018C34-93CB-260C-F878-6099AB8EB872}"/>
              </a:ext>
            </a:extLst>
          </p:cNvPr>
          <p:cNvGrpSpPr>
            <a:grpSpLocks noChangeAspect="1"/>
          </p:cNvGrpSpPr>
          <p:nvPr/>
        </p:nvGrpSpPr>
        <p:grpSpPr>
          <a:xfrm>
            <a:off x="7142450" y="2440766"/>
            <a:ext cx="683485" cy="1097280"/>
            <a:chOff x="3280734" y="4422087"/>
            <a:chExt cx="373862" cy="600204"/>
          </a:xfrm>
          <a:solidFill>
            <a:schemeClr val="bg1"/>
          </a:solidFill>
        </p:grpSpPr>
        <p:grpSp>
          <p:nvGrpSpPr>
            <p:cNvPr id="69" name="Picture Placeholder 103">
              <a:extLst>
                <a:ext uri="{FF2B5EF4-FFF2-40B4-BE49-F238E27FC236}">
                  <a16:creationId xmlns:a16="http://schemas.microsoft.com/office/drawing/2014/main" id="{BFCC5E9E-97B3-2182-AA2E-71F9B5C50879}"/>
                </a:ext>
              </a:extLst>
            </p:cNvPr>
            <p:cNvGrpSpPr/>
            <p:nvPr/>
          </p:nvGrpSpPr>
          <p:grpSpPr>
            <a:xfrm>
              <a:off x="3280734" y="4771838"/>
              <a:ext cx="373862" cy="250454"/>
              <a:chOff x="3280734" y="4771838"/>
              <a:chExt cx="373862" cy="250454"/>
            </a:xfrm>
            <a:grpFill/>
          </p:grpSpPr>
          <p:sp>
            <p:nvSpPr>
              <p:cNvPr id="72" name="Picture Placeholder 103">
                <a:extLst>
                  <a:ext uri="{FF2B5EF4-FFF2-40B4-BE49-F238E27FC236}">
                    <a16:creationId xmlns:a16="http://schemas.microsoft.com/office/drawing/2014/main" id="{D5D9062A-BBA7-6BF9-D910-FF1657CA2C85}"/>
                  </a:ext>
                </a:extLst>
              </p:cNvPr>
              <p:cNvSpPr/>
              <p:nvPr/>
            </p:nvSpPr>
            <p:spPr>
              <a:xfrm>
                <a:off x="3280734" y="4774368"/>
                <a:ext cx="178234" cy="247924"/>
              </a:xfrm>
              <a:custGeom>
                <a:avLst/>
                <a:gdLst>
                  <a:gd name="connsiteX0" fmla="*/ 122578 w 178234"/>
                  <a:gd name="connsiteY0" fmla="*/ 220729 h 247924"/>
                  <a:gd name="connsiteX1" fmla="*/ 101707 w 178234"/>
                  <a:gd name="connsiteY1" fmla="*/ 168867 h 247924"/>
                  <a:gd name="connsiteX2" fmla="*/ 97280 w 178234"/>
                  <a:gd name="connsiteY2" fmla="*/ 164440 h 247924"/>
                  <a:gd name="connsiteX3" fmla="*/ 94750 w 178234"/>
                  <a:gd name="connsiteY3" fmla="*/ 163807 h 247924"/>
                  <a:gd name="connsiteX4" fmla="*/ 90955 w 178234"/>
                  <a:gd name="connsiteY4" fmla="*/ 164440 h 247924"/>
                  <a:gd name="connsiteX5" fmla="*/ 28341 w 178234"/>
                  <a:gd name="connsiteY5" fmla="*/ 196695 h 247924"/>
                  <a:gd name="connsiteX6" fmla="*/ 101707 w 178234"/>
                  <a:gd name="connsiteY6" fmla="*/ 0 h 247924"/>
                  <a:gd name="connsiteX7" fmla="*/ 93485 w 178234"/>
                  <a:gd name="connsiteY7" fmla="*/ 1265 h 247924"/>
                  <a:gd name="connsiteX8" fmla="*/ 85263 w 178234"/>
                  <a:gd name="connsiteY8" fmla="*/ 2530 h 247924"/>
                  <a:gd name="connsiteX9" fmla="*/ 1146 w 178234"/>
                  <a:gd name="connsiteY9" fmla="*/ 212507 h 247924"/>
                  <a:gd name="connsiteX10" fmla="*/ 1778 w 178234"/>
                  <a:gd name="connsiteY10" fmla="*/ 221993 h 247924"/>
                  <a:gd name="connsiteX11" fmla="*/ 11265 w 178234"/>
                  <a:gd name="connsiteY11" fmla="*/ 223891 h 247924"/>
                  <a:gd name="connsiteX12" fmla="*/ 90323 w 178234"/>
                  <a:gd name="connsiteY12" fmla="*/ 183413 h 247924"/>
                  <a:gd name="connsiteX13" fmla="*/ 113091 w 178234"/>
                  <a:gd name="connsiteY13" fmla="*/ 242865 h 247924"/>
                  <a:gd name="connsiteX14" fmla="*/ 120048 w 178234"/>
                  <a:gd name="connsiteY14" fmla="*/ 247924 h 247924"/>
                  <a:gd name="connsiteX15" fmla="*/ 120681 w 178234"/>
                  <a:gd name="connsiteY15" fmla="*/ 247924 h 247924"/>
                  <a:gd name="connsiteX16" fmla="*/ 127638 w 178234"/>
                  <a:gd name="connsiteY16" fmla="*/ 244130 h 247924"/>
                  <a:gd name="connsiteX17" fmla="*/ 178234 w 178234"/>
                  <a:gd name="connsiteY17" fmla="*/ 133449 h 247924"/>
                  <a:gd name="connsiteX18" fmla="*/ 170012 w 178234"/>
                  <a:gd name="connsiteY18" fmla="*/ 107518 h 247924"/>
                  <a:gd name="connsiteX19" fmla="*/ 122578 w 178234"/>
                  <a:gd name="connsiteY19" fmla="*/ 220729 h 247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8234" h="247924">
                    <a:moveTo>
                      <a:pt x="122578" y="220729"/>
                    </a:moveTo>
                    <a:cubicBezTo>
                      <a:pt x="116253" y="203652"/>
                      <a:pt x="109296" y="185943"/>
                      <a:pt x="101707" y="168867"/>
                    </a:cubicBezTo>
                    <a:cubicBezTo>
                      <a:pt x="101074" y="166969"/>
                      <a:pt x="99177" y="165072"/>
                      <a:pt x="97280" y="164440"/>
                    </a:cubicBezTo>
                    <a:cubicBezTo>
                      <a:pt x="96647" y="164440"/>
                      <a:pt x="95382" y="163807"/>
                      <a:pt x="94750" y="163807"/>
                    </a:cubicBezTo>
                    <a:cubicBezTo>
                      <a:pt x="93485" y="163807"/>
                      <a:pt x="92220" y="163807"/>
                      <a:pt x="90955" y="164440"/>
                    </a:cubicBezTo>
                    <a:cubicBezTo>
                      <a:pt x="70084" y="175191"/>
                      <a:pt x="49213" y="185943"/>
                      <a:pt x="28341" y="196695"/>
                    </a:cubicBezTo>
                    <a:cubicBezTo>
                      <a:pt x="63759" y="134082"/>
                      <a:pt x="88425" y="67041"/>
                      <a:pt x="101707" y="0"/>
                    </a:cubicBezTo>
                    <a:cubicBezTo>
                      <a:pt x="99177" y="0"/>
                      <a:pt x="96015" y="632"/>
                      <a:pt x="93485" y="1265"/>
                    </a:cubicBezTo>
                    <a:cubicBezTo>
                      <a:pt x="90955" y="1897"/>
                      <a:pt x="87793" y="2530"/>
                      <a:pt x="85263" y="2530"/>
                    </a:cubicBezTo>
                    <a:cubicBezTo>
                      <a:pt x="70084" y="73998"/>
                      <a:pt x="41623" y="145466"/>
                      <a:pt x="1146" y="212507"/>
                    </a:cubicBezTo>
                    <a:cubicBezTo>
                      <a:pt x="-752" y="215669"/>
                      <a:pt x="-119" y="219464"/>
                      <a:pt x="1778" y="221993"/>
                    </a:cubicBezTo>
                    <a:cubicBezTo>
                      <a:pt x="4308" y="224523"/>
                      <a:pt x="8103" y="225156"/>
                      <a:pt x="11265" y="223891"/>
                    </a:cubicBezTo>
                    <a:cubicBezTo>
                      <a:pt x="37828" y="210609"/>
                      <a:pt x="64392" y="197328"/>
                      <a:pt x="90323" y="183413"/>
                    </a:cubicBezTo>
                    <a:cubicBezTo>
                      <a:pt x="99177" y="203020"/>
                      <a:pt x="106766" y="223258"/>
                      <a:pt x="113091" y="242865"/>
                    </a:cubicBezTo>
                    <a:cubicBezTo>
                      <a:pt x="114356" y="246027"/>
                      <a:pt x="116886" y="247924"/>
                      <a:pt x="120048" y="247924"/>
                    </a:cubicBezTo>
                    <a:cubicBezTo>
                      <a:pt x="120048" y="247924"/>
                      <a:pt x="120681" y="247924"/>
                      <a:pt x="120681" y="247924"/>
                    </a:cubicBezTo>
                    <a:cubicBezTo>
                      <a:pt x="123210" y="247924"/>
                      <a:pt x="126373" y="246659"/>
                      <a:pt x="127638" y="244130"/>
                    </a:cubicBezTo>
                    <a:cubicBezTo>
                      <a:pt x="147876" y="208712"/>
                      <a:pt x="164953" y="171397"/>
                      <a:pt x="178234" y="133449"/>
                    </a:cubicBezTo>
                    <a:cubicBezTo>
                      <a:pt x="175705" y="125227"/>
                      <a:pt x="172542" y="116373"/>
                      <a:pt x="170012" y="107518"/>
                    </a:cubicBezTo>
                    <a:cubicBezTo>
                      <a:pt x="157996" y="146098"/>
                      <a:pt x="142184" y="184046"/>
                      <a:pt x="122578" y="220729"/>
                    </a:cubicBezTo>
                    <a:close/>
                  </a:path>
                </a:pathLst>
              </a:custGeom>
              <a:grpFill/>
              <a:ln w="6271" cap="flat">
                <a:noFill/>
                <a:prstDash val="solid"/>
                <a:miter/>
              </a:ln>
            </p:spPr>
            <p:txBody>
              <a:bodyPr rtlCol="0" anchor="ctr"/>
              <a:lstStyle/>
              <a:p>
                <a:endParaRPr lang="en-US"/>
              </a:p>
            </p:txBody>
          </p:sp>
          <p:sp>
            <p:nvSpPr>
              <p:cNvPr id="73" name="Picture Placeholder 103">
                <a:extLst>
                  <a:ext uri="{FF2B5EF4-FFF2-40B4-BE49-F238E27FC236}">
                    <a16:creationId xmlns:a16="http://schemas.microsoft.com/office/drawing/2014/main" id="{006654B9-8D8E-6B0C-D53F-1D8917490E4D}"/>
                  </a:ext>
                </a:extLst>
              </p:cNvPr>
              <p:cNvSpPr/>
              <p:nvPr/>
            </p:nvSpPr>
            <p:spPr>
              <a:xfrm>
                <a:off x="3454542" y="4771838"/>
                <a:ext cx="200055" cy="242864"/>
              </a:xfrm>
              <a:custGeom>
                <a:avLst/>
                <a:gdLst>
                  <a:gd name="connsiteX0" fmla="*/ 115740 w 200055"/>
                  <a:gd name="connsiteY0" fmla="*/ 632 h 242864"/>
                  <a:gd name="connsiteX1" fmla="*/ 99296 w 200055"/>
                  <a:gd name="connsiteY1" fmla="*/ 0 h 242864"/>
                  <a:gd name="connsiteX2" fmla="*/ 171397 w 200055"/>
                  <a:gd name="connsiteY2" fmla="*/ 194798 h 242864"/>
                  <a:gd name="connsiteX3" fmla="*/ 111313 w 200055"/>
                  <a:gd name="connsiteY3" fmla="*/ 164440 h 242864"/>
                  <a:gd name="connsiteX4" fmla="*/ 104988 w 200055"/>
                  <a:gd name="connsiteY4" fmla="*/ 163807 h 242864"/>
                  <a:gd name="connsiteX5" fmla="*/ 100561 w 200055"/>
                  <a:gd name="connsiteY5" fmla="*/ 168234 h 242864"/>
                  <a:gd name="connsiteX6" fmla="*/ 82852 w 200055"/>
                  <a:gd name="connsiteY6" fmla="*/ 215036 h 242864"/>
                  <a:gd name="connsiteX7" fmla="*/ 15812 w 200055"/>
                  <a:gd name="connsiteY7" fmla="*/ 17709 h 242864"/>
                  <a:gd name="connsiteX8" fmla="*/ 8854 w 200055"/>
                  <a:gd name="connsiteY8" fmla="*/ 15179 h 242864"/>
                  <a:gd name="connsiteX9" fmla="*/ 0 w 200055"/>
                  <a:gd name="connsiteY9" fmla="*/ 18974 h 242864"/>
                  <a:gd name="connsiteX10" fmla="*/ 78425 w 200055"/>
                  <a:gd name="connsiteY10" fmla="*/ 239070 h 242864"/>
                  <a:gd name="connsiteX11" fmla="*/ 85382 w 200055"/>
                  <a:gd name="connsiteY11" fmla="*/ 242865 h 242864"/>
                  <a:gd name="connsiteX12" fmla="*/ 86015 w 200055"/>
                  <a:gd name="connsiteY12" fmla="*/ 242865 h 242864"/>
                  <a:gd name="connsiteX13" fmla="*/ 92972 w 200055"/>
                  <a:gd name="connsiteY13" fmla="*/ 237173 h 242864"/>
                  <a:gd name="connsiteX14" fmla="*/ 112578 w 200055"/>
                  <a:gd name="connsiteY14" fmla="*/ 182149 h 242864"/>
                  <a:gd name="connsiteX15" fmla="*/ 188473 w 200055"/>
                  <a:gd name="connsiteY15" fmla="*/ 220096 h 242864"/>
                  <a:gd name="connsiteX16" fmla="*/ 197960 w 200055"/>
                  <a:gd name="connsiteY16" fmla="*/ 218199 h 242864"/>
                  <a:gd name="connsiteX17" fmla="*/ 199225 w 200055"/>
                  <a:gd name="connsiteY17" fmla="*/ 208712 h 242864"/>
                  <a:gd name="connsiteX18" fmla="*/ 115740 w 200055"/>
                  <a:gd name="connsiteY18" fmla="*/ 632 h 24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0055" h="242864">
                    <a:moveTo>
                      <a:pt x="115740" y="632"/>
                    </a:moveTo>
                    <a:cubicBezTo>
                      <a:pt x="110681" y="1265"/>
                      <a:pt x="104988" y="632"/>
                      <a:pt x="99296" y="0"/>
                    </a:cubicBezTo>
                    <a:cubicBezTo>
                      <a:pt x="112578" y="66408"/>
                      <a:pt x="137244" y="132184"/>
                      <a:pt x="171397" y="194798"/>
                    </a:cubicBezTo>
                    <a:cubicBezTo>
                      <a:pt x="151158" y="184678"/>
                      <a:pt x="130919" y="174559"/>
                      <a:pt x="111313" y="164440"/>
                    </a:cubicBezTo>
                    <a:cubicBezTo>
                      <a:pt x="109416" y="163175"/>
                      <a:pt x="106886" y="163175"/>
                      <a:pt x="104988" y="163807"/>
                    </a:cubicBezTo>
                    <a:cubicBezTo>
                      <a:pt x="103091" y="164440"/>
                      <a:pt x="101194" y="166337"/>
                      <a:pt x="100561" y="168234"/>
                    </a:cubicBezTo>
                    <a:cubicBezTo>
                      <a:pt x="94237" y="184046"/>
                      <a:pt x="88544" y="199857"/>
                      <a:pt x="82852" y="215036"/>
                    </a:cubicBezTo>
                    <a:cubicBezTo>
                      <a:pt x="49332" y="151790"/>
                      <a:pt x="26563" y="84750"/>
                      <a:pt x="15812" y="17709"/>
                    </a:cubicBezTo>
                    <a:cubicBezTo>
                      <a:pt x="13282" y="16444"/>
                      <a:pt x="10752" y="15179"/>
                      <a:pt x="8854" y="15179"/>
                    </a:cubicBezTo>
                    <a:cubicBezTo>
                      <a:pt x="6957" y="15179"/>
                      <a:pt x="3795" y="17076"/>
                      <a:pt x="0" y="18974"/>
                    </a:cubicBezTo>
                    <a:cubicBezTo>
                      <a:pt x="12017" y="94237"/>
                      <a:pt x="38580" y="168867"/>
                      <a:pt x="78425" y="239070"/>
                    </a:cubicBezTo>
                    <a:cubicBezTo>
                      <a:pt x="79690" y="241600"/>
                      <a:pt x="82220" y="242865"/>
                      <a:pt x="85382" y="242865"/>
                    </a:cubicBezTo>
                    <a:cubicBezTo>
                      <a:pt x="85382" y="242865"/>
                      <a:pt x="86015" y="242865"/>
                      <a:pt x="86015" y="242865"/>
                    </a:cubicBezTo>
                    <a:cubicBezTo>
                      <a:pt x="89177" y="242232"/>
                      <a:pt x="91707" y="240335"/>
                      <a:pt x="92972" y="237173"/>
                    </a:cubicBezTo>
                    <a:cubicBezTo>
                      <a:pt x="98664" y="218831"/>
                      <a:pt x="104988" y="200490"/>
                      <a:pt x="112578" y="182149"/>
                    </a:cubicBezTo>
                    <a:cubicBezTo>
                      <a:pt x="137876" y="194798"/>
                      <a:pt x="163175" y="208079"/>
                      <a:pt x="188473" y="220096"/>
                    </a:cubicBezTo>
                    <a:cubicBezTo>
                      <a:pt x="191635" y="221361"/>
                      <a:pt x="195430" y="220729"/>
                      <a:pt x="197960" y="218199"/>
                    </a:cubicBezTo>
                    <a:cubicBezTo>
                      <a:pt x="200490" y="215669"/>
                      <a:pt x="200490" y="211874"/>
                      <a:pt x="199225" y="208712"/>
                    </a:cubicBezTo>
                    <a:cubicBezTo>
                      <a:pt x="158747" y="142936"/>
                      <a:pt x="130919" y="71468"/>
                      <a:pt x="115740" y="632"/>
                    </a:cubicBezTo>
                    <a:close/>
                  </a:path>
                </a:pathLst>
              </a:custGeom>
              <a:grpFill/>
              <a:ln w="6271" cap="flat">
                <a:noFill/>
                <a:prstDash val="solid"/>
                <a:miter/>
              </a:ln>
            </p:spPr>
            <p:txBody>
              <a:bodyPr rtlCol="0" anchor="ctr"/>
              <a:lstStyle/>
              <a:p>
                <a:endParaRPr lang="en-US"/>
              </a:p>
            </p:txBody>
          </p:sp>
        </p:grpSp>
        <p:sp>
          <p:nvSpPr>
            <p:cNvPr id="70" name="Picture Placeholder 103">
              <a:extLst>
                <a:ext uri="{FF2B5EF4-FFF2-40B4-BE49-F238E27FC236}">
                  <a16:creationId xmlns:a16="http://schemas.microsoft.com/office/drawing/2014/main" id="{6F174CCC-19B0-FEAA-530B-BC9495608388}"/>
                </a:ext>
              </a:extLst>
            </p:cNvPr>
            <p:cNvSpPr/>
            <p:nvPr/>
          </p:nvSpPr>
          <p:spPr>
            <a:xfrm>
              <a:off x="3286307" y="4422087"/>
              <a:ext cx="346588" cy="349117"/>
            </a:xfrm>
            <a:custGeom>
              <a:avLst/>
              <a:gdLst>
                <a:gd name="connsiteX0" fmla="*/ 137876 w 346588"/>
                <a:gd name="connsiteY0" fmla="*/ 15812 h 349117"/>
                <a:gd name="connsiteX1" fmla="*/ 148628 w 346588"/>
                <a:gd name="connsiteY1" fmla="*/ 20239 h 349117"/>
                <a:gd name="connsiteX2" fmla="*/ 173927 w 346588"/>
                <a:gd name="connsiteY2" fmla="*/ 27828 h 349117"/>
                <a:gd name="connsiteX3" fmla="*/ 199225 w 346588"/>
                <a:gd name="connsiteY3" fmla="*/ 20239 h 349117"/>
                <a:gd name="connsiteX4" fmla="*/ 209977 w 346588"/>
                <a:gd name="connsiteY4" fmla="*/ 15812 h 349117"/>
                <a:gd name="connsiteX5" fmla="*/ 218199 w 346588"/>
                <a:gd name="connsiteY5" fmla="*/ 24666 h 349117"/>
                <a:gd name="connsiteX6" fmla="*/ 236540 w 346588"/>
                <a:gd name="connsiteY6" fmla="*/ 42375 h 349117"/>
                <a:gd name="connsiteX7" fmla="*/ 261838 w 346588"/>
                <a:gd name="connsiteY7" fmla="*/ 46802 h 349117"/>
                <a:gd name="connsiteX8" fmla="*/ 273223 w 346588"/>
                <a:gd name="connsiteY8" fmla="*/ 48067 h 349117"/>
                <a:gd name="connsiteX9" fmla="*/ 276385 w 346588"/>
                <a:gd name="connsiteY9" fmla="*/ 59451 h 349117"/>
                <a:gd name="connsiteX10" fmla="*/ 285872 w 346588"/>
                <a:gd name="connsiteY10" fmla="*/ 83485 h 349117"/>
                <a:gd name="connsiteX11" fmla="*/ 306743 w 346588"/>
                <a:gd name="connsiteY11" fmla="*/ 98664 h 349117"/>
                <a:gd name="connsiteX12" fmla="*/ 316862 w 346588"/>
                <a:gd name="connsiteY12" fmla="*/ 104988 h 349117"/>
                <a:gd name="connsiteX13" fmla="*/ 314965 w 346588"/>
                <a:gd name="connsiteY13" fmla="*/ 116373 h 349117"/>
                <a:gd name="connsiteX14" fmla="*/ 313068 w 346588"/>
                <a:gd name="connsiteY14" fmla="*/ 142304 h 349117"/>
                <a:gd name="connsiteX15" fmla="*/ 325717 w 346588"/>
                <a:gd name="connsiteY15" fmla="*/ 164440 h 349117"/>
                <a:gd name="connsiteX16" fmla="*/ 332674 w 346588"/>
                <a:gd name="connsiteY16" fmla="*/ 174559 h 349117"/>
                <a:gd name="connsiteX17" fmla="*/ 325717 w 346588"/>
                <a:gd name="connsiteY17" fmla="*/ 184678 h 349117"/>
                <a:gd name="connsiteX18" fmla="*/ 313068 w 346588"/>
                <a:gd name="connsiteY18" fmla="*/ 206814 h 349117"/>
                <a:gd name="connsiteX19" fmla="*/ 314965 w 346588"/>
                <a:gd name="connsiteY19" fmla="*/ 232745 h 349117"/>
                <a:gd name="connsiteX20" fmla="*/ 316862 w 346588"/>
                <a:gd name="connsiteY20" fmla="*/ 244130 h 349117"/>
                <a:gd name="connsiteX21" fmla="*/ 306743 w 346588"/>
                <a:gd name="connsiteY21" fmla="*/ 250454 h 349117"/>
                <a:gd name="connsiteX22" fmla="*/ 285872 w 346588"/>
                <a:gd name="connsiteY22" fmla="*/ 265633 h 349117"/>
                <a:gd name="connsiteX23" fmla="*/ 276385 w 346588"/>
                <a:gd name="connsiteY23" fmla="*/ 289667 h 349117"/>
                <a:gd name="connsiteX24" fmla="*/ 273223 w 346588"/>
                <a:gd name="connsiteY24" fmla="*/ 301051 h 349117"/>
                <a:gd name="connsiteX25" fmla="*/ 261838 w 346588"/>
                <a:gd name="connsiteY25" fmla="*/ 302316 h 349117"/>
                <a:gd name="connsiteX26" fmla="*/ 236540 w 346588"/>
                <a:gd name="connsiteY26" fmla="*/ 306743 h 349117"/>
                <a:gd name="connsiteX27" fmla="*/ 218199 w 346588"/>
                <a:gd name="connsiteY27" fmla="*/ 324452 h 349117"/>
                <a:gd name="connsiteX28" fmla="*/ 209977 w 346588"/>
                <a:gd name="connsiteY28" fmla="*/ 333306 h 349117"/>
                <a:gd name="connsiteX29" fmla="*/ 199225 w 346588"/>
                <a:gd name="connsiteY29" fmla="*/ 328879 h 349117"/>
                <a:gd name="connsiteX30" fmla="*/ 173927 w 346588"/>
                <a:gd name="connsiteY30" fmla="*/ 321290 h 349117"/>
                <a:gd name="connsiteX31" fmla="*/ 148628 w 346588"/>
                <a:gd name="connsiteY31" fmla="*/ 328879 h 349117"/>
                <a:gd name="connsiteX32" fmla="*/ 137876 w 346588"/>
                <a:gd name="connsiteY32" fmla="*/ 333306 h 349117"/>
                <a:gd name="connsiteX33" fmla="*/ 129654 w 346588"/>
                <a:gd name="connsiteY33" fmla="*/ 324452 h 349117"/>
                <a:gd name="connsiteX34" fmla="*/ 111313 w 346588"/>
                <a:gd name="connsiteY34" fmla="*/ 306743 h 349117"/>
                <a:gd name="connsiteX35" fmla="*/ 86015 w 346588"/>
                <a:gd name="connsiteY35" fmla="*/ 302316 h 349117"/>
                <a:gd name="connsiteX36" fmla="*/ 74630 w 346588"/>
                <a:gd name="connsiteY36" fmla="*/ 301051 h 349117"/>
                <a:gd name="connsiteX37" fmla="*/ 71468 w 346588"/>
                <a:gd name="connsiteY37" fmla="*/ 289667 h 349117"/>
                <a:gd name="connsiteX38" fmla="*/ 61981 w 346588"/>
                <a:gd name="connsiteY38" fmla="*/ 265633 h 349117"/>
                <a:gd name="connsiteX39" fmla="*/ 41110 w 346588"/>
                <a:gd name="connsiteY39" fmla="*/ 250454 h 349117"/>
                <a:gd name="connsiteX40" fmla="*/ 30991 w 346588"/>
                <a:gd name="connsiteY40" fmla="*/ 244130 h 349117"/>
                <a:gd name="connsiteX41" fmla="*/ 32888 w 346588"/>
                <a:gd name="connsiteY41" fmla="*/ 232745 h 349117"/>
                <a:gd name="connsiteX42" fmla="*/ 34785 w 346588"/>
                <a:gd name="connsiteY42" fmla="*/ 206814 h 349117"/>
                <a:gd name="connsiteX43" fmla="*/ 22136 w 346588"/>
                <a:gd name="connsiteY43" fmla="*/ 184678 h 349117"/>
                <a:gd name="connsiteX44" fmla="*/ 15179 w 346588"/>
                <a:gd name="connsiteY44" fmla="*/ 174559 h 349117"/>
                <a:gd name="connsiteX45" fmla="*/ 22136 w 346588"/>
                <a:gd name="connsiteY45" fmla="*/ 164440 h 349117"/>
                <a:gd name="connsiteX46" fmla="*/ 34785 w 346588"/>
                <a:gd name="connsiteY46" fmla="*/ 142304 h 349117"/>
                <a:gd name="connsiteX47" fmla="*/ 32888 w 346588"/>
                <a:gd name="connsiteY47" fmla="*/ 116373 h 349117"/>
                <a:gd name="connsiteX48" fmla="*/ 30991 w 346588"/>
                <a:gd name="connsiteY48" fmla="*/ 104988 h 349117"/>
                <a:gd name="connsiteX49" fmla="*/ 41110 w 346588"/>
                <a:gd name="connsiteY49" fmla="*/ 98664 h 349117"/>
                <a:gd name="connsiteX50" fmla="*/ 61981 w 346588"/>
                <a:gd name="connsiteY50" fmla="*/ 83485 h 349117"/>
                <a:gd name="connsiteX51" fmla="*/ 71468 w 346588"/>
                <a:gd name="connsiteY51" fmla="*/ 59451 h 349117"/>
                <a:gd name="connsiteX52" fmla="*/ 74630 w 346588"/>
                <a:gd name="connsiteY52" fmla="*/ 48067 h 349117"/>
                <a:gd name="connsiteX53" fmla="*/ 86015 w 346588"/>
                <a:gd name="connsiteY53" fmla="*/ 46802 h 349117"/>
                <a:gd name="connsiteX54" fmla="*/ 111313 w 346588"/>
                <a:gd name="connsiteY54" fmla="*/ 42375 h 349117"/>
                <a:gd name="connsiteX55" fmla="*/ 129654 w 346588"/>
                <a:gd name="connsiteY55" fmla="*/ 24666 h 349117"/>
                <a:gd name="connsiteX56" fmla="*/ 137876 w 346588"/>
                <a:gd name="connsiteY56" fmla="*/ 15812 h 349117"/>
                <a:gd name="connsiteX57" fmla="*/ 209344 w 346588"/>
                <a:gd name="connsiteY57" fmla="*/ 0 h 349117"/>
                <a:gd name="connsiteX58" fmla="*/ 173294 w 346588"/>
                <a:gd name="connsiteY58" fmla="*/ 11384 h 349117"/>
                <a:gd name="connsiteX59" fmla="*/ 137244 w 346588"/>
                <a:gd name="connsiteY59" fmla="*/ 0 h 349117"/>
                <a:gd name="connsiteX60" fmla="*/ 134082 w 346588"/>
                <a:gd name="connsiteY60" fmla="*/ 632 h 349117"/>
                <a:gd name="connsiteX61" fmla="*/ 103723 w 346588"/>
                <a:gd name="connsiteY61" fmla="*/ 28461 h 349117"/>
                <a:gd name="connsiteX62" fmla="*/ 63878 w 346588"/>
                <a:gd name="connsiteY62" fmla="*/ 36050 h 349117"/>
                <a:gd name="connsiteX63" fmla="*/ 49332 w 346588"/>
                <a:gd name="connsiteY63" fmla="*/ 73998 h 349117"/>
                <a:gd name="connsiteX64" fmla="*/ 16444 w 346588"/>
                <a:gd name="connsiteY64" fmla="*/ 98031 h 349117"/>
                <a:gd name="connsiteX65" fmla="*/ 19606 w 346588"/>
                <a:gd name="connsiteY65" fmla="*/ 138509 h 349117"/>
                <a:gd name="connsiteX66" fmla="*/ 0 w 346588"/>
                <a:gd name="connsiteY66" fmla="*/ 174559 h 349117"/>
                <a:gd name="connsiteX67" fmla="*/ 19606 w 346588"/>
                <a:gd name="connsiteY67" fmla="*/ 210609 h 349117"/>
                <a:gd name="connsiteX68" fmla="*/ 16444 w 346588"/>
                <a:gd name="connsiteY68" fmla="*/ 251087 h 349117"/>
                <a:gd name="connsiteX69" fmla="*/ 49332 w 346588"/>
                <a:gd name="connsiteY69" fmla="*/ 275120 h 349117"/>
                <a:gd name="connsiteX70" fmla="*/ 63878 w 346588"/>
                <a:gd name="connsiteY70" fmla="*/ 313068 h 349117"/>
                <a:gd name="connsiteX71" fmla="*/ 103723 w 346588"/>
                <a:gd name="connsiteY71" fmla="*/ 320657 h 349117"/>
                <a:gd name="connsiteX72" fmla="*/ 134082 w 346588"/>
                <a:gd name="connsiteY72" fmla="*/ 348485 h 349117"/>
                <a:gd name="connsiteX73" fmla="*/ 137244 w 346588"/>
                <a:gd name="connsiteY73" fmla="*/ 349118 h 349117"/>
                <a:gd name="connsiteX74" fmla="*/ 173294 w 346588"/>
                <a:gd name="connsiteY74" fmla="*/ 337734 h 349117"/>
                <a:gd name="connsiteX75" fmla="*/ 209344 w 346588"/>
                <a:gd name="connsiteY75" fmla="*/ 349118 h 349117"/>
                <a:gd name="connsiteX76" fmla="*/ 212507 w 346588"/>
                <a:gd name="connsiteY76" fmla="*/ 348485 h 349117"/>
                <a:gd name="connsiteX77" fmla="*/ 242865 w 346588"/>
                <a:gd name="connsiteY77" fmla="*/ 320657 h 349117"/>
                <a:gd name="connsiteX78" fmla="*/ 282710 w 346588"/>
                <a:gd name="connsiteY78" fmla="*/ 313068 h 349117"/>
                <a:gd name="connsiteX79" fmla="*/ 297256 w 346588"/>
                <a:gd name="connsiteY79" fmla="*/ 275120 h 349117"/>
                <a:gd name="connsiteX80" fmla="*/ 330144 w 346588"/>
                <a:gd name="connsiteY80" fmla="*/ 251087 h 349117"/>
                <a:gd name="connsiteX81" fmla="*/ 326982 w 346588"/>
                <a:gd name="connsiteY81" fmla="*/ 210609 h 349117"/>
                <a:gd name="connsiteX82" fmla="*/ 346588 w 346588"/>
                <a:gd name="connsiteY82" fmla="*/ 174559 h 349117"/>
                <a:gd name="connsiteX83" fmla="*/ 326982 w 346588"/>
                <a:gd name="connsiteY83" fmla="*/ 138509 h 349117"/>
                <a:gd name="connsiteX84" fmla="*/ 330144 w 346588"/>
                <a:gd name="connsiteY84" fmla="*/ 98031 h 349117"/>
                <a:gd name="connsiteX85" fmla="*/ 297256 w 346588"/>
                <a:gd name="connsiteY85" fmla="*/ 73998 h 349117"/>
                <a:gd name="connsiteX86" fmla="*/ 282710 w 346588"/>
                <a:gd name="connsiteY86" fmla="*/ 36050 h 349117"/>
                <a:gd name="connsiteX87" fmla="*/ 242865 w 346588"/>
                <a:gd name="connsiteY87" fmla="*/ 28461 h 349117"/>
                <a:gd name="connsiteX88" fmla="*/ 212507 w 346588"/>
                <a:gd name="connsiteY88" fmla="*/ 632 h 349117"/>
                <a:gd name="connsiteX89" fmla="*/ 209344 w 346588"/>
                <a:gd name="connsiteY89" fmla="*/ 0 h 349117"/>
                <a:gd name="connsiteX90" fmla="*/ 209344 w 346588"/>
                <a:gd name="connsiteY90" fmla="*/ 0 h 349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6588" h="349117">
                  <a:moveTo>
                    <a:pt x="137876" y="15812"/>
                  </a:moveTo>
                  <a:cubicBezTo>
                    <a:pt x="139774" y="15812"/>
                    <a:pt x="144833" y="18341"/>
                    <a:pt x="148628" y="20239"/>
                  </a:cubicBezTo>
                  <a:cubicBezTo>
                    <a:pt x="156218" y="23401"/>
                    <a:pt x="164440" y="27828"/>
                    <a:pt x="173927" y="27828"/>
                  </a:cubicBezTo>
                  <a:cubicBezTo>
                    <a:pt x="183413" y="27828"/>
                    <a:pt x="191635" y="24033"/>
                    <a:pt x="199225" y="20239"/>
                  </a:cubicBezTo>
                  <a:cubicBezTo>
                    <a:pt x="202387" y="18341"/>
                    <a:pt x="207447" y="16444"/>
                    <a:pt x="209977" y="15812"/>
                  </a:cubicBezTo>
                  <a:cubicBezTo>
                    <a:pt x="211874" y="17076"/>
                    <a:pt x="215669" y="21504"/>
                    <a:pt x="218199" y="24666"/>
                  </a:cubicBezTo>
                  <a:cubicBezTo>
                    <a:pt x="223258" y="30991"/>
                    <a:pt x="228318" y="37948"/>
                    <a:pt x="236540" y="42375"/>
                  </a:cubicBezTo>
                  <a:cubicBezTo>
                    <a:pt x="244762" y="46802"/>
                    <a:pt x="254249" y="46802"/>
                    <a:pt x="261838" y="46802"/>
                  </a:cubicBezTo>
                  <a:cubicBezTo>
                    <a:pt x="265633" y="46802"/>
                    <a:pt x="271325" y="46802"/>
                    <a:pt x="273223" y="48067"/>
                  </a:cubicBezTo>
                  <a:cubicBezTo>
                    <a:pt x="274488" y="49964"/>
                    <a:pt x="275753" y="55656"/>
                    <a:pt x="276385" y="59451"/>
                  </a:cubicBezTo>
                  <a:cubicBezTo>
                    <a:pt x="278282" y="67041"/>
                    <a:pt x="279547" y="76528"/>
                    <a:pt x="285872" y="83485"/>
                  </a:cubicBezTo>
                  <a:cubicBezTo>
                    <a:pt x="291564" y="91074"/>
                    <a:pt x="299786" y="94869"/>
                    <a:pt x="306743" y="98664"/>
                  </a:cubicBezTo>
                  <a:cubicBezTo>
                    <a:pt x="309905" y="100561"/>
                    <a:pt x="315598" y="103091"/>
                    <a:pt x="316862" y="104988"/>
                  </a:cubicBezTo>
                  <a:cubicBezTo>
                    <a:pt x="317495" y="106886"/>
                    <a:pt x="315598" y="112578"/>
                    <a:pt x="314965" y="116373"/>
                  </a:cubicBezTo>
                  <a:cubicBezTo>
                    <a:pt x="313068" y="123962"/>
                    <a:pt x="311170" y="133449"/>
                    <a:pt x="313068" y="142304"/>
                  </a:cubicBezTo>
                  <a:cubicBezTo>
                    <a:pt x="314965" y="151158"/>
                    <a:pt x="320657" y="158115"/>
                    <a:pt x="325717" y="164440"/>
                  </a:cubicBezTo>
                  <a:cubicBezTo>
                    <a:pt x="328247" y="167602"/>
                    <a:pt x="332042" y="172662"/>
                    <a:pt x="332674" y="174559"/>
                  </a:cubicBezTo>
                  <a:cubicBezTo>
                    <a:pt x="332674" y="176456"/>
                    <a:pt x="328247" y="181516"/>
                    <a:pt x="325717" y="184678"/>
                  </a:cubicBezTo>
                  <a:cubicBezTo>
                    <a:pt x="320657" y="191003"/>
                    <a:pt x="314965" y="197960"/>
                    <a:pt x="313068" y="206814"/>
                  </a:cubicBezTo>
                  <a:cubicBezTo>
                    <a:pt x="311170" y="216301"/>
                    <a:pt x="313068" y="225156"/>
                    <a:pt x="314965" y="232745"/>
                  </a:cubicBezTo>
                  <a:cubicBezTo>
                    <a:pt x="315598" y="236540"/>
                    <a:pt x="317495" y="242232"/>
                    <a:pt x="316862" y="244130"/>
                  </a:cubicBezTo>
                  <a:cubicBezTo>
                    <a:pt x="315598" y="246027"/>
                    <a:pt x="309905" y="248557"/>
                    <a:pt x="306743" y="250454"/>
                  </a:cubicBezTo>
                  <a:cubicBezTo>
                    <a:pt x="299786" y="254249"/>
                    <a:pt x="291564" y="258044"/>
                    <a:pt x="285872" y="265633"/>
                  </a:cubicBezTo>
                  <a:cubicBezTo>
                    <a:pt x="280180" y="273223"/>
                    <a:pt x="278282" y="282077"/>
                    <a:pt x="276385" y="289667"/>
                  </a:cubicBezTo>
                  <a:cubicBezTo>
                    <a:pt x="275753" y="293461"/>
                    <a:pt x="274488" y="299154"/>
                    <a:pt x="273223" y="301051"/>
                  </a:cubicBezTo>
                  <a:cubicBezTo>
                    <a:pt x="271325" y="301683"/>
                    <a:pt x="265001" y="302316"/>
                    <a:pt x="261838" y="302316"/>
                  </a:cubicBezTo>
                  <a:cubicBezTo>
                    <a:pt x="253616" y="302316"/>
                    <a:pt x="244762" y="302948"/>
                    <a:pt x="236540" y="306743"/>
                  </a:cubicBezTo>
                  <a:cubicBezTo>
                    <a:pt x="228318" y="311170"/>
                    <a:pt x="222626" y="318127"/>
                    <a:pt x="218199" y="324452"/>
                  </a:cubicBezTo>
                  <a:cubicBezTo>
                    <a:pt x="215669" y="327614"/>
                    <a:pt x="211874" y="332042"/>
                    <a:pt x="209977" y="333306"/>
                  </a:cubicBezTo>
                  <a:cubicBezTo>
                    <a:pt x="208079" y="333306"/>
                    <a:pt x="203020" y="330777"/>
                    <a:pt x="199225" y="328879"/>
                  </a:cubicBezTo>
                  <a:cubicBezTo>
                    <a:pt x="191635" y="325717"/>
                    <a:pt x="183413" y="321290"/>
                    <a:pt x="173927" y="321290"/>
                  </a:cubicBezTo>
                  <a:cubicBezTo>
                    <a:pt x="164440" y="321290"/>
                    <a:pt x="156218" y="325084"/>
                    <a:pt x="148628" y="328879"/>
                  </a:cubicBezTo>
                  <a:cubicBezTo>
                    <a:pt x="145466" y="330777"/>
                    <a:pt x="140406" y="332674"/>
                    <a:pt x="137876" y="333306"/>
                  </a:cubicBezTo>
                  <a:cubicBezTo>
                    <a:pt x="135979" y="332042"/>
                    <a:pt x="132184" y="327614"/>
                    <a:pt x="129654" y="324452"/>
                  </a:cubicBezTo>
                  <a:cubicBezTo>
                    <a:pt x="124595" y="318127"/>
                    <a:pt x="119535" y="311170"/>
                    <a:pt x="111313" y="306743"/>
                  </a:cubicBezTo>
                  <a:cubicBezTo>
                    <a:pt x="103091" y="302316"/>
                    <a:pt x="93604" y="302316"/>
                    <a:pt x="86015" y="302316"/>
                  </a:cubicBezTo>
                  <a:cubicBezTo>
                    <a:pt x="82220" y="302316"/>
                    <a:pt x="76528" y="302316"/>
                    <a:pt x="74630" y="301051"/>
                  </a:cubicBezTo>
                  <a:cubicBezTo>
                    <a:pt x="73365" y="299154"/>
                    <a:pt x="72100" y="293461"/>
                    <a:pt x="71468" y="289667"/>
                  </a:cubicBezTo>
                  <a:cubicBezTo>
                    <a:pt x="69571" y="282077"/>
                    <a:pt x="68306" y="272590"/>
                    <a:pt x="61981" y="265633"/>
                  </a:cubicBezTo>
                  <a:cubicBezTo>
                    <a:pt x="56289" y="258044"/>
                    <a:pt x="48067" y="254249"/>
                    <a:pt x="41110" y="250454"/>
                  </a:cubicBezTo>
                  <a:cubicBezTo>
                    <a:pt x="37948" y="248557"/>
                    <a:pt x="32255" y="246027"/>
                    <a:pt x="30991" y="244130"/>
                  </a:cubicBezTo>
                  <a:cubicBezTo>
                    <a:pt x="30358" y="242232"/>
                    <a:pt x="32255" y="236540"/>
                    <a:pt x="32888" y="232745"/>
                  </a:cubicBezTo>
                  <a:cubicBezTo>
                    <a:pt x="34785" y="225156"/>
                    <a:pt x="36683" y="215669"/>
                    <a:pt x="34785" y="206814"/>
                  </a:cubicBezTo>
                  <a:cubicBezTo>
                    <a:pt x="32888" y="197960"/>
                    <a:pt x="27196" y="191003"/>
                    <a:pt x="22136" y="184678"/>
                  </a:cubicBezTo>
                  <a:cubicBezTo>
                    <a:pt x="19606" y="181516"/>
                    <a:pt x="15812" y="176456"/>
                    <a:pt x="15179" y="174559"/>
                  </a:cubicBezTo>
                  <a:cubicBezTo>
                    <a:pt x="15179" y="172662"/>
                    <a:pt x="19606" y="167602"/>
                    <a:pt x="22136" y="164440"/>
                  </a:cubicBezTo>
                  <a:cubicBezTo>
                    <a:pt x="27196" y="158115"/>
                    <a:pt x="32888" y="151158"/>
                    <a:pt x="34785" y="142304"/>
                  </a:cubicBezTo>
                  <a:cubicBezTo>
                    <a:pt x="36683" y="132817"/>
                    <a:pt x="34785" y="123962"/>
                    <a:pt x="32888" y="116373"/>
                  </a:cubicBezTo>
                  <a:cubicBezTo>
                    <a:pt x="32255" y="112578"/>
                    <a:pt x="30358" y="106886"/>
                    <a:pt x="30991" y="104988"/>
                  </a:cubicBezTo>
                  <a:cubicBezTo>
                    <a:pt x="32255" y="103091"/>
                    <a:pt x="37948" y="100561"/>
                    <a:pt x="41110" y="98664"/>
                  </a:cubicBezTo>
                  <a:cubicBezTo>
                    <a:pt x="48067" y="94869"/>
                    <a:pt x="56289" y="91074"/>
                    <a:pt x="61981" y="83485"/>
                  </a:cubicBezTo>
                  <a:cubicBezTo>
                    <a:pt x="67673" y="75895"/>
                    <a:pt x="69571" y="67041"/>
                    <a:pt x="71468" y="59451"/>
                  </a:cubicBezTo>
                  <a:cubicBezTo>
                    <a:pt x="72100" y="55656"/>
                    <a:pt x="73365" y="49964"/>
                    <a:pt x="74630" y="48067"/>
                  </a:cubicBezTo>
                  <a:cubicBezTo>
                    <a:pt x="76528" y="47434"/>
                    <a:pt x="82852" y="46802"/>
                    <a:pt x="86015" y="46802"/>
                  </a:cubicBezTo>
                  <a:cubicBezTo>
                    <a:pt x="94237" y="46802"/>
                    <a:pt x="103091" y="46170"/>
                    <a:pt x="111313" y="42375"/>
                  </a:cubicBezTo>
                  <a:cubicBezTo>
                    <a:pt x="119535" y="37948"/>
                    <a:pt x="125227" y="30991"/>
                    <a:pt x="129654" y="24666"/>
                  </a:cubicBezTo>
                  <a:cubicBezTo>
                    <a:pt x="132184" y="22136"/>
                    <a:pt x="135979" y="17076"/>
                    <a:pt x="137876" y="15812"/>
                  </a:cubicBezTo>
                  <a:moveTo>
                    <a:pt x="209344" y="0"/>
                  </a:moveTo>
                  <a:cubicBezTo>
                    <a:pt x="197960" y="0"/>
                    <a:pt x="185311" y="11384"/>
                    <a:pt x="173294" y="11384"/>
                  </a:cubicBezTo>
                  <a:cubicBezTo>
                    <a:pt x="161910" y="11384"/>
                    <a:pt x="148628" y="0"/>
                    <a:pt x="137244" y="0"/>
                  </a:cubicBezTo>
                  <a:cubicBezTo>
                    <a:pt x="135979" y="0"/>
                    <a:pt x="134714" y="0"/>
                    <a:pt x="134082" y="632"/>
                  </a:cubicBezTo>
                  <a:cubicBezTo>
                    <a:pt x="121432" y="3795"/>
                    <a:pt x="115108" y="22769"/>
                    <a:pt x="103723" y="28461"/>
                  </a:cubicBezTo>
                  <a:cubicBezTo>
                    <a:pt x="92339" y="34153"/>
                    <a:pt x="73365" y="27828"/>
                    <a:pt x="63878" y="36050"/>
                  </a:cubicBezTo>
                  <a:cubicBezTo>
                    <a:pt x="54392" y="44272"/>
                    <a:pt x="56921" y="63878"/>
                    <a:pt x="49332" y="73998"/>
                  </a:cubicBezTo>
                  <a:cubicBezTo>
                    <a:pt x="41742" y="84117"/>
                    <a:pt x="21504" y="86647"/>
                    <a:pt x="16444" y="98031"/>
                  </a:cubicBezTo>
                  <a:cubicBezTo>
                    <a:pt x="11384" y="109416"/>
                    <a:pt x="22136" y="126492"/>
                    <a:pt x="19606" y="138509"/>
                  </a:cubicBezTo>
                  <a:cubicBezTo>
                    <a:pt x="17076" y="150525"/>
                    <a:pt x="0" y="161277"/>
                    <a:pt x="0" y="174559"/>
                  </a:cubicBezTo>
                  <a:cubicBezTo>
                    <a:pt x="0" y="187208"/>
                    <a:pt x="17076" y="198592"/>
                    <a:pt x="19606" y="210609"/>
                  </a:cubicBezTo>
                  <a:cubicBezTo>
                    <a:pt x="22136" y="223258"/>
                    <a:pt x="11384" y="240335"/>
                    <a:pt x="16444" y="251087"/>
                  </a:cubicBezTo>
                  <a:cubicBezTo>
                    <a:pt x="21504" y="262471"/>
                    <a:pt x="41742" y="265001"/>
                    <a:pt x="49332" y="275120"/>
                  </a:cubicBezTo>
                  <a:cubicBezTo>
                    <a:pt x="56921" y="285239"/>
                    <a:pt x="54392" y="305478"/>
                    <a:pt x="63878" y="313068"/>
                  </a:cubicBezTo>
                  <a:cubicBezTo>
                    <a:pt x="73365" y="321290"/>
                    <a:pt x="92972" y="314965"/>
                    <a:pt x="103723" y="320657"/>
                  </a:cubicBezTo>
                  <a:cubicBezTo>
                    <a:pt x="115108" y="326349"/>
                    <a:pt x="121432" y="345323"/>
                    <a:pt x="134082" y="348485"/>
                  </a:cubicBezTo>
                  <a:cubicBezTo>
                    <a:pt x="135346" y="348485"/>
                    <a:pt x="136611" y="349118"/>
                    <a:pt x="137244" y="349118"/>
                  </a:cubicBezTo>
                  <a:cubicBezTo>
                    <a:pt x="148628" y="349118"/>
                    <a:pt x="161277" y="337734"/>
                    <a:pt x="173294" y="337734"/>
                  </a:cubicBezTo>
                  <a:cubicBezTo>
                    <a:pt x="184678" y="337734"/>
                    <a:pt x="197960" y="349118"/>
                    <a:pt x="209344" y="349118"/>
                  </a:cubicBezTo>
                  <a:cubicBezTo>
                    <a:pt x="210609" y="349118"/>
                    <a:pt x="211874" y="349118"/>
                    <a:pt x="212507" y="348485"/>
                  </a:cubicBezTo>
                  <a:cubicBezTo>
                    <a:pt x="225156" y="345323"/>
                    <a:pt x="231480" y="326349"/>
                    <a:pt x="242865" y="320657"/>
                  </a:cubicBezTo>
                  <a:cubicBezTo>
                    <a:pt x="254249" y="314965"/>
                    <a:pt x="273223" y="321290"/>
                    <a:pt x="282710" y="313068"/>
                  </a:cubicBezTo>
                  <a:cubicBezTo>
                    <a:pt x="292197" y="304846"/>
                    <a:pt x="289667" y="285239"/>
                    <a:pt x="297256" y="275120"/>
                  </a:cubicBezTo>
                  <a:cubicBezTo>
                    <a:pt x="304846" y="265001"/>
                    <a:pt x="325084" y="262471"/>
                    <a:pt x="330144" y="251087"/>
                  </a:cubicBezTo>
                  <a:cubicBezTo>
                    <a:pt x="335204" y="239702"/>
                    <a:pt x="324452" y="222626"/>
                    <a:pt x="326982" y="210609"/>
                  </a:cubicBezTo>
                  <a:cubicBezTo>
                    <a:pt x="329512" y="198592"/>
                    <a:pt x="346588" y="187841"/>
                    <a:pt x="346588" y="174559"/>
                  </a:cubicBezTo>
                  <a:cubicBezTo>
                    <a:pt x="346588" y="161910"/>
                    <a:pt x="329512" y="150525"/>
                    <a:pt x="326982" y="138509"/>
                  </a:cubicBezTo>
                  <a:cubicBezTo>
                    <a:pt x="324452" y="125860"/>
                    <a:pt x="335204" y="108783"/>
                    <a:pt x="330144" y="98031"/>
                  </a:cubicBezTo>
                  <a:cubicBezTo>
                    <a:pt x="325084" y="86647"/>
                    <a:pt x="304846" y="84117"/>
                    <a:pt x="297256" y="73998"/>
                  </a:cubicBezTo>
                  <a:cubicBezTo>
                    <a:pt x="289667" y="63878"/>
                    <a:pt x="292197" y="43640"/>
                    <a:pt x="282710" y="36050"/>
                  </a:cubicBezTo>
                  <a:cubicBezTo>
                    <a:pt x="273223" y="27828"/>
                    <a:pt x="253616" y="34153"/>
                    <a:pt x="242865" y="28461"/>
                  </a:cubicBezTo>
                  <a:cubicBezTo>
                    <a:pt x="231480" y="22769"/>
                    <a:pt x="225156" y="3795"/>
                    <a:pt x="212507" y="632"/>
                  </a:cubicBezTo>
                  <a:cubicBezTo>
                    <a:pt x="211874" y="632"/>
                    <a:pt x="210609" y="0"/>
                    <a:pt x="209344" y="0"/>
                  </a:cubicBezTo>
                  <a:lnTo>
                    <a:pt x="209344" y="0"/>
                  </a:lnTo>
                  <a:close/>
                </a:path>
              </a:pathLst>
            </a:custGeom>
            <a:grpFill/>
            <a:ln w="6271" cap="flat">
              <a:noFill/>
              <a:prstDash val="solid"/>
              <a:miter/>
            </a:ln>
          </p:spPr>
          <p:txBody>
            <a:bodyPr rtlCol="0" anchor="ctr"/>
            <a:lstStyle/>
            <a:p>
              <a:endParaRPr lang="en-US"/>
            </a:p>
          </p:txBody>
        </p:sp>
        <p:sp>
          <p:nvSpPr>
            <p:cNvPr id="71" name="Picture Placeholder 103">
              <a:extLst>
                <a:ext uri="{FF2B5EF4-FFF2-40B4-BE49-F238E27FC236}">
                  <a16:creationId xmlns:a16="http://schemas.microsoft.com/office/drawing/2014/main" id="{A23DC680-3B7C-8325-9FB5-A9994C0C6F96}"/>
                </a:ext>
              </a:extLst>
            </p:cNvPr>
            <p:cNvSpPr/>
            <p:nvPr/>
          </p:nvSpPr>
          <p:spPr>
            <a:xfrm>
              <a:off x="3347656" y="4488496"/>
              <a:ext cx="221361" cy="220728"/>
            </a:xfrm>
            <a:custGeom>
              <a:avLst/>
              <a:gdLst>
                <a:gd name="connsiteX0" fmla="*/ 110048 w 221361"/>
                <a:gd name="connsiteY0" fmla="*/ 220729 h 220728"/>
                <a:gd name="connsiteX1" fmla="*/ 102459 w 221361"/>
                <a:gd name="connsiteY1" fmla="*/ 213139 h 220728"/>
                <a:gd name="connsiteX2" fmla="*/ 110048 w 221361"/>
                <a:gd name="connsiteY2" fmla="*/ 205550 h 220728"/>
                <a:gd name="connsiteX3" fmla="*/ 204917 w 221361"/>
                <a:gd name="connsiteY3" fmla="*/ 110681 h 220728"/>
                <a:gd name="connsiteX4" fmla="*/ 110048 w 221361"/>
                <a:gd name="connsiteY4" fmla="*/ 15812 h 220728"/>
                <a:gd name="connsiteX5" fmla="*/ 15179 w 221361"/>
                <a:gd name="connsiteY5" fmla="*/ 110681 h 220728"/>
                <a:gd name="connsiteX6" fmla="*/ 7590 w 221361"/>
                <a:gd name="connsiteY6" fmla="*/ 118270 h 220728"/>
                <a:gd name="connsiteX7" fmla="*/ 0 w 221361"/>
                <a:gd name="connsiteY7" fmla="*/ 110681 h 220728"/>
                <a:gd name="connsiteX8" fmla="*/ 110681 w 221361"/>
                <a:gd name="connsiteY8" fmla="*/ 0 h 220728"/>
                <a:gd name="connsiteX9" fmla="*/ 221361 w 221361"/>
                <a:gd name="connsiteY9" fmla="*/ 110681 h 220728"/>
                <a:gd name="connsiteX10" fmla="*/ 110048 w 221361"/>
                <a:gd name="connsiteY10" fmla="*/ 220729 h 22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361" h="220728">
                  <a:moveTo>
                    <a:pt x="110048" y="220729"/>
                  </a:moveTo>
                  <a:cubicBezTo>
                    <a:pt x="105621" y="220729"/>
                    <a:pt x="102459" y="216934"/>
                    <a:pt x="102459" y="213139"/>
                  </a:cubicBezTo>
                  <a:cubicBezTo>
                    <a:pt x="102459" y="209344"/>
                    <a:pt x="106253" y="205550"/>
                    <a:pt x="110048" y="205550"/>
                  </a:cubicBezTo>
                  <a:cubicBezTo>
                    <a:pt x="162542" y="205550"/>
                    <a:pt x="204917" y="163175"/>
                    <a:pt x="204917" y="110681"/>
                  </a:cubicBezTo>
                  <a:cubicBezTo>
                    <a:pt x="204917" y="58186"/>
                    <a:pt x="162542" y="15812"/>
                    <a:pt x="110048" y="15812"/>
                  </a:cubicBezTo>
                  <a:cubicBezTo>
                    <a:pt x="57554" y="15812"/>
                    <a:pt x="15179" y="58186"/>
                    <a:pt x="15179" y="110681"/>
                  </a:cubicBezTo>
                  <a:cubicBezTo>
                    <a:pt x="15179" y="115108"/>
                    <a:pt x="11384" y="118270"/>
                    <a:pt x="7590" y="118270"/>
                  </a:cubicBezTo>
                  <a:cubicBezTo>
                    <a:pt x="3795" y="118270"/>
                    <a:pt x="0" y="114475"/>
                    <a:pt x="0" y="110681"/>
                  </a:cubicBezTo>
                  <a:cubicBezTo>
                    <a:pt x="0" y="49964"/>
                    <a:pt x="49964" y="0"/>
                    <a:pt x="110681" y="0"/>
                  </a:cubicBezTo>
                  <a:cubicBezTo>
                    <a:pt x="171397" y="0"/>
                    <a:pt x="221361" y="49964"/>
                    <a:pt x="221361" y="110681"/>
                  </a:cubicBezTo>
                  <a:cubicBezTo>
                    <a:pt x="221361" y="171397"/>
                    <a:pt x="171397" y="220729"/>
                    <a:pt x="110048" y="220729"/>
                  </a:cubicBezTo>
                  <a:close/>
                </a:path>
              </a:pathLst>
            </a:custGeom>
            <a:grpFill/>
            <a:ln w="6271" cap="flat">
              <a:noFill/>
              <a:prstDash val="solid"/>
              <a:miter/>
            </a:ln>
          </p:spPr>
          <p:txBody>
            <a:bodyPr rtlCol="0" anchor="ctr"/>
            <a:lstStyle/>
            <a:p>
              <a:endParaRPr lang="en-US"/>
            </a:p>
          </p:txBody>
        </p:sp>
      </p:grpSp>
      <p:grpSp>
        <p:nvGrpSpPr>
          <p:cNvPr id="74" name="Group 73" descr="Encryption&#10;">
            <a:extLst>
              <a:ext uri="{FF2B5EF4-FFF2-40B4-BE49-F238E27FC236}">
                <a16:creationId xmlns:a16="http://schemas.microsoft.com/office/drawing/2014/main" id="{EE5D4F1C-D599-072B-5B72-1EA3DEE02B92}"/>
              </a:ext>
            </a:extLst>
          </p:cNvPr>
          <p:cNvGrpSpPr>
            <a:grpSpLocks noChangeAspect="1"/>
          </p:cNvGrpSpPr>
          <p:nvPr/>
        </p:nvGrpSpPr>
        <p:grpSpPr>
          <a:xfrm>
            <a:off x="9723473" y="2389581"/>
            <a:ext cx="1102695" cy="1097280"/>
            <a:chOff x="3174804" y="736075"/>
            <a:chExt cx="579532" cy="576685"/>
          </a:xfrm>
          <a:solidFill>
            <a:schemeClr val="bg1"/>
          </a:solidFill>
        </p:grpSpPr>
        <p:sp>
          <p:nvSpPr>
            <p:cNvPr id="75" name="Picture Placeholder 76">
              <a:extLst>
                <a:ext uri="{FF2B5EF4-FFF2-40B4-BE49-F238E27FC236}">
                  <a16:creationId xmlns:a16="http://schemas.microsoft.com/office/drawing/2014/main" id="{6DFA6588-7565-DCF3-BADD-8431C571C0D6}"/>
                </a:ext>
              </a:extLst>
            </p:cNvPr>
            <p:cNvSpPr/>
            <p:nvPr/>
          </p:nvSpPr>
          <p:spPr>
            <a:xfrm>
              <a:off x="3174804" y="736075"/>
              <a:ext cx="579532" cy="576685"/>
            </a:xfrm>
            <a:custGeom>
              <a:avLst/>
              <a:gdLst>
                <a:gd name="connsiteX0" fmla="*/ 130350 w 579532"/>
                <a:gd name="connsiteY0" fmla="*/ 576685 h 576685"/>
                <a:gd name="connsiteX1" fmla="*/ 0 w 579532"/>
                <a:gd name="connsiteY1" fmla="*/ 576685 h 576685"/>
                <a:gd name="connsiteX2" fmla="*/ 0 w 579532"/>
                <a:gd name="connsiteY2" fmla="*/ 452407 h 576685"/>
                <a:gd name="connsiteX3" fmla="*/ 2277 w 579532"/>
                <a:gd name="connsiteY3" fmla="*/ 450130 h 576685"/>
                <a:gd name="connsiteX4" fmla="*/ 206119 w 579532"/>
                <a:gd name="connsiteY4" fmla="*/ 250968 h 576685"/>
                <a:gd name="connsiteX5" fmla="*/ 143821 w 579532"/>
                <a:gd name="connsiteY5" fmla="*/ 188671 h 576685"/>
                <a:gd name="connsiteX6" fmla="*/ 143821 w 579532"/>
                <a:gd name="connsiteY6" fmla="*/ 117140 h 576685"/>
                <a:gd name="connsiteX7" fmla="*/ 246153 w 579532"/>
                <a:gd name="connsiteY7" fmla="*/ 14808 h 576685"/>
                <a:gd name="connsiteX8" fmla="*/ 317685 w 579532"/>
                <a:gd name="connsiteY8" fmla="*/ 14808 h 576685"/>
                <a:gd name="connsiteX9" fmla="*/ 564724 w 579532"/>
                <a:gd name="connsiteY9" fmla="*/ 261847 h 576685"/>
                <a:gd name="connsiteX10" fmla="*/ 564724 w 579532"/>
                <a:gd name="connsiteY10" fmla="*/ 333378 h 576685"/>
                <a:gd name="connsiteX11" fmla="*/ 462392 w 579532"/>
                <a:gd name="connsiteY11" fmla="*/ 435773 h 576685"/>
                <a:gd name="connsiteX12" fmla="*/ 391050 w 579532"/>
                <a:gd name="connsiteY12" fmla="*/ 435773 h 576685"/>
                <a:gd name="connsiteX13" fmla="*/ 329701 w 579532"/>
                <a:gd name="connsiteY13" fmla="*/ 374424 h 576685"/>
                <a:gd name="connsiteX14" fmla="*/ 285998 w 579532"/>
                <a:gd name="connsiteY14" fmla="*/ 417685 h 576685"/>
                <a:gd name="connsiteX15" fmla="*/ 231101 w 579532"/>
                <a:gd name="connsiteY15" fmla="*/ 417685 h 576685"/>
                <a:gd name="connsiteX16" fmla="*/ 231101 w 579532"/>
                <a:gd name="connsiteY16" fmla="*/ 472266 h 576685"/>
                <a:gd name="connsiteX17" fmla="*/ 189295 w 579532"/>
                <a:gd name="connsiteY17" fmla="*/ 513755 h 576685"/>
                <a:gd name="connsiteX18" fmla="*/ 130350 w 579532"/>
                <a:gd name="connsiteY18" fmla="*/ 513755 h 576685"/>
                <a:gd name="connsiteX19" fmla="*/ 15812 w 579532"/>
                <a:gd name="connsiteY19" fmla="*/ 560874 h 576685"/>
                <a:gd name="connsiteX20" fmla="*/ 114539 w 579532"/>
                <a:gd name="connsiteY20" fmla="*/ 560874 h 576685"/>
                <a:gd name="connsiteX21" fmla="*/ 114539 w 579532"/>
                <a:gd name="connsiteY21" fmla="*/ 497628 h 576685"/>
                <a:gd name="connsiteX22" fmla="*/ 182781 w 579532"/>
                <a:gd name="connsiteY22" fmla="*/ 497628 h 576685"/>
                <a:gd name="connsiteX23" fmla="*/ 215289 w 579532"/>
                <a:gd name="connsiteY23" fmla="*/ 465309 h 576685"/>
                <a:gd name="connsiteX24" fmla="*/ 215289 w 579532"/>
                <a:gd name="connsiteY24" fmla="*/ 401810 h 576685"/>
                <a:gd name="connsiteX25" fmla="*/ 279294 w 579532"/>
                <a:gd name="connsiteY25" fmla="*/ 401810 h 576685"/>
                <a:gd name="connsiteX26" fmla="*/ 329891 w 579532"/>
                <a:gd name="connsiteY26" fmla="*/ 352035 h 576685"/>
                <a:gd name="connsiteX27" fmla="*/ 402055 w 579532"/>
                <a:gd name="connsiteY27" fmla="*/ 424515 h 576685"/>
                <a:gd name="connsiteX28" fmla="*/ 451159 w 579532"/>
                <a:gd name="connsiteY28" fmla="*/ 424553 h 576685"/>
                <a:gd name="connsiteX29" fmla="*/ 451197 w 579532"/>
                <a:gd name="connsiteY29" fmla="*/ 424515 h 576685"/>
                <a:gd name="connsiteX30" fmla="*/ 553529 w 579532"/>
                <a:gd name="connsiteY30" fmla="*/ 321930 h 576685"/>
                <a:gd name="connsiteX31" fmla="*/ 553567 w 579532"/>
                <a:gd name="connsiteY31" fmla="*/ 272826 h 576685"/>
                <a:gd name="connsiteX32" fmla="*/ 553529 w 579532"/>
                <a:gd name="connsiteY32" fmla="*/ 272788 h 576685"/>
                <a:gd name="connsiteX33" fmla="*/ 306870 w 579532"/>
                <a:gd name="connsiteY33" fmla="*/ 25749 h 576685"/>
                <a:gd name="connsiteX34" fmla="*/ 257664 w 579532"/>
                <a:gd name="connsiteY34" fmla="*/ 25749 h 576685"/>
                <a:gd name="connsiteX35" fmla="*/ 155016 w 579532"/>
                <a:gd name="connsiteY35" fmla="*/ 128334 h 576685"/>
                <a:gd name="connsiteX36" fmla="*/ 155016 w 579532"/>
                <a:gd name="connsiteY36" fmla="*/ 177540 h 576685"/>
                <a:gd name="connsiteX37" fmla="*/ 228571 w 579532"/>
                <a:gd name="connsiteY37" fmla="*/ 251095 h 576685"/>
                <a:gd name="connsiteX38" fmla="*/ 222879 w 579532"/>
                <a:gd name="connsiteY38" fmla="*/ 256660 h 576685"/>
                <a:gd name="connsiteX39" fmla="*/ 15812 w 579532"/>
                <a:gd name="connsiteY39" fmla="*/ 459048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79532" h="576685">
                  <a:moveTo>
                    <a:pt x="130350" y="576685"/>
                  </a:moveTo>
                  <a:lnTo>
                    <a:pt x="0" y="576685"/>
                  </a:lnTo>
                  <a:lnTo>
                    <a:pt x="0" y="452407"/>
                  </a:lnTo>
                  <a:lnTo>
                    <a:pt x="2277" y="450130"/>
                  </a:lnTo>
                  <a:cubicBezTo>
                    <a:pt x="2277" y="450130"/>
                    <a:pt x="2277" y="450130"/>
                    <a:pt x="206119" y="250968"/>
                  </a:cubicBezTo>
                  <a:lnTo>
                    <a:pt x="143821" y="188671"/>
                  </a:lnTo>
                  <a:cubicBezTo>
                    <a:pt x="124078" y="168914"/>
                    <a:pt x="124078" y="136896"/>
                    <a:pt x="143821" y="117140"/>
                  </a:cubicBezTo>
                  <a:lnTo>
                    <a:pt x="246153" y="14808"/>
                  </a:lnTo>
                  <a:cubicBezTo>
                    <a:pt x="265910" y="-4936"/>
                    <a:pt x="297928" y="-4936"/>
                    <a:pt x="317685" y="14808"/>
                  </a:cubicBezTo>
                  <a:lnTo>
                    <a:pt x="564724" y="261847"/>
                  </a:lnTo>
                  <a:cubicBezTo>
                    <a:pt x="584469" y="281603"/>
                    <a:pt x="584469" y="313621"/>
                    <a:pt x="564724" y="333378"/>
                  </a:cubicBezTo>
                  <a:lnTo>
                    <a:pt x="462392" y="435773"/>
                  </a:lnTo>
                  <a:cubicBezTo>
                    <a:pt x="442657" y="455391"/>
                    <a:pt x="410785" y="455391"/>
                    <a:pt x="391050" y="435773"/>
                  </a:cubicBezTo>
                  <a:lnTo>
                    <a:pt x="329701" y="374424"/>
                  </a:lnTo>
                  <a:lnTo>
                    <a:pt x="285998" y="417685"/>
                  </a:lnTo>
                  <a:lnTo>
                    <a:pt x="231101" y="417685"/>
                  </a:lnTo>
                  <a:lnTo>
                    <a:pt x="231101" y="472266"/>
                  </a:lnTo>
                  <a:lnTo>
                    <a:pt x="189295" y="513755"/>
                  </a:lnTo>
                  <a:lnTo>
                    <a:pt x="130350" y="513755"/>
                  </a:lnTo>
                  <a:close/>
                  <a:moveTo>
                    <a:pt x="15812" y="560874"/>
                  </a:moveTo>
                  <a:lnTo>
                    <a:pt x="114539" y="560874"/>
                  </a:lnTo>
                  <a:lnTo>
                    <a:pt x="114539" y="497628"/>
                  </a:lnTo>
                  <a:lnTo>
                    <a:pt x="182781" y="497628"/>
                  </a:lnTo>
                  <a:lnTo>
                    <a:pt x="215289" y="465309"/>
                  </a:lnTo>
                  <a:lnTo>
                    <a:pt x="215289" y="401810"/>
                  </a:lnTo>
                  <a:lnTo>
                    <a:pt x="279294" y="401810"/>
                  </a:lnTo>
                  <a:lnTo>
                    <a:pt x="329891" y="352035"/>
                  </a:lnTo>
                  <a:lnTo>
                    <a:pt x="402055" y="424515"/>
                  </a:lnTo>
                  <a:cubicBezTo>
                    <a:pt x="415604" y="438085"/>
                    <a:pt x="437589" y="438102"/>
                    <a:pt x="451159" y="424553"/>
                  </a:cubicBezTo>
                  <a:cubicBezTo>
                    <a:pt x="451172" y="424541"/>
                    <a:pt x="451184" y="424528"/>
                    <a:pt x="451197" y="424515"/>
                  </a:cubicBezTo>
                  <a:lnTo>
                    <a:pt x="553529" y="321930"/>
                  </a:lnTo>
                  <a:cubicBezTo>
                    <a:pt x="567102" y="308381"/>
                    <a:pt x="567114" y="286396"/>
                    <a:pt x="553567" y="272826"/>
                  </a:cubicBezTo>
                  <a:cubicBezTo>
                    <a:pt x="553554" y="272813"/>
                    <a:pt x="553542" y="272801"/>
                    <a:pt x="553529" y="272788"/>
                  </a:cubicBezTo>
                  <a:lnTo>
                    <a:pt x="306870" y="25749"/>
                  </a:lnTo>
                  <a:cubicBezTo>
                    <a:pt x="293241" y="12261"/>
                    <a:pt x="271293" y="12261"/>
                    <a:pt x="257664" y="25749"/>
                  </a:cubicBezTo>
                  <a:lnTo>
                    <a:pt x="155016" y="128334"/>
                  </a:lnTo>
                  <a:cubicBezTo>
                    <a:pt x="141527" y="141963"/>
                    <a:pt x="141527" y="163911"/>
                    <a:pt x="155016" y="177540"/>
                  </a:cubicBezTo>
                  <a:lnTo>
                    <a:pt x="228571" y="251095"/>
                  </a:lnTo>
                  <a:lnTo>
                    <a:pt x="222879" y="256660"/>
                  </a:lnTo>
                  <a:lnTo>
                    <a:pt x="15812" y="459048"/>
                  </a:lnTo>
                  <a:close/>
                </a:path>
              </a:pathLst>
            </a:custGeom>
            <a:grpFill/>
            <a:ln w="6271" cap="flat">
              <a:noFill/>
              <a:prstDash val="solid"/>
              <a:miter/>
            </a:ln>
          </p:spPr>
          <p:txBody>
            <a:bodyPr rtlCol="0" anchor="ctr"/>
            <a:lstStyle/>
            <a:p>
              <a:endParaRPr lang="en-US"/>
            </a:p>
          </p:txBody>
        </p:sp>
        <p:sp>
          <p:nvSpPr>
            <p:cNvPr id="76" name="Picture Placeholder 76">
              <a:extLst>
                <a:ext uri="{FF2B5EF4-FFF2-40B4-BE49-F238E27FC236}">
                  <a16:creationId xmlns:a16="http://schemas.microsoft.com/office/drawing/2014/main" id="{6AF3214D-FEEC-470E-D174-A543A21C1CB8}"/>
                </a:ext>
              </a:extLst>
            </p:cNvPr>
            <p:cNvSpPr/>
            <p:nvPr/>
          </p:nvSpPr>
          <p:spPr>
            <a:xfrm rot="-2700000">
              <a:off x="3186216" y="1107526"/>
              <a:ext cx="262913" cy="15811"/>
            </a:xfrm>
            <a:custGeom>
              <a:avLst/>
              <a:gdLst>
                <a:gd name="connsiteX0" fmla="*/ 0 w 262913"/>
                <a:gd name="connsiteY0" fmla="*/ 0 h 15811"/>
                <a:gd name="connsiteX1" fmla="*/ 262914 w 262913"/>
                <a:gd name="connsiteY1" fmla="*/ 0 h 15811"/>
                <a:gd name="connsiteX2" fmla="*/ 262914 w 262913"/>
                <a:gd name="connsiteY2" fmla="*/ 15812 h 15811"/>
                <a:gd name="connsiteX3" fmla="*/ 0 w 262913"/>
                <a:gd name="connsiteY3" fmla="*/ 15812 h 15811"/>
              </a:gdLst>
              <a:ahLst/>
              <a:cxnLst>
                <a:cxn ang="0">
                  <a:pos x="connsiteX0" y="connsiteY0"/>
                </a:cxn>
                <a:cxn ang="0">
                  <a:pos x="connsiteX1" y="connsiteY1"/>
                </a:cxn>
                <a:cxn ang="0">
                  <a:pos x="connsiteX2" y="connsiteY2"/>
                </a:cxn>
                <a:cxn ang="0">
                  <a:pos x="connsiteX3" y="connsiteY3"/>
                </a:cxn>
              </a:cxnLst>
              <a:rect l="l" t="t" r="r" b="b"/>
              <a:pathLst>
                <a:path w="262913" h="15811">
                  <a:moveTo>
                    <a:pt x="0" y="0"/>
                  </a:moveTo>
                  <a:lnTo>
                    <a:pt x="262914" y="0"/>
                  </a:lnTo>
                  <a:lnTo>
                    <a:pt x="262914" y="15812"/>
                  </a:lnTo>
                  <a:lnTo>
                    <a:pt x="0" y="15812"/>
                  </a:lnTo>
                  <a:close/>
                </a:path>
              </a:pathLst>
            </a:custGeom>
            <a:grpFill/>
            <a:ln w="6271" cap="flat">
              <a:noFill/>
              <a:prstDash val="solid"/>
              <a:miter/>
            </a:ln>
          </p:spPr>
          <p:txBody>
            <a:bodyPr rtlCol="0" anchor="ctr"/>
            <a:lstStyle/>
            <a:p>
              <a:endParaRPr lang="en-US"/>
            </a:p>
          </p:txBody>
        </p:sp>
        <p:sp>
          <p:nvSpPr>
            <p:cNvPr id="77" name="Picture Placeholder 76">
              <a:extLst>
                <a:ext uri="{FF2B5EF4-FFF2-40B4-BE49-F238E27FC236}">
                  <a16:creationId xmlns:a16="http://schemas.microsoft.com/office/drawing/2014/main" id="{5CABC595-45FE-CC26-57F4-52B8374561B4}"/>
                </a:ext>
              </a:extLst>
            </p:cNvPr>
            <p:cNvSpPr/>
            <p:nvPr/>
          </p:nvSpPr>
          <p:spPr>
            <a:xfrm>
              <a:off x="3464661" y="896728"/>
              <a:ext cx="126492" cy="126492"/>
            </a:xfrm>
            <a:custGeom>
              <a:avLst/>
              <a:gdLst>
                <a:gd name="connsiteX0" fmla="*/ 63246 w 126492"/>
                <a:gd name="connsiteY0" fmla="*/ 126366 h 126492"/>
                <a:gd name="connsiteX1" fmla="*/ 56402 w 126492"/>
                <a:gd name="connsiteY1" fmla="*/ 117525 h 126492"/>
                <a:gd name="connsiteX2" fmla="*/ 63246 w 126492"/>
                <a:gd name="connsiteY2" fmla="*/ 110681 h 126492"/>
                <a:gd name="connsiteX3" fmla="*/ 110681 w 126492"/>
                <a:gd name="connsiteY3" fmla="*/ 63246 h 126492"/>
                <a:gd name="connsiteX4" fmla="*/ 63246 w 126492"/>
                <a:gd name="connsiteY4" fmla="*/ 15812 h 126492"/>
                <a:gd name="connsiteX5" fmla="*/ 15812 w 126492"/>
                <a:gd name="connsiteY5" fmla="*/ 63246 h 126492"/>
                <a:gd name="connsiteX6" fmla="*/ 7906 w 126492"/>
                <a:gd name="connsiteY6" fmla="*/ 71152 h 126492"/>
                <a:gd name="connsiteX7" fmla="*/ 0 w 126492"/>
                <a:gd name="connsiteY7" fmla="*/ 63246 h 126492"/>
                <a:gd name="connsiteX8" fmla="*/ 63246 w 126492"/>
                <a:gd name="connsiteY8" fmla="*/ 0 h 126492"/>
                <a:gd name="connsiteX9" fmla="*/ 126492 w 126492"/>
                <a:gd name="connsiteY9" fmla="*/ 63246 h 126492"/>
                <a:gd name="connsiteX10" fmla="*/ 63246 w 126492"/>
                <a:gd name="connsiteY10" fmla="*/ 126492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92" h="126492">
                  <a:moveTo>
                    <a:pt x="63246" y="126366"/>
                  </a:moveTo>
                  <a:cubicBezTo>
                    <a:pt x="58915" y="125814"/>
                    <a:pt x="55851" y="121856"/>
                    <a:pt x="56402" y="117525"/>
                  </a:cubicBezTo>
                  <a:cubicBezTo>
                    <a:pt x="56856" y="113950"/>
                    <a:pt x="59671" y="111135"/>
                    <a:pt x="63246" y="110681"/>
                  </a:cubicBezTo>
                  <a:cubicBezTo>
                    <a:pt x="89443" y="110681"/>
                    <a:pt x="110681" y="89443"/>
                    <a:pt x="110681" y="63246"/>
                  </a:cubicBezTo>
                  <a:cubicBezTo>
                    <a:pt x="110681" y="37049"/>
                    <a:pt x="89443" y="15812"/>
                    <a:pt x="63246" y="15812"/>
                  </a:cubicBezTo>
                  <a:cubicBezTo>
                    <a:pt x="37049" y="15812"/>
                    <a:pt x="15812" y="37049"/>
                    <a:pt x="15812" y="63246"/>
                  </a:cubicBezTo>
                  <a:cubicBezTo>
                    <a:pt x="15812" y="67613"/>
                    <a:pt x="12272" y="71152"/>
                    <a:pt x="7906" y="71152"/>
                  </a:cubicBezTo>
                  <a:cubicBezTo>
                    <a:pt x="3539" y="71152"/>
                    <a:pt x="0" y="67613"/>
                    <a:pt x="0" y="63246"/>
                  </a:cubicBezTo>
                  <a:cubicBezTo>
                    <a:pt x="0" y="28316"/>
                    <a:pt x="28316" y="0"/>
                    <a:pt x="63246" y="0"/>
                  </a:cubicBezTo>
                  <a:cubicBezTo>
                    <a:pt x="98176" y="0"/>
                    <a:pt x="126492" y="28316"/>
                    <a:pt x="126492" y="63246"/>
                  </a:cubicBezTo>
                  <a:cubicBezTo>
                    <a:pt x="126492" y="98176"/>
                    <a:pt x="98176" y="126492"/>
                    <a:pt x="63246" y="126492"/>
                  </a:cubicBezTo>
                  <a:close/>
                </a:path>
              </a:pathLst>
            </a:custGeom>
            <a:grpFill/>
            <a:ln w="6271" cap="flat">
              <a:noFill/>
              <a:prstDash val="solid"/>
              <a:miter/>
            </a:ln>
          </p:spPr>
          <p:txBody>
            <a:bodyPr rtlCol="0" anchor="ctr"/>
            <a:lstStyle/>
            <a:p>
              <a:endParaRPr lang="en-US"/>
            </a:p>
          </p:txBody>
        </p:sp>
      </p:grpSp>
      <p:grpSp>
        <p:nvGrpSpPr>
          <p:cNvPr id="78" name="Picture Placeholder 103" descr="Service Chaining&#10;">
            <a:extLst>
              <a:ext uri="{FF2B5EF4-FFF2-40B4-BE49-F238E27FC236}">
                <a16:creationId xmlns:a16="http://schemas.microsoft.com/office/drawing/2014/main" id="{31FFC810-C540-80D4-4800-FBAD58E6413C}"/>
              </a:ext>
            </a:extLst>
          </p:cNvPr>
          <p:cNvGrpSpPr>
            <a:grpSpLocks noChangeAspect="1"/>
          </p:cNvGrpSpPr>
          <p:nvPr/>
        </p:nvGrpSpPr>
        <p:grpSpPr>
          <a:xfrm>
            <a:off x="1433777" y="2499325"/>
            <a:ext cx="1097280" cy="950510"/>
            <a:chOff x="11076768" y="2774595"/>
            <a:chExt cx="607794" cy="526497"/>
          </a:xfrm>
          <a:solidFill>
            <a:schemeClr val="bg1"/>
          </a:solidFill>
        </p:grpSpPr>
        <p:sp>
          <p:nvSpPr>
            <p:cNvPr id="79" name="Picture Placeholder 103">
              <a:extLst>
                <a:ext uri="{FF2B5EF4-FFF2-40B4-BE49-F238E27FC236}">
                  <a16:creationId xmlns:a16="http://schemas.microsoft.com/office/drawing/2014/main" id="{3ADDE731-47CA-73DE-0299-BFB877F983B9}"/>
                </a:ext>
              </a:extLst>
            </p:cNvPr>
            <p:cNvSpPr/>
            <p:nvPr/>
          </p:nvSpPr>
          <p:spPr>
            <a:xfrm>
              <a:off x="11138749" y="2927970"/>
              <a:ext cx="481302" cy="218019"/>
            </a:xfrm>
            <a:custGeom>
              <a:avLst/>
              <a:gdLst>
                <a:gd name="connsiteX0" fmla="*/ 474977 w 481302"/>
                <a:gd name="connsiteY0" fmla="*/ 13309 h 218019"/>
                <a:gd name="connsiteX1" fmla="*/ 424381 w 481302"/>
                <a:gd name="connsiteY1" fmla="*/ 0 h 218019"/>
                <a:gd name="connsiteX2" fmla="*/ 286504 w 481302"/>
                <a:gd name="connsiteY2" fmla="*/ 0 h 218019"/>
                <a:gd name="connsiteX3" fmla="*/ 179619 w 481302"/>
                <a:gd name="connsiteY3" fmla="*/ 109644 h 218019"/>
                <a:gd name="connsiteX4" fmla="*/ 184678 w 481302"/>
                <a:gd name="connsiteY4" fmla="*/ 144501 h 218019"/>
                <a:gd name="connsiteX5" fmla="*/ 72733 w 481302"/>
                <a:gd name="connsiteY5" fmla="*/ 144501 h 218019"/>
                <a:gd name="connsiteX6" fmla="*/ 33520 w 481302"/>
                <a:gd name="connsiteY6" fmla="*/ 107742 h 218019"/>
                <a:gd name="connsiteX7" fmla="*/ 72733 w 481302"/>
                <a:gd name="connsiteY7" fmla="*/ 70983 h 218019"/>
                <a:gd name="connsiteX8" fmla="*/ 161277 w 481302"/>
                <a:gd name="connsiteY8" fmla="*/ 70983 h 218019"/>
                <a:gd name="connsiteX9" fmla="*/ 161277 w 481302"/>
                <a:gd name="connsiteY9" fmla="*/ 55139 h 218019"/>
                <a:gd name="connsiteX10" fmla="*/ 72733 w 481302"/>
                <a:gd name="connsiteY10" fmla="*/ 55139 h 218019"/>
                <a:gd name="connsiteX11" fmla="*/ 17709 w 481302"/>
                <a:gd name="connsiteY11" fmla="*/ 107742 h 218019"/>
                <a:gd name="connsiteX12" fmla="*/ 72733 w 481302"/>
                <a:gd name="connsiteY12" fmla="*/ 160346 h 218019"/>
                <a:gd name="connsiteX13" fmla="*/ 204285 w 481302"/>
                <a:gd name="connsiteY13" fmla="*/ 160346 h 218019"/>
                <a:gd name="connsiteX14" fmla="*/ 259309 w 481302"/>
                <a:gd name="connsiteY14" fmla="*/ 107742 h 218019"/>
                <a:gd name="connsiteX15" fmla="*/ 256146 w 481302"/>
                <a:gd name="connsiteY15" fmla="*/ 89997 h 218019"/>
                <a:gd name="connsiteX16" fmla="*/ 253616 w 481302"/>
                <a:gd name="connsiteY16" fmla="*/ 85560 h 218019"/>
                <a:gd name="connsiteX17" fmla="*/ 284607 w 481302"/>
                <a:gd name="connsiteY17" fmla="*/ 71617 h 218019"/>
                <a:gd name="connsiteX18" fmla="*/ 286504 w 481302"/>
                <a:gd name="connsiteY18" fmla="*/ 71617 h 218019"/>
                <a:gd name="connsiteX19" fmla="*/ 286504 w 481302"/>
                <a:gd name="connsiteY19" fmla="*/ 71617 h 218019"/>
                <a:gd name="connsiteX20" fmla="*/ 294094 w 481302"/>
                <a:gd name="connsiteY20" fmla="*/ 108376 h 218019"/>
                <a:gd name="connsiteX21" fmla="*/ 203020 w 481302"/>
                <a:gd name="connsiteY21" fmla="*/ 202175 h 218019"/>
                <a:gd name="connsiteX22" fmla="*/ 63878 w 481302"/>
                <a:gd name="connsiteY22" fmla="*/ 202175 h 218019"/>
                <a:gd name="connsiteX23" fmla="*/ 9487 w 481302"/>
                <a:gd name="connsiteY23" fmla="*/ 183796 h 218019"/>
                <a:gd name="connsiteX24" fmla="*/ 0 w 481302"/>
                <a:gd name="connsiteY24" fmla="*/ 196471 h 218019"/>
                <a:gd name="connsiteX25" fmla="*/ 63878 w 481302"/>
                <a:gd name="connsiteY25" fmla="*/ 218020 h 218019"/>
                <a:gd name="connsiteX26" fmla="*/ 201755 w 481302"/>
                <a:gd name="connsiteY26" fmla="*/ 218020 h 218019"/>
                <a:gd name="connsiteX27" fmla="*/ 308641 w 481302"/>
                <a:gd name="connsiteY27" fmla="*/ 108376 h 218019"/>
                <a:gd name="connsiteX28" fmla="*/ 302948 w 481302"/>
                <a:gd name="connsiteY28" fmla="*/ 71617 h 218019"/>
                <a:gd name="connsiteX29" fmla="*/ 414894 w 481302"/>
                <a:gd name="connsiteY29" fmla="*/ 71617 h 218019"/>
                <a:gd name="connsiteX30" fmla="*/ 454106 w 481302"/>
                <a:gd name="connsiteY30" fmla="*/ 108376 h 218019"/>
                <a:gd name="connsiteX31" fmla="*/ 414894 w 481302"/>
                <a:gd name="connsiteY31" fmla="*/ 145135 h 218019"/>
                <a:gd name="connsiteX32" fmla="*/ 326349 w 481302"/>
                <a:gd name="connsiteY32" fmla="*/ 145135 h 218019"/>
                <a:gd name="connsiteX33" fmla="*/ 326349 w 481302"/>
                <a:gd name="connsiteY33" fmla="*/ 160980 h 218019"/>
                <a:gd name="connsiteX34" fmla="*/ 414894 w 481302"/>
                <a:gd name="connsiteY34" fmla="*/ 160980 h 218019"/>
                <a:gd name="connsiteX35" fmla="*/ 469918 w 481302"/>
                <a:gd name="connsiteY35" fmla="*/ 108376 h 218019"/>
                <a:gd name="connsiteX36" fmla="*/ 414894 w 481302"/>
                <a:gd name="connsiteY36" fmla="*/ 55772 h 218019"/>
                <a:gd name="connsiteX37" fmla="*/ 283342 w 481302"/>
                <a:gd name="connsiteY37" fmla="*/ 55772 h 218019"/>
                <a:gd name="connsiteX38" fmla="*/ 228318 w 481302"/>
                <a:gd name="connsiteY38" fmla="*/ 108376 h 218019"/>
                <a:gd name="connsiteX39" fmla="*/ 231480 w 481302"/>
                <a:gd name="connsiteY39" fmla="*/ 127389 h 218019"/>
                <a:gd name="connsiteX40" fmla="*/ 233378 w 481302"/>
                <a:gd name="connsiteY40" fmla="*/ 131192 h 218019"/>
                <a:gd name="connsiteX41" fmla="*/ 234010 w 481302"/>
                <a:gd name="connsiteY41" fmla="*/ 130558 h 218019"/>
                <a:gd name="connsiteX42" fmla="*/ 203652 w 481302"/>
                <a:gd name="connsiteY42" fmla="*/ 144501 h 218019"/>
                <a:gd name="connsiteX43" fmla="*/ 201755 w 481302"/>
                <a:gd name="connsiteY43" fmla="*/ 144501 h 218019"/>
                <a:gd name="connsiteX44" fmla="*/ 195430 w 481302"/>
                <a:gd name="connsiteY44" fmla="*/ 109644 h 218019"/>
                <a:gd name="connsiteX45" fmla="*/ 286504 w 481302"/>
                <a:gd name="connsiteY45" fmla="*/ 15844 h 218019"/>
                <a:gd name="connsiteX46" fmla="*/ 424381 w 481302"/>
                <a:gd name="connsiteY46" fmla="*/ 15844 h 218019"/>
                <a:gd name="connsiteX47" fmla="*/ 467388 w 481302"/>
                <a:gd name="connsiteY47" fmla="*/ 27252 h 218019"/>
                <a:gd name="connsiteX48" fmla="*/ 467388 w 481302"/>
                <a:gd name="connsiteY48" fmla="*/ 27252 h 218019"/>
                <a:gd name="connsiteX49" fmla="*/ 472448 w 481302"/>
                <a:gd name="connsiteY49" fmla="*/ 30421 h 218019"/>
                <a:gd name="connsiteX50" fmla="*/ 481302 w 481302"/>
                <a:gd name="connsiteY50" fmla="*/ 17112 h 218019"/>
                <a:gd name="connsiteX51" fmla="*/ 474977 w 481302"/>
                <a:gd name="connsiteY51" fmla="*/ 13309 h 21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81302" h="218019">
                  <a:moveTo>
                    <a:pt x="474977" y="13309"/>
                  </a:moveTo>
                  <a:cubicBezTo>
                    <a:pt x="459798" y="4436"/>
                    <a:pt x="442090" y="0"/>
                    <a:pt x="424381" y="0"/>
                  </a:cubicBezTo>
                  <a:lnTo>
                    <a:pt x="286504" y="0"/>
                  </a:lnTo>
                  <a:cubicBezTo>
                    <a:pt x="227686" y="0"/>
                    <a:pt x="179619" y="49435"/>
                    <a:pt x="179619" y="109644"/>
                  </a:cubicBezTo>
                  <a:cubicBezTo>
                    <a:pt x="179619" y="124221"/>
                    <a:pt x="179619" y="133093"/>
                    <a:pt x="184678" y="144501"/>
                  </a:cubicBezTo>
                  <a:lnTo>
                    <a:pt x="72733" y="144501"/>
                  </a:lnTo>
                  <a:cubicBezTo>
                    <a:pt x="51229" y="144501"/>
                    <a:pt x="33520" y="128023"/>
                    <a:pt x="33520" y="107742"/>
                  </a:cubicBezTo>
                  <a:cubicBezTo>
                    <a:pt x="33520" y="87461"/>
                    <a:pt x="51229" y="70983"/>
                    <a:pt x="72733" y="70983"/>
                  </a:cubicBezTo>
                  <a:lnTo>
                    <a:pt x="161277" y="70983"/>
                  </a:lnTo>
                  <a:lnTo>
                    <a:pt x="161277" y="55139"/>
                  </a:lnTo>
                  <a:lnTo>
                    <a:pt x="72733" y="55139"/>
                  </a:lnTo>
                  <a:cubicBezTo>
                    <a:pt x="42375" y="55139"/>
                    <a:pt x="17709" y="78589"/>
                    <a:pt x="17709" y="107742"/>
                  </a:cubicBezTo>
                  <a:cubicBezTo>
                    <a:pt x="17709" y="136896"/>
                    <a:pt x="42375" y="160346"/>
                    <a:pt x="72733" y="160346"/>
                  </a:cubicBezTo>
                  <a:lnTo>
                    <a:pt x="204285" y="160346"/>
                  </a:lnTo>
                  <a:cubicBezTo>
                    <a:pt x="234643" y="160346"/>
                    <a:pt x="259309" y="136896"/>
                    <a:pt x="259309" y="107742"/>
                  </a:cubicBezTo>
                  <a:cubicBezTo>
                    <a:pt x="259309" y="101405"/>
                    <a:pt x="258044" y="95701"/>
                    <a:pt x="256146" y="89997"/>
                  </a:cubicBezTo>
                  <a:lnTo>
                    <a:pt x="253616" y="85560"/>
                  </a:lnTo>
                  <a:cubicBezTo>
                    <a:pt x="260574" y="76687"/>
                    <a:pt x="271958" y="71617"/>
                    <a:pt x="284607" y="71617"/>
                  </a:cubicBezTo>
                  <a:lnTo>
                    <a:pt x="286504" y="71617"/>
                  </a:lnTo>
                  <a:lnTo>
                    <a:pt x="286504" y="71617"/>
                  </a:lnTo>
                  <a:cubicBezTo>
                    <a:pt x="294094" y="84926"/>
                    <a:pt x="294094" y="90630"/>
                    <a:pt x="294094" y="108376"/>
                  </a:cubicBezTo>
                  <a:cubicBezTo>
                    <a:pt x="294094" y="160346"/>
                    <a:pt x="252984" y="202175"/>
                    <a:pt x="203020" y="202175"/>
                  </a:cubicBezTo>
                  <a:lnTo>
                    <a:pt x="63878" y="202175"/>
                  </a:lnTo>
                  <a:cubicBezTo>
                    <a:pt x="44272" y="202175"/>
                    <a:pt x="25298" y="195837"/>
                    <a:pt x="9487" y="183796"/>
                  </a:cubicBezTo>
                  <a:lnTo>
                    <a:pt x="0" y="196471"/>
                  </a:lnTo>
                  <a:cubicBezTo>
                    <a:pt x="18341" y="210414"/>
                    <a:pt x="40477" y="218020"/>
                    <a:pt x="63878" y="218020"/>
                  </a:cubicBezTo>
                  <a:lnTo>
                    <a:pt x="201755" y="218020"/>
                  </a:lnTo>
                  <a:cubicBezTo>
                    <a:pt x="260574" y="218020"/>
                    <a:pt x="308641" y="168585"/>
                    <a:pt x="308641" y="108376"/>
                  </a:cubicBezTo>
                  <a:cubicBezTo>
                    <a:pt x="308641" y="93165"/>
                    <a:pt x="308641" y="84293"/>
                    <a:pt x="302948" y="71617"/>
                  </a:cubicBezTo>
                  <a:lnTo>
                    <a:pt x="414894" y="71617"/>
                  </a:lnTo>
                  <a:cubicBezTo>
                    <a:pt x="436397" y="71617"/>
                    <a:pt x="454106" y="88095"/>
                    <a:pt x="454106" y="108376"/>
                  </a:cubicBezTo>
                  <a:cubicBezTo>
                    <a:pt x="454106" y="128657"/>
                    <a:pt x="436397" y="145135"/>
                    <a:pt x="414894" y="145135"/>
                  </a:cubicBezTo>
                  <a:lnTo>
                    <a:pt x="326349" y="145135"/>
                  </a:lnTo>
                  <a:lnTo>
                    <a:pt x="326349" y="160980"/>
                  </a:lnTo>
                  <a:lnTo>
                    <a:pt x="414894" y="160980"/>
                  </a:lnTo>
                  <a:cubicBezTo>
                    <a:pt x="445252" y="160980"/>
                    <a:pt x="469918" y="137530"/>
                    <a:pt x="469918" y="108376"/>
                  </a:cubicBezTo>
                  <a:cubicBezTo>
                    <a:pt x="469918" y="79222"/>
                    <a:pt x="445252" y="55772"/>
                    <a:pt x="414894" y="55772"/>
                  </a:cubicBezTo>
                  <a:lnTo>
                    <a:pt x="283342" y="55772"/>
                  </a:lnTo>
                  <a:cubicBezTo>
                    <a:pt x="252984" y="55772"/>
                    <a:pt x="228318" y="79222"/>
                    <a:pt x="228318" y="108376"/>
                  </a:cubicBezTo>
                  <a:cubicBezTo>
                    <a:pt x="228318" y="113446"/>
                    <a:pt x="230215" y="121052"/>
                    <a:pt x="231480" y="127389"/>
                  </a:cubicBezTo>
                  <a:lnTo>
                    <a:pt x="233378" y="131192"/>
                  </a:lnTo>
                  <a:lnTo>
                    <a:pt x="234010" y="130558"/>
                  </a:lnTo>
                  <a:cubicBezTo>
                    <a:pt x="227053" y="139431"/>
                    <a:pt x="215669" y="144501"/>
                    <a:pt x="203652" y="144501"/>
                  </a:cubicBezTo>
                  <a:lnTo>
                    <a:pt x="201755" y="144501"/>
                  </a:lnTo>
                  <a:cubicBezTo>
                    <a:pt x="195430" y="132460"/>
                    <a:pt x="195430" y="126122"/>
                    <a:pt x="195430" y="109644"/>
                  </a:cubicBezTo>
                  <a:cubicBezTo>
                    <a:pt x="195430" y="57674"/>
                    <a:pt x="236540" y="15844"/>
                    <a:pt x="286504" y="15844"/>
                  </a:cubicBezTo>
                  <a:lnTo>
                    <a:pt x="424381" y="15844"/>
                  </a:lnTo>
                  <a:cubicBezTo>
                    <a:pt x="439560" y="15844"/>
                    <a:pt x="454106" y="19647"/>
                    <a:pt x="467388" y="27252"/>
                  </a:cubicBezTo>
                  <a:lnTo>
                    <a:pt x="467388" y="27252"/>
                  </a:lnTo>
                  <a:cubicBezTo>
                    <a:pt x="469285" y="28520"/>
                    <a:pt x="471183" y="29154"/>
                    <a:pt x="472448" y="30421"/>
                  </a:cubicBezTo>
                  <a:lnTo>
                    <a:pt x="481302" y="17112"/>
                  </a:lnTo>
                  <a:cubicBezTo>
                    <a:pt x="479405" y="15844"/>
                    <a:pt x="477507" y="14577"/>
                    <a:pt x="474977" y="13309"/>
                  </a:cubicBezTo>
                </a:path>
              </a:pathLst>
            </a:custGeom>
            <a:grpFill/>
            <a:ln w="6271" cap="flat">
              <a:noFill/>
              <a:prstDash val="solid"/>
              <a:miter/>
            </a:ln>
          </p:spPr>
          <p:txBody>
            <a:bodyPr rtlCol="0" anchor="ctr"/>
            <a:lstStyle/>
            <a:p>
              <a:endParaRPr lang="en-US"/>
            </a:p>
          </p:txBody>
        </p:sp>
        <p:sp>
          <p:nvSpPr>
            <p:cNvPr id="80" name="Picture Placeholder 103">
              <a:extLst>
                <a:ext uri="{FF2B5EF4-FFF2-40B4-BE49-F238E27FC236}">
                  <a16:creationId xmlns:a16="http://schemas.microsoft.com/office/drawing/2014/main" id="{15815B0E-3EA1-F4BA-4BD5-E673C0313867}"/>
                </a:ext>
              </a:extLst>
            </p:cNvPr>
            <p:cNvSpPr/>
            <p:nvPr/>
          </p:nvSpPr>
          <p:spPr>
            <a:xfrm>
              <a:off x="11076768" y="2824664"/>
              <a:ext cx="258676" cy="280763"/>
            </a:xfrm>
            <a:custGeom>
              <a:avLst/>
              <a:gdLst>
                <a:gd name="connsiteX0" fmla="*/ 125860 w 258676"/>
                <a:gd name="connsiteY0" fmla="*/ 117883 h 280763"/>
                <a:gd name="connsiteX1" fmla="*/ 258676 w 258676"/>
                <a:gd name="connsiteY1" fmla="*/ 117883 h 280763"/>
                <a:gd name="connsiteX2" fmla="*/ 258676 w 258676"/>
                <a:gd name="connsiteY2" fmla="*/ 102038 h 280763"/>
                <a:gd name="connsiteX3" fmla="*/ 125860 w 258676"/>
                <a:gd name="connsiteY3" fmla="*/ 102038 h 280763"/>
                <a:gd name="connsiteX4" fmla="*/ 21504 w 258676"/>
                <a:gd name="connsiteY4" fmla="*/ 188866 h 280763"/>
                <a:gd name="connsiteX5" fmla="*/ 20239 w 258676"/>
                <a:gd name="connsiteY5" fmla="*/ 167317 h 280763"/>
                <a:gd name="connsiteX6" fmla="*/ 128389 w 258676"/>
                <a:gd name="connsiteY6" fmla="*/ 15211 h 280763"/>
                <a:gd name="connsiteX7" fmla="*/ 123330 w 258676"/>
                <a:gd name="connsiteY7" fmla="*/ 0 h 280763"/>
                <a:gd name="connsiteX8" fmla="*/ 3795 w 258676"/>
                <a:gd name="connsiteY8" fmla="*/ 167317 h 280763"/>
                <a:gd name="connsiteX9" fmla="*/ 19606 w 258676"/>
                <a:gd name="connsiteY9" fmla="*/ 240202 h 280763"/>
                <a:gd name="connsiteX10" fmla="*/ 0 w 258676"/>
                <a:gd name="connsiteY10" fmla="*/ 253511 h 280763"/>
                <a:gd name="connsiteX11" fmla="*/ 55024 w 258676"/>
                <a:gd name="connsiteY11" fmla="*/ 280764 h 280763"/>
                <a:gd name="connsiteX12" fmla="*/ 51229 w 258676"/>
                <a:gd name="connsiteY12" fmla="*/ 219287 h 280763"/>
                <a:gd name="connsiteX13" fmla="*/ 36683 w 258676"/>
                <a:gd name="connsiteY13" fmla="*/ 228794 h 280763"/>
                <a:gd name="connsiteX14" fmla="*/ 34785 w 258676"/>
                <a:gd name="connsiteY14" fmla="*/ 211682 h 280763"/>
                <a:gd name="connsiteX15" fmla="*/ 125860 w 258676"/>
                <a:gd name="connsiteY15" fmla="*/ 117883 h 28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8676" h="280763">
                  <a:moveTo>
                    <a:pt x="125860" y="117883"/>
                  </a:moveTo>
                  <a:lnTo>
                    <a:pt x="258676" y="117883"/>
                  </a:lnTo>
                  <a:lnTo>
                    <a:pt x="258676" y="102038"/>
                  </a:lnTo>
                  <a:lnTo>
                    <a:pt x="125860" y="102038"/>
                  </a:lnTo>
                  <a:cubicBezTo>
                    <a:pt x="74630" y="102038"/>
                    <a:pt x="31623" y="139431"/>
                    <a:pt x="21504" y="188866"/>
                  </a:cubicBezTo>
                  <a:cubicBezTo>
                    <a:pt x="20239" y="181894"/>
                    <a:pt x="20239" y="174289"/>
                    <a:pt x="20239" y="167317"/>
                  </a:cubicBezTo>
                  <a:cubicBezTo>
                    <a:pt x="20239" y="97602"/>
                    <a:pt x="63878" y="36125"/>
                    <a:pt x="128389" y="15211"/>
                  </a:cubicBezTo>
                  <a:lnTo>
                    <a:pt x="123330" y="0"/>
                  </a:lnTo>
                  <a:cubicBezTo>
                    <a:pt x="51862" y="22816"/>
                    <a:pt x="3795" y="89997"/>
                    <a:pt x="3795" y="167317"/>
                  </a:cubicBezTo>
                  <a:cubicBezTo>
                    <a:pt x="3795" y="192669"/>
                    <a:pt x="9487" y="218020"/>
                    <a:pt x="19606" y="240202"/>
                  </a:cubicBezTo>
                  <a:lnTo>
                    <a:pt x="0" y="253511"/>
                  </a:lnTo>
                  <a:lnTo>
                    <a:pt x="55024" y="280764"/>
                  </a:lnTo>
                  <a:lnTo>
                    <a:pt x="51229" y="219287"/>
                  </a:lnTo>
                  <a:lnTo>
                    <a:pt x="36683" y="228794"/>
                  </a:lnTo>
                  <a:cubicBezTo>
                    <a:pt x="35418" y="223090"/>
                    <a:pt x="34785" y="217386"/>
                    <a:pt x="34785" y="211682"/>
                  </a:cubicBezTo>
                  <a:cubicBezTo>
                    <a:pt x="34785" y="160346"/>
                    <a:pt x="75895" y="117883"/>
                    <a:pt x="125860" y="117883"/>
                  </a:cubicBezTo>
                  <a:close/>
                </a:path>
              </a:pathLst>
            </a:custGeom>
            <a:grpFill/>
            <a:ln w="6271" cap="flat">
              <a:noFill/>
              <a:prstDash val="solid"/>
              <a:miter/>
            </a:ln>
          </p:spPr>
          <p:txBody>
            <a:bodyPr rtlCol="0" anchor="ctr"/>
            <a:lstStyle/>
            <a:p>
              <a:endParaRPr lang="en-US"/>
            </a:p>
          </p:txBody>
        </p:sp>
        <p:sp>
          <p:nvSpPr>
            <p:cNvPr id="81" name="Picture Placeholder 103">
              <a:extLst>
                <a:ext uri="{FF2B5EF4-FFF2-40B4-BE49-F238E27FC236}">
                  <a16:creationId xmlns:a16="http://schemas.microsoft.com/office/drawing/2014/main" id="{CDF64846-0333-1EF4-0B61-A5A80DBA5691}"/>
                </a:ext>
              </a:extLst>
            </p:cNvPr>
            <p:cNvSpPr/>
            <p:nvPr/>
          </p:nvSpPr>
          <p:spPr>
            <a:xfrm>
              <a:off x="11402485" y="2805650"/>
              <a:ext cx="7589" cy="27886"/>
            </a:xfrm>
            <a:custGeom>
              <a:avLst/>
              <a:gdLst>
                <a:gd name="connsiteX0" fmla="*/ 0 w 7589"/>
                <a:gd name="connsiteY0" fmla="*/ 0 h 27886"/>
                <a:gd name="connsiteX1" fmla="*/ 7590 w 7589"/>
                <a:gd name="connsiteY1" fmla="*/ 0 h 27886"/>
                <a:gd name="connsiteX2" fmla="*/ 7590 w 7589"/>
                <a:gd name="connsiteY2" fmla="*/ 27886 h 27886"/>
                <a:gd name="connsiteX3" fmla="*/ 0 w 7589"/>
                <a:gd name="connsiteY3" fmla="*/ 27886 h 27886"/>
              </a:gdLst>
              <a:ahLst/>
              <a:cxnLst>
                <a:cxn ang="0">
                  <a:pos x="connsiteX0" y="connsiteY0"/>
                </a:cxn>
                <a:cxn ang="0">
                  <a:pos x="connsiteX1" y="connsiteY1"/>
                </a:cxn>
                <a:cxn ang="0">
                  <a:pos x="connsiteX2" y="connsiteY2"/>
                </a:cxn>
                <a:cxn ang="0">
                  <a:pos x="connsiteX3" y="connsiteY3"/>
                </a:cxn>
              </a:cxnLst>
              <a:rect l="l" t="t" r="r" b="b"/>
              <a:pathLst>
                <a:path w="7589" h="27886">
                  <a:moveTo>
                    <a:pt x="0" y="0"/>
                  </a:moveTo>
                  <a:lnTo>
                    <a:pt x="7590" y="0"/>
                  </a:lnTo>
                  <a:lnTo>
                    <a:pt x="7590" y="27886"/>
                  </a:lnTo>
                  <a:lnTo>
                    <a:pt x="0" y="27886"/>
                  </a:lnTo>
                  <a:close/>
                </a:path>
              </a:pathLst>
            </a:custGeom>
            <a:grpFill/>
            <a:ln w="6271" cap="flat">
              <a:noFill/>
              <a:prstDash val="solid"/>
              <a:miter/>
            </a:ln>
          </p:spPr>
          <p:txBody>
            <a:bodyPr rtlCol="0" anchor="ctr"/>
            <a:lstStyle/>
            <a:p>
              <a:endParaRPr lang="en-US"/>
            </a:p>
          </p:txBody>
        </p:sp>
        <p:sp>
          <p:nvSpPr>
            <p:cNvPr id="82" name="Picture Placeholder 103">
              <a:extLst>
                <a:ext uri="{FF2B5EF4-FFF2-40B4-BE49-F238E27FC236}">
                  <a16:creationId xmlns:a16="http://schemas.microsoft.com/office/drawing/2014/main" id="{EEB1D249-D1E0-04A2-5E88-B0C81DEC06DC}"/>
                </a:ext>
              </a:extLst>
            </p:cNvPr>
            <p:cNvSpPr/>
            <p:nvPr/>
          </p:nvSpPr>
          <p:spPr>
            <a:xfrm>
              <a:off x="11374024" y="2805650"/>
              <a:ext cx="7589" cy="27886"/>
            </a:xfrm>
            <a:custGeom>
              <a:avLst/>
              <a:gdLst>
                <a:gd name="connsiteX0" fmla="*/ 0 w 7589"/>
                <a:gd name="connsiteY0" fmla="*/ 0 h 27886"/>
                <a:gd name="connsiteX1" fmla="*/ 7590 w 7589"/>
                <a:gd name="connsiteY1" fmla="*/ 0 h 27886"/>
                <a:gd name="connsiteX2" fmla="*/ 7590 w 7589"/>
                <a:gd name="connsiteY2" fmla="*/ 27886 h 27886"/>
                <a:gd name="connsiteX3" fmla="*/ 0 w 7589"/>
                <a:gd name="connsiteY3" fmla="*/ 27886 h 27886"/>
              </a:gdLst>
              <a:ahLst/>
              <a:cxnLst>
                <a:cxn ang="0">
                  <a:pos x="connsiteX0" y="connsiteY0"/>
                </a:cxn>
                <a:cxn ang="0">
                  <a:pos x="connsiteX1" y="connsiteY1"/>
                </a:cxn>
                <a:cxn ang="0">
                  <a:pos x="connsiteX2" y="connsiteY2"/>
                </a:cxn>
                <a:cxn ang="0">
                  <a:pos x="connsiteX3" y="connsiteY3"/>
                </a:cxn>
              </a:cxnLst>
              <a:rect l="l" t="t" r="r" b="b"/>
              <a:pathLst>
                <a:path w="7589" h="27886">
                  <a:moveTo>
                    <a:pt x="0" y="0"/>
                  </a:moveTo>
                  <a:lnTo>
                    <a:pt x="7590" y="0"/>
                  </a:lnTo>
                  <a:lnTo>
                    <a:pt x="7590" y="27886"/>
                  </a:lnTo>
                  <a:lnTo>
                    <a:pt x="0" y="27886"/>
                  </a:lnTo>
                  <a:close/>
                </a:path>
              </a:pathLst>
            </a:custGeom>
            <a:grpFill/>
            <a:ln w="6271" cap="flat">
              <a:noFill/>
              <a:prstDash val="solid"/>
              <a:miter/>
            </a:ln>
          </p:spPr>
          <p:txBody>
            <a:bodyPr rtlCol="0" anchor="ctr"/>
            <a:lstStyle/>
            <a:p>
              <a:endParaRPr lang="en-US"/>
            </a:p>
          </p:txBody>
        </p:sp>
        <p:sp>
          <p:nvSpPr>
            <p:cNvPr id="83" name="Picture Placeholder 103">
              <a:extLst>
                <a:ext uri="{FF2B5EF4-FFF2-40B4-BE49-F238E27FC236}">
                  <a16:creationId xmlns:a16="http://schemas.microsoft.com/office/drawing/2014/main" id="{C3CA652F-0247-A91B-0E65-4D1E685AE771}"/>
                </a:ext>
              </a:extLst>
            </p:cNvPr>
            <p:cNvSpPr/>
            <p:nvPr/>
          </p:nvSpPr>
          <p:spPr>
            <a:xfrm>
              <a:off x="11346196" y="2805650"/>
              <a:ext cx="7589" cy="27886"/>
            </a:xfrm>
            <a:custGeom>
              <a:avLst/>
              <a:gdLst>
                <a:gd name="connsiteX0" fmla="*/ 0 w 7589"/>
                <a:gd name="connsiteY0" fmla="*/ 0 h 27886"/>
                <a:gd name="connsiteX1" fmla="*/ 7590 w 7589"/>
                <a:gd name="connsiteY1" fmla="*/ 0 h 27886"/>
                <a:gd name="connsiteX2" fmla="*/ 7590 w 7589"/>
                <a:gd name="connsiteY2" fmla="*/ 27886 h 27886"/>
                <a:gd name="connsiteX3" fmla="*/ 0 w 7589"/>
                <a:gd name="connsiteY3" fmla="*/ 27886 h 27886"/>
              </a:gdLst>
              <a:ahLst/>
              <a:cxnLst>
                <a:cxn ang="0">
                  <a:pos x="connsiteX0" y="connsiteY0"/>
                </a:cxn>
                <a:cxn ang="0">
                  <a:pos x="connsiteX1" y="connsiteY1"/>
                </a:cxn>
                <a:cxn ang="0">
                  <a:pos x="connsiteX2" y="connsiteY2"/>
                </a:cxn>
                <a:cxn ang="0">
                  <a:pos x="connsiteX3" y="connsiteY3"/>
                </a:cxn>
              </a:cxnLst>
              <a:rect l="l" t="t" r="r" b="b"/>
              <a:pathLst>
                <a:path w="7589" h="27886">
                  <a:moveTo>
                    <a:pt x="0" y="0"/>
                  </a:moveTo>
                  <a:lnTo>
                    <a:pt x="7590" y="0"/>
                  </a:lnTo>
                  <a:lnTo>
                    <a:pt x="7590" y="27886"/>
                  </a:lnTo>
                  <a:lnTo>
                    <a:pt x="0" y="27886"/>
                  </a:lnTo>
                  <a:close/>
                </a:path>
              </a:pathLst>
            </a:custGeom>
            <a:grpFill/>
            <a:ln w="6271" cap="flat">
              <a:noFill/>
              <a:prstDash val="solid"/>
              <a:miter/>
            </a:ln>
          </p:spPr>
          <p:txBody>
            <a:bodyPr rtlCol="0" anchor="ctr"/>
            <a:lstStyle/>
            <a:p>
              <a:endParaRPr lang="en-US"/>
            </a:p>
          </p:txBody>
        </p:sp>
        <p:sp>
          <p:nvSpPr>
            <p:cNvPr id="84" name="Picture Placeholder 103">
              <a:extLst>
                <a:ext uri="{FF2B5EF4-FFF2-40B4-BE49-F238E27FC236}">
                  <a16:creationId xmlns:a16="http://schemas.microsoft.com/office/drawing/2014/main" id="{7DE58DAA-3674-BE42-6340-974F46735DD9}"/>
                </a:ext>
              </a:extLst>
            </p:cNvPr>
            <p:cNvSpPr/>
            <p:nvPr/>
          </p:nvSpPr>
          <p:spPr>
            <a:xfrm>
              <a:off x="11317735" y="2805650"/>
              <a:ext cx="7589" cy="27886"/>
            </a:xfrm>
            <a:custGeom>
              <a:avLst/>
              <a:gdLst>
                <a:gd name="connsiteX0" fmla="*/ 0 w 7589"/>
                <a:gd name="connsiteY0" fmla="*/ 0 h 27886"/>
                <a:gd name="connsiteX1" fmla="*/ 7590 w 7589"/>
                <a:gd name="connsiteY1" fmla="*/ 0 h 27886"/>
                <a:gd name="connsiteX2" fmla="*/ 7590 w 7589"/>
                <a:gd name="connsiteY2" fmla="*/ 27886 h 27886"/>
                <a:gd name="connsiteX3" fmla="*/ 0 w 7589"/>
                <a:gd name="connsiteY3" fmla="*/ 27886 h 27886"/>
              </a:gdLst>
              <a:ahLst/>
              <a:cxnLst>
                <a:cxn ang="0">
                  <a:pos x="connsiteX0" y="connsiteY0"/>
                </a:cxn>
                <a:cxn ang="0">
                  <a:pos x="connsiteX1" y="connsiteY1"/>
                </a:cxn>
                <a:cxn ang="0">
                  <a:pos x="connsiteX2" y="connsiteY2"/>
                </a:cxn>
                <a:cxn ang="0">
                  <a:pos x="connsiteX3" y="connsiteY3"/>
                </a:cxn>
              </a:cxnLst>
              <a:rect l="l" t="t" r="r" b="b"/>
              <a:pathLst>
                <a:path w="7589" h="27886">
                  <a:moveTo>
                    <a:pt x="0" y="0"/>
                  </a:moveTo>
                  <a:lnTo>
                    <a:pt x="7590" y="0"/>
                  </a:lnTo>
                  <a:lnTo>
                    <a:pt x="7590" y="27886"/>
                  </a:lnTo>
                  <a:lnTo>
                    <a:pt x="0" y="27886"/>
                  </a:lnTo>
                  <a:close/>
                </a:path>
              </a:pathLst>
            </a:custGeom>
            <a:grpFill/>
            <a:ln w="6271" cap="flat">
              <a:noFill/>
              <a:prstDash val="solid"/>
              <a:miter/>
            </a:ln>
          </p:spPr>
          <p:txBody>
            <a:bodyPr rtlCol="0" anchor="ctr"/>
            <a:lstStyle/>
            <a:p>
              <a:endParaRPr lang="en-US"/>
            </a:p>
          </p:txBody>
        </p:sp>
        <p:sp>
          <p:nvSpPr>
            <p:cNvPr id="85" name="Picture Placeholder 103">
              <a:extLst>
                <a:ext uri="{FF2B5EF4-FFF2-40B4-BE49-F238E27FC236}">
                  <a16:creationId xmlns:a16="http://schemas.microsoft.com/office/drawing/2014/main" id="{C992B93E-E19B-E9A9-E48C-4BE09A6FC436}"/>
                </a:ext>
              </a:extLst>
            </p:cNvPr>
            <p:cNvSpPr/>
            <p:nvPr/>
          </p:nvSpPr>
          <p:spPr>
            <a:xfrm>
              <a:off x="11224763" y="2774595"/>
              <a:ext cx="220728" cy="89996"/>
            </a:xfrm>
            <a:custGeom>
              <a:avLst/>
              <a:gdLst>
                <a:gd name="connsiteX0" fmla="*/ 220729 w 220728"/>
                <a:gd name="connsiteY0" fmla="*/ 0 h 89996"/>
                <a:gd name="connsiteX1" fmla="*/ 0 w 220728"/>
                <a:gd name="connsiteY1" fmla="*/ 0 h 89996"/>
                <a:gd name="connsiteX2" fmla="*/ 0 w 220728"/>
                <a:gd name="connsiteY2" fmla="*/ 89997 h 89996"/>
                <a:gd name="connsiteX3" fmla="*/ 220096 w 220728"/>
                <a:gd name="connsiteY3" fmla="*/ 89997 h 89996"/>
                <a:gd name="connsiteX4" fmla="*/ 220096 w 220728"/>
                <a:gd name="connsiteY4" fmla="*/ 0 h 89996"/>
                <a:gd name="connsiteX5" fmla="*/ 204917 w 220728"/>
                <a:gd name="connsiteY5" fmla="*/ 74152 h 89996"/>
                <a:gd name="connsiteX6" fmla="*/ 15812 w 220728"/>
                <a:gd name="connsiteY6" fmla="*/ 74152 h 89996"/>
                <a:gd name="connsiteX7" fmla="*/ 15812 w 220728"/>
                <a:gd name="connsiteY7" fmla="*/ 15844 h 89996"/>
                <a:gd name="connsiteX8" fmla="*/ 204285 w 220728"/>
                <a:gd name="connsiteY8" fmla="*/ 15844 h 89996"/>
                <a:gd name="connsiteX9" fmla="*/ 204285 w 220728"/>
                <a:gd name="connsiteY9" fmla="*/ 74152 h 89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728" h="89996">
                  <a:moveTo>
                    <a:pt x="220729" y="0"/>
                  </a:moveTo>
                  <a:lnTo>
                    <a:pt x="0" y="0"/>
                  </a:lnTo>
                  <a:lnTo>
                    <a:pt x="0" y="89997"/>
                  </a:lnTo>
                  <a:lnTo>
                    <a:pt x="220096" y="89997"/>
                  </a:lnTo>
                  <a:lnTo>
                    <a:pt x="220096" y="0"/>
                  </a:lnTo>
                  <a:close/>
                  <a:moveTo>
                    <a:pt x="204917" y="74152"/>
                  </a:moveTo>
                  <a:lnTo>
                    <a:pt x="15812" y="74152"/>
                  </a:lnTo>
                  <a:lnTo>
                    <a:pt x="15812" y="15844"/>
                  </a:lnTo>
                  <a:lnTo>
                    <a:pt x="204285" y="15844"/>
                  </a:lnTo>
                  <a:lnTo>
                    <a:pt x="204285" y="74152"/>
                  </a:lnTo>
                  <a:close/>
                </a:path>
              </a:pathLst>
            </a:custGeom>
            <a:grpFill/>
            <a:ln w="6271" cap="flat">
              <a:noFill/>
              <a:prstDash val="solid"/>
              <a:miter/>
            </a:ln>
          </p:spPr>
          <p:txBody>
            <a:bodyPr rtlCol="0" anchor="ctr"/>
            <a:lstStyle/>
            <a:p>
              <a:endParaRPr lang="en-US"/>
            </a:p>
          </p:txBody>
        </p:sp>
        <p:sp>
          <p:nvSpPr>
            <p:cNvPr id="86" name="Picture Placeholder 103">
              <a:extLst>
                <a:ext uri="{FF2B5EF4-FFF2-40B4-BE49-F238E27FC236}">
                  <a16:creationId xmlns:a16="http://schemas.microsoft.com/office/drawing/2014/main" id="{87DEFA70-94E4-1E21-F0FE-FF81E9D39F47}"/>
                </a:ext>
              </a:extLst>
            </p:cNvPr>
            <p:cNvSpPr/>
            <p:nvPr/>
          </p:nvSpPr>
          <p:spPr>
            <a:xfrm>
              <a:off x="11264117" y="2809211"/>
              <a:ext cx="21853" cy="21176"/>
            </a:xfrm>
            <a:custGeom>
              <a:avLst/>
              <a:gdLst>
                <a:gd name="connsiteX0" fmla="*/ 18833 w 21853"/>
                <a:gd name="connsiteY0" fmla="*/ 18622 h 21176"/>
                <a:gd name="connsiteX1" fmla="*/ 18200 w 21853"/>
                <a:gd name="connsiteY1" fmla="*/ 3411 h 21176"/>
                <a:gd name="connsiteX2" fmla="*/ 3021 w 21853"/>
                <a:gd name="connsiteY2" fmla="*/ 2777 h 21176"/>
                <a:gd name="connsiteX3" fmla="*/ 3654 w 21853"/>
                <a:gd name="connsiteY3" fmla="*/ 17988 h 21176"/>
                <a:gd name="connsiteX4" fmla="*/ 18833 w 21853"/>
                <a:gd name="connsiteY4" fmla="*/ 18622 h 21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3" h="21176">
                  <a:moveTo>
                    <a:pt x="18833" y="18622"/>
                  </a:moveTo>
                  <a:cubicBezTo>
                    <a:pt x="23260" y="14185"/>
                    <a:pt x="22627" y="7214"/>
                    <a:pt x="18200" y="3411"/>
                  </a:cubicBezTo>
                  <a:cubicBezTo>
                    <a:pt x="13773" y="-1025"/>
                    <a:pt x="6816" y="-1025"/>
                    <a:pt x="3021" y="2777"/>
                  </a:cubicBezTo>
                  <a:cubicBezTo>
                    <a:pt x="-1406" y="7214"/>
                    <a:pt x="-774" y="14185"/>
                    <a:pt x="3654" y="17988"/>
                  </a:cubicBezTo>
                  <a:cubicBezTo>
                    <a:pt x="8081" y="21791"/>
                    <a:pt x="15038" y="22424"/>
                    <a:pt x="18833" y="18622"/>
                  </a:cubicBezTo>
                  <a:close/>
                </a:path>
              </a:pathLst>
            </a:custGeom>
            <a:grpFill/>
            <a:ln w="6271" cap="flat">
              <a:noFill/>
              <a:prstDash val="solid"/>
              <a:miter/>
            </a:ln>
          </p:spPr>
          <p:txBody>
            <a:bodyPr rtlCol="0" anchor="ctr"/>
            <a:lstStyle/>
            <a:p>
              <a:endParaRPr lang="en-US"/>
            </a:p>
          </p:txBody>
        </p:sp>
        <p:sp>
          <p:nvSpPr>
            <p:cNvPr id="87" name="Picture Placeholder 103">
              <a:extLst>
                <a:ext uri="{FF2B5EF4-FFF2-40B4-BE49-F238E27FC236}">
                  <a16:creationId xmlns:a16="http://schemas.microsoft.com/office/drawing/2014/main" id="{D4AF532E-D478-8F57-1388-6B63DA2DE2C9}"/>
                </a:ext>
              </a:extLst>
            </p:cNvPr>
            <p:cNvSpPr/>
            <p:nvPr/>
          </p:nvSpPr>
          <p:spPr>
            <a:xfrm>
              <a:off x="11429048" y="2969165"/>
              <a:ext cx="255513" cy="281397"/>
            </a:xfrm>
            <a:custGeom>
              <a:avLst/>
              <a:gdLst>
                <a:gd name="connsiteX0" fmla="*/ 237173 w 255513"/>
                <a:gd name="connsiteY0" fmla="*/ 39928 h 281397"/>
                <a:gd name="connsiteX1" fmla="*/ 255514 w 255513"/>
                <a:gd name="connsiteY1" fmla="*/ 27252 h 281397"/>
                <a:gd name="connsiteX2" fmla="*/ 200490 w 255513"/>
                <a:gd name="connsiteY2" fmla="*/ 0 h 281397"/>
                <a:gd name="connsiteX3" fmla="*/ 204285 w 255513"/>
                <a:gd name="connsiteY3" fmla="*/ 61476 h 281397"/>
                <a:gd name="connsiteX4" fmla="*/ 221361 w 255513"/>
                <a:gd name="connsiteY4" fmla="*/ 50068 h 281397"/>
                <a:gd name="connsiteX5" fmla="*/ 223891 w 255513"/>
                <a:gd name="connsiteY5" fmla="*/ 56406 h 281397"/>
                <a:gd name="connsiteX6" fmla="*/ 224523 w 255513"/>
                <a:gd name="connsiteY6" fmla="*/ 69082 h 281397"/>
                <a:gd name="connsiteX7" fmla="*/ 133449 w 255513"/>
                <a:gd name="connsiteY7" fmla="*/ 162881 h 281397"/>
                <a:gd name="connsiteX8" fmla="*/ 0 w 255513"/>
                <a:gd name="connsiteY8" fmla="*/ 162881 h 281397"/>
                <a:gd name="connsiteX9" fmla="*/ 0 w 255513"/>
                <a:gd name="connsiteY9" fmla="*/ 178725 h 281397"/>
                <a:gd name="connsiteX10" fmla="*/ 134082 w 255513"/>
                <a:gd name="connsiteY10" fmla="*/ 178725 h 281397"/>
                <a:gd name="connsiteX11" fmla="*/ 234643 w 255513"/>
                <a:gd name="connsiteY11" fmla="*/ 106475 h 281397"/>
                <a:gd name="connsiteX12" fmla="*/ 234643 w 255513"/>
                <a:gd name="connsiteY12" fmla="*/ 114080 h 281397"/>
                <a:gd name="connsiteX13" fmla="*/ 126492 w 255513"/>
                <a:gd name="connsiteY13" fmla="*/ 266187 h 281397"/>
                <a:gd name="connsiteX14" fmla="*/ 131552 w 255513"/>
                <a:gd name="connsiteY14" fmla="*/ 281398 h 281397"/>
                <a:gd name="connsiteX15" fmla="*/ 250454 w 255513"/>
                <a:gd name="connsiteY15" fmla="*/ 114080 h 281397"/>
                <a:gd name="connsiteX16" fmla="*/ 239702 w 255513"/>
                <a:gd name="connsiteY16" fmla="*/ 52604 h 281397"/>
                <a:gd name="connsiteX17" fmla="*/ 237173 w 255513"/>
                <a:gd name="connsiteY17" fmla="*/ 39928 h 28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5513" h="281397">
                  <a:moveTo>
                    <a:pt x="237173" y="39928"/>
                  </a:moveTo>
                  <a:lnTo>
                    <a:pt x="255514" y="27252"/>
                  </a:lnTo>
                  <a:lnTo>
                    <a:pt x="200490" y="0"/>
                  </a:lnTo>
                  <a:lnTo>
                    <a:pt x="204285" y="61476"/>
                  </a:lnTo>
                  <a:lnTo>
                    <a:pt x="221361" y="50068"/>
                  </a:lnTo>
                  <a:cubicBezTo>
                    <a:pt x="221993" y="51970"/>
                    <a:pt x="223258" y="54505"/>
                    <a:pt x="223891" y="56406"/>
                  </a:cubicBezTo>
                  <a:cubicBezTo>
                    <a:pt x="224523" y="60843"/>
                    <a:pt x="224523" y="64645"/>
                    <a:pt x="224523" y="69082"/>
                  </a:cubicBezTo>
                  <a:cubicBezTo>
                    <a:pt x="224523" y="121052"/>
                    <a:pt x="183413" y="162881"/>
                    <a:pt x="133449" y="162881"/>
                  </a:cubicBezTo>
                  <a:lnTo>
                    <a:pt x="0" y="162881"/>
                  </a:lnTo>
                  <a:lnTo>
                    <a:pt x="0" y="178725"/>
                  </a:lnTo>
                  <a:lnTo>
                    <a:pt x="134082" y="178725"/>
                  </a:lnTo>
                  <a:cubicBezTo>
                    <a:pt x="180251" y="178725"/>
                    <a:pt x="219464" y="148304"/>
                    <a:pt x="234643" y="106475"/>
                  </a:cubicBezTo>
                  <a:cubicBezTo>
                    <a:pt x="234643" y="109010"/>
                    <a:pt x="234643" y="111545"/>
                    <a:pt x="234643" y="114080"/>
                  </a:cubicBezTo>
                  <a:cubicBezTo>
                    <a:pt x="234643" y="183796"/>
                    <a:pt x="191003" y="245272"/>
                    <a:pt x="126492" y="266187"/>
                  </a:cubicBezTo>
                  <a:lnTo>
                    <a:pt x="131552" y="281398"/>
                  </a:lnTo>
                  <a:cubicBezTo>
                    <a:pt x="203020" y="258582"/>
                    <a:pt x="250454" y="191401"/>
                    <a:pt x="250454" y="114080"/>
                  </a:cubicBezTo>
                  <a:cubicBezTo>
                    <a:pt x="250454" y="92532"/>
                    <a:pt x="246659" y="72251"/>
                    <a:pt x="239702" y="52604"/>
                  </a:cubicBezTo>
                  <a:cubicBezTo>
                    <a:pt x="239070" y="48167"/>
                    <a:pt x="238437" y="43731"/>
                    <a:pt x="237173" y="39928"/>
                  </a:cubicBezTo>
                  <a:close/>
                </a:path>
              </a:pathLst>
            </a:custGeom>
            <a:grpFill/>
            <a:ln w="6271" cap="flat">
              <a:noFill/>
              <a:prstDash val="solid"/>
              <a:miter/>
            </a:ln>
          </p:spPr>
          <p:txBody>
            <a:bodyPr rtlCol="0" anchor="ctr"/>
            <a:lstStyle/>
            <a:p>
              <a:endParaRPr lang="en-US"/>
            </a:p>
          </p:txBody>
        </p:sp>
        <p:sp>
          <p:nvSpPr>
            <p:cNvPr id="88" name="Picture Placeholder 103">
              <a:extLst>
                <a:ext uri="{FF2B5EF4-FFF2-40B4-BE49-F238E27FC236}">
                  <a16:creationId xmlns:a16="http://schemas.microsoft.com/office/drawing/2014/main" id="{876FB940-ED87-7F4E-E3D8-B8ABA452E894}"/>
                </a:ext>
              </a:extLst>
            </p:cNvPr>
            <p:cNvSpPr/>
            <p:nvPr/>
          </p:nvSpPr>
          <p:spPr>
            <a:xfrm>
              <a:off x="11350623" y="3241056"/>
              <a:ext cx="7589" cy="27886"/>
            </a:xfrm>
            <a:custGeom>
              <a:avLst/>
              <a:gdLst>
                <a:gd name="connsiteX0" fmla="*/ 0 w 7589"/>
                <a:gd name="connsiteY0" fmla="*/ 0 h 27886"/>
                <a:gd name="connsiteX1" fmla="*/ 7590 w 7589"/>
                <a:gd name="connsiteY1" fmla="*/ 0 h 27886"/>
                <a:gd name="connsiteX2" fmla="*/ 7590 w 7589"/>
                <a:gd name="connsiteY2" fmla="*/ 27886 h 27886"/>
                <a:gd name="connsiteX3" fmla="*/ 0 w 7589"/>
                <a:gd name="connsiteY3" fmla="*/ 27886 h 27886"/>
              </a:gdLst>
              <a:ahLst/>
              <a:cxnLst>
                <a:cxn ang="0">
                  <a:pos x="connsiteX0" y="connsiteY0"/>
                </a:cxn>
                <a:cxn ang="0">
                  <a:pos x="connsiteX1" y="connsiteY1"/>
                </a:cxn>
                <a:cxn ang="0">
                  <a:pos x="connsiteX2" y="connsiteY2"/>
                </a:cxn>
                <a:cxn ang="0">
                  <a:pos x="connsiteX3" y="connsiteY3"/>
                </a:cxn>
              </a:cxnLst>
              <a:rect l="l" t="t" r="r" b="b"/>
              <a:pathLst>
                <a:path w="7589" h="27886">
                  <a:moveTo>
                    <a:pt x="0" y="0"/>
                  </a:moveTo>
                  <a:lnTo>
                    <a:pt x="7590" y="0"/>
                  </a:lnTo>
                  <a:lnTo>
                    <a:pt x="7590" y="27886"/>
                  </a:lnTo>
                  <a:lnTo>
                    <a:pt x="0" y="27886"/>
                  </a:lnTo>
                  <a:close/>
                </a:path>
              </a:pathLst>
            </a:custGeom>
            <a:grpFill/>
            <a:ln w="6271" cap="flat">
              <a:noFill/>
              <a:prstDash val="solid"/>
              <a:miter/>
            </a:ln>
          </p:spPr>
          <p:txBody>
            <a:bodyPr rtlCol="0" anchor="ctr"/>
            <a:lstStyle/>
            <a:p>
              <a:endParaRPr lang="en-US"/>
            </a:p>
          </p:txBody>
        </p:sp>
        <p:sp>
          <p:nvSpPr>
            <p:cNvPr id="89" name="Picture Placeholder 103">
              <a:extLst>
                <a:ext uri="{FF2B5EF4-FFF2-40B4-BE49-F238E27FC236}">
                  <a16:creationId xmlns:a16="http://schemas.microsoft.com/office/drawing/2014/main" id="{812BC936-9C28-574B-9AB8-F0ED0DDCA930}"/>
                </a:ext>
              </a:extLst>
            </p:cNvPr>
            <p:cNvSpPr/>
            <p:nvPr/>
          </p:nvSpPr>
          <p:spPr>
            <a:xfrm>
              <a:off x="11378451" y="3241056"/>
              <a:ext cx="7589" cy="27886"/>
            </a:xfrm>
            <a:custGeom>
              <a:avLst/>
              <a:gdLst>
                <a:gd name="connsiteX0" fmla="*/ 0 w 7589"/>
                <a:gd name="connsiteY0" fmla="*/ 0 h 27886"/>
                <a:gd name="connsiteX1" fmla="*/ 7590 w 7589"/>
                <a:gd name="connsiteY1" fmla="*/ 0 h 27886"/>
                <a:gd name="connsiteX2" fmla="*/ 7590 w 7589"/>
                <a:gd name="connsiteY2" fmla="*/ 27886 h 27886"/>
                <a:gd name="connsiteX3" fmla="*/ 0 w 7589"/>
                <a:gd name="connsiteY3" fmla="*/ 27886 h 27886"/>
              </a:gdLst>
              <a:ahLst/>
              <a:cxnLst>
                <a:cxn ang="0">
                  <a:pos x="connsiteX0" y="connsiteY0"/>
                </a:cxn>
                <a:cxn ang="0">
                  <a:pos x="connsiteX1" y="connsiteY1"/>
                </a:cxn>
                <a:cxn ang="0">
                  <a:pos x="connsiteX2" y="connsiteY2"/>
                </a:cxn>
                <a:cxn ang="0">
                  <a:pos x="connsiteX3" y="connsiteY3"/>
                </a:cxn>
              </a:cxnLst>
              <a:rect l="l" t="t" r="r" b="b"/>
              <a:pathLst>
                <a:path w="7589" h="27886">
                  <a:moveTo>
                    <a:pt x="0" y="0"/>
                  </a:moveTo>
                  <a:lnTo>
                    <a:pt x="7590" y="0"/>
                  </a:lnTo>
                  <a:lnTo>
                    <a:pt x="7590" y="27886"/>
                  </a:lnTo>
                  <a:lnTo>
                    <a:pt x="0" y="27886"/>
                  </a:lnTo>
                  <a:close/>
                </a:path>
              </a:pathLst>
            </a:custGeom>
            <a:grpFill/>
            <a:ln w="6271" cap="flat">
              <a:noFill/>
              <a:prstDash val="solid"/>
              <a:miter/>
            </a:ln>
          </p:spPr>
          <p:txBody>
            <a:bodyPr rtlCol="0" anchor="ctr"/>
            <a:lstStyle/>
            <a:p>
              <a:endParaRPr lang="en-US"/>
            </a:p>
          </p:txBody>
        </p:sp>
        <p:sp>
          <p:nvSpPr>
            <p:cNvPr id="90" name="Picture Placeholder 103">
              <a:extLst>
                <a:ext uri="{FF2B5EF4-FFF2-40B4-BE49-F238E27FC236}">
                  <a16:creationId xmlns:a16="http://schemas.microsoft.com/office/drawing/2014/main" id="{7C4595CA-7CF2-EF6C-A1B8-E58DB79FBFBA}"/>
                </a:ext>
              </a:extLst>
            </p:cNvPr>
            <p:cNvSpPr/>
            <p:nvPr/>
          </p:nvSpPr>
          <p:spPr>
            <a:xfrm>
              <a:off x="11406279" y="3241056"/>
              <a:ext cx="7589" cy="27886"/>
            </a:xfrm>
            <a:custGeom>
              <a:avLst/>
              <a:gdLst>
                <a:gd name="connsiteX0" fmla="*/ 0 w 7589"/>
                <a:gd name="connsiteY0" fmla="*/ 0 h 27886"/>
                <a:gd name="connsiteX1" fmla="*/ 7590 w 7589"/>
                <a:gd name="connsiteY1" fmla="*/ 0 h 27886"/>
                <a:gd name="connsiteX2" fmla="*/ 7590 w 7589"/>
                <a:gd name="connsiteY2" fmla="*/ 27886 h 27886"/>
                <a:gd name="connsiteX3" fmla="*/ 0 w 7589"/>
                <a:gd name="connsiteY3" fmla="*/ 27886 h 27886"/>
              </a:gdLst>
              <a:ahLst/>
              <a:cxnLst>
                <a:cxn ang="0">
                  <a:pos x="connsiteX0" y="connsiteY0"/>
                </a:cxn>
                <a:cxn ang="0">
                  <a:pos x="connsiteX1" y="connsiteY1"/>
                </a:cxn>
                <a:cxn ang="0">
                  <a:pos x="connsiteX2" y="connsiteY2"/>
                </a:cxn>
                <a:cxn ang="0">
                  <a:pos x="connsiteX3" y="connsiteY3"/>
                </a:cxn>
              </a:cxnLst>
              <a:rect l="l" t="t" r="r" b="b"/>
              <a:pathLst>
                <a:path w="7589" h="27886">
                  <a:moveTo>
                    <a:pt x="0" y="0"/>
                  </a:moveTo>
                  <a:lnTo>
                    <a:pt x="7590" y="0"/>
                  </a:lnTo>
                  <a:lnTo>
                    <a:pt x="7590" y="27886"/>
                  </a:lnTo>
                  <a:lnTo>
                    <a:pt x="0" y="27886"/>
                  </a:lnTo>
                  <a:close/>
                </a:path>
              </a:pathLst>
            </a:custGeom>
            <a:grpFill/>
            <a:ln w="6271" cap="flat">
              <a:noFill/>
              <a:prstDash val="solid"/>
              <a:miter/>
            </a:ln>
          </p:spPr>
          <p:txBody>
            <a:bodyPr rtlCol="0" anchor="ctr"/>
            <a:lstStyle/>
            <a:p>
              <a:endParaRPr lang="en-US"/>
            </a:p>
          </p:txBody>
        </p:sp>
        <p:sp>
          <p:nvSpPr>
            <p:cNvPr id="91" name="Picture Placeholder 103">
              <a:extLst>
                <a:ext uri="{FF2B5EF4-FFF2-40B4-BE49-F238E27FC236}">
                  <a16:creationId xmlns:a16="http://schemas.microsoft.com/office/drawing/2014/main" id="{9DFECAF5-FCAC-E55E-F64D-14AF414F7704}"/>
                </a:ext>
              </a:extLst>
            </p:cNvPr>
            <p:cNvSpPr/>
            <p:nvPr/>
          </p:nvSpPr>
          <p:spPr>
            <a:xfrm>
              <a:off x="11434740" y="3241056"/>
              <a:ext cx="7589" cy="27886"/>
            </a:xfrm>
            <a:custGeom>
              <a:avLst/>
              <a:gdLst>
                <a:gd name="connsiteX0" fmla="*/ 0 w 7589"/>
                <a:gd name="connsiteY0" fmla="*/ 0 h 27886"/>
                <a:gd name="connsiteX1" fmla="*/ 7590 w 7589"/>
                <a:gd name="connsiteY1" fmla="*/ 0 h 27886"/>
                <a:gd name="connsiteX2" fmla="*/ 7590 w 7589"/>
                <a:gd name="connsiteY2" fmla="*/ 27886 h 27886"/>
                <a:gd name="connsiteX3" fmla="*/ 0 w 7589"/>
                <a:gd name="connsiteY3" fmla="*/ 27886 h 27886"/>
              </a:gdLst>
              <a:ahLst/>
              <a:cxnLst>
                <a:cxn ang="0">
                  <a:pos x="connsiteX0" y="connsiteY0"/>
                </a:cxn>
                <a:cxn ang="0">
                  <a:pos x="connsiteX1" y="connsiteY1"/>
                </a:cxn>
                <a:cxn ang="0">
                  <a:pos x="connsiteX2" y="connsiteY2"/>
                </a:cxn>
                <a:cxn ang="0">
                  <a:pos x="connsiteX3" y="connsiteY3"/>
                </a:cxn>
              </a:cxnLst>
              <a:rect l="l" t="t" r="r" b="b"/>
              <a:pathLst>
                <a:path w="7589" h="27886">
                  <a:moveTo>
                    <a:pt x="0" y="0"/>
                  </a:moveTo>
                  <a:lnTo>
                    <a:pt x="7590" y="0"/>
                  </a:lnTo>
                  <a:lnTo>
                    <a:pt x="7590" y="27886"/>
                  </a:lnTo>
                  <a:lnTo>
                    <a:pt x="0" y="27886"/>
                  </a:lnTo>
                  <a:close/>
                </a:path>
              </a:pathLst>
            </a:custGeom>
            <a:grpFill/>
            <a:ln w="6271" cap="flat">
              <a:noFill/>
              <a:prstDash val="solid"/>
              <a:miter/>
            </a:ln>
          </p:spPr>
          <p:txBody>
            <a:bodyPr rtlCol="0" anchor="ctr"/>
            <a:lstStyle/>
            <a:p>
              <a:endParaRPr lang="en-US"/>
            </a:p>
          </p:txBody>
        </p:sp>
        <p:sp>
          <p:nvSpPr>
            <p:cNvPr id="92" name="Picture Placeholder 103">
              <a:extLst>
                <a:ext uri="{FF2B5EF4-FFF2-40B4-BE49-F238E27FC236}">
                  <a16:creationId xmlns:a16="http://schemas.microsoft.com/office/drawing/2014/main" id="{E2343B99-9EB6-359C-50C1-8D45C5868A34}"/>
                </a:ext>
              </a:extLst>
            </p:cNvPr>
            <p:cNvSpPr/>
            <p:nvPr/>
          </p:nvSpPr>
          <p:spPr>
            <a:xfrm>
              <a:off x="11315205" y="3210001"/>
              <a:ext cx="220096" cy="89996"/>
            </a:xfrm>
            <a:custGeom>
              <a:avLst/>
              <a:gdLst>
                <a:gd name="connsiteX0" fmla="*/ 0 w 220096"/>
                <a:gd name="connsiteY0" fmla="*/ 89996 h 89996"/>
                <a:gd name="connsiteX1" fmla="*/ 220096 w 220096"/>
                <a:gd name="connsiteY1" fmla="*/ 89996 h 89996"/>
                <a:gd name="connsiteX2" fmla="*/ 220096 w 220096"/>
                <a:gd name="connsiteY2" fmla="*/ 0 h 89996"/>
                <a:gd name="connsiteX3" fmla="*/ 0 w 220096"/>
                <a:gd name="connsiteY3" fmla="*/ 0 h 89996"/>
                <a:gd name="connsiteX4" fmla="*/ 0 w 220096"/>
                <a:gd name="connsiteY4" fmla="*/ 89996 h 89996"/>
                <a:gd name="connsiteX5" fmla="*/ 15812 w 220096"/>
                <a:gd name="connsiteY5" fmla="*/ 15844 h 89996"/>
                <a:gd name="connsiteX6" fmla="*/ 204285 w 220096"/>
                <a:gd name="connsiteY6" fmla="*/ 15844 h 89996"/>
                <a:gd name="connsiteX7" fmla="*/ 204285 w 220096"/>
                <a:gd name="connsiteY7" fmla="*/ 74152 h 89996"/>
                <a:gd name="connsiteX8" fmla="*/ 15812 w 220096"/>
                <a:gd name="connsiteY8" fmla="*/ 74152 h 89996"/>
                <a:gd name="connsiteX9" fmla="*/ 15812 w 220096"/>
                <a:gd name="connsiteY9" fmla="*/ 15844 h 89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096" h="89996">
                  <a:moveTo>
                    <a:pt x="0" y="89996"/>
                  </a:moveTo>
                  <a:lnTo>
                    <a:pt x="220096" y="89996"/>
                  </a:lnTo>
                  <a:lnTo>
                    <a:pt x="220096" y="0"/>
                  </a:lnTo>
                  <a:lnTo>
                    <a:pt x="0" y="0"/>
                  </a:lnTo>
                  <a:lnTo>
                    <a:pt x="0" y="89996"/>
                  </a:lnTo>
                  <a:close/>
                  <a:moveTo>
                    <a:pt x="15812" y="15844"/>
                  </a:moveTo>
                  <a:lnTo>
                    <a:pt x="204285" y="15844"/>
                  </a:lnTo>
                  <a:lnTo>
                    <a:pt x="204285" y="74152"/>
                  </a:lnTo>
                  <a:lnTo>
                    <a:pt x="15812" y="74152"/>
                  </a:lnTo>
                  <a:lnTo>
                    <a:pt x="15812" y="15844"/>
                  </a:lnTo>
                  <a:close/>
                </a:path>
              </a:pathLst>
            </a:custGeom>
            <a:grpFill/>
            <a:ln w="6271" cap="flat">
              <a:noFill/>
              <a:prstDash val="solid"/>
              <a:miter/>
            </a:ln>
          </p:spPr>
          <p:txBody>
            <a:bodyPr rtlCol="0" anchor="ctr"/>
            <a:lstStyle/>
            <a:p>
              <a:endParaRPr lang="en-US"/>
            </a:p>
          </p:txBody>
        </p:sp>
        <p:sp>
          <p:nvSpPr>
            <p:cNvPr id="93" name="Picture Placeholder 103">
              <a:extLst>
                <a:ext uri="{FF2B5EF4-FFF2-40B4-BE49-F238E27FC236}">
                  <a16:creationId xmlns:a16="http://schemas.microsoft.com/office/drawing/2014/main" id="{D5EDB5DB-A143-0FE0-B5E6-6BFD56D7F80D}"/>
                </a:ext>
              </a:extLst>
            </p:cNvPr>
            <p:cNvSpPr/>
            <p:nvPr/>
          </p:nvSpPr>
          <p:spPr>
            <a:xfrm>
              <a:off x="11474094" y="3244581"/>
              <a:ext cx="21853" cy="21212"/>
            </a:xfrm>
            <a:custGeom>
              <a:avLst/>
              <a:gdLst>
                <a:gd name="connsiteX0" fmla="*/ 3021 w 21853"/>
                <a:gd name="connsiteY0" fmla="*/ 2813 h 21212"/>
                <a:gd name="connsiteX1" fmla="*/ 3654 w 21853"/>
                <a:gd name="connsiteY1" fmla="*/ 18024 h 21212"/>
                <a:gd name="connsiteX2" fmla="*/ 18833 w 21853"/>
                <a:gd name="connsiteY2" fmla="*/ 18658 h 21212"/>
                <a:gd name="connsiteX3" fmla="*/ 18200 w 21853"/>
                <a:gd name="connsiteY3" fmla="*/ 3447 h 21212"/>
                <a:gd name="connsiteX4" fmla="*/ 3021 w 21853"/>
                <a:gd name="connsiteY4" fmla="*/ 2813 h 21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3" h="21212">
                  <a:moveTo>
                    <a:pt x="3021" y="2813"/>
                  </a:moveTo>
                  <a:cubicBezTo>
                    <a:pt x="-1406" y="7250"/>
                    <a:pt x="-774" y="14221"/>
                    <a:pt x="3654" y="18024"/>
                  </a:cubicBezTo>
                  <a:cubicBezTo>
                    <a:pt x="8081" y="21827"/>
                    <a:pt x="15038" y="22460"/>
                    <a:pt x="18833" y="18658"/>
                  </a:cubicBezTo>
                  <a:cubicBezTo>
                    <a:pt x="23260" y="14221"/>
                    <a:pt x="22627" y="7250"/>
                    <a:pt x="18200" y="3447"/>
                  </a:cubicBezTo>
                  <a:cubicBezTo>
                    <a:pt x="13773" y="-356"/>
                    <a:pt x="7448" y="-1623"/>
                    <a:pt x="3021" y="2813"/>
                  </a:cubicBezTo>
                  <a:close/>
                </a:path>
              </a:pathLst>
            </a:custGeom>
            <a:grpFill/>
            <a:ln w="6271" cap="flat">
              <a:noFill/>
              <a:prstDash val="solid"/>
              <a:miter/>
            </a:ln>
          </p:spPr>
          <p:txBody>
            <a:bodyPr rtlCol="0" anchor="ctr"/>
            <a:lstStyle/>
            <a:p>
              <a:endParaRPr lang="en-US"/>
            </a:p>
          </p:txBody>
        </p:sp>
      </p:grpSp>
    </p:spTree>
    <p:extLst>
      <p:ext uri="{BB962C8B-B14F-4D97-AF65-F5344CB8AC3E}">
        <p14:creationId xmlns:p14="http://schemas.microsoft.com/office/powerpoint/2010/main" val="291727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BF0A8-1D2B-8BE8-ABDD-1952C4EF78B5}"/>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1D228A3C-3159-A06F-1CEF-9B84B130922D}"/>
              </a:ext>
            </a:extLst>
          </p:cNvPr>
          <p:cNvSpPr>
            <a:spLocks noGrp="1"/>
          </p:cNvSpPr>
          <p:nvPr>
            <p:ph type="title"/>
          </p:nvPr>
        </p:nvSpPr>
        <p:spPr/>
        <p:txBody>
          <a:bodyPr/>
          <a:lstStyle/>
          <a:p>
            <a:r>
              <a:rPr lang="en-US" dirty="0"/>
              <a:t>Modern Ciphers Speed Compliance Validations</a:t>
            </a:r>
          </a:p>
        </p:txBody>
      </p:sp>
      <p:sp>
        <p:nvSpPr>
          <p:cNvPr id="13" name="Subtitle 12">
            <a:extLst>
              <a:ext uri="{FF2B5EF4-FFF2-40B4-BE49-F238E27FC236}">
                <a16:creationId xmlns:a16="http://schemas.microsoft.com/office/drawing/2014/main" id="{B7F270E0-953A-4904-C474-F62BB0B5CE6A}"/>
              </a:ext>
            </a:extLst>
          </p:cNvPr>
          <p:cNvSpPr>
            <a:spLocks noGrp="1"/>
          </p:cNvSpPr>
          <p:nvPr>
            <p:ph type="subTitle" idx="10"/>
          </p:nvPr>
        </p:nvSpPr>
        <p:spPr/>
        <p:txBody>
          <a:bodyPr/>
          <a:lstStyle/>
          <a:p>
            <a:r>
              <a:rPr lang="en-US" dirty="0"/>
              <a:t>TLS 1.3 and FIPS 140-3 Support in VCF 9.0</a:t>
            </a:r>
          </a:p>
        </p:txBody>
      </p:sp>
      <p:sp>
        <p:nvSpPr>
          <p:cNvPr id="15" name="Text Placeholder 14">
            <a:extLst>
              <a:ext uri="{FF2B5EF4-FFF2-40B4-BE49-F238E27FC236}">
                <a16:creationId xmlns:a16="http://schemas.microsoft.com/office/drawing/2014/main" id="{73E780E8-36DC-CEBB-693F-947B0BE95923}"/>
              </a:ext>
            </a:extLst>
          </p:cNvPr>
          <p:cNvSpPr>
            <a:spLocks noGrp="1"/>
          </p:cNvSpPr>
          <p:nvPr>
            <p:ph type="body" sz="quarter" idx="20"/>
          </p:nvPr>
        </p:nvSpPr>
        <p:spPr/>
        <p:txBody>
          <a:bodyPr/>
          <a:lstStyle/>
          <a:p>
            <a:r>
              <a:rPr lang="en-US" dirty="0">
                <a:solidFill>
                  <a:schemeClr val="tx1"/>
                </a:solidFill>
              </a:rPr>
              <a:t>TLS 1.3 Available By Default on All Ports</a:t>
            </a:r>
          </a:p>
          <a:p>
            <a:r>
              <a:rPr lang="en-US" dirty="0">
                <a:solidFill>
                  <a:schemeClr val="tx1"/>
                </a:solidFill>
              </a:rPr>
              <a:t>Can limit ciphers to FIPS 140-3 best algorithms</a:t>
            </a:r>
          </a:p>
          <a:p>
            <a:r>
              <a:rPr lang="en-US" dirty="0">
                <a:solidFill>
                  <a:schemeClr val="tx1"/>
                </a:solidFill>
              </a:rPr>
              <a:t>Can also limit to</a:t>
            </a:r>
            <a:br>
              <a:rPr lang="en-US" dirty="0">
                <a:solidFill>
                  <a:schemeClr val="tx1"/>
                </a:solidFill>
              </a:rPr>
            </a:br>
            <a:r>
              <a:rPr lang="en-US" dirty="0">
                <a:solidFill>
                  <a:schemeClr val="tx1"/>
                </a:solidFill>
              </a:rPr>
              <a:t>only TLS 1.3:</a:t>
            </a:r>
          </a:p>
          <a:p>
            <a:r>
              <a:rPr lang="en-US" sz="1200" dirty="0">
                <a:solidFill>
                  <a:schemeClr val="tx1"/>
                </a:solidFill>
              </a:rPr>
              <a:t>TLS_AES_256_GCM_SHA384  TLS_AES_128_GCM_SHA256</a:t>
            </a:r>
          </a:p>
          <a:p>
            <a:r>
              <a:rPr lang="en-US" b="1" dirty="0">
                <a:solidFill>
                  <a:schemeClr val="tx1"/>
                </a:solidFill>
              </a:rPr>
              <a:t>Will have to find other things to talk about with GRC…</a:t>
            </a:r>
          </a:p>
          <a:p>
            <a:endParaRPr lang="en-US" dirty="0">
              <a:solidFill>
                <a:schemeClr val="tx1"/>
              </a:solidFill>
            </a:endParaRPr>
          </a:p>
        </p:txBody>
      </p:sp>
      <p:pic>
        <p:nvPicPr>
          <p:cNvPr id="3" name="Content Placeholder 2" descr="A screenshot of a computer&#10;&#10;AI-generated content may be incorrect.">
            <a:extLst>
              <a:ext uri="{FF2B5EF4-FFF2-40B4-BE49-F238E27FC236}">
                <a16:creationId xmlns:a16="http://schemas.microsoft.com/office/drawing/2014/main" id="{A93A562C-34B7-8F05-8A88-4FEDFE65845A}"/>
              </a:ext>
            </a:extLst>
          </p:cNvPr>
          <p:cNvPicPr>
            <a:picLocks noGrp="1" noChangeAspect="1"/>
          </p:cNvPicPr>
          <p:nvPr>
            <p:ph sz="quarter" idx="19"/>
          </p:nvPr>
        </p:nvPicPr>
        <p:blipFill>
          <a:blip r:embed="rId3"/>
          <a:stretch>
            <a:fillRect/>
          </a:stretch>
        </p:blipFill>
        <p:spPr>
          <a:xfrm>
            <a:off x="579809" y="1474170"/>
            <a:ext cx="7284455" cy="4572000"/>
          </a:xfrm>
        </p:spPr>
      </p:pic>
    </p:spTree>
    <p:extLst>
      <p:ext uri="{BB962C8B-B14F-4D97-AF65-F5344CB8AC3E}">
        <p14:creationId xmlns:p14="http://schemas.microsoft.com/office/powerpoint/2010/main" val="3365788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35E1164-FC7A-EA4B-A3E8-EB15D48FF6E4}"/>
              </a:ext>
            </a:extLst>
          </p:cNvPr>
          <p:cNvSpPr>
            <a:spLocks noGrp="1"/>
          </p:cNvSpPr>
          <p:nvPr>
            <p:ph type="title"/>
          </p:nvPr>
        </p:nvSpPr>
        <p:spPr/>
        <p:txBody>
          <a:bodyPr/>
          <a:lstStyle/>
          <a:p>
            <a:r>
              <a:rPr lang="en-US" dirty="0"/>
              <a:t>Centralized Certificate Management</a:t>
            </a:r>
          </a:p>
        </p:txBody>
      </p:sp>
      <p:sp>
        <p:nvSpPr>
          <p:cNvPr id="3" name="Subtitle 2">
            <a:extLst>
              <a:ext uri="{FF2B5EF4-FFF2-40B4-BE49-F238E27FC236}">
                <a16:creationId xmlns:a16="http://schemas.microsoft.com/office/drawing/2014/main" id="{942BE81A-07A8-953D-AFC4-618A62C9B8A4}"/>
              </a:ext>
            </a:extLst>
          </p:cNvPr>
          <p:cNvSpPr>
            <a:spLocks noGrp="1"/>
          </p:cNvSpPr>
          <p:nvPr>
            <p:ph type="subTitle" idx="10"/>
          </p:nvPr>
        </p:nvSpPr>
        <p:spPr/>
        <p:txBody>
          <a:bodyPr/>
          <a:lstStyle/>
          <a:p>
            <a:r>
              <a:rPr lang="en-US" dirty="0"/>
              <a:t>Security, Compliance, and Operational Resilience in VCF 9.0</a:t>
            </a:r>
          </a:p>
        </p:txBody>
      </p:sp>
      <p:sp>
        <p:nvSpPr>
          <p:cNvPr id="12" name="Text Placeholder 11">
            <a:extLst>
              <a:ext uri="{FF2B5EF4-FFF2-40B4-BE49-F238E27FC236}">
                <a16:creationId xmlns:a16="http://schemas.microsoft.com/office/drawing/2014/main" id="{3FD528E8-B2D4-D3BF-3487-54EED19A81FC}"/>
              </a:ext>
            </a:extLst>
          </p:cNvPr>
          <p:cNvSpPr>
            <a:spLocks noGrp="1"/>
          </p:cNvSpPr>
          <p:nvPr>
            <p:ph type="body" sz="quarter" idx="17"/>
          </p:nvPr>
        </p:nvSpPr>
        <p:spPr/>
        <p:txBody>
          <a:bodyPr/>
          <a:lstStyle/>
          <a:p>
            <a:r>
              <a:rPr lang="en-US" sz="2100" dirty="0">
                <a:solidFill>
                  <a:schemeClr val="tx1"/>
                </a:solidFill>
              </a:rPr>
              <a:t>One interface to manage certificates for infrastructure components</a:t>
            </a:r>
          </a:p>
          <a:p>
            <a:r>
              <a:rPr lang="en-US" sz="2100" dirty="0">
                <a:solidFill>
                  <a:schemeClr val="tx1"/>
                </a:solidFill>
              </a:rPr>
              <a:t>Supports Microsoft AD CS, OpenSSL, and external CAs</a:t>
            </a:r>
          </a:p>
          <a:p>
            <a:r>
              <a:rPr lang="en-US" sz="2100" dirty="0">
                <a:solidFill>
                  <a:schemeClr val="tx1"/>
                </a:solidFill>
              </a:rPr>
              <a:t>Automatic renewal options</a:t>
            </a:r>
          </a:p>
          <a:p>
            <a:r>
              <a:rPr lang="en-US" sz="2100" b="1" dirty="0">
                <a:solidFill>
                  <a:schemeClr val="tx1"/>
                </a:solidFill>
              </a:rPr>
              <a:t>Non-disruptive architecture avoids having to schedule downtime</a:t>
            </a:r>
          </a:p>
          <a:p>
            <a:endParaRPr lang="en-US" sz="2100" dirty="0"/>
          </a:p>
        </p:txBody>
      </p:sp>
      <p:pic>
        <p:nvPicPr>
          <p:cNvPr id="8" name="Content Placeholder 7">
            <a:extLst>
              <a:ext uri="{FF2B5EF4-FFF2-40B4-BE49-F238E27FC236}">
                <a16:creationId xmlns:a16="http://schemas.microsoft.com/office/drawing/2014/main" id="{2D8BF78B-FE98-7C73-740C-BF6A9859867D}"/>
              </a:ext>
            </a:extLst>
          </p:cNvPr>
          <p:cNvPicPr>
            <a:picLocks noGrp="1" noChangeAspect="1"/>
          </p:cNvPicPr>
          <p:nvPr>
            <p:ph sz="quarter" idx="14"/>
          </p:nvPr>
        </p:nvPicPr>
        <p:blipFill>
          <a:blip r:embed="rId3"/>
          <a:stretch>
            <a:fillRect/>
          </a:stretch>
        </p:blipFill>
        <p:spPr>
          <a:xfrm>
            <a:off x="608013" y="1750161"/>
            <a:ext cx="7397750" cy="4272078"/>
          </a:xfrm>
          <a:prstGeom prst="rect">
            <a:avLst/>
          </a:prstGeom>
          <a:ln>
            <a:solidFill>
              <a:schemeClr val="tx1"/>
            </a:solidFill>
          </a:ln>
        </p:spPr>
      </p:pic>
    </p:spTree>
    <p:extLst>
      <p:ext uri="{BB962C8B-B14F-4D97-AF65-F5344CB8AC3E}">
        <p14:creationId xmlns:p14="http://schemas.microsoft.com/office/powerpoint/2010/main" val="1371749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descr="A screenshot of a computer&#10;&#10;AI-generated content may be incorrect.">
            <a:extLst>
              <a:ext uri="{FF2B5EF4-FFF2-40B4-BE49-F238E27FC236}">
                <a16:creationId xmlns:a16="http://schemas.microsoft.com/office/drawing/2014/main" id="{64B0D470-C452-902C-67B9-6F0F8A2AEA15}"/>
              </a:ext>
            </a:extLst>
          </p:cNvPr>
          <p:cNvPicPr>
            <a:picLocks noGrp="1" noChangeAspect="1"/>
          </p:cNvPicPr>
          <p:nvPr>
            <p:ph type="pic" sz="quarter" idx="11"/>
          </p:nvPr>
        </p:nvPicPr>
        <p:blipFill>
          <a:blip r:embed="rId3"/>
          <a:srcRect t="474" b="474"/>
          <a:stretch>
            <a:fillRect/>
          </a:stretch>
        </p:blipFill>
        <p:spPr>
          <a:xfrm>
            <a:off x="6585249" y="0"/>
            <a:ext cx="5603576" cy="6858000"/>
          </a:xfrm>
        </p:spPr>
      </p:pic>
      <p:sp>
        <p:nvSpPr>
          <p:cNvPr id="20" name="Text Placeholder 14">
            <a:extLst>
              <a:ext uri="{FF2B5EF4-FFF2-40B4-BE49-F238E27FC236}">
                <a16:creationId xmlns:a16="http://schemas.microsoft.com/office/drawing/2014/main" id="{3DC11D72-5E65-6B4C-BEB1-506015692885}"/>
              </a:ext>
            </a:extLst>
          </p:cNvPr>
          <p:cNvSpPr txBox="1">
            <a:spLocks/>
          </p:cNvSpPr>
          <p:nvPr/>
        </p:nvSpPr>
        <p:spPr>
          <a:xfrm>
            <a:off x="621525" y="1866619"/>
            <a:ext cx="5916168" cy="82296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3600" kern="1200">
                <a:solidFill>
                  <a:schemeClr val="accent2"/>
                </a:solidFill>
                <a:latin typeface="+mn-lt"/>
                <a:ea typeface="+mn-ea"/>
                <a:cs typeface="+mn-cs"/>
              </a:defRPr>
            </a:lvl1pPr>
            <a:lvl2pPr marL="273050" indent="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None/>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r>
              <a:rPr lang="en-US" sz="4000" dirty="0"/>
              <a:t>Key Wrapping</a:t>
            </a:r>
          </a:p>
        </p:txBody>
      </p:sp>
      <p:sp>
        <p:nvSpPr>
          <p:cNvPr id="21" name="Text Placeholder 16">
            <a:extLst>
              <a:ext uri="{FF2B5EF4-FFF2-40B4-BE49-F238E27FC236}">
                <a16:creationId xmlns:a16="http://schemas.microsoft.com/office/drawing/2014/main" id="{6D4E1581-54AC-797D-F0C5-5E872CC7C1D6}"/>
              </a:ext>
            </a:extLst>
          </p:cNvPr>
          <p:cNvSpPr txBox="1">
            <a:spLocks/>
          </p:cNvSpPr>
          <p:nvPr/>
        </p:nvSpPr>
        <p:spPr>
          <a:xfrm>
            <a:off x="541538" y="3137635"/>
            <a:ext cx="5996156" cy="2006600"/>
          </a:xfrm>
          <a:prstGeom prst="rect">
            <a:avLst/>
          </a:prstGeom>
        </p:spPr>
        <p:txBody>
          <a:bodyPr/>
          <a:lst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a:buNone/>
            </a:pPr>
            <a:r>
              <a:rPr lang="en-US" sz="2400" dirty="0"/>
              <a:t>Store a single key in your KMS which wraps your Key Encryption Key (KEK)</a:t>
            </a:r>
          </a:p>
          <a:p>
            <a:pPr>
              <a:buNone/>
            </a:pPr>
            <a:r>
              <a:rPr lang="en-US" sz="2400" dirty="0"/>
              <a:t>Rotate automatically if desired</a:t>
            </a:r>
          </a:p>
          <a:p>
            <a:pPr>
              <a:buNone/>
            </a:pPr>
            <a:r>
              <a:rPr lang="en-US" sz="2400" dirty="0"/>
              <a:t>Can specify a custom key ID</a:t>
            </a:r>
          </a:p>
          <a:p>
            <a:pPr>
              <a:buNone/>
            </a:pPr>
            <a:r>
              <a:rPr lang="en-US" sz="2400" dirty="0"/>
              <a:t>Easy to rekey into this configuration</a:t>
            </a:r>
            <a:br>
              <a:rPr lang="en-US" sz="2400" dirty="0"/>
            </a:br>
            <a:r>
              <a:rPr lang="en-US" sz="2400" dirty="0"/>
              <a:t>using a non-disruptive “shallow rekey”</a:t>
            </a:r>
          </a:p>
        </p:txBody>
      </p:sp>
      <p:cxnSp>
        <p:nvCxnSpPr>
          <p:cNvPr id="24" name="Straight Connector 23">
            <a:extLst>
              <a:ext uri="{FF2B5EF4-FFF2-40B4-BE49-F238E27FC236}">
                <a16:creationId xmlns:a16="http://schemas.microsoft.com/office/drawing/2014/main" id="{E2B4B1EA-E6DA-F3C2-6C58-7C8E1FE11AB3}"/>
              </a:ext>
              <a:ext uri="{C183D7F6-B498-43B3-948B-1728B52AA6E4}">
                <adec:decorative xmlns:adec="http://schemas.microsoft.com/office/drawing/2017/decorative" val="1"/>
              </a:ext>
            </a:extLst>
          </p:cNvPr>
          <p:cNvCxnSpPr>
            <a:cxnSpLocks/>
          </p:cNvCxnSpPr>
          <p:nvPr/>
        </p:nvCxnSpPr>
        <p:spPr bwMode="gray">
          <a:xfrm>
            <a:off x="616891" y="2828379"/>
            <a:ext cx="5016039" cy="0"/>
          </a:xfrm>
          <a:prstGeom prst="line">
            <a:avLst/>
          </a:prstGeom>
          <a:ln w="25400">
            <a:solidFill>
              <a:schemeClr val="tx1">
                <a:lumMod val="20000"/>
                <a:lumOff val="8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21403D7-EC2A-B297-CCA3-3F7125D98E12}"/>
              </a:ext>
            </a:extLst>
          </p:cNvPr>
          <p:cNvSpPr txBox="1"/>
          <p:nvPr/>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Metropolis-Regular"/>
                <a:rtl val="0"/>
              </a:rPr>
              <a:t>.  </a:t>
            </a:r>
          </a:p>
        </p:txBody>
      </p:sp>
      <p:grpSp>
        <p:nvGrpSpPr>
          <p:cNvPr id="26" name="Graphic 8">
            <a:extLst>
              <a:ext uri="{FF2B5EF4-FFF2-40B4-BE49-F238E27FC236}">
                <a16:creationId xmlns:a16="http://schemas.microsoft.com/office/drawing/2014/main" id="{0D10F688-F2EB-3855-74EE-D8B8B361534F}"/>
              </a:ext>
            </a:extLst>
          </p:cNvPr>
          <p:cNvGrpSpPr/>
          <p:nvPr/>
        </p:nvGrpSpPr>
        <p:grpSpPr>
          <a:xfrm>
            <a:off x="265625" y="6323271"/>
            <a:ext cx="1249223" cy="369648"/>
            <a:chOff x="265625" y="6323271"/>
            <a:chExt cx="1249223" cy="369648"/>
          </a:xfrm>
          <a:solidFill>
            <a:srgbClr val="000000"/>
          </a:solidFill>
        </p:grpSpPr>
        <p:grpSp>
          <p:nvGrpSpPr>
            <p:cNvPr id="27" name="Graphic 8">
              <a:extLst>
                <a:ext uri="{FF2B5EF4-FFF2-40B4-BE49-F238E27FC236}">
                  <a16:creationId xmlns:a16="http://schemas.microsoft.com/office/drawing/2014/main" id="{51445C68-27D9-F793-0F57-49F7879A77E8}"/>
                </a:ext>
              </a:extLst>
            </p:cNvPr>
            <p:cNvGrpSpPr/>
            <p:nvPr/>
          </p:nvGrpSpPr>
          <p:grpSpPr>
            <a:xfrm>
              <a:off x="745455" y="6594444"/>
              <a:ext cx="722662" cy="98475"/>
              <a:chOff x="745455" y="6594444"/>
              <a:chExt cx="722662" cy="98475"/>
            </a:xfrm>
            <a:solidFill>
              <a:srgbClr val="000000"/>
            </a:solidFill>
          </p:grpSpPr>
          <p:sp>
            <p:nvSpPr>
              <p:cNvPr id="36" name="Freeform 49">
                <a:extLst>
                  <a:ext uri="{FF2B5EF4-FFF2-40B4-BE49-F238E27FC236}">
                    <a16:creationId xmlns:a16="http://schemas.microsoft.com/office/drawing/2014/main" id="{E4EE8C7C-07EB-C2BD-AA0E-FBA6FF9EF7FA}"/>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37" name="Freeform 50">
                <a:extLst>
                  <a:ext uri="{FF2B5EF4-FFF2-40B4-BE49-F238E27FC236}">
                    <a16:creationId xmlns:a16="http://schemas.microsoft.com/office/drawing/2014/main" id="{59511AF0-6636-DFB8-2DB5-ACE030F44870}"/>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38" name="Freeform 51">
                <a:extLst>
                  <a:ext uri="{FF2B5EF4-FFF2-40B4-BE49-F238E27FC236}">
                    <a16:creationId xmlns:a16="http://schemas.microsoft.com/office/drawing/2014/main" id="{65C4E2C9-2963-E556-081D-7EA84F17728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39" name="Freeform 52">
                <a:extLst>
                  <a:ext uri="{FF2B5EF4-FFF2-40B4-BE49-F238E27FC236}">
                    <a16:creationId xmlns:a16="http://schemas.microsoft.com/office/drawing/2014/main" id="{3E372F27-623D-DC9B-085D-CD390D2663EE}"/>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40" name="Freeform 53">
                <a:extLst>
                  <a:ext uri="{FF2B5EF4-FFF2-40B4-BE49-F238E27FC236}">
                    <a16:creationId xmlns:a16="http://schemas.microsoft.com/office/drawing/2014/main" id="{4E907D1E-523A-16EF-6BEF-796B317216D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1" name="Freeform 54">
                <a:extLst>
                  <a:ext uri="{FF2B5EF4-FFF2-40B4-BE49-F238E27FC236}">
                    <a16:creationId xmlns:a16="http://schemas.microsoft.com/office/drawing/2014/main" id="{A30F87D0-B23E-8615-B207-D8480A93099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2" name="Freeform 55">
                <a:extLst>
                  <a:ext uri="{FF2B5EF4-FFF2-40B4-BE49-F238E27FC236}">
                    <a16:creationId xmlns:a16="http://schemas.microsoft.com/office/drawing/2014/main" id="{06F1B48E-A1CC-7E5C-7ECB-56FC01E5209A}"/>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43" name="Freeform 56">
                <a:extLst>
                  <a:ext uri="{FF2B5EF4-FFF2-40B4-BE49-F238E27FC236}">
                    <a16:creationId xmlns:a16="http://schemas.microsoft.com/office/drawing/2014/main" id="{1E24E48E-EF03-4703-8851-B3EECE3C5D5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44" name="Freeform 57">
                <a:extLst>
                  <a:ext uri="{FF2B5EF4-FFF2-40B4-BE49-F238E27FC236}">
                    <a16:creationId xmlns:a16="http://schemas.microsoft.com/office/drawing/2014/main" id="{33E48A7E-5478-3DCD-C97A-E900E0960FF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5" name="Freeform 58">
                <a:extLst>
                  <a:ext uri="{FF2B5EF4-FFF2-40B4-BE49-F238E27FC236}">
                    <a16:creationId xmlns:a16="http://schemas.microsoft.com/office/drawing/2014/main" id="{89415C17-11FF-CDB7-BB1B-F1B59B265DE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28" name="Graphic 8">
              <a:extLst>
                <a:ext uri="{FF2B5EF4-FFF2-40B4-BE49-F238E27FC236}">
                  <a16:creationId xmlns:a16="http://schemas.microsoft.com/office/drawing/2014/main" id="{06A8EB5E-A296-FDAF-BD03-A70D831A67BE}"/>
                </a:ext>
              </a:extLst>
            </p:cNvPr>
            <p:cNvGrpSpPr/>
            <p:nvPr/>
          </p:nvGrpSpPr>
          <p:grpSpPr>
            <a:xfrm>
              <a:off x="265625" y="6323271"/>
              <a:ext cx="1249223" cy="190348"/>
              <a:chOff x="265625" y="6323271"/>
              <a:chExt cx="1249223" cy="190348"/>
            </a:xfrm>
            <a:solidFill>
              <a:srgbClr val="000000"/>
            </a:solidFill>
          </p:grpSpPr>
          <p:sp>
            <p:nvSpPr>
              <p:cNvPr id="29" name="Freeform 60">
                <a:extLst>
                  <a:ext uri="{FF2B5EF4-FFF2-40B4-BE49-F238E27FC236}">
                    <a16:creationId xmlns:a16="http://schemas.microsoft.com/office/drawing/2014/main" id="{49BD7066-D6A0-9DDE-5E95-3814F4C50B30}"/>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69DF485F-C392-504E-362C-13C3B2143AE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B5AC8FC8-895F-9C71-CE6B-81C854770BD8}"/>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32" name="Freeform 63">
                <a:extLst>
                  <a:ext uri="{FF2B5EF4-FFF2-40B4-BE49-F238E27FC236}">
                    <a16:creationId xmlns:a16="http://schemas.microsoft.com/office/drawing/2014/main" id="{6C4949AF-2E9D-A30B-14E0-43E7926FDC4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33" name="Freeform 64">
                <a:extLst>
                  <a:ext uri="{FF2B5EF4-FFF2-40B4-BE49-F238E27FC236}">
                    <a16:creationId xmlns:a16="http://schemas.microsoft.com/office/drawing/2014/main" id="{9A68E82D-CD7D-2E7D-3D8F-E24A1B2CBA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34" name="Freeform 65">
                <a:extLst>
                  <a:ext uri="{FF2B5EF4-FFF2-40B4-BE49-F238E27FC236}">
                    <a16:creationId xmlns:a16="http://schemas.microsoft.com/office/drawing/2014/main" id="{3AF3FA4A-3E45-CB54-F6D3-7999619E5C4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35" name="Freeform 66">
                <a:extLst>
                  <a:ext uri="{FF2B5EF4-FFF2-40B4-BE49-F238E27FC236}">
                    <a16:creationId xmlns:a16="http://schemas.microsoft.com/office/drawing/2014/main" id="{3232ADA3-CC4D-EA59-E636-BD098E9F291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6" name="TextBox 45">
            <a:extLst>
              <a:ext uri="{FF2B5EF4-FFF2-40B4-BE49-F238E27FC236}">
                <a16:creationId xmlns:a16="http://schemas.microsoft.com/office/drawing/2014/main" id="{021B4013-1BC4-C485-8971-63F8225D8CFF}"/>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507188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4ED3FC-688F-E35F-A386-82279D40A1D9}"/>
              </a:ext>
            </a:extLst>
          </p:cNvPr>
          <p:cNvSpPr>
            <a:spLocks noGrp="1"/>
          </p:cNvSpPr>
          <p:nvPr>
            <p:ph type="title"/>
          </p:nvPr>
        </p:nvSpPr>
        <p:spPr/>
        <p:txBody>
          <a:bodyPr/>
          <a:lstStyle/>
          <a:p>
            <a:r>
              <a:rPr lang="en-US" dirty="0"/>
              <a:t>Are You Really You? Prove It.</a:t>
            </a:r>
          </a:p>
        </p:txBody>
      </p:sp>
      <p:sp>
        <p:nvSpPr>
          <p:cNvPr id="7" name="Subtitle 6">
            <a:extLst>
              <a:ext uri="{FF2B5EF4-FFF2-40B4-BE49-F238E27FC236}">
                <a16:creationId xmlns:a16="http://schemas.microsoft.com/office/drawing/2014/main" id="{3BA4203D-4D59-C771-1AF0-63CA1011E4E9}"/>
              </a:ext>
            </a:extLst>
          </p:cNvPr>
          <p:cNvSpPr>
            <a:spLocks noGrp="1"/>
          </p:cNvSpPr>
          <p:nvPr>
            <p:ph type="subTitle" idx="10"/>
          </p:nvPr>
        </p:nvSpPr>
        <p:spPr/>
        <p:txBody>
          <a:bodyPr/>
          <a:lstStyle/>
          <a:p>
            <a:r>
              <a:rPr lang="en-US" dirty="0"/>
              <a:t>Identity Management in VCF 9.0</a:t>
            </a:r>
          </a:p>
        </p:txBody>
      </p:sp>
      <p:sp>
        <p:nvSpPr>
          <p:cNvPr id="14" name="Text Placeholder 13">
            <a:extLst>
              <a:ext uri="{FF2B5EF4-FFF2-40B4-BE49-F238E27FC236}">
                <a16:creationId xmlns:a16="http://schemas.microsoft.com/office/drawing/2014/main" id="{81B68118-3AD8-91CE-09E5-008CBDFA8D79}"/>
              </a:ext>
            </a:extLst>
          </p:cNvPr>
          <p:cNvSpPr>
            <a:spLocks noGrp="1"/>
          </p:cNvSpPr>
          <p:nvPr>
            <p:ph type="body" sz="quarter" idx="18"/>
          </p:nvPr>
        </p:nvSpPr>
        <p:spPr/>
        <p:txBody>
          <a:bodyPr/>
          <a:lstStyle/>
          <a:p>
            <a:r>
              <a:rPr lang="en-US" dirty="0"/>
              <a:t>VCF-wide Unified Configuration</a:t>
            </a:r>
          </a:p>
        </p:txBody>
      </p:sp>
      <p:sp>
        <p:nvSpPr>
          <p:cNvPr id="9" name="Text Placeholder 8">
            <a:extLst>
              <a:ext uri="{FF2B5EF4-FFF2-40B4-BE49-F238E27FC236}">
                <a16:creationId xmlns:a16="http://schemas.microsoft.com/office/drawing/2014/main" id="{C7FB27E5-4598-DFF7-CBF7-6A1BEE62478B}"/>
              </a:ext>
            </a:extLst>
          </p:cNvPr>
          <p:cNvSpPr>
            <a:spLocks noGrp="1"/>
          </p:cNvSpPr>
          <p:nvPr>
            <p:ph type="body" sz="quarter" idx="19"/>
          </p:nvPr>
        </p:nvSpPr>
        <p:spPr/>
        <p:txBody>
          <a:bodyPr/>
          <a:lstStyle/>
          <a:p>
            <a:pPr>
              <a:buNone/>
            </a:pPr>
            <a:r>
              <a:rPr lang="en-US" dirty="0"/>
              <a:t>Multiple Deployment Options</a:t>
            </a:r>
          </a:p>
        </p:txBody>
      </p:sp>
      <p:sp>
        <p:nvSpPr>
          <p:cNvPr id="10" name="Text Placeholder 9">
            <a:extLst>
              <a:ext uri="{FF2B5EF4-FFF2-40B4-BE49-F238E27FC236}">
                <a16:creationId xmlns:a16="http://schemas.microsoft.com/office/drawing/2014/main" id="{7B733800-5E10-DD16-1A3B-B6B61E8412B3}"/>
              </a:ext>
            </a:extLst>
          </p:cNvPr>
          <p:cNvSpPr>
            <a:spLocks noGrp="1"/>
          </p:cNvSpPr>
          <p:nvPr>
            <p:ph type="body" sz="quarter" idx="20"/>
          </p:nvPr>
        </p:nvSpPr>
        <p:spPr/>
        <p:txBody>
          <a:bodyPr/>
          <a:lstStyle/>
          <a:p>
            <a:r>
              <a:rPr lang="en-US" dirty="0"/>
              <a:t>Generic Identity Provider Support</a:t>
            </a:r>
          </a:p>
        </p:txBody>
      </p:sp>
      <p:grpSp>
        <p:nvGrpSpPr>
          <p:cNvPr id="17" name="Group 16" descr="Install">
            <a:extLst>
              <a:ext uri="{FF2B5EF4-FFF2-40B4-BE49-F238E27FC236}">
                <a16:creationId xmlns:a16="http://schemas.microsoft.com/office/drawing/2014/main" id="{1495586A-D558-BAF0-E48B-2CB878231071}"/>
              </a:ext>
            </a:extLst>
          </p:cNvPr>
          <p:cNvGrpSpPr>
            <a:grpSpLocks noChangeAspect="1"/>
          </p:cNvGrpSpPr>
          <p:nvPr/>
        </p:nvGrpSpPr>
        <p:grpSpPr>
          <a:xfrm>
            <a:off x="5516351" y="2624244"/>
            <a:ext cx="1188720" cy="672584"/>
            <a:chOff x="3162525" y="3302491"/>
            <a:chExt cx="600034" cy="339504"/>
          </a:xfrm>
          <a:solidFill>
            <a:schemeClr val="bg1"/>
          </a:solidFill>
        </p:grpSpPr>
        <p:sp>
          <p:nvSpPr>
            <p:cNvPr id="18" name="Picture Placeholder 94">
              <a:extLst>
                <a:ext uri="{FF2B5EF4-FFF2-40B4-BE49-F238E27FC236}">
                  <a16:creationId xmlns:a16="http://schemas.microsoft.com/office/drawing/2014/main" id="{F74A734F-7E78-F1B3-ED95-DD84F09B88DE}"/>
                </a:ext>
              </a:extLst>
            </p:cNvPr>
            <p:cNvSpPr/>
            <p:nvPr/>
          </p:nvSpPr>
          <p:spPr>
            <a:xfrm>
              <a:off x="3210159" y="3302491"/>
              <a:ext cx="504323" cy="260573"/>
            </a:xfrm>
            <a:custGeom>
              <a:avLst/>
              <a:gdLst>
                <a:gd name="connsiteX0" fmla="*/ 15812 w 504323"/>
                <a:gd name="connsiteY0" fmla="*/ 260574 h 260573"/>
                <a:gd name="connsiteX1" fmla="*/ 15812 w 504323"/>
                <a:gd name="connsiteY1" fmla="*/ 24097 h 260573"/>
                <a:gd name="connsiteX2" fmla="*/ 24033 w 504323"/>
                <a:gd name="connsiteY2" fmla="*/ 15812 h 260573"/>
                <a:gd name="connsiteX3" fmla="*/ 480543 w 504323"/>
                <a:gd name="connsiteY3" fmla="*/ 15812 h 260573"/>
                <a:gd name="connsiteX4" fmla="*/ 488512 w 504323"/>
                <a:gd name="connsiteY4" fmla="*/ 24097 h 260573"/>
                <a:gd name="connsiteX5" fmla="*/ 488512 w 504323"/>
                <a:gd name="connsiteY5" fmla="*/ 260574 h 260573"/>
                <a:gd name="connsiteX6" fmla="*/ 504324 w 504323"/>
                <a:gd name="connsiteY6" fmla="*/ 260574 h 260573"/>
                <a:gd name="connsiteX7" fmla="*/ 504324 w 504323"/>
                <a:gd name="connsiteY7" fmla="*/ 24097 h 260573"/>
                <a:gd name="connsiteX8" fmla="*/ 480290 w 504323"/>
                <a:gd name="connsiteY8" fmla="*/ 0 h 260573"/>
                <a:gd name="connsiteX9" fmla="*/ 24033 w 504323"/>
                <a:gd name="connsiteY9" fmla="*/ 0 h 260573"/>
                <a:gd name="connsiteX10" fmla="*/ 0 w 504323"/>
                <a:gd name="connsiteY10" fmla="*/ 24097 h 260573"/>
                <a:gd name="connsiteX11" fmla="*/ 0 w 504323"/>
                <a:gd name="connsiteY11" fmla="*/ 260574 h 26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323" h="260573">
                  <a:moveTo>
                    <a:pt x="15812" y="260574"/>
                  </a:moveTo>
                  <a:lnTo>
                    <a:pt x="15812" y="24097"/>
                  </a:lnTo>
                  <a:cubicBezTo>
                    <a:pt x="15812" y="19546"/>
                    <a:pt x="19482" y="15846"/>
                    <a:pt x="24033" y="15812"/>
                  </a:cubicBezTo>
                  <a:lnTo>
                    <a:pt x="480543" y="15812"/>
                  </a:lnTo>
                  <a:cubicBezTo>
                    <a:pt x="484995" y="15982"/>
                    <a:pt x="488515" y="19642"/>
                    <a:pt x="488512" y="24097"/>
                  </a:cubicBezTo>
                  <a:lnTo>
                    <a:pt x="488512" y="260574"/>
                  </a:lnTo>
                  <a:lnTo>
                    <a:pt x="504324" y="260574"/>
                  </a:lnTo>
                  <a:lnTo>
                    <a:pt x="504324" y="24097"/>
                  </a:lnTo>
                  <a:cubicBezTo>
                    <a:pt x="504324" y="10813"/>
                    <a:pt x="493574" y="35"/>
                    <a:pt x="480290" y="0"/>
                  </a:cubicBezTo>
                  <a:lnTo>
                    <a:pt x="24033" y="0"/>
                  </a:lnTo>
                  <a:cubicBezTo>
                    <a:pt x="10750" y="35"/>
                    <a:pt x="0" y="10813"/>
                    <a:pt x="0" y="24097"/>
                  </a:cubicBezTo>
                  <a:lnTo>
                    <a:pt x="0" y="260574"/>
                  </a:lnTo>
                  <a:close/>
                </a:path>
              </a:pathLst>
            </a:custGeom>
            <a:grpFill/>
            <a:ln w="6271" cap="flat">
              <a:noFill/>
              <a:prstDash val="solid"/>
              <a:miter/>
            </a:ln>
          </p:spPr>
          <p:txBody>
            <a:bodyPr rtlCol="0" anchor="ctr"/>
            <a:lstStyle/>
            <a:p>
              <a:endParaRPr lang="en-US"/>
            </a:p>
          </p:txBody>
        </p:sp>
        <p:sp>
          <p:nvSpPr>
            <p:cNvPr id="19" name="Picture Placeholder 94">
              <a:extLst>
                <a:ext uri="{FF2B5EF4-FFF2-40B4-BE49-F238E27FC236}">
                  <a16:creationId xmlns:a16="http://schemas.microsoft.com/office/drawing/2014/main" id="{90B97C40-E689-8876-EBD5-197A7BFBDEA5}"/>
                </a:ext>
              </a:extLst>
            </p:cNvPr>
            <p:cNvSpPr/>
            <p:nvPr/>
          </p:nvSpPr>
          <p:spPr>
            <a:xfrm>
              <a:off x="3162525" y="3578876"/>
              <a:ext cx="600034" cy="63119"/>
            </a:xfrm>
            <a:custGeom>
              <a:avLst/>
              <a:gdLst>
                <a:gd name="connsiteX0" fmla="*/ 583897 w 600034"/>
                <a:gd name="connsiteY0" fmla="*/ 15812 h 63119"/>
                <a:gd name="connsiteX1" fmla="*/ 583897 w 600034"/>
                <a:gd name="connsiteY1" fmla="*/ 47435 h 63119"/>
                <a:gd name="connsiteX2" fmla="*/ 15821 w 600034"/>
                <a:gd name="connsiteY2" fmla="*/ 47435 h 63119"/>
                <a:gd name="connsiteX3" fmla="*/ 15821 w 600034"/>
                <a:gd name="connsiteY3" fmla="*/ 15812 h 63119"/>
                <a:gd name="connsiteX4" fmla="*/ 218904 w 600034"/>
                <a:gd name="connsiteY4" fmla="*/ 15812 h 63119"/>
                <a:gd name="connsiteX5" fmla="*/ 228707 w 600034"/>
                <a:gd name="connsiteY5" fmla="*/ 23275 h 63119"/>
                <a:gd name="connsiteX6" fmla="*/ 252172 w 600034"/>
                <a:gd name="connsiteY6" fmla="*/ 31560 h 63119"/>
                <a:gd name="connsiteX7" fmla="*/ 350456 w 600034"/>
                <a:gd name="connsiteY7" fmla="*/ 31560 h 63119"/>
                <a:gd name="connsiteX8" fmla="*/ 376387 w 600034"/>
                <a:gd name="connsiteY8" fmla="*/ 22136 h 63119"/>
                <a:gd name="connsiteX9" fmla="*/ 384103 w 600034"/>
                <a:gd name="connsiteY9" fmla="*/ 15812 h 63119"/>
                <a:gd name="connsiteX10" fmla="*/ 583897 w 600034"/>
                <a:gd name="connsiteY10" fmla="*/ 15812 h 63119"/>
                <a:gd name="connsiteX11" fmla="*/ 586427 w 600034"/>
                <a:gd name="connsiteY11" fmla="*/ 0 h 63119"/>
                <a:gd name="connsiteX12" fmla="*/ 378537 w 600034"/>
                <a:gd name="connsiteY12" fmla="*/ 0 h 63119"/>
                <a:gd name="connsiteX13" fmla="*/ 365888 w 600034"/>
                <a:gd name="connsiteY13" fmla="*/ 10499 h 63119"/>
                <a:gd name="connsiteX14" fmla="*/ 350772 w 600034"/>
                <a:gd name="connsiteY14" fmla="*/ 15685 h 63119"/>
                <a:gd name="connsiteX15" fmla="*/ 259635 w 600034"/>
                <a:gd name="connsiteY15" fmla="*/ 15685 h 63119"/>
                <a:gd name="connsiteX16" fmla="*/ 252172 w 600034"/>
                <a:gd name="connsiteY16" fmla="*/ 15685 h 63119"/>
                <a:gd name="connsiteX17" fmla="*/ 238890 w 600034"/>
                <a:gd name="connsiteY17" fmla="*/ 11384 h 63119"/>
                <a:gd name="connsiteX18" fmla="*/ 223964 w 600034"/>
                <a:gd name="connsiteY18" fmla="*/ 0 h 63119"/>
                <a:gd name="connsiteX19" fmla="*/ 13355 w 600034"/>
                <a:gd name="connsiteY19" fmla="*/ 0 h 63119"/>
                <a:gd name="connsiteX20" fmla="*/ 9 w 600034"/>
                <a:gd name="connsiteY20" fmla="*/ 14339 h 63119"/>
                <a:gd name="connsiteX21" fmla="*/ 10 w 600034"/>
                <a:gd name="connsiteY21" fmla="*/ 14357 h 63119"/>
                <a:gd name="connsiteX22" fmla="*/ 10 w 600034"/>
                <a:gd name="connsiteY22" fmla="*/ 48763 h 63119"/>
                <a:gd name="connsiteX23" fmla="*/ 13336 w 600034"/>
                <a:gd name="connsiteY23" fmla="*/ 63119 h 63119"/>
                <a:gd name="connsiteX24" fmla="*/ 13355 w 600034"/>
                <a:gd name="connsiteY24" fmla="*/ 63120 h 63119"/>
                <a:gd name="connsiteX25" fmla="*/ 586743 w 600034"/>
                <a:gd name="connsiteY25" fmla="*/ 63120 h 63119"/>
                <a:gd name="connsiteX26" fmla="*/ 600025 w 600034"/>
                <a:gd name="connsiteY26" fmla="*/ 48763 h 63119"/>
                <a:gd name="connsiteX27" fmla="*/ 600025 w 600034"/>
                <a:gd name="connsiteY27" fmla="*/ 14357 h 63119"/>
                <a:gd name="connsiteX28" fmla="*/ 586743 w 600034"/>
                <a:gd name="connsiteY28" fmla="*/ 0 h 6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0034" h="63119">
                  <a:moveTo>
                    <a:pt x="583897" y="15812"/>
                  </a:moveTo>
                  <a:lnTo>
                    <a:pt x="583897" y="47435"/>
                  </a:lnTo>
                  <a:lnTo>
                    <a:pt x="15821" y="47435"/>
                  </a:lnTo>
                  <a:lnTo>
                    <a:pt x="15821" y="15812"/>
                  </a:lnTo>
                  <a:lnTo>
                    <a:pt x="218904" y="15812"/>
                  </a:lnTo>
                  <a:lnTo>
                    <a:pt x="228707" y="23275"/>
                  </a:lnTo>
                  <a:cubicBezTo>
                    <a:pt x="235120" y="29039"/>
                    <a:pt x="243561" y="32020"/>
                    <a:pt x="252172" y="31560"/>
                  </a:cubicBezTo>
                  <a:lnTo>
                    <a:pt x="350456" y="31560"/>
                  </a:lnTo>
                  <a:cubicBezTo>
                    <a:pt x="360041" y="32213"/>
                    <a:pt x="369458" y="28791"/>
                    <a:pt x="376387" y="22136"/>
                  </a:cubicBezTo>
                  <a:lnTo>
                    <a:pt x="384103" y="15812"/>
                  </a:lnTo>
                  <a:lnTo>
                    <a:pt x="583897" y="15812"/>
                  </a:lnTo>
                  <a:moveTo>
                    <a:pt x="586427" y="0"/>
                  </a:moveTo>
                  <a:lnTo>
                    <a:pt x="378537" y="0"/>
                  </a:lnTo>
                  <a:lnTo>
                    <a:pt x="365888" y="10499"/>
                  </a:lnTo>
                  <a:cubicBezTo>
                    <a:pt x="361927" y="14480"/>
                    <a:pt x="356343" y="16397"/>
                    <a:pt x="350772" y="15685"/>
                  </a:cubicBezTo>
                  <a:lnTo>
                    <a:pt x="259635" y="15685"/>
                  </a:lnTo>
                  <a:lnTo>
                    <a:pt x="252172" y="15685"/>
                  </a:lnTo>
                  <a:cubicBezTo>
                    <a:pt x="247327" y="16278"/>
                    <a:pt x="242468" y="14704"/>
                    <a:pt x="238890" y="11384"/>
                  </a:cubicBezTo>
                  <a:lnTo>
                    <a:pt x="223964" y="0"/>
                  </a:lnTo>
                  <a:lnTo>
                    <a:pt x="13355" y="0"/>
                  </a:lnTo>
                  <a:cubicBezTo>
                    <a:pt x="5710" y="274"/>
                    <a:pt x="-265" y="6693"/>
                    <a:pt x="9" y="14339"/>
                  </a:cubicBezTo>
                  <a:cubicBezTo>
                    <a:pt x="9" y="14345"/>
                    <a:pt x="10" y="14351"/>
                    <a:pt x="10" y="14357"/>
                  </a:cubicBezTo>
                  <a:lnTo>
                    <a:pt x="10" y="48763"/>
                  </a:lnTo>
                  <a:cubicBezTo>
                    <a:pt x="-275" y="56407"/>
                    <a:pt x="5692" y="62834"/>
                    <a:pt x="13336" y="63119"/>
                  </a:cubicBezTo>
                  <a:cubicBezTo>
                    <a:pt x="13343" y="63119"/>
                    <a:pt x="13348" y="63120"/>
                    <a:pt x="13355" y="63120"/>
                  </a:cubicBezTo>
                  <a:lnTo>
                    <a:pt x="586743" y="63120"/>
                  </a:lnTo>
                  <a:cubicBezTo>
                    <a:pt x="594370" y="62811"/>
                    <a:pt x="600309" y="56391"/>
                    <a:pt x="600025" y="48763"/>
                  </a:cubicBezTo>
                  <a:lnTo>
                    <a:pt x="600025" y="14357"/>
                  </a:lnTo>
                  <a:cubicBezTo>
                    <a:pt x="600309" y="6729"/>
                    <a:pt x="594370" y="309"/>
                    <a:pt x="586743" y="0"/>
                  </a:cubicBezTo>
                  <a:close/>
                </a:path>
              </a:pathLst>
            </a:custGeom>
            <a:grpFill/>
            <a:ln w="6271" cap="flat">
              <a:noFill/>
              <a:prstDash val="solid"/>
              <a:miter/>
            </a:ln>
          </p:spPr>
          <p:txBody>
            <a:bodyPr rtlCol="0" anchor="ctr"/>
            <a:lstStyle/>
            <a:p>
              <a:endParaRPr lang="en-US"/>
            </a:p>
          </p:txBody>
        </p:sp>
        <p:sp>
          <p:nvSpPr>
            <p:cNvPr id="20" name="Picture Placeholder 94">
              <a:extLst>
                <a:ext uri="{FF2B5EF4-FFF2-40B4-BE49-F238E27FC236}">
                  <a16:creationId xmlns:a16="http://schemas.microsoft.com/office/drawing/2014/main" id="{A213A820-D9B4-C9D3-7EA6-E720A6542D96}"/>
                </a:ext>
              </a:extLst>
            </p:cNvPr>
            <p:cNvSpPr/>
            <p:nvPr/>
          </p:nvSpPr>
          <p:spPr>
            <a:xfrm>
              <a:off x="3272962" y="3404191"/>
              <a:ext cx="254944" cy="80891"/>
            </a:xfrm>
            <a:custGeom>
              <a:avLst/>
              <a:gdLst>
                <a:gd name="connsiteX0" fmla="*/ 246849 w 254944"/>
                <a:gd name="connsiteY0" fmla="*/ 65080 h 80891"/>
                <a:gd name="connsiteX1" fmla="*/ 183160 w 254944"/>
                <a:gd name="connsiteY1" fmla="*/ 65080 h 80891"/>
                <a:gd name="connsiteX2" fmla="*/ 183160 w 254944"/>
                <a:gd name="connsiteY2" fmla="*/ 15812 h 80891"/>
                <a:gd name="connsiteX3" fmla="*/ 245711 w 254944"/>
                <a:gd name="connsiteY3" fmla="*/ 15812 h 80891"/>
                <a:gd name="connsiteX4" fmla="*/ 252984 w 254944"/>
                <a:gd name="connsiteY4" fmla="*/ 0 h 80891"/>
                <a:gd name="connsiteX5" fmla="*/ 0 w 254944"/>
                <a:gd name="connsiteY5" fmla="*/ 0 h 80891"/>
                <a:gd name="connsiteX6" fmla="*/ 0 w 254944"/>
                <a:gd name="connsiteY6" fmla="*/ 80892 h 80891"/>
                <a:gd name="connsiteX7" fmla="*/ 254945 w 254944"/>
                <a:gd name="connsiteY7" fmla="*/ 80892 h 80891"/>
                <a:gd name="connsiteX8" fmla="*/ 246849 w 254944"/>
                <a:gd name="connsiteY8" fmla="*/ 65080 h 80891"/>
                <a:gd name="connsiteX9" fmla="*/ 16064 w 254944"/>
                <a:gd name="connsiteY9" fmla="*/ 15812 h 80891"/>
                <a:gd name="connsiteX10" fmla="*/ 52557 w 254944"/>
                <a:gd name="connsiteY10" fmla="*/ 15812 h 80891"/>
                <a:gd name="connsiteX11" fmla="*/ 15938 w 254944"/>
                <a:gd name="connsiteY11" fmla="*/ 52431 h 80891"/>
                <a:gd name="connsiteX12" fmla="*/ 25804 w 254944"/>
                <a:gd name="connsiteY12" fmla="*/ 65080 h 80891"/>
                <a:gd name="connsiteX13" fmla="*/ 75010 w 254944"/>
                <a:gd name="connsiteY13" fmla="*/ 15812 h 80891"/>
                <a:gd name="connsiteX14" fmla="*/ 91074 w 254944"/>
                <a:gd name="connsiteY14" fmla="*/ 15812 h 80891"/>
                <a:gd name="connsiteX15" fmla="*/ 41869 w 254944"/>
                <a:gd name="connsiteY15" fmla="*/ 65080 h 80891"/>
                <a:gd name="connsiteX16" fmla="*/ 64195 w 254944"/>
                <a:gd name="connsiteY16" fmla="*/ 65080 h 80891"/>
                <a:gd name="connsiteX17" fmla="*/ 113463 w 254944"/>
                <a:gd name="connsiteY17" fmla="*/ 15812 h 80891"/>
                <a:gd name="connsiteX18" fmla="*/ 129212 w 254944"/>
                <a:gd name="connsiteY18" fmla="*/ 15812 h 80891"/>
                <a:gd name="connsiteX19" fmla="*/ 80575 w 254944"/>
                <a:gd name="connsiteY19" fmla="*/ 65080 h 80891"/>
                <a:gd name="connsiteX20" fmla="*/ 167349 w 254944"/>
                <a:gd name="connsiteY20" fmla="*/ 65080 h 80891"/>
                <a:gd name="connsiteX21" fmla="*/ 141102 w 254944"/>
                <a:gd name="connsiteY21" fmla="*/ 65080 h 80891"/>
                <a:gd name="connsiteX22" fmla="*/ 167475 w 254944"/>
                <a:gd name="connsiteY22" fmla="*/ 38833 h 80891"/>
                <a:gd name="connsiteX23" fmla="*/ 167349 w 254944"/>
                <a:gd name="connsiteY23" fmla="*/ 16507 h 80891"/>
                <a:gd name="connsiteX24" fmla="*/ 118586 w 254944"/>
                <a:gd name="connsiteY24" fmla="*/ 65080 h 80891"/>
                <a:gd name="connsiteX25" fmla="*/ 102775 w 254944"/>
                <a:gd name="connsiteY25" fmla="*/ 65080 h 80891"/>
                <a:gd name="connsiteX26" fmla="*/ 151474 w 254944"/>
                <a:gd name="connsiteY26" fmla="*/ 15812 h 80891"/>
                <a:gd name="connsiteX27" fmla="*/ 167349 w 254944"/>
                <a:gd name="connsiteY27" fmla="*/ 15812 h 80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54944" h="80891">
                  <a:moveTo>
                    <a:pt x="246849" y="65080"/>
                  </a:moveTo>
                  <a:lnTo>
                    <a:pt x="183160" y="65080"/>
                  </a:lnTo>
                  <a:lnTo>
                    <a:pt x="183160" y="15812"/>
                  </a:lnTo>
                  <a:lnTo>
                    <a:pt x="245711" y="15812"/>
                  </a:lnTo>
                  <a:cubicBezTo>
                    <a:pt x="247521" y="10279"/>
                    <a:pt x="249961" y="4974"/>
                    <a:pt x="252984" y="0"/>
                  </a:cubicBezTo>
                  <a:lnTo>
                    <a:pt x="0" y="0"/>
                  </a:lnTo>
                  <a:lnTo>
                    <a:pt x="0" y="80892"/>
                  </a:lnTo>
                  <a:lnTo>
                    <a:pt x="254945" y="80892"/>
                  </a:lnTo>
                  <a:cubicBezTo>
                    <a:pt x="251647" y="75950"/>
                    <a:pt x="248931" y="70645"/>
                    <a:pt x="246849" y="65080"/>
                  </a:cubicBezTo>
                  <a:close/>
                  <a:moveTo>
                    <a:pt x="16064" y="15812"/>
                  </a:moveTo>
                  <a:lnTo>
                    <a:pt x="52557" y="15812"/>
                  </a:lnTo>
                  <a:lnTo>
                    <a:pt x="15938" y="52431"/>
                  </a:lnTo>
                  <a:close/>
                  <a:moveTo>
                    <a:pt x="25804" y="65080"/>
                  </a:moveTo>
                  <a:lnTo>
                    <a:pt x="75010" y="15812"/>
                  </a:lnTo>
                  <a:lnTo>
                    <a:pt x="91074" y="15812"/>
                  </a:lnTo>
                  <a:lnTo>
                    <a:pt x="41869" y="65080"/>
                  </a:lnTo>
                  <a:close/>
                  <a:moveTo>
                    <a:pt x="64195" y="65080"/>
                  </a:moveTo>
                  <a:lnTo>
                    <a:pt x="113463" y="15812"/>
                  </a:lnTo>
                  <a:lnTo>
                    <a:pt x="129212" y="15812"/>
                  </a:lnTo>
                  <a:lnTo>
                    <a:pt x="80575" y="65080"/>
                  </a:lnTo>
                  <a:close/>
                  <a:moveTo>
                    <a:pt x="167349" y="65080"/>
                  </a:moveTo>
                  <a:lnTo>
                    <a:pt x="141102" y="65080"/>
                  </a:lnTo>
                  <a:lnTo>
                    <a:pt x="167475" y="38833"/>
                  </a:lnTo>
                  <a:close/>
                  <a:moveTo>
                    <a:pt x="167349" y="16507"/>
                  </a:moveTo>
                  <a:lnTo>
                    <a:pt x="118586" y="65080"/>
                  </a:lnTo>
                  <a:lnTo>
                    <a:pt x="102775" y="65080"/>
                  </a:lnTo>
                  <a:lnTo>
                    <a:pt x="151474" y="15812"/>
                  </a:lnTo>
                  <a:lnTo>
                    <a:pt x="167349" y="15812"/>
                  </a:lnTo>
                  <a:close/>
                </a:path>
              </a:pathLst>
            </a:custGeom>
            <a:grpFill/>
            <a:ln w="6271" cap="flat">
              <a:noFill/>
              <a:prstDash val="solid"/>
              <a:miter/>
            </a:ln>
          </p:spPr>
          <p:txBody>
            <a:bodyPr rtlCol="0" anchor="ctr"/>
            <a:lstStyle/>
            <a:p>
              <a:endParaRPr lang="en-US"/>
            </a:p>
          </p:txBody>
        </p:sp>
        <p:sp>
          <p:nvSpPr>
            <p:cNvPr id="21" name="Picture Placeholder 94">
              <a:extLst>
                <a:ext uri="{FF2B5EF4-FFF2-40B4-BE49-F238E27FC236}">
                  <a16:creationId xmlns:a16="http://schemas.microsoft.com/office/drawing/2014/main" id="{1BF9549F-7FEF-09B5-6868-724DB5B788E2}"/>
                </a:ext>
              </a:extLst>
            </p:cNvPr>
            <p:cNvSpPr/>
            <p:nvPr/>
          </p:nvSpPr>
          <p:spPr>
            <a:xfrm>
              <a:off x="3559214" y="3421520"/>
              <a:ext cx="62929" cy="48699"/>
            </a:xfrm>
            <a:custGeom>
              <a:avLst/>
              <a:gdLst>
                <a:gd name="connsiteX0" fmla="*/ 25362 w 62929"/>
                <a:gd name="connsiteY0" fmla="*/ 48699 h 48699"/>
                <a:gd name="connsiteX1" fmla="*/ 0 w 62929"/>
                <a:gd name="connsiteY1" fmla="*/ 23401 h 48699"/>
                <a:gd name="connsiteX2" fmla="*/ 11195 w 62929"/>
                <a:gd name="connsiteY2" fmla="*/ 12206 h 48699"/>
                <a:gd name="connsiteX3" fmla="*/ 25362 w 62929"/>
                <a:gd name="connsiteY3" fmla="*/ 26374 h 48699"/>
                <a:gd name="connsiteX4" fmla="*/ 51735 w 62929"/>
                <a:gd name="connsiteY4" fmla="*/ 0 h 48699"/>
                <a:gd name="connsiteX5" fmla="*/ 62930 w 62929"/>
                <a:gd name="connsiteY5" fmla="*/ 11195 h 48699"/>
                <a:gd name="connsiteX6" fmla="*/ 25362 w 62929"/>
                <a:gd name="connsiteY6" fmla="*/ 48699 h 4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929" h="48699">
                  <a:moveTo>
                    <a:pt x="25362" y="48699"/>
                  </a:moveTo>
                  <a:lnTo>
                    <a:pt x="0" y="23401"/>
                  </a:lnTo>
                  <a:lnTo>
                    <a:pt x="11195" y="12206"/>
                  </a:lnTo>
                  <a:lnTo>
                    <a:pt x="25362" y="26374"/>
                  </a:lnTo>
                  <a:lnTo>
                    <a:pt x="51735" y="0"/>
                  </a:lnTo>
                  <a:lnTo>
                    <a:pt x="62930" y="11195"/>
                  </a:lnTo>
                  <a:lnTo>
                    <a:pt x="25362" y="48699"/>
                  </a:lnTo>
                  <a:close/>
                </a:path>
              </a:pathLst>
            </a:custGeom>
            <a:grpFill/>
            <a:ln w="6271" cap="flat">
              <a:noFill/>
              <a:prstDash val="solid"/>
              <a:miter/>
            </a:ln>
          </p:spPr>
          <p:txBody>
            <a:bodyPr rtlCol="0" anchor="ctr"/>
            <a:lstStyle/>
            <a:p>
              <a:endParaRPr lang="en-US"/>
            </a:p>
          </p:txBody>
        </p:sp>
        <p:sp>
          <p:nvSpPr>
            <p:cNvPr id="24" name="Picture Placeholder 94">
              <a:extLst>
                <a:ext uri="{FF2B5EF4-FFF2-40B4-BE49-F238E27FC236}">
                  <a16:creationId xmlns:a16="http://schemas.microsoft.com/office/drawing/2014/main" id="{9CE313A9-C5AB-E9C5-34B6-A86BDD0E2B43}"/>
                </a:ext>
              </a:extLst>
            </p:cNvPr>
            <p:cNvSpPr/>
            <p:nvPr/>
          </p:nvSpPr>
          <p:spPr>
            <a:xfrm>
              <a:off x="3533201" y="3385719"/>
              <a:ext cx="114813" cy="114858"/>
            </a:xfrm>
            <a:custGeom>
              <a:avLst/>
              <a:gdLst>
                <a:gd name="connsiteX0" fmla="*/ 57510 w 114813"/>
                <a:gd name="connsiteY0" fmla="*/ 114796 h 114858"/>
                <a:gd name="connsiteX1" fmla="*/ 0 w 114813"/>
                <a:gd name="connsiteY1" fmla="*/ 57451 h 114858"/>
                <a:gd name="connsiteX2" fmla="*/ 10708 w 114813"/>
                <a:gd name="connsiteY2" fmla="*/ 23974 h 114858"/>
                <a:gd name="connsiteX3" fmla="*/ 10708 w 114813"/>
                <a:gd name="connsiteY3" fmla="*/ 23974 h 114858"/>
                <a:gd name="connsiteX4" fmla="*/ 90840 w 114813"/>
                <a:gd name="connsiteY4" fmla="*/ 10757 h 114858"/>
                <a:gd name="connsiteX5" fmla="*/ 104057 w 114813"/>
                <a:gd name="connsiteY5" fmla="*/ 90889 h 114858"/>
                <a:gd name="connsiteX6" fmla="*/ 57446 w 114813"/>
                <a:gd name="connsiteY6" fmla="*/ 114859 h 114858"/>
                <a:gd name="connsiteX7" fmla="*/ 23610 w 114813"/>
                <a:gd name="connsiteY7" fmla="*/ 33145 h 114858"/>
                <a:gd name="connsiteX8" fmla="*/ 33195 w 114813"/>
                <a:gd name="connsiteY8" fmla="*/ 91304 h 114858"/>
                <a:gd name="connsiteX9" fmla="*/ 91354 w 114813"/>
                <a:gd name="connsiteY9" fmla="*/ 81718 h 114858"/>
                <a:gd name="connsiteX10" fmla="*/ 81768 w 114813"/>
                <a:gd name="connsiteY10" fmla="*/ 23560 h 114858"/>
                <a:gd name="connsiteX11" fmla="*/ 57510 w 114813"/>
                <a:gd name="connsiteY11" fmla="*/ 15752 h 114858"/>
                <a:gd name="connsiteX12" fmla="*/ 23610 w 114813"/>
                <a:gd name="connsiteY12" fmla="*/ 33145 h 11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813" h="114858">
                  <a:moveTo>
                    <a:pt x="57510" y="114796"/>
                  </a:moveTo>
                  <a:cubicBezTo>
                    <a:pt x="25794" y="114841"/>
                    <a:pt x="46" y="89167"/>
                    <a:pt x="0" y="57451"/>
                  </a:cubicBezTo>
                  <a:cubicBezTo>
                    <a:pt x="-17" y="45447"/>
                    <a:pt x="3728" y="33740"/>
                    <a:pt x="10708" y="23974"/>
                  </a:cubicBezTo>
                  <a:lnTo>
                    <a:pt x="10708" y="23974"/>
                  </a:lnTo>
                  <a:cubicBezTo>
                    <a:pt x="29186" y="-1803"/>
                    <a:pt x="65062" y="-7721"/>
                    <a:pt x="90840" y="10757"/>
                  </a:cubicBezTo>
                  <a:cubicBezTo>
                    <a:pt x="116617" y="29235"/>
                    <a:pt x="122535" y="65111"/>
                    <a:pt x="104057" y="90889"/>
                  </a:cubicBezTo>
                  <a:cubicBezTo>
                    <a:pt x="93285" y="105917"/>
                    <a:pt x="75936" y="114838"/>
                    <a:pt x="57446" y="114859"/>
                  </a:cubicBezTo>
                  <a:close/>
                  <a:moveTo>
                    <a:pt x="23610" y="33145"/>
                  </a:moveTo>
                  <a:cubicBezTo>
                    <a:pt x="10197" y="51852"/>
                    <a:pt x="14488" y="77890"/>
                    <a:pt x="33195" y="91304"/>
                  </a:cubicBezTo>
                  <a:cubicBezTo>
                    <a:pt x="51902" y="104717"/>
                    <a:pt x="77941" y="100425"/>
                    <a:pt x="91354" y="81718"/>
                  </a:cubicBezTo>
                  <a:cubicBezTo>
                    <a:pt x="104767" y="63011"/>
                    <a:pt x="100475" y="36973"/>
                    <a:pt x="81768" y="23560"/>
                  </a:cubicBezTo>
                  <a:cubicBezTo>
                    <a:pt x="74696" y="18488"/>
                    <a:pt x="66213" y="15758"/>
                    <a:pt x="57510" y="15752"/>
                  </a:cubicBezTo>
                  <a:cubicBezTo>
                    <a:pt x="44074" y="15775"/>
                    <a:pt x="31464" y="22244"/>
                    <a:pt x="23610" y="33145"/>
                  </a:cubicBezTo>
                  <a:close/>
                </a:path>
              </a:pathLst>
            </a:custGeom>
            <a:grpFill/>
            <a:ln w="6271" cap="flat">
              <a:noFill/>
              <a:prstDash val="solid"/>
              <a:miter/>
            </a:ln>
          </p:spPr>
          <p:txBody>
            <a:bodyPr rtlCol="0" anchor="ctr"/>
            <a:lstStyle/>
            <a:p>
              <a:endParaRPr lang="en-US"/>
            </a:p>
          </p:txBody>
        </p:sp>
      </p:grpSp>
      <p:grpSp>
        <p:nvGrpSpPr>
          <p:cNvPr id="25" name="Picture Placeholder 97" descr="Operations">
            <a:extLst>
              <a:ext uri="{FF2B5EF4-FFF2-40B4-BE49-F238E27FC236}">
                <a16:creationId xmlns:a16="http://schemas.microsoft.com/office/drawing/2014/main" id="{4C78E73B-6665-E83F-22C7-D1F7A9B85365}"/>
              </a:ext>
            </a:extLst>
          </p:cNvPr>
          <p:cNvGrpSpPr>
            <a:grpSpLocks noChangeAspect="1"/>
          </p:cNvGrpSpPr>
          <p:nvPr/>
        </p:nvGrpSpPr>
        <p:grpSpPr>
          <a:xfrm>
            <a:off x="2395379" y="2463383"/>
            <a:ext cx="1005840" cy="1003379"/>
            <a:chOff x="7125981" y="3179818"/>
            <a:chExt cx="600637" cy="599168"/>
          </a:xfrm>
          <a:solidFill>
            <a:schemeClr val="bg1"/>
          </a:solidFill>
        </p:grpSpPr>
        <p:sp>
          <p:nvSpPr>
            <p:cNvPr id="26" name="Picture Placeholder 97">
              <a:extLst>
                <a:ext uri="{FF2B5EF4-FFF2-40B4-BE49-F238E27FC236}">
                  <a16:creationId xmlns:a16="http://schemas.microsoft.com/office/drawing/2014/main" id="{398FCF95-A71D-1B0F-CD1E-8225FD245728}"/>
                </a:ext>
              </a:extLst>
            </p:cNvPr>
            <p:cNvSpPr/>
            <p:nvPr/>
          </p:nvSpPr>
          <p:spPr>
            <a:xfrm>
              <a:off x="7276406" y="3329940"/>
              <a:ext cx="292196" cy="292196"/>
            </a:xfrm>
            <a:custGeom>
              <a:avLst/>
              <a:gdLst>
                <a:gd name="connsiteX0" fmla="*/ 146098 w 292196"/>
                <a:gd name="connsiteY0" fmla="*/ 292197 h 292196"/>
                <a:gd name="connsiteX1" fmla="*/ 0 w 292196"/>
                <a:gd name="connsiteY1" fmla="*/ 146098 h 292196"/>
                <a:gd name="connsiteX2" fmla="*/ 146098 w 292196"/>
                <a:gd name="connsiteY2" fmla="*/ 0 h 292196"/>
                <a:gd name="connsiteX3" fmla="*/ 292197 w 292196"/>
                <a:gd name="connsiteY3" fmla="*/ 146098 h 292196"/>
                <a:gd name="connsiteX4" fmla="*/ 146098 w 292196"/>
                <a:gd name="connsiteY4" fmla="*/ 292197 h 292196"/>
                <a:gd name="connsiteX5" fmla="*/ 146098 w 292196"/>
                <a:gd name="connsiteY5" fmla="*/ 15812 h 292196"/>
                <a:gd name="connsiteX6" fmla="*/ 15812 w 292196"/>
                <a:gd name="connsiteY6" fmla="*/ 146098 h 292196"/>
                <a:gd name="connsiteX7" fmla="*/ 146098 w 292196"/>
                <a:gd name="connsiteY7" fmla="*/ 276385 h 292196"/>
                <a:gd name="connsiteX8" fmla="*/ 276385 w 292196"/>
                <a:gd name="connsiteY8" fmla="*/ 146098 h 292196"/>
                <a:gd name="connsiteX9" fmla="*/ 146098 w 292196"/>
                <a:gd name="connsiteY9" fmla="*/ 15812 h 29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96" h="292196">
                  <a:moveTo>
                    <a:pt x="146098" y="292197"/>
                  </a:moveTo>
                  <a:cubicBezTo>
                    <a:pt x="65776" y="292197"/>
                    <a:pt x="0" y="226421"/>
                    <a:pt x="0" y="146098"/>
                  </a:cubicBezTo>
                  <a:cubicBezTo>
                    <a:pt x="0" y="65776"/>
                    <a:pt x="65776" y="0"/>
                    <a:pt x="146098" y="0"/>
                  </a:cubicBezTo>
                  <a:cubicBezTo>
                    <a:pt x="226421" y="0"/>
                    <a:pt x="292197" y="65776"/>
                    <a:pt x="292197" y="146098"/>
                  </a:cubicBezTo>
                  <a:cubicBezTo>
                    <a:pt x="292197" y="226421"/>
                    <a:pt x="226421" y="292197"/>
                    <a:pt x="146098" y="292197"/>
                  </a:cubicBezTo>
                  <a:close/>
                  <a:moveTo>
                    <a:pt x="146098" y="15812"/>
                  </a:moveTo>
                  <a:cubicBezTo>
                    <a:pt x="73998" y="15812"/>
                    <a:pt x="15812" y="74630"/>
                    <a:pt x="15812" y="146098"/>
                  </a:cubicBezTo>
                  <a:cubicBezTo>
                    <a:pt x="15812" y="217566"/>
                    <a:pt x="73998" y="276385"/>
                    <a:pt x="146098" y="276385"/>
                  </a:cubicBezTo>
                  <a:cubicBezTo>
                    <a:pt x="218199" y="276385"/>
                    <a:pt x="276385" y="218199"/>
                    <a:pt x="276385" y="146098"/>
                  </a:cubicBezTo>
                  <a:cubicBezTo>
                    <a:pt x="276385" y="73998"/>
                    <a:pt x="218199" y="15812"/>
                    <a:pt x="146098" y="15812"/>
                  </a:cubicBezTo>
                  <a:close/>
                </a:path>
              </a:pathLst>
            </a:custGeom>
            <a:grpFill/>
            <a:ln w="6271" cap="flat">
              <a:noFill/>
              <a:prstDash val="solid"/>
              <a:miter/>
            </a:ln>
          </p:spPr>
          <p:txBody>
            <a:bodyPr rtlCol="0" anchor="ctr"/>
            <a:lstStyle/>
            <a:p>
              <a:endParaRPr lang="en-US"/>
            </a:p>
          </p:txBody>
        </p:sp>
        <p:grpSp>
          <p:nvGrpSpPr>
            <p:cNvPr id="27" name="Picture Placeholder 97">
              <a:extLst>
                <a:ext uri="{FF2B5EF4-FFF2-40B4-BE49-F238E27FC236}">
                  <a16:creationId xmlns:a16="http://schemas.microsoft.com/office/drawing/2014/main" id="{C7E4ADF6-C30F-0038-188F-F17C396FCF0A}"/>
                </a:ext>
              </a:extLst>
            </p:cNvPr>
            <p:cNvGrpSpPr/>
            <p:nvPr/>
          </p:nvGrpSpPr>
          <p:grpSpPr>
            <a:xfrm>
              <a:off x="7511149" y="3563353"/>
              <a:ext cx="215469" cy="215633"/>
              <a:chOff x="7511149" y="3563353"/>
              <a:chExt cx="215469" cy="215633"/>
            </a:xfrm>
            <a:grpFill/>
          </p:grpSpPr>
          <p:sp>
            <p:nvSpPr>
              <p:cNvPr id="48" name="Picture Placeholder 97">
                <a:extLst>
                  <a:ext uri="{FF2B5EF4-FFF2-40B4-BE49-F238E27FC236}">
                    <a16:creationId xmlns:a16="http://schemas.microsoft.com/office/drawing/2014/main" id="{90F64653-8543-56B7-5AF8-863AABC3F49F}"/>
                  </a:ext>
                </a:extLst>
              </p:cNvPr>
              <p:cNvSpPr/>
              <p:nvPr/>
            </p:nvSpPr>
            <p:spPr>
              <a:xfrm>
                <a:off x="7511149" y="3563353"/>
                <a:ext cx="215469" cy="215633"/>
              </a:xfrm>
              <a:custGeom>
                <a:avLst/>
                <a:gdLst>
                  <a:gd name="connsiteX0" fmla="*/ 107418 w 215469"/>
                  <a:gd name="connsiteY0" fmla="*/ 215634 h 215633"/>
                  <a:gd name="connsiteX1" fmla="*/ 61249 w 215469"/>
                  <a:gd name="connsiteY1" fmla="*/ 204882 h 215633"/>
                  <a:gd name="connsiteX2" fmla="*/ 6225 w 215469"/>
                  <a:gd name="connsiteY2" fmla="*/ 143533 h 215633"/>
                  <a:gd name="connsiteX3" fmla="*/ 10652 w 215469"/>
                  <a:gd name="connsiteY3" fmla="*/ 61313 h 215633"/>
                  <a:gd name="connsiteX4" fmla="*/ 154220 w 215469"/>
                  <a:gd name="connsiteY4" fmla="*/ 10717 h 215633"/>
                  <a:gd name="connsiteX5" fmla="*/ 209244 w 215469"/>
                  <a:gd name="connsiteY5" fmla="*/ 72065 h 215633"/>
                  <a:gd name="connsiteX6" fmla="*/ 204817 w 215469"/>
                  <a:gd name="connsiteY6" fmla="*/ 154285 h 215633"/>
                  <a:gd name="connsiteX7" fmla="*/ 204817 w 215469"/>
                  <a:gd name="connsiteY7" fmla="*/ 154285 h 215633"/>
                  <a:gd name="connsiteX8" fmla="*/ 107418 w 215469"/>
                  <a:gd name="connsiteY8" fmla="*/ 215634 h 215633"/>
                  <a:gd name="connsiteX9" fmla="*/ 108051 w 215469"/>
                  <a:gd name="connsiteY9" fmla="*/ 15776 h 215633"/>
                  <a:gd name="connsiteX10" fmla="*/ 24566 w 215469"/>
                  <a:gd name="connsiteY10" fmla="*/ 68270 h 215633"/>
                  <a:gd name="connsiteX11" fmla="*/ 20771 w 215469"/>
                  <a:gd name="connsiteY11" fmla="*/ 138474 h 215633"/>
                  <a:gd name="connsiteX12" fmla="*/ 68206 w 215469"/>
                  <a:gd name="connsiteY12" fmla="*/ 190968 h 215633"/>
                  <a:gd name="connsiteX13" fmla="*/ 190903 w 215469"/>
                  <a:gd name="connsiteY13" fmla="*/ 147328 h 215633"/>
                  <a:gd name="connsiteX14" fmla="*/ 190903 w 215469"/>
                  <a:gd name="connsiteY14" fmla="*/ 147328 h 215633"/>
                  <a:gd name="connsiteX15" fmla="*/ 194698 w 215469"/>
                  <a:gd name="connsiteY15" fmla="*/ 77125 h 215633"/>
                  <a:gd name="connsiteX16" fmla="*/ 147263 w 215469"/>
                  <a:gd name="connsiteY16" fmla="*/ 24631 h 215633"/>
                  <a:gd name="connsiteX17" fmla="*/ 108051 w 215469"/>
                  <a:gd name="connsiteY17" fmla="*/ 15776 h 215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5469" h="215633">
                    <a:moveTo>
                      <a:pt x="107418" y="215634"/>
                    </a:moveTo>
                    <a:cubicBezTo>
                      <a:pt x="91607" y="215634"/>
                      <a:pt x="75795" y="212471"/>
                      <a:pt x="61249" y="204882"/>
                    </a:cubicBezTo>
                    <a:cubicBezTo>
                      <a:pt x="35318" y="192233"/>
                      <a:pt x="15712" y="170729"/>
                      <a:pt x="6225" y="143533"/>
                    </a:cubicBezTo>
                    <a:cubicBezTo>
                      <a:pt x="-3262" y="116337"/>
                      <a:pt x="-1997" y="87244"/>
                      <a:pt x="10652" y="61313"/>
                    </a:cubicBezTo>
                    <a:cubicBezTo>
                      <a:pt x="35950" y="7554"/>
                      <a:pt x="100461" y="-15214"/>
                      <a:pt x="154220" y="10717"/>
                    </a:cubicBezTo>
                    <a:cubicBezTo>
                      <a:pt x="180151" y="23366"/>
                      <a:pt x="199758" y="44869"/>
                      <a:pt x="209244" y="72065"/>
                    </a:cubicBezTo>
                    <a:cubicBezTo>
                      <a:pt x="218731" y="99261"/>
                      <a:pt x="217466" y="128354"/>
                      <a:pt x="204817" y="154285"/>
                    </a:cubicBezTo>
                    <a:lnTo>
                      <a:pt x="204817" y="154285"/>
                    </a:lnTo>
                    <a:cubicBezTo>
                      <a:pt x="186476" y="192865"/>
                      <a:pt x="147896" y="215634"/>
                      <a:pt x="107418" y="215634"/>
                    </a:cubicBezTo>
                    <a:close/>
                    <a:moveTo>
                      <a:pt x="108051" y="15776"/>
                    </a:moveTo>
                    <a:cubicBezTo>
                      <a:pt x="73898" y="15776"/>
                      <a:pt x="40378" y="35383"/>
                      <a:pt x="24566" y="68270"/>
                    </a:cubicBezTo>
                    <a:cubicBezTo>
                      <a:pt x="13814" y="90407"/>
                      <a:pt x="12549" y="115705"/>
                      <a:pt x="20771" y="138474"/>
                    </a:cubicBezTo>
                    <a:cubicBezTo>
                      <a:pt x="28993" y="161875"/>
                      <a:pt x="45437" y="180216"/>
                      <a:pt x="68206" y="190968"/>
                    </a:cubicBezTo>
                    <a:cubicBezTo>
                      <a:pt x="113743" y="213104"/>
                      <a:pt x="168767" y="193498"/>
                      <a:pt x="190903" y="147328"/>
                    </a:cubicBezTo>
                    <a:lnTo>
                      <a:pt x="190903" y="147328"/>
                    </a:lnTo>
                    <a:cubicBezTo>
                      <a:pt x="201655" y="125192"/>
                      <a:pt x="202920" y="99893"/>
                      <a:pt x="194698" y="77125"/>
                    </a:cubicBezTo>
                    <a:cubicBezTo>
                      <a:pt x="186476" y="53724"/>
                      <a:pt x="170032" y="35383"/>
                      <a:pt x="147263" y="24631"/>
                    </a:cubicBezTo>
                    <a:cubicBezTo>
                      <a:pt x="134614" y="18939"/>
                      <a:pt x="121333" y="15776"/>
                      <a:pt x="108051" y="15776"/>
                    </a:cubicBezTo>
                    <a:close/>
                  </a:path>
                </a:pathLst>
              </a:custGeom>
              <a:grpFill/>
              <a:ln w="6271" cap="flat">
                <a:noFill/>
                <a:prstDash val="solid"/>
                <a:miter/>
              </a:ln>
            </p:spPr>
            <p:txBody>
              <a:bodyPr rtlCol="0" anchor="ctr"/>
              <a:lstStyle/>
              <a:p>
                <a:endParaRPr lang="en-US"/>
              </a:p>
            </p:txBody>
          </p:sp>
          <p:sp>
            <p:nvSpPr>
              <p:cNvPr id="49" name="Picture Placeholder 97">
                <a:extLst>
                  <a:ext uri="{FF2B5EF4-FFF2-40B4-BE49-F238E27FC236}">
                    <a16:creationId xmlns:a16="http://schemas.microsoft.com/office/drawing/2014/main" id="{9DA5A16D-ABF9-7EEF-96B8-CF7C5B4CB390}"/>
                  </a:ext>
                </a:extLst>
              </p:cNvPr>
              <p:cNvSpPr/>
              <p:nvPr/>
            </p:nvSpPr>
            <p:spPr>
              <a:xfrm>
                <a:off x="7555321" y="3608728"/>
                <a:ext cx="111945" cy="65270"/>
              </a:xfrm>
              <a:custGeom>
                <a:avLst/>
                <a:gdLst>
                  <a:gd name="connsiteX0" fmla="*/ 60716 w 111945"/>
                  <a:gd name="connsiteY0" fmla="*/ 127 h 65270"/>
                  <a:gd name="connsiteX1" fmla="*/ 15179 w 111945"/>
                  <a:gd name="connsiteY1" fmla="*/ 24161 h 65270"/>
                  <a:gd name="connsiteX2" fmla="*/ 0 w 111945"/>
                  <a:gd name="connsiteY2" fmla="*/ 19101 h 65270"/>
                  <a:gd name="connsiteX3" fmla="*/ 10119 w 111945"/>
                  <a:gd name="connsiteY3" fmla="*/ 65271 h 65270"/>
                  <a:gd name="connsiteX4" fmla="*/ 44905 w 111945"/>
                  <a:gd name="connsiteY4" fmla="*/ 33648 h 65270"/>
                  <a:gd name="connsiteX5" fmla="*/ 31623 w 111945"/>
                  <a:gd name="connsiteY5" fmla="*/ 29853 h 65270"/>
                  <a:gd name="connsiteX6" fmla="*/ 61981 w 111945"/>
                  <a:gd name="connsiteY6" fmla="*/ 15939 h 65270"/>
                  <a:gd name="connsiteX7" fmla="*/ 99929 w 111945"/>
                  <a:gd name="connsiteY7" fmla="*/ 32383 h 65270"/>
                  <a:gd name="connsiteX8" fmla="*/ 111945 w 111945"/>
                  <a:gd name="connsiteY8" fmla="*/ 22263 h 65270"/>
                  <a:gd name="connsiteX9" fmla="*/ 60716 w 111945"/>
                  <a:gd name="connsiteY9" fmla="*/ 127 h 6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945" h="65270">
                    <a:moveTo>
                      <a:pt x="60716" y="127"/>
                    </a:moveTo>
                    <a:cubicBezTo>
                      <a:pt x="43007" y="1392"/>
                      <a:pt x="25931" y="10247"/>
                      <a:pt x="15179" y="24161"/>
                    </a:cubicBezTo>
                    <a:lnTo>
                      <a:pt x="0" y="19101"/>
                    </a:lnTo>
                    <a:lnTo>
                      <a:pt x="10119" y="65271"/>
                    </a:lnTo>
                    <a:lnTo>
                      <a:pt x="44905" y="33648"/>
                    </a:lnTo>
                    <a:lnTo>
                      <a:pt x="31623" y="29853"/>
                    </a:lnTo>
                    <a:cubicBezTo>
                      <a:pt x="39845" y="21631"/>
                      <a:pt x="50597" y="16571"/>
                      <a:pt x="61981" y="15939"/>
                    </a:cubicBezTo>
                    <a:cubicBezTo>
                      <a:pt x="76528" y="15306"/>
                      <a:pt x="90442" y="20998"/>
                      <a:pt x="99929" y="32383"/>
                    </a:cubicBezTo>
                    <a:lnTo>
                      <a:pt x="111945" y="22263"/>
                    </a:lnTo>
                    <a:cubicBezTo>
                      <a:pt x="98664" y="7084"/>
                      <a:pt x="80322" y="-1138"/>
                      <a:pt x="60716" y="127"/>
                    </a:cubicBezTo>
                    <a:close/>
                  </a:path>
                </a:pathLst>
              </a:custGeom>
              <a:grpFill/>
              <a:ln w="6271" cap="flat">
                <a:noFill/>
                <a:prstDash val="solid"/>
                <a:miter/>
              </a:ln>
            </p:spPr>
            <p:txBody>
              <a:bodyPr rtlCol="0" anchor="ctr"/>
              <a:lstStyle/>
              <a:p>
                <a:endParaRPr lang="en-US"/>
              </a:p>
            </p:txBody>
          </p:sp>
          <p:sp>
            <p:nvSpPr>
              <p:cNvPr id="50" name="Picture Placeholder 97">
                <a:extLst>
                  <a:ext uri="{FF2B5EF4-FFF2-40B4-BE49-F238E27FC236}">
                    <a16:creationId xmlns:a16="http://schemas.microsoft.com/office/drawing/2014/main" id="{B4954B85-4B33-8DED-EFF8-1234E369435B}"/>
                  </a:ext>
                </a:extLst>
              </p:cNvPr>
              <p:cNvSpPr/>
              <p:nvPr/>
            </p:nvSpPr>
            <p:spPr>
              <a:xfrm>
                <a:off x="7572398" y="3667674"/>
                <a:ext cx="111945" cy="65143"/>
              </a:xfrm>
              <a:custGeom>
                <a:avLst/>
                <a:gdLst>
                  <a:gd name="connsiteX0" fmla="*/ 111945 w 111945"/>
                  <a:gd name="connsiteY0" fmla="*/ 46170 h 65143"/>
                  <a:gd name="connsiteX1" fmla="*/ 101826 w 111945"/>
                  <a:gd name="connsiteY1" fmla="*/ 0 h 65143"/>
                  <a:gd name="connsiteX2" fmla="*/ 67041 w 111945"/>
                  <a:gd name="connsiteY2" fmla="*/ 31623 h 65143"/>
                  <a:gd name="connsiteX3" fmla="*/ 80322 w 111945"/>
                  <a:gd name="connsiteY3" fmla="*/ 36050 h 65143"/>
                  <a:gd name="connsiteX4" fmla="*/ 49964 w 111945"/>
                  <a:gd name="connsiteY4" fmla="*/ 49964 h 65143"/>
                  <a:gd name="connsiteX5" fmla="*/ 12017 w 111945"/>
                  <a:gd name="connsiteY5" fmla="*/ 33520 h 65143"/>
                  <a:gd name="connsiteX6" fmla="*/ 0 w 111945"/>
                  <a:gd name="connsiteY6" fmla="*/ 43640 h 65143"/>
                  <a:gd name="connsiteX7" fmla="*/ 47435 w 111945"/>
                  <a:gd name="connsiteY7" fmla="*/ 65143 h 65143"/>
                  <a:gd name="connsiteX8" fmla="*/ 51229 w 111945"/>
                  <a:gd name="connsiteY8" fmla="*/ 65143 h 65143"/>
                  <a:gd name="connsiteX9" fmla="*/ 96766 w 111945"/>
                  <a:gd name="connsiteY9" fmla="*/ 41110 h 65143"/>
                  <a:gd name="connsiteX10" fmla="*/ 111945 w 111945"/>
                  <a:gd name="connsiteY10" fmla="*/ 46170 h 65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945" h="65143">
                    <a:moveTo>
                      <a:pt x="111945" y="46170"/>
                    </a:moveTo>
                    <a:lnTo>
                      <a:pt x="101826" y="0"/>
                    </a:lnTo>
                    <a:lnTo>
                      <a:pt x="67041" y="31623"/>
                    </a:lnTo>
                    <a:lnTo>
                      <a:pt x="80322" y="36050"/>
                    </a:lnTo>
                    <a:cubicBezTo>
                      <a:pt x="72100" y="44272"/>
                      <a:pt x="61981" y="49332"/>
                      <a:pt x="49964" y="49964"/>
                    </a:cubicBezTo>
                    <a:cubicBezTo>
                      <a:pt x="35418" y="50597"/>
                      <a:pt x="21504" y="44905"/>
                      <a:pt x="12017" y="33520"/>
                    </a:cubicBezTo>
                    <a:lnTo>
                      <a:pt x="0" y="43640"/>
                    </a:lnTo>
                    <a:cubicBezTo>
                      <a:pt x="12017" y="57554"/>
                      <a:pt x="29093" y="65143"/>
                      <a:pt x="47435" y="65143"/>
                    </a:cubicBezTo>
                    <a:cubicBezTo>
                      <a:pt x="48699" y="65143"/>
                      <a:pt x="49964" y="65143"/>
                      <a:pt x="51229" y="65143"/>
                    </a:cubicBezTo>
                    <a:cubicBezTo>
                      <a:pt x="68938" y="63878"/>
                      <a:pt x="86015" y="55024"/>
                      <a:pt x="96766" y="41110"/>
                    </a:cubicBezTo>
                    <a:lnTo>
                      <a:pt x="111945" y="46170"/>
                    </a:lnTo>
                    <a:close/>
                  </a:path>
                </a:pathLst>
              </a:custGeom>
              <a:grpFill/>
              <a:ln w="6271" cap="flat">
                <a:noFill/>
                <a:prstDash val="solid"/>
                <a:miter/>
              </a:ln>
            </p:spPr>
            <p:txBody>
              <a:bodyPr rtlCol="0" anchor="ctr"/>
              <a:lstStyle/>
              <a:p>
                <a:endParaRPr lang="en-US"/>
              </a:p>
            </p:txBody>
          </p:sp>
        </p:grpSp>
        <p:grpSp>
          <p:nvGrpSpPr>
            <p:cNvPr id="28" name="Picture Placeholder 97">
              <a:extLst>
                <a:ext uri="{FF2B5EF4-FFF2-40B4-BE49-F238E27FC236}">
                  <a16:creationId xmlns:a16="http://schemas.microsoft.com/office/drawing/2014/main" id="{C024EB85-038D-D259-678B-667C222552C5}"/>
                </a:ext>
              </a:extLst>
            </p:cNvPr>
            <p:cNvGrpSpPr/>
            <p:nvPr/>
          </p:nvGrpSpPr>
          <p:grpSpPr>
            <a:xfrm>
              <a:off x="7125981" y="3179818"/>
              <a:ext cx="212306" cy="211470"/>
              <a:chOff x="7125981" y="3179818"/>
              <a:chExt cx="212306" cy="211470"/>
            </a:xfrm>
            <a:grpFill/>
          </p:grpSpPr>
          <p:sp>
            <p:nvSpPr>
              <p:cNvPr id="45" name="Picture Placeholder 97">
                <a:extLst>
                  <a:ext uri="{FF2B5EF4-FFF2-40B4-BE49-F238E27FC236}">
                    <a16:creationId xmlns:a16="http://schemas.microsoft.com/office/drawing/2014/main" id="{EEBA5012-3E50-AE69-FC58-2570D9714A74}"/>
                  </a:ext>
                </a:extLst>
              </p:cNvPr>
              <p:cNvSpPr/>
              <p:nvPr/>
            </p:nvSpPr>
            <p:spPr>
              <a:xfrm>
                <a:off x="7125981" y="3179818"/>
                <a:ext cx="212306" cy="211470"/>
              </a:xfrm>
              <a:custGeom>
                <a:avLst/>
                <a:gdLst>
                  <a:gd name="connsiteX0" fmla="*/ 106153 w 212306"/>
                  <a:gd name="connsiteY0" fmla="*/ 211471 h 211470"/>
                  <a:gd name="connsiteX1" fmla="*/ 60616 w 212306"/>
                  <a:gd name="connsiteY1" fmla="*/ 201351 h 211470"/>
                  <a:gd name="connsiteX2" fmla="*/ 6225 w 212306"/>
                  <a:gd name="connsiteY2" fmla="*/ 141268 h 211470"/>
                  <a:gd name="connsiteX3" fmla="*/ 10652 w 212306"/>
                  <a:gd name="connsiteY3" fmla="*/ 60313 h 211470"/>
                  <a:gd name="connsiteX4" fmla="*/ 151691 w 212306"/>
                  <a:gd name="connsiteY4" fmla="*/ 10349 h 211470"/>
                  <a:gd name="connsiteX5" fmla="*/ 206082 w 212306"/>
                  <a:gd name="connsiteY5" fmla="*/ 70432 h 211470"/>
                  <a:gd name="connsiteX6" fmla="*/ 201655 w 212306"/>
                  <a:gd name="connsiteY6" fmla="*/ 151387 h 211470"/>
                  <a:gd name="connsiteX7" fmla="*/ 201655 w 212306"/>
                  <a:gd name="connsiteY7" fmla="*/ 151387 h 211470"/>
                  <a:gd name="connsiteX8" fmla="*/ 106153 w 212306"/>
                  <a:gd name="connsiteY8" fmla="*/ 211471 h 211470"/>
                  <a:gd name="connsiteX9" fmla="*/ 106153 w 212306"/>
                  <a:gd name="connsiteY9" fmla="*/ 15408 h 211470"/>
                  <a:gd name="connsiteX10" fmla="*/ 24566 w 212306"/>
                  <a:gd name="connsiteY10" fmla="*/ 66637 h 211470"/>
                  <a:gd name="connsiteX11" fmla="*/ 20771 w 212306"/>
                  <a:gd name="connsiteY11" fmla="*/ 135576 h 211470"/>
                  <a:gd name="connsiteX12" fmla="*/ 66941 w 212306"/>
                  <a:gd name="connsiteY12" fmla="*/ 186805 h 211470"/>
                  <a:gd name="connsiteX13" fmla="*/ 187108 w 212306"/>
                  <a:gd name="connsiteY13" fmla="*/ 144430 h 211470"/>
                  <a:gd name="connsiteX14" fmla="*/ 187108 w 212306"/>
                  <a:gd name="connsiteY14" fmla="*/ 144430 h 211470"/>
                  <a:gd name="connsiteX15" fmla="*/ 190903 w 212306"/>
                  <a:gd name="connsiteY15" fmla="*/ 75492 h 211470"/>
                  <a:gd name="connsiteX16" fmla="*/ 144734 w 212306"/>
                  <a:gd name="connsiteY16" fmla="*/ 24263 h 211470"/>
                  <a:gd name="connsiteX17" fmla="*/ 106153 w 212306"/>
                  <a:gd name="connsiteY17" fmla="*/ 15408 h 21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2306" h="211470">
                    <a:moveTo>
                      <a:pt x="106153" y="211471"/>
                    </a:moveTo>
                    <a:cubicBezTo>
                      <a:pt x="90974" y="211471"/>
                      <a:pt x="75163" y="208309"/>
                      <a:pt x="60616" y="201351"/>
                    </a:cubicBezTo>
                    <a:cubicBezTo>
                      <a:pt x="35318" y="189335"/>
                      <a:pt x="15712" y="167831"/>
                      <a:pt x="6225" y="141268"/>
                    </a:cubicBezTo>
                    <a:cubicBezTo>
                      <a:pt x="-3262" y="114704"/>
                      <a:pt x="-1997" y="85611"/>
                      <a:pt x="10652" y="60313"/>
                    </a:cubicBezTo>
                    <a:cubicBezTo>
                      <a:pt x="35950" y="7819"/>
                      <a:pt x="99196" y="-14950"/>
                      <a:pt x="151691" y="10349"/>
                    </a:cubicBezTo>
                    <a:cubicBezTo>
                      <a:pt x="176989" y="22365"/>
                      <a:pt x="196595" y="43869"/>
                      <a:pt x="206082" y="70432"/>
                    </a:cubicBezTo>
                    <a:cubicBezTo>
                      <a:pt x="215569" y="96996"/>
                      <a:pt x="214304" y="126089"/>
                      <a:pt x="201655" y="151387"/>
                    </a:cubicBezTo>
                    <a:lnTo>
                      <a:pt x="201655" y="151387"/>
                    </a:lnTo>
                    <a:cubicBezTo>
                      <a:pt x="183314" y="189335"/>
                      <a:pt x="145366" y="211471"/>
                      <a:pt x="106153" y="211471"/>
                    </a:cubicBezTo>
                    <a:close/>
                    <a:moveTo>
                      <a:pt x="106153" y="15408"/>
                    </a:moveTo>
                    <a:cubicBezTo>
                      <a:pt x="72633" y="15408"/>
                      <a:pt x="39745" y="34382"/>
                      <a:pt x="24566" y="66637"/>
                    </a:cubicBezTo>
                    <a:cubicBezTo>
                      <a:pt x="14447" y="88141"/>
                      <a:pt x="13182" y="112807"/>
                      <a:pt x="20771" y="135576"/>
                    </a:cubicBezTo>
                    <a:cubicBezTo>
                      <a:pt x="28993" y="158344"/>
                      <a:pt x="45437" y="176686"/>
                      <a:pt x="66941" y="186805"/>
                    </a:cubicBezTo>
                    <a:cubicBezTo>
                      <a:pt x="111846" y="208309"/>
                      <a:pt x="165605" y="189335"/>
                      <a:pt x="187108" y="144430"/>
                    </a:cubicBezTo>
                    <a:lnTo>
                      <a:pt x="187108" y="144430"/>
                    </a:lnTo>
                    <a:cubicBezTo>
                      <a:pt x="197228" y="122926"/>
                      <a:pt x="198493" y="98260"/>
                      <a:pt x="190903" y="75492"/>
                    </a:cubicBezTo>
                    <a:cubicBezTo>
                      <a:pt x="182681" y="52723"/>
                      <a:pt x="166237" y="34382"/>
                      <a:pt x="144734" y="24263"/>
                    </a:cubicBezTo>
                    <a:cubicBezTo>
                      <a:pt x="132084" y="17938"/>
                      <a:pt x="119435" y="15408"/>
                      <a:pt x="106153" y="15408"/>
                    </a:cubicBezTo>
                    <a:close/>
                  </a:path>
                </a:pathLst>
              </a:custGeom>
              <a:grpFill/>
              <a:ln w="6271" cap="flat">
                <a:noFill/>
                <a:prstDash val="solid"/>
                <a:miter/>
              </a:ln>
            </p:spPr>
            <p:txBody>
              <a:bodyPr rtlCol="0" anchor="ctr"/>
              <a:lstStyle/>
              <a:p>
                <a:endParaRPr lang="en-US"/>
              </a:p>
            </p:txBody>
          </p:sp>
          <p:sp>
            <p:nvSpPr>
              <p:cNvPr id="46" name="Picture Placeholder 97">
                <a:extLst>
                  <a:ext uri="{FF2B5EF4-FFF2-40B4-BE49-F238E27FC236}">
                    <a16:creationId xmlns:a16="http://schemas.microsoft.com/office/drawing/2014/main" id="{59AA0102-F848-E15F-0861-48D60AFAAEB8}"/>
                  </a:ext>
                </a:extLst>
              </p:cNvPr>
              <p:cNvSpPr/>
              <p:nvPr/>
            </p:nvSpPr>
            <p:spPr>
              <a:xfrm>
                <a:off x="7190511" y="3216730"/>
                <a:ext cx="84246" cy="140406"/>
              </a:xfrm>
              <a:custGeom>
                <a:avLst/>
                <a:gdLst>
                  <a:gd name="connsiteX0" fmla="*/ 41623 w 84246"/>
                  <a:gd name="connsiteY0" fmla="*/ 140406 h 140406"/>
                  <a:gd name="connsiteX1" fmla="*/ 41623 w 84246"/>
                  <a:gd name="connsiteY1" fmla="*/ 140406 h 140406"/>
                  <a:gd name="connsiteX2" fmla="*/ 41623 w 84246"/>
                  <a:gd name="connsiteY2" fmla="*/ 140406 h 140406"/>
                  <a:gd name="connsiteX3" fmla="*/ 34666 w 84246"/>
                  <a:gd name="connsiteY3" fmla="*/ 126492 h 140406"/>
                  <a:gd name="connsiteX4" fmla="*/ 6205 w 84246"/>
                  <a:gd name="connsiteY4" fmla="*/ 69571 h 140406"/>
                  <a:gd name="connsiteX5" fmla="*/ 1146 w 84246"/>
                  <a:gd name="connsiteY5" fmla="*/ 55024 h 140406"/>
                  <a:gd name="connsiteX6" fmla="*/ 1778 w 84246"/>
                  <a:gd name="connsiteY6" fmla="*/ 30991 h 140406"/>
                  <a:gd name="connsiteX7" fmla="*/ 42256 w 84246"/>
                  <a:gd name="connsiteY7" fmla="*/ 0 h 140406"/>
                  <a:gd name="connsiteX8" fmla="*/ 82733 w 84246"/>
                  <a:gd name="connsiteY8" fmla="*/ 30991 h 140406"/>
                  <a:gd name="connsiteX9" fmla="*/ 83365 w 84246"/>
                  <a:gd name="connsiteY9" fmla="*/ 54392 h 140406"/>
                  <a:gd name="connsiteX10" fmla="*/ 83365 w 84246"/>
                  <a:gd name="connsiteY10" fmla="*/ 54392 h 140406"/>
                  <a:gd name="connsiteX11" fmla="*/ 78306 w 84246"/>
                  <a:gd name="connsiteY11" fmla="*/ 68938 h 140406"/>
                  <a:gd name="connsiteX12" fmla="*/ 41623 w 84246"/>
                  <a:gd name="connsiteY12" fmla="*/ 140406 h 140406"/>
                  <a:gd name="connsiteX13" fmla="*/ 41623 w 84246"/>
                  <a:gd name="connsiteY13" fmla="*/ 16444 h 140406"/>
                  <a:gd name="connsiteX14" fmla="*/ 16325 w 84246"/>
                  <a:gd name="connsiteY14" fmla="*/ 35418 h 140406"/>
                  <a:gd name="connsiteX15" fmla="*/ 16325 w 84246"/>
                  <a:gd name="connsiteY15" fmla="*/ 52494 h 140406"/>
                  <a:gd name="connsiteX16" fmla="*/ 20119 w 84246"/>
                  <a:gd name="connsiteY16" fmla="*/ 63246 h 140406"/>
                  <a:gd name="connsiteX17" fmla="*/ 41623 w 84246"/>
                  <a:gd name="connsiteY17" fmla="*/ 106253 h 140406"/>
                  <a:gd name="connsiteX18" fmla="*/ 63127 w 84246"/>
                  <a:gd name="connsiteY18" fmla="*/ 63246 h 140406"/>
                  <a:gd name="connsiteX19" fmla="*/ 66921 w 84246"/>
                  <a:gd name="connsiteY19" fmla="*/ 52494 h 140406"/>
                  <a:gd name="connsiteX20" fmla="*/ 66921 w 84246"/>
                  <a:gd name="connsiteY20" fmla="*/ 35418 h 140406"/>
                  <a:gd name="connsiteX21" fmla="*/ 41623 w 84246"/>
                  <a:gd name="connsiteY21" fmla="*/ 16444 h 140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4246" h="140406">
                    <a:moveTo>
                      <a:pt x="41623" y="140406"/>
                    </a:moveTo>
                    <a:lnTo>
                      <a:pt x="41623" y="140406"/>
                    </a:lnTo>
                    <a:lnTo>
                      <a:pt x="41623" y="140406"/>
                    </a:lnTo>
                    <a:lnTo>
                      <a:pt x="34666" y="126492"/>
                    </a:lnTo>
                    <a:lnTo>
                      <a:pt x="6205" y="69571"/>
                    </a:lnTo>
                    <a:cubicBezTo>
                      <a:pt x="3675" y="64511"/>
                      <a:pt x="1778" y="59451"/>
                      <a:pt x="1146" y="55024"/>
                    </a:cubicBezTo>
                    <a:cubicBezTo>
                      <a:pt x="-752" y="46802"/>
                      <a:pt x="-119" y="38580"/>
                      <a:pt x="1778" y="30991"/>
                    </a:cubicBezTo>
                    <a:cubicBezTo>
                      <a:pt x="6838" y="11384"/>
                      <a:pt x="20752" y="0"/>
                      <a:pt x="42256" y="0"/>
                    </a:cubicBezTo>
                    <a:cubicBezTo>
                      <a:pt x="63759" y="0"/>
                      <a:pt x="77673" y="10752"/>
                      <a:pt x="82733" y="30991"/>
                    </a:cubicBezTo>
                    <a:cubicBezTo>
                      <a:pt x="84630" y="38580"/>
                      <a:pt x="84630" y="46802"/>
                      <a:pt x="83365" y="54392"/>
                    </a:cubicBezTo>
                    <a:lnTo>
                      <a:pt x="83365" y="54392"/>
                    </a:lnTo>
                    <a:cubicBezTo>
                      <a:pt x="82101" y="58819"/>
                      <a:pt x="80836" y="63878"/>
                      <a:pt x="78306" y="68938"/>
                    </a:cubicBezTo>
                    <a:lnTo>
                      <a:pt x="41623" y="140406"/>
                    </a:lnTo>
                    <a:close/>
                    <a:moveTo>
                      <a:pt x="41623" y="16444"/>
                    </a:moveTo>
                    <a:cubicBezTo>
                      <a:pt x="27709" y="16444"/>
                      <a:pt x="19487" y="22136"/>
                      <a:pt x="16325" y="35418"/>
                    </a:cubicBezTo>
                    <a:cubicBezTo>
                      <a:pt x="15060" y="40477"/>
                      <a:pt x="15060" y="46802"/>
                      <a:pt x="16325" y="52494"/>
                    </a:cubicBezTo>
                    <a:cubicBezTo>
                      <a:pt x="16957" y="55656"/>
                      <a:pt x="18222" y="59451"/>
                      <a:pt x="20119" y="63246"/>
                    </a:cubicBezTo>
                    <a:lnTo>
                      <a:pt x="41623" y="106253"/>
                    </a:lnTo>
                    <a:lnTo>
                      <a:pt x="63127" y="63246"/>
                    </a:lnTo>
                    <a:cubicBezTo>
                      <a:pt x="65024" y="59451"/>
                      <a:pt x="66289" y="55656"/>
                      <a:pt x="66921" y="52494"/>
                    </a:cubicBezTo>
                    <a:cubicBezTo>
                      <a:pt x="68186" y="46802"/>
                      <a:pt x="68186" y="41110"/>
                      <a:pt x="66921" y="35418"/>
                    </a:cubicBezTo>
                    <a:cubicBezTo>
                      <a:pt x="63759" y="22136"/>
                      <a:pt x="55537" y="16444"/>
                      <a:pt x="41623" y="16444"/>
                    </a:cubicBezTo>
                    <a:close/>
                  </a:path>
                </a:pathLst>
              </a:custGeom>
              <a:grpFill/>
              <a:ln w="6271" cap="flat">
                <a:noFill/>
                <a:prstDash val="solid"/>
                <a:miter/>
              </a:ln>
            </p:spPr>
            <p:txBody>
              <a:bodyPr rtlCol="0" anchor="ctr"/>
              <a:lstStyle/>
              <a:p>
                <a:endParaRPr lang="en-US"/>
              </a:p>
            </p:txBody>
          </p:sp>
          <p:sp>
            <p:nvSpPr>
              <p:cNvPr id="47" name="Picture Placeholder 97">
                <a:extLst>
                  <a:ext uri="{FF2B5EF4-FFF2-40B4-BE49-F238E27FC236}">
                    <a16:creationId xmlns:a16="http://schemas.microsoft.com/office/drawing/2014/main" id="{4BA744A4-A7F5-83B2-463A-90308B403D4F}"/>
                  </a:ext>
                </a:extLst>
              </p:cNvPr>
              <p:cNvSpPr/>
              <p:nvPr/>
            </p:nvSpPr>
            <p:spPr>
              <a:xfrm>
                <a:off x="7218220" y="3247720"/>
                <a:ext cx="27828" cy="27828"/>
              </a:xfrm>
              <a:custGeom>
                <a:avLst/>
                <a:gdLst>
                  <a:gd name="connsiteX0" fmla="*/ 27828 w 27828"/>
                  <a:gd name="connsiteY0" fmla="*/ 13914 h 27828"/>
                  <a:gd name="connsiteX1" fmla="*/ 13914 w 27828"/>
                  <a:gd name="connsiteY1" fmla="*/ 27828 h 27828"/>
                  <a:gd name="connsiteX2" fmla="*/ 0 w 27828"/>
                  <a:gd name="connsiteY2" fmla="*/ 13914 h 27828"/>
                  <a:gd name="connsiteX3" fmla="*/ 13914 w 27828"/>
                  <a:gd name="connsiteY3" fmla="*/ 0 h 27828"/>
                  <a:gd name="connsiteX4" fmla="*/ 27828 w 27828"/>
                  <a:gd name="connsiteY4" fmla="*/ 13914 h 27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28" h="27828">
                    <a:moveTo>
                      <a:pt x="27828" y="13914"/>
                    </a:moveTo>
                    <a:cubicBezTo>
                      <a:pt x="27828" y="21599"/>
                      <a:pt x="21599" y="27828"/>
                      <a:pt x="13914" y="27828"/>
                    </a:cubicBezTo>
                    <a:cubicBezTo>
                      <a:pt x="6230" y="27828"/>
                      <a:pt x="0" y="21599"/>
                      <a:pt x="0" y="13914"/>
                    </a:cubicBezTo>
                    <a:cubicBezTo>
                      <a:pt x="0" y="6230"/>
                      <a:pt x="6230" y="0"/>
                      <a:pt x="13914" y="0"/>
                    </a:cubicBezTo>
                    <a:cubicBezTo>
                      <a:pt x="21599" y="0"/>
                      <a:pt x="27828" y="6230"/>
                      <a:pt x="27828" y="13914"/>
                    </a:cubicBezTo>
                    <a:close/>
                  </a:path>
                </a:pathLst>
              </a:custGeom>
              <a:grpFill/>
              <a:ln w="6271" cap="flat">
                <a:noFill/>
                <a:prstDash val="solid"/>
                <a:miter/>
              </a:ln>
            </p:spPr>
            <p:txBody>
              <a:bodyPr rtlCol="0" anchor="ctr"/>
              <a:lstStyle/>
              <a:p>
                <a:endParaRPr lang="en-US"/>
              </a:p>
            </p:txBody>
          </p:sp>
        </p:grpSp>
        <p:grpSp>
          <p:nvGrpSpPr>
            <p:cNvPr id="29" name="Picture Placeholder 97">
              <a:extLst>
                <a:ext uri="{FF2B5EF4-FFF2-40B4-BE49-F238E27FC236}">
                  <a16:creationId xmlns:a16="http://schemas.microsoft.com/office/drawing/2014/main" id="{134088FF-28DD-2D3B-6D45-3D5509EF19F5}"/>
                </a:ext>
              </a:extLst>
            </p:cNvPr>
            <p:cNvGrpSpPr/>
            <p:nvPr/>
          </p:nvGrpSpPr>
          <p:grpSpPr>
            <a:xfrm>
              <a:off x="7125981" y="3567516"/>
              <a:ext cx="212306" cy="211470"/>
              <a:chOff x="7125981" y="3567516"/>
              <a:chExt cx="212306" cy="211470"/>
            </a:xfrm>
            <a:grpFill/>
          </p:grpSpPr>
          <p:sp>
            <p:nvSpPr>
              <p:cNvPr id="40" name="Picture Placeholder 97">
                <a:extLst>
                  <a:ext uri="{FF2B5EF4-FFF2-40B4-BE49-F238E27FC236}">
                    <a16:creationId xmlns:a16="http://schemas.microsoft.com/office/drawing/2014/main" id="{E20F8AC3-F6BC-48BE-CD1A-74EED699D851}"/>
                  </a:ext>
                </a:extLst>
              </p:cNvPr>
              <p:cNvSpPr/>
              <p:nvPr/>
            </p:nvSpPr>
            <p:spPr>
              <a:xfrm>
                <a:off x="7125981" y="3567516"/>
                <a:ext cx="212306" cy="211470"/>
              </a:xfrm>
              <a:custGeom>
                <a:avLst/>
                <a:gdLst>
                  <a:gd name="connsiteX0" fmla="*/ 106153 w 212306"/>
                  <a:gd name="connsiteY0" fmla="*/ 211471 h 211470"/>
                  <a:gd name="connsiteX1" fmla="*/ 60616 w 212306"/>
                  <a:gd name="connsiteY1" fmla="*/ 201351 h 211470"/>
                  <a:gd name="connsiteX2" fmla="*/ 6225 w 212306"/>
                  <a:gd name="connsiteY2" fmla="*/ 141268 h 211470"/>
                  <a:gd name="connsiteX3" fmla="*/ 10652 w 212306"/>
                  <a:gd name="connsiteY3" fmla="*/ 60313 h 211470"/>
                  <a:gd name="connsiteX4" fmla="*/ 151691 w 212306"/>
                  <a:gd name="connsiteY4" fmla="*/ 10349 h 211470"/>
                  <a:gd name="connsiteX5" fmla="*/ 206082 w 212306"/>
                  <a:gd name="connsiteY5" fmla="*/ 70432 h 211470"/>
                  <a:gd name="connsiteX6" fmla="*/ 201655 w 212306"/>
                  <a:gd name="connsiteY6" fmla="*/ 151387 h 211470"/>
                  <a:gd name="connsiteX7" fmla="*/ 106153 w 212306"/>
                  <a:gd name="connsiteY7" fmla="*/ 211471 h 211470"/>
                  <a:gd name="connsiteX8" fmla="*/ 106153 w 212306"/>
                  <a:gd name="connsiteY8" fmla="*/ 15408 h 211470"/>
                  <a:gd name="connsiteX9" fmla="*/ 24566 w 212306"/>
                  <a:gd name="connsiteY9" fmla="*/ 66637 h 211470"/>
                  <a:gd name="connsiteX10" fmla="*/ 20771 w 212306"/>
                  <a:gd name="connsiteY10" fmla="*/ 135576 h 211470"/>
                  <a:gd name="connsiteX11" fmla="*/ 66941 w 212306"/>
                  <a:gd name="connsiteY11" fmla="*/ 186805 h 211470"/>
                  <a:gd name="connsiteX12" fmla="*/ 187108 w 212306"/>
                  <a:gd name="connsiteY12" fmla="*/ 144430 h 211470"/>
                  <a:gd name="connsiteX13" fmla="*/ 190903 w 212306"/>
                  <a:gd name="connsiteY13" fmla="*/ 75492 h 211470"/>
                  <a:gd name="connsiteX14" fmla="*/ 144734 w 212306"/>
                  <a:gd name="connsiteY14" fmla="*/ 24263 h 211470"/>
                  <a:gd name="connsiteX15" fmla="*/ 106153 w 212306"/>
                  <a:gd name="connsiteY15" fmla="*/ 15408 h 21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306" h="211470">
                    <a:moveTo>
                      <a:pt x="106153" y="211471"/>
                    </a:moveTo>
                    <a:cubicBezTo>
                      <a:pt x="90974" y="211471"/>
                      <a:pt x="75163" y="208308"/>
                      <a:pt x="60616" y="201351"/>
                    </a:cubicBezTo>
                    <a:cubicBezTo>
                      <a:pt x="35318" y="189335"/>
                      <a:pt x="15712" y="167831"/>
                      <a:pt x="6225" y="141268"/>
                    </a:cubicBezTo>
                    <a:cubicBezTo>
                      <a:pt x="-3262" y="114704"/>
                      <a:pt x="-1997" y="85611"/>
                      <a:pt x="10652" y="60313"/>
                    </a:cubicBezTo>
                    <a:cubicBezTo>
                      <a:pt x="35950" y="7819"/>
                      <a:pt x="99196" y="-14950"/>
                      <a:pt x="151691" y="10349"/>
                    </a:cubicBezTo>
                    <a:cubicBezTo>
                      <a:pt x="176989" y="22365"/>
                      <a:pt x="196595" y="43869"/>
                      <a:pt x="206082" y="70432"/>
                    </a:cubicBezTo>
                    <a:cubicBezTo>
                      <a:pt x="215569" y="96996"/>
                      <a:pt x="214304" y="126089"/>
                      <a:pt x="201655" y="151387"/>
                    </a:cubicBezTo>
                    <a:cubicBezTo>
                      <a:pt x="183314" y="189335"/>
                      <a:pt x="145366" y="211471"/>
                      <a:pt x="106153" y="211471"/>
                    </a:cubicBezTo>
                    <a:close/>
                    <a:moveTo>
                      <a:pt x="106153" y="15408"/>
                    </a:moveTo>
                    <a:cubicBezTo>
                      <a:pt x="72633" y="15408"/>
                      <a:pt x="39745" y="34382"/>
                      <a:pt x="24566" y="66637"/>
                    </a:cubicBezTo>
                    <a:cubicBezTo>
                      <a:pt x="14447" y="88141"/>
                      <a:pt x="13182" y="112807"/>
                      <a:pt x="20771" y="135576"/>
                    </a:cubicBezTo>
                    <a:cubicBezTo>
                      <a:pt x="28993" y="158344"/>
                      <a:pt x="45437" y="176685"/>
                      <a:pt x="66941" y="186805"/>
                    </a:cubicBezTo>
                    <a:cubicBezTo>
                      <a:pt x="111846" y="208308"/>
                      <a:pt x="165605" y="189335"/>
                      <a:pt x="187108" y="144430"/>
                    </a:cubicBezTo>
                    <a:cubicBezTo>
                      <a:pt x="197228" y="122926"/>
                      <a:pt x="198493" y="98260"/>
                      <a:pt x="190903" y="75492"/>
                    </a:cubicBezTo>
                    <a:cubicBezTo>
                      <a:pt x="182681" y="52723"/>
                      <a:pt x="166237" y="34382"/>
                      <a:pt x="144734" y="24263"/>
                    </a:cubicBezTo>
                    <a:cubicBezTo>
                      <a:pt x="132084" y="17938"/>
                      <a:pt x="119435" y="15408"/>
                      <a:pt x="106153" y="15408"/>
                    </a:cubicBezTo>
                    <a:close/>
                  </a:path>
                </a:pathLst>
              </a:custGeom>
              <a:grpFill/>
              <a:ln w="6271" cap="flat">
                <a:noFill/>
                <a:prstDash val="solid"/>
                <a:miter/>
              </a:ln>
            </p:spPr>
            <p:txBody>
              <a:bodyPr rtlCol="0" anchor="ctr"/>
              <a:lstStyle/>
              <a:p>
                <a:endParaRPr lang="en-US"/>
              </a:p>
            </p:txBody>
          </p:sp>
          <p:sp>
            <p:nvSpPr>
              <p:cNvPr id="41" name="Picture Placeholder 97">
                <a:extLst>
                  <a:ext uri="{FF2B5EF4-FFF2-40B4-BE49-F238E27FC236}">
                    <a16:creationId xmlns:a16="http://schemas.microsoft.com/office/drawing/2014/main" id="{DD247A60-A706-72CA-4585-BA547312DF58}"/>
                  </a:ext>
                </a:extLst>
              </p:cNvPr>
              <p:cNvSpPr/>
              <p:nvPr/>
            </p:nvSpPr>
            <p:spPr>
              <a:xfrm>
                <a:off x="7183435" y="3612650"/>
                <a:ext cx="97398" cy="36682"/>
              </a:xfrm>
              <a:custGeom>
                <a:avLst/>
                <a:gdLst>
                  <a:gd name="connsiteX0" fmla="*/ 48699 w 97398"/>
                  <a:gd name="connsiteY0" fmla="*/ 36683 h 36682"/>
                  <a:gd name="connsiteX1" fmla="*/ 0 w 97398"/>
                  <a:gd name="connsiteY1" fmla="*/ 18341 h 36682"/>
                  <a:gd name="connsiteX2" fmla="*/ 48699 w 97398"/>
                  <a:gd name="connsiteY2" fmla="*/ 0 h 36682"/>
                  <a:gd name="connsiteX3" fmla="*/ 97399 w 97398"/>
                  <a:gd name="connsiteY3" fmla="*/ 18341 h 36682"/>
                  <a:gd name="connsiteX4" fmla="*/ 48699 w 97398"/>
                  <a:gd name="connsiteY4" fmla="*/ 36683 h 36682"/>
                  <a:gd name="connsiteX5" fmla="*/ 22769 w 97398"/>
                  <a:gd name="connsiteY5" fmla="*/ 18341 h 36682"/>
                  <a:gd name="connsiteX6" fmla="*/ 48067 w 97398"/>
                  <a:gd name="connsiteY6" fmla="*/ 20871 h 36682"/>
                  <a:gd name="connsiteX7" fmla="*/ 73365 w 97398"/>
                  <a:gd name="connsiteY7" fmla="*/ 18341 h 36682"/>
                  <a:gd name="connsiteX8" fmla="*/ 48067 w 97398"/>
                  <a:gd name="connsiteY8" fmla="*/ 15812 h 36682"/>
                  <a:gd name="connsiteX9" fmla="*/ 22769 w 97398"/>
                  <a:gd name="connsiteY9" fmla="*/ 18341 h 3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98" h="36682">
                    <a:moveTo>
                      <a:pt x="48699" y="36683"/>
                    </a:moveTo>
                    <a:cubicBezTo>
                      <a:pt x="34153" y="36683"/>
                      <a:pt x="0" y="34785"/>
                      <a:pt x="0" y="18341"/>
                    </a:cubicBezTo>
                    <a:cubicBezTo>
                      <a:pt x="0" y="1897"/>
                      <a:pt x="34153" y="0"/>
                      <a:pt x="48699" y="0"/>
                    </a:cubicBezTo>
                    <a:cubicBezTo>
                      <a:pt x="63246" y="0"/>
                      <a:pt x="97399" y="1897"/>
                      <a:pt x="97399" y="18341"/>
                    </a:cubicBezTo>
                    <a:cubicBezTo>
                      <a:pt x="97399" y="34785"/>
                      <a:pt x="63246" y="36683"/>
                      <a:pt x="48699" y="36683"/>
                    </a:cubicBezTo>
                    <a:close/>
                    <a:moveTo>
                      <a:pt x="22769" y="18341"/>
                    </a:moveTo>
                    <a:cubicBezTo>
                      <a:pt x="28461" y="19606"/>
                      <a:pt x="37315" y="20871"/>
                      <a:pt x="48067" y="20871"/>
                    </a:cubicBezTo>
                    <a:cubicBezTo>
                      <a:pt x="58819" y="20871"/>
                      <a:pt x="67673" y="19606"/>
                      <a:pt x="73365" y="18341"/>
                    </a:cubicBezTo>
                    <a:cubicBezTo>
                      <a:pt x="67673" y="17076"/>
                      <a:pt x="58819" y="15812"/>
                      <a:pt x="48067" y="15812"/>
                    </a:cubicBezTo>
                    <a:cubicBezTo>
                      <a:pt x="37315" y="15812"/>
                      <a:pt x="29093" y="17076"/>
                      <a:pt x="22769" y="18341"/>
                    </a:cubicBezTo>
                    <a:close/>
                  </a:path>
                </a:pathLst>
              </a:custGeom>
              <a:grpFill/>
              <a:ln w="6271" cap="flat">
                <a:noFill/>
                <a:prstDash val="solid"/>
                <a:miter/>
              </a:ln>
            </p:spPr>
            <p:txBody>
              <a:bodyPr rtlCol="0" anchor="ctr"/>
              <a:lstStyle/>
              <a:p>
                <a:endParaRPr lang="en-US"/>
              </a:p>
            </p:txBody>
          </p:sp>
          <p:sp>
            <p:nvSpPr>
              <p:cNvPr id="42" name="Picture Placeholder 97">
                <a:extLst>
                  <a:ext uri="{FF2B5EF4-FFF2-40B4-BE49-F238E27FC236}">
                    <a16:creationId xmlns:a16="http://schemas.microsoft.com/office/drawing/2014/main" id="{95553887-5867-F81B-663D-A5797033F232}"/>
                  </a:ext>
                </a:extLst>
              </p:cNvPr>
              <p:cNvSpPr/>
              <p:nvPr/>
            </p:nvSpPr>
            <p:spPr>
              <a:xfrm>
                <a:off x="7183435" y="3679690"/>
                <a:ext cx="93604" cy="29725"/>
              </a:xfrm>
              <a:custGeom>
                <a:avLst/>
                <a:gdLst>
                  <a:gd name="connsiteX0" fmla="*/ 48699 w 93604"/>
                  <a:gd name="connsiteY0" fmla="*/ 29726 h 29725"/>
                  <a:gd name="connsiteX1" fmla="*/ 0 w 93604"/>
                  <a:gd name="connsiteY1" fmla="*/ 11384 h 29725"/>
                  <a:gd name="connsiteX2" fmla="*/ 0 w 93604"/>
                  <a:gd name="connsiteY2" fmla="*/ 0 h 29725"/>
                  <a:gd name="connsiteX3" fmla="*/ 15812 w 93604"/>
                  <a:gd name="connsiteY3" fmla="*/ 0 h 29725"/>
                  <a:gd name="connsiteX4" fmla="*/ 15812 w 93604"/>
                  <a:gd name="connsiteY4" fmla="*/ 8854 h 29725"/>
                  <a:gd name="connsiteX5" fmla="*/ 48699 w 93604"/>
                  <a:gd name="connsiteY5" fmla="*/ 13914 h 29725"/>
                  <a:gd name="connsiteX6" fmla="*/ 82852 w 93604"/>
                  <a:gd name="connsiteY6" fmla="*/ 7590 h 29725"/>
                  <a:gd name="connsiteX7" fmla="*/ 93604 w 93604"/>
                  <a:gd name="connsiteY7" fmla="*/ 18974 h 29725"/>
                  <a:gd name="connsiteX8" fmla="*/ 48699 w 93604"/>
                  <a:gd name="connsiteY8" fmla="*/ 29726 h 29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04" h="29725">
                    <a:moveTo>
                      <a:pt x="48699" y="29726"/>
                    </a:moveTo>
                    <a:cubicBezTo>
                      <a:pt x="34153" y="29726"/>
                      <a:pt x="0" y="27828"/>
                      <a:pt x="0" y="11384"/>
                    </a:cubicBezTo>
                    <a:lnTo>
                      <a:pt x="0" y="0"/>
                    </a:lnTo>
                    <a:lnTo>
                      <a:pt x="15812" y="0"/>
                    </a:lnTo>
                    <a:lnTo>
                      <a:pt x="15812" y="8854"/>
                    </a:lnTo>
                    <a:cubicBezTo>
                      <a:pt x="19606" y="10752"/>
                      <a:pt x="30991" y="13914"/>
                      <a:pt x="48699" y="13914"/>
                    </a:cubicBezTo>
                    <a:cubicBezTo>
                      <a:pt x="68306" y="13914"/>
                      <a:pt x="80955" y="9487"/>
                      <a:pt x="82852" y="7590"/>
                    </a:cubicBezTo>
                    <a:lnTo>
                      <a:pt x="93604" y="18974"/>
                    </a:lnTo>
                    <a:cubicBezTo>
                      <a:pt x="86015" y="26563"/>
                      <a:pt x="64511" y="29726"/>
                      <a:pt x="48699" y="29726"/>
                    </a:cubicBezTo>
                    <a:close/>
                  </a:path>
                </a:pathLst>
              </a:custGeom>
              <a:grpFill/>
              <a:ln w="6271" cap="flat">
                <a:noFill/>
                <a:prstDash val="solid"/>
                <a:miter/>
              </a:ln>
            </p:spPr>
            <p:txBody>
              <a:bodyPr rtlCol="0" anchor="ctr"/>
              <a:lstStyle/>
              <a:p>
                <a:endParaRPr lang="en-US"/>
              </a:p>
            </p:txBody>
          </p:sp>
          <p:sp>
            <p:nvSpPr>
              <p:cNvPr id="43" name="Picture Placeholder 97">
                <a:extLst>
                  <a:ext uri="{FF2B5EF4-FFF2-40B4-BE49-F238E27FC236}">
                    <a16:creationId xmlns:a16="http://schemas.microsoft.com/office/drawing/2014/main" id="{9C254419-06E9-1D0B-469D-01BB0AFD9EBD}"/>
                  </a:ext>
                </a:extLst>
              </p:cNvPr>
              <p:cNvSpPr/>
              <p:nvPr/>
            </p:nvSpPr>
            <p:spPr>
              <a:xfrm>
                <a:off x="7183435" y="3651862"/>
                <a:ext cx="93604" cy="29725"/>
              </a:xfrm>
              <a:custGeom>
                <a:avLst/>
                <a:gdLst>
                  <a:gd name="connsiteX0" fmla="*/ 48699 w 93604"/>
                  <a:gd name="connsiteY0" fmla="*/ 29726 h 29725"/>
                  <a:gd name="connsiteX1" fmla="*/ 0 w 93604"/>
                  <a:gd name="connsiteY1" fmla="*/ 11384 h 29725"/>
                  <a:gd name="connsiteX2" fmla="*/ 0 w 93604"/>
                  <a:gd name="connsiteY2" fmla="*/ 0 h 29725"/>
                  <a:gd name="connsiteX3" fmla="*/ 15812 w 93604"/>
                  <a:gd name="connsiteY3" fmla="*/ 0 h 29725"/>
                  <a:gd name="connsiteX4" fmla="*/ 15812 w 93604"/>
                  <a:gd name="connsiteY4" fmla="*/ 8854 h 29725"/>
                  <a:gd name="connsiteX5" fmla="*/ 48699 w 93604"/>
                  <a:gd name="connsiteY5" fmla="*/ 13914 h 29725"/>
                  <a:gd name="connsiteX6" fmla="*/ 82852 w 93604"/>
                  <a:gd name="connsiteY6" fmla="*/ 7590 h 29725"/>
                  <a:gd name="connsiteX7" fmla="*/ 93604 w 93604"/>
                  <a:gd name="connsiteY7" fmla="*/ 18974 h 29725"/>
                  <a:gd name="connsiteX8" fmla="*/ 48699 w 93604"/>
                  <a:gd name="connsiteY8" fmla="*/ 29726 h 29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04" h="29725">
                    <a:moveTo>
                      <a:pt x="48699" y="29726"/>
                    </a:moveTo>
                    <a:cubicBezTo>
                      <a:pt x="34153" y="29726"/>
                      <a:pt x="0" y="27828"/>
                      <a:pt x="0" y="11384"/>
                    </a:cubicBezTo>
                    <a:lnTo>
                      <a:pt x="0" y="0"/>
                    </a:lnTo>
                    <a:lnTo>
                      <a:pt x="15812" y="0"/>
                    </a:lnTo>
                    <a:lnTo>
                      <a:pt x="15812" y="8854"/>
                    </a:lnTo>
                    <a:cubicBezTo>
                      <a:pt x="19606" y="10752"/>
                      <a:pt x="30991" y="13914"/>
                      <a:pt x="48699" y="13914"/>
                    </a:cubicBezTo>
                    <a:cubicBezTo>
                      <a:pt x="68306" y="13914"/>
                      <a:pt x="80955" y="9487"/>
                      <a:pt x="82852" y="7590"/>
                    </a:cubicBezTo>
                    <a:lnTo>
                      <a:pt x="93604" y="18974"/>
                    </a:lnTo>
                    <a:cubicBezTo>
                      <a:pt x="86015" y="26563"/>
                      <a:pt x="64511" y="29726"/>
                      <a:pt x="48699" y="29726"/>
                    </a:cubicBezTo>
                    <a:close/>
                  </a:path>
                </a:pathLst>
              </a:custGeom>
              <a:grpFill/>
              <a:ln w="6271" cap="flat">
                <a:noFill/>
                <a:prstDash val="solid"/>
                <a:miter/>
              </a:ln>
            </p:spPr>
            <p:txBody>
              <a:bodyPr rtlCol="0" anchor="ctr"/>
              <a:lstStyle/>
              <a:p>
                <a:endParaRPr lang="en-US"/>
              </a:p>
            </p:txBody>
          </p:sp>
          <p:sp>
            <p:nvSpPr>
              <p:cNvPr id="44" name="Picture Placeholder 97">
                <a:extLst>
                  <a:ext uri="{FF2B5EF4-FFF2-40B4-BE49-F238E27FC236}">
                    <a16:creationId xmlns:a16="http://schemas.microsoft.com/office/drawing/2014/main" id="{4742037D-A22D-3ACC-D559-32B7F687E31D}"/>
                  </a:ext>
                </a:extLst>
              </p:cNvPr>
              <p:cNvSpPr/>
              <p:nvPr/>
            </p:nvSpPr>
            <p:spPr>
              <a:xfrm>
                <a:off x="7183435" y="3630991"/>
                <a:ext cx="97398" cy="108150"/>
              </a:xfrm>
              <a:custGeom>
                <a:avLst/>
                <a:gdLst>
                  <a:gd name="connsiteX0" fmla="*/ 48699 w 97398"/>
                  <a:gd name="connsiteY0" fmla="*/ 108151 h 108150"/>
                  <a:gd name="connsiteX1" fmla="*/ 0 w 97398"/>
                  <a:gd name="connsiteY1" fmla="*/ 89809 h 108150"/>
                  <a:gd name="connsiteX2" fmla="*/ 0 w 97398"/>
                  <a:gd name="connsiteY2" fmla="*/ 75895 h 108150"/>
                  <a:gd name="connsiteX3" fmla="*/ 15812 w 97398"/>
                  <a:gd name="connsiteY3" fmla="*/ 75895 h 108150"/>
                  <a:gd name="connsiteX4" fmla="*/ 15812 w 97398"/>
                  <a:gd name="connsiteY4" fmla="*/ 87279 h 108150"/>
                  <a:gd name="connsiteX5" fmla="*/ 48699 w 97398"/>
                  <a:gd name="connsiteY5" fmla="*/ 92339 h 108150"/>
                  <a:gd name="connsiteX6" fmla="*/ 81587 w 97398"/>
                  <a:gd name="connsiteY6" fmla="*/ 87279 h 108150"/>
                  <a:gd name="connsiteX7" fmla="*/ 81587 w 97398"/>
                  <a:gd name="connsiteY7" fmla="*/ 0 h 108150"/>
                  <a:gd name="connsiteX8" fmla="*/ 97399 w 97398"/>
                  <a:gd name="connsiteY8" fmla="*/ 0 h 108150"/>
                  <a:gd name="connsiteX9" fmla="*/ 97399 w 97398"/>
                  <a:gd name="connsiteY9" fmla="*/ 89809 h 108150"/>
                  <a:gd name="connsiteX10" fmla="*/ 48699 w 97398"/>
                  <a:gd name="connsiteY10" fmla="*/ 108151 h 10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398" h="108150">
                    <a:moveTo>
                      <a:pt x="48699" y="108151"/>
                    </a:moveTo>
                    <a:cubicBezTo>
                      <a:pt x="34153" y="108151"/>
                      <a:pt x="0" y="106253"/>
                      <a:pt x="0" y="89809"/>
                    </a:cubicBezTo>
                    <a:lnTo>
                      <a:pt x="0" y="75895"/>
                    </a:lnTo>
                    <a:lnTo>
                      <a:pt x="15812" y="75895"/>
                    </a:lnTo>
                    <a:lnTo>
                      <a:pt x="15812" y="87279"/>
                    </a:lnTo>
                    <a:cubicBezTo>
                      <a:pt x="19606" y="89177"/>
                      <a:pt x="30991" y="92339"/>
                      <a:pt x="48699" y="92339"/>
                    </a:cubicBezTo>
                    <a:cubicBezTo>
                      <a:pt x="66408" y="92339"/>
                      <a:pt x="77793" y="89809"/>
                      <a:pt x="81587" y="87279"/>
                    </a:cubicBezTo>
                    <a:lnTo>
                      <a:pt x="81587" y="0"/>
                    </a:lnTo>
                    <a:lnTo>
                      <a:pt x="97399" y="0"/>
                    </a:lnTo>
                    <a:lnTo>
                      <a:pt x="97399" y="89809"/>
                    </a:lnTo>
                    <a:cubicBezTo>
                      <a:pt x="96766" y="106253"/>
                      <a:pt x="63246" y="108151"/>
                      <a:pt x="48699" y="108151"/>
                    </a:cubicBezTo>
                    <a:close/>
                  </a:path>
                </a:pathLst>
              </a:custGeom>
              <a:grpFill/>
              <a:ln w="6271" cap="flat">
                <a:noFill/>
                <a:prstDash val="solid"/>
                <a:miter/>
              </a:ln>
            </p:spPr>
            <p:txBody>
              <a:bodyPr rtlCol="0" anchor="ctr"/>
              <a:lstStyle/>
              <a:p>
                <a:endParaRPr lang="en-US"/>
              </a:p>
            </p:txBody>
          </p:sp>
        </p:grpSp>
        <p:sp>
          <p:nvSpPr>
            <p:cNvPr id="30" name="Picture Placeholder 97">
              <a:extLst>
                <a:ext uri="{FF2B5EF4-FFF2-40B4-BE49-F238E27FC236}">
                  <a16:creationId xmlns:a16="http://schemas.microsoft.com/office/drawing/2014/main" id="{8503AA0B-3F36-5ECC-E373-EFEB7EF81FE9}"/>
                </a:ext>
              </a:extLst>
            </p:cNvPr>
            <p:cNvSpPr/>
            <p:nvPr/>
          </p:nvSpPr>
          <p:spPr>
            <a:xfrm rot="-2700000">
              <a:off x="7519807" y="3357569"/>
              <a:ext cx="30990" cy="15811"/>
            </a:xfrm>
            <a:custGeom>
              <a:avLst/>
              <a:gdLst>
                <a:gd name="connsiteX0" fmla="*/ 0 w 30990"/>
                <a:gd name="connsiteY0" fmla="*/ 0 h 15811"/>
                <a:gd name="connsiteX1" fmla="*/ 30990 w 30990"/>
                <a:gd name="connsiteY1" fmla="*/ 0 h 15811"/>
                <a:gd name="connsiteX2" fmla="*/ 30990 w 30990"/>
                <a:gd name="connsiteY2" fmla="*/ 15811 h 15811"/>
                <a:gd name="connsiteX3" fmla="*/ 0 w 309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30990" h="15811">
                  <a:moveTo>
                    <a:pt x="0" y="0"/>
                  </a:moveTo>
                  <a:lnTo>
                    <a:pt x="30990" y="0"/>
                  </a:lnTo>
                  <a:lnTo>
                    <a:pt x="30990" y="15811"/>
                  </a:lnTo>
                  <a:lnTo>
                    <a:pt x="0" y="15811"/>
                  </a:lnTo>
                  <a:close/>
                </a:path>
              </a:pathLst>
            </a:custGeom>
            <a:grpFill/>
            <a:ln w="6271" cap="flat">
              <a:noFill/>
              <a:prstDash val="solid"/>
              <a:miter/>
            </a:ln>
          </p:spPr>
          <p:txBody>
            <a:bodyPr rtlCol="0" anchor="ctr"/>
            <a:lstStyle/>
            <a:p>
              <a:endParaRPr lang="en-US"/>
            </a:p>
          </p:txBody>
        </p:sp>
        <p:sp>
          <p:nvSpPr>
            <p:cNvPr id="31" name="Picture Placeholder 97">
              <a:extLst>
                <a:ext uri="{FF2B5EF4-FFF2-40B4-BE49-F238E27FC236}">
                  <a16:creationId xmlns:a16="http://schemas.microsoft.com/office/drawing/2014/main" id="{AB7C29A2-40A9-74A2-D2A5-F09B340622AB}"/>
                </a:ext>
              </a:extLst>
            </p:cNvPr>
            <p:cNvSpPr/>
            <p:nvPr/>
          </p:nvSpPr>
          <p:spPr>
            <a:xfrm rot="-2700486">
              <a:off x="7297780" y="3577759"/>
              <a:ext cx="32887" cy="15811"/>
            </a:xfrm>
            <a:custGeom>
              <a:avLst/>
              <a:gdLst>
                <a:gd name="connsiteX0" fmla="*/ 0 w 32887"/>
                <a:gd name="connsiteY0" fmla="*/ 0 h 15811"/>
                <a:gd name="connsiteX1" fmla="*/ 32888 w 32887"/>
                <a:gd name="connsiteY1" fmla="*/ 0 h 15811"/>
                <a:gd name="connsiteX2" fmla="*/ 32888 w 32887"/>
                <a:gd name="connsiteY2" fmla="*/ 15811 h 15811"/>
                <a:gd name="connsiteX3" fmla="*/ 0 w 32887"/>
                <a:gd name="connsiteY3" fmla="*/ 15811 h 15811"/>
              </a:gdLst>
              <a:ahLst/>
              <a:cxnLst>
                <a:cxn ang="0">
                  <a:pos x="connsiteX0" y="connsiteY0"/>
                </a:cxn>
                <a:cxn ang="0">
                  <a:pos x="connsiteX1" y="connsiteY1"/>
                </a:cxn>
                <a:cxn ang="0">
                  <a:pos x="connsiteX2" y="connsiteY2"/>
                </a:cxn>
                <a:cxn ang="0">
                  <a:pos x="connsiteX3" y="connsiteY3"/>
                </a:cxn>
              </a:cxnLst>
              <a:rect l="l" t="t" r="r" b="b"/>
              <a:pathLst>
                <a:path w="32887" h="15811">
                  <a:moveTo>
                    <a:pt x="0" y="0"/>
                  </a:moveTo>
                  <a:lnTo>
                    <a:pt x="32888" y="0"/>
                  </a:lnTo>
                  <a:lnTo>
                    <a:pt x="32888" y="15811"/>
                  </a:lnTo>
                  <a:lnTo>
                    <a:pt x="0" y="15811"/>
                  </a:lnTo>
                  <a:close/>
                </a:path>
              </a:pathLst>
            </a:custGeom>
            <a:grpFill/>
            <a:ln w="6271" cap="flat">
              <a:noFill/>
              <a:prstDash val="solid"/>
              <a:miter/>
            </a:ln>
          </p:spPr>
          <p:txBody>
            <a:bodyPr rtlCol="0" anchor="ctr"/>
            <a:lstStyle/>
            <a:p>
              <a:endParaRPr lang="en-US"/>
            </a:p>
          </p:txBody>
        </p:sp>
        <p:sp>
          <p:nvSpPr>
            <p:cNvPr id="32" name="Picture Placeholder 97">
              <a:extLst>
                <a:ext uri="{FF2B5EF4-FFF2-40B4-BE49-F238E27FC236}">
                  <a16:creationId xmlns:a16="http://schemas.microsoft.com/office/drawing/2014/main" id="{CDBBE590-C351-E317-195E-B7FFDF38E486}"/>
                </a:ext>
              </a:extLst>
            </p:cNvPr>
            <p:cNvSpPr/>
            <p:nvPr/>
          </p:nvSpPr>
          <p:spPr>
            <a:xfrm rot="-2700000">
              <a:off x="7304779" y="3354826"/>
              <a:ext cx="15811" cy="30357"/>
            </a:xfrm>
            <a:custGeom>
              <a:avLst/>
              <a:gdLst>
                <a:gd name="connsiteX0" fmla="*/ 0 w 15811"/>
                <a:gd name="connsiteY0" fmla="*/ 0 h 30357"/>
                <a:gd name="connsiteX1" fmla="*/ 15811 w 15811"/>
                <a:gd name="connsiteY1" fmla="*/ 0 h 30357"/>
                <a:gd name="connsiteX2" fmla="*/ 15811 w 15811"/>
                <a:gd name="connsiteY2" fmla="*/ 30358 h 30357"/>
                <a:gd name="connsiteX3" fmla="*/ 0 w 15811"/>
                <a:gd name="connsiteY3" fmla="*/ 30358 h 30357"/>
              </a:gdLst>
              <a:ahLst/>
              <a:cxnLst>
                <a:cxn ang="0">
                  <a:pos x="connsiteX0" y="connsiteY0"/>
                </a:cxn>
                <a:cxn ang="0">
                  <a:pos x="connsiteX1" y="connsiteY1"/>
                </a:cxn>
                <a:cxn ang="0">
                  <a:pos x="connsiteX2" y="connsiteY2"/>
                </a:cxn>
                <a:cxn ang="0">
                  <a:pos x="connsiteX3" y="connsiteY3"/>
                </a:cxn>
              </a:cxnLst>
              <a:rect l="l" t="t" r="r" b="b"/>
              <a:pathLst>
                <a:path w="15811" h="30357">
                  <a:moveTo>
                    <a:pt x="0" y="0"/>
                  </a:moveTo>
                  <a:lnTo>
                    <a:pt x="15811" y="0"/>
                  </a:lnTo>
                  <a:lnTo>
                    <a:pt x="15811" y="30358"/>
                  </a:lnTo>
                  <a:lnTo>
                    <a:pt x="0" y="30358"/>
                  </a:lnTo>
                  <a:close/>
                </a:path>
              </a:pathLst>
            </a:custGeom>
            <a:grpFill/>
            <a:ln w="6271" cap="flat">
              <a:noFill/>
              <a:prstDash val="solid"/>
              <a:miter/>
            </a:ln>
          </p:spPr>
          <p:txBody>
            <a:bodyPr rtlCol="0" anchor="ctr"/>
            <a:lstStyle/>
            <a:p>
              <a:endParaRPr lang="en-US"/>
            </a:p>
          </p:txBody>
        </p:sp>
        <p:sp>
          <p:nvSpPr>
            <p:cNvPr id="33" name="Picture Placeholder 97">
              <a:extLst>
                <a:ext uri="{FF2B5EF4-FFF2-40B4-BE49-F238E27FC236}">
                  <a16:creationId xmlns:a16="http://schemas.microsoft.com/office/drawing/2014/main" id="{C054F8B3-001C-4660-1D0B-8A5219B253FB}"/>
                </a:ext>
              </a:extLst>
            </p:cNvPr>
            <p:cNvSpPr/>
            <p:nvPr/>
          </p:nvSpPr>
          <p:spPr>
            <a:xfrm rot="-2700000">
              <a:off x="7523720" y="3570128"/>
              <a:ext cx="15811" cy="29092"/>
            </a:xfrm>
            <a:custGeom>
              <a:avLst/>
              <a:gdLst>
                <a:gd name="connsiteX0" fmla="*/ 0 w 15811"/>
                <a:gd name="connsiteY0" fmla="*/ 0 h 29092"/>
                <a:gd name="connsiteX1" fmla="*/ 15811 w 15811"/>
                <a:gd name="connsiteY1" fmla="*/ 0 h 29092"/>
                <a:gd name="connsiteX2" fmla="*/ 15811 w 15811"/>
                <a:gd name="connsiteY2" fmla="*/ 29093 h 29092"/>
                <a:gd name="connsiteX3" fmla="*/ 0 w 15811"/>
                <a:gd name="connsiteY3" fmla="*/ 29093 h 29092"/>
              </a:gdLst>
              <a:ahLst/>
              <a:cxnLst>
                <a:cxn ang="0">
                  <a:pos x="connsiteX0" y="connsiteY0"/>
                </a:cxn>
                <a:cxn ang="0">
                  <a:pos x="connsiteX1" y="connsiteY1"/>
                </a:cxn>
                <a:cxn ang="0">
                  <a:pos x="connsiteX2" y="connsiteY2"/>
                </a:cxn>
                <a:cxn ang="0">
                  <a:pos x="connsiteX3" y="connsiteY3"/>
                </a:cxn>
              </a:cxnLst>
              <a:rect l="l" t="t" r="r" b="b"/>
              <a:pathLst>
                <a:path w="15811" h="29092">
                  <a:moveTo>
                    <a:pt x="0" y="0"/>
                  </a:moveTo>
                  <a:lnTo>
                    <a:pt x="15811" y="0"/>
                  </a:lnTo>
                  <a:lnTo>
                    <a:pt x="15811" y="29093"/>
                  </a:lnTo>
                  <a:lnTo>
                    <a:pt x="0" y="29093"/>
                  </a:lnTo>
                  <a:close/>
                </a:path>
              </a:pathLst>
            </a:custGeom>
            <a:grpFill/>
            <a:ln w="6271" cap="flat">
              <a:noFill/>
              <a:prstDash val="solid"/>
              <a:miter/>
            </a:ln>
          </p:spPr>
          <p:txBody>
            <a:bodyPr rtlCol="0" anchor="ctr"/>
            <a:lstStyle/>
            <a:p>
              <a:endParaRPr lang="en-US"/>
            </a:p>
          </p:txBody>
        </p:sp>
        <p:sp>
          <p:nvSpPr>
            <p:cNvPr id="34" name="Picture Placeholder 97">
              <a:extLst>
                <a:ext uri="{FF2B5EF4-FFF2-40B4-BE49-F238E27FC236}">
                  <a16:creationId xmlns:a16="http://schemas.microsoft.com/office/drawing/2014/main" id="{E149AAB9-07A0-5DFD-A5C0-E4C5539FE2C1}"/>
                </a:ext>
              </a:extLst>
            </p:cNvPr>
            <p:cNvSpPr/>
            <p:nvPr/>
          </p:nvSpPr>
          <p:spPr>
            <a:xfrm>
              <a:off x="7332063" y="3384964"/>
              <a:ext cx="181516" cy="182780"/>
            </a:xfrm>
            <a:custGeom>
              <a:avLst/>
              <a:gdLst>
                <a:gd name="connsiteX0" fmla="*/ 181516 w 181516"/>
                <a:gd name="connsiteY0" fmla="*/ 106253 h 182780"/>
                <a:gd name="connsiteX1" fmla="*/ 172662 w 181516"/>
                <a:gd name="connsiteY1" fmla="*/ 108783 h 182780"/>
                <a:gd name="connsiteX2" fmla="*/ 163807 w 181516"/>
                <a:gd name="connsiteY2" fmla="*/ 110681 h 182780"/>
                <a:gd name="connsiteX3" fmla="*/ 160012 w 181516"/>
                <a:gd name="connsiteY3" fmla="*/ 120167 h 182780"/>
                <a:gd name="connsiteX4" fmla="*/ 155585 w 181516"/>
                <a:gd name="connsiteY4" fmla="*/ 129022 h 182780"/>
                <a:gd name="connsiteX5" fmla="*/ 160012 w 181516"/>
                <a:gd name="connsiteY5" fmla="*/ 137244 h 182780"/>
                <a:gd name="connsiteX6" fmla="*/ 165072 w 181516"/>
                <a:gd name="connsiteY6" fmla="*/ 144833 h 182780"/>
                <a:gd name="connsiteX7" fmla="*/ 144833 w 181516"/>
                <a:gd name="connsiteY7" fmla="*/ 165705 h 182780"/>
                <a:gd name="connsiteX8" fmla="*/ 128389 w 181516"/>
                <a:gd name="connsiteY8" fmla="*/ 156218 h 182780"/>
                <a:gd name="connsiteX9" fmla="*/ 110681 w 181516"/>
                <a:gd name="connsiteY9" fmla="*/ 163175 h 182780"/>
                <a:gd name="connsiteX10" fmla="*/ 107518 w 181516"/>
                <a:gd name="connsiteY10" fmla="*/ 172662 h 182780"/>
                <a:gd name="connsiteX11" fmla="*/ 104356 w 181516"/>
                <a:gd name="connsiteY11" fmla="*/ 182781 h 182780"/>
                <a:gd name="connsiteX12" fmla="*/ 76528 w 181516"/>
                <a:gd name="connsiteY12" fmla="*/ 182781 h 182780"/>
                <a:gd name="connsiteX13" fmla="*/ 73998 w 181516"/>
                <a:gd name="connsiteY13" fmla="*/ 173294 h 182780"/>
                <a:gd name="connsiteX14" fmla="*/ 71468 w 181516"/>
                <a:gd name="connsiteY14" fmla="*/ 163807 h 182780"/>
                <a:gd name="connsiteX15" fmla="*/ 53759 w 181516"/>
                <a:gd name="connsiteY15" fmla="*/ 155585 h 182780"/>
                <a:gd name="connsiteX16" fmla="*/ 44905 w 181516"/>
                <a:gd name="connsiteY16" fmla="*/ 160012 h 182780"/>
                <a:gd name="connsiteX17" fmla="*/ 36683 w 181516"/>
                <a:gd name="connsiteY17" fmla="*/ 164440 h 182780"/>
                <a:gd name="connsiteX18" fmla="*/ 16444 w 181516"/>
                <a:gd name="connsiteY18" fmla="*/ 144833 h 182780"/>
                <a:gd name="connsiteX19" fmla="*/ 25298 w 181516"/>
                <a:gd name="connsiteY19" fmla="*/ 128389 h 182780"/>
                <a:gd name="connsiteX20" fmla="*/ 21504 w 181516"/>
                <a:gd name="connsiteY20" fmla="*/ 118902 h 182780"/>
                <a:gd name="connsiteX21" fmla="*/ 18341 w 181516"/>
                <a:gd name="connsiteY21" fmla="*/ 108783 h 182780"/>
                <a:gd name="connsiteX22" fmla="*/ 8854 w 181516"/>
                <a:gd name="connsiteY22" fmla="*/ 106886 h 182780"/>
                <a:gd name="connsiteX23" fmla="*/ 0 w 181516"/>
                <a:gd name="connsiteY23" fmla="*/ 104356 h 182780"/>
                <a:gd name="connsiteX24" fmla="*/ 0 w 181516"/>
                <a:gd name="connsiteY24" fmla="*/ 76528 h 182780"/>
                <a:gd name="connsiteX25" fmla="*/ 8854 w 181516"/>
                <a:gd name="connsiteY25" fmla="*/ 73998 h 182780"/>
                <a:gd name="connsiteX26" fmla="*/ 17709 w 181516"/>
                <a:gd name="connsiteY26" fmla="*/ 72100 h 182780"/>
                <a:gd name="connsiteX27" fmla="*/ 22136 w 181516"/>
                <a:gd name="connsiteY27" fmla="*/ 62614 h 182780"/>
                <a:gd name="connsiteX28" fmla="*/ 26563 w 181516"/>
                <a:gd name="connsiteY28" fmla="*/ 53759 h 182780"/>
                <a:gd name="connsiteX29" fmla="*/ 17076 w 181516"/>
                <a:gd name="connsiteY29" fmla="*/ 37948 h 182780"/>
                <a:gd name="connsiteX30" fmla="*/ 37315 w 181516"/>
                <a:gd name="connsiteY30" fmla="*/ 17076 h 182780"/>
                <a:gd name="connsiteX31" fmla="*/ 53759 w 181516"/>
                <a:gd name="connsiteY31" fmla="*/ 26563 h 182780"/>
                <a:gd name="connsiteX32" fmla="*/ 72100 w 181516"/>
                <a:gd name="connsiteY32" fmla="*/ 19606 h 182780"/>
                <a:gd name="connsiteX33" fmla="*/ 74630 w 181516"/>
                <a:gd name="connsiteY33" fmla="*/ 9487 h 182780"/>
                <a:gd name="connsiteX34" fmla="*/ 77160 w 181516"/>
                <a:gd name="connsiteY34" fmla="*/ 0 h 182780"/>
                <a:gd name="connsiteX35" fmla="*/ 104988 w 181516"/>
                <a:gd name="connsiteY35" fmla="*/ 0 h 182780"/>
                <a:gd name="connsiteX36" fmla="*/ 110048 w 181516"/>
                <a:gd name="connsiteY36" fmla="*/ 18341 h 182780"/>
                <a:gd name="connsiteX37" fmla="*/ 118903 w 181516"/>
                <a:gd name="connsiteY37" fmla="*/ 22136 h 182780"/>
                <a:gd name="connsiteX38" fmla="*/ 127757 w 181516"/>
                <a:gd name="connsiteY38" fmla="*/ 26563 h 182780"/>
                <a:gd name="connsiteX39" fmla="*/ 136611 w 181516"/>
                <a:gd name="connsiteY39" fmla="*/ 22136 h 182780"/>
                <a:gd name="connsiteX40" fmla="*/ 144833 w 181516"/>
                <a:gd name="connsiteY40" fmla="*/ 17709 h 182780"/>
                <a:gd name="connsiteX41" fmla="*/ 155585 w 181516"/>
                <a:gd name="connsiteY41" fmla="*/ 27196 h 182780"/>
                <a:gd name="connsiteX42" fmla="*/ 165705 w 181516"/>
                <a:gd name="connsiteY42" fmla="*/ 37315 h 182780"/>
                <a:gd name="connsiteX43" fmla="*/ 156218 w 181516"/>
                <a:gd name="connsiteY43" fmla="*/ 53759 h 182780"/>
                <a:gd name="connsiteX44" fmla="*/ 163175 w 181516"/>
                <a:gd name="connsiteY44" fmla="*/ 72733 h 182780"/>
                <a:gd name="connsiteX45" fmla="*/ 172662 w 181516"/>
                <a:gd name="connsiteY45" fmla="*/ 74630 h 182780"/>
                <a:gd name="connsiteX46" fmla="*/ 181516 w 181516"/>
                <a:gd name="connsiteY46" fmla="*/ 77160 h 182780"/>
                <a:gd name="connsiteX47" fmla="*/ 181516 w 181516"/>
                <a:gd name="connsiteY47" fmla="*/ 106253 h 182780"/>
                <a:gd name="connsiteX48" fmla="*/ 141039 w 181516"/>
                <a:gd name="connsiteY48" fmla="*/ 118270 h 182780"/>
                <a:gd name="connsiteX49" fmla="*/ 147996 w 181516"/>
                <a:gd name="connsiteY49" fmla="*/ 86015 h 182780"/>
                <a:gd name="connsiteX50" fmla="*/ 137244 w 181516"/>
                <a:gd name="connsiteY50" fmla="*/ 58819 h 182780"/>
                <a:gd name="connsiteX51" fmla="*/ 114475 w 181516"/>
                <a:gd name="connsiteY51" fmla="*/ 40477 h 182780"/>
                <a:gd name="connsiteX52" fmla="*/ 86015 w 181516"/>
                <a:gd name="connsiteY52" fmla="*/ 34785 h 182780"/>
                <a:gd name="connsiteX53" fmla="*/ 50597 w 181516"/>
                <a:gd name="connsiteY53" fmla="*/ 49964 h 182780"/>
                <a:gd name="connsiteX54" fmla="*/ 34785 w 181516"/>
                <a:gd name="connsiteY54" fmla="*/ 80322 h 182780"/>
                <a:gd name="connsiteX55" fmla="*/ 38580 w 181516"/>
                <a:gd name="connsiteY55" fmla="*/ 114475 h 182780"/>
                <a:gd name="connsiteX56" fmla="*/ 61981 w 181516"/>
                <a:gd name="connsiteY56" fmla="*/ 140406 h 182780"/>
                <a:gd name="connsiteX57" fmla="*/ 107518 w 181516"/>
                <a:gd name="connsiteY57" fmla="*/ 144201 h 182780"/>
                <a:gd name="connsiteX58" fmla="*/ 141039 w 181516"/>
                <a:gd name="connsiteY58" fmla="*/ 118270 h 18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81516" h="182780">
                  <a:moveTo>
                    <a:pt x="181516" y="106253"/>
                  </a:moveTo>
                  <a:cubicBezTo>
                    <a:pt x="180251" y="106886"/>
                    <a:pt x="177089" y="107518"/>
                    <a:pt x="172662" y="108783"/>
                  </a:cubicBezTo>
                  <a:cubicBezTo>
                    <a:pt x="168867" y="110048"/>
                    <a:pt x="166337" y="110681"/>
                    <a:pt x="163807" y="110681"/>
                  </a:cubicBezTo>
                  <a:cubicBezTo>
                    <a:pt x="163175" y="111945"/>
                    <a:pt x="161277" y="115108"/>
                    <a:pt x="160012" y="120167"/>
                  </a:cubicBezTo>
                  <a:cubicBezTo>
                    <a:pt x="158747" y="124595"/>
                    <a:pt x="156850" y="127124"/>
                    <a:pt x="155585" y="129022"/>
                  </a:cubicBezTo>
                  <a:cubicBezTo>
                    <a:pt x="156218" y="129654"/>
                    <a:pt x="157483" y="132817"/>
                    <a:pt x="160012" y="137244"/>
                  </a:cubicBezTo>
                  <a:cubicBezTo>
                    <a:pt x="161910" y="140406"/>
                    <a:pt x="163807" y="142936"/>
                    <a:pt x="165072" y="144833"/>
                  </a:cubicBezTo>
                  <a:cubicBezTo>
                    <a:pt x="163175" y="147363"/>
                    <a:pt x="156850" y="154320"/>
                    <a:pt x="144833" y="165705"/>
                  </a:cubicBezTo>
                  <a:cubicBezTo>
                    <a:pt x="139141" y="163175"/>
                    <a:pt x="133449" y="160012"/>
                    <a:pt x="128389" y="156218"/>
                  </a:cubicBezTo>
                  <a:cubicBezTo>
                    <a:pt x="122065" y="160012"/>
                    <a:pt x="116373" y="161910"/>
                    <a:pt x="110681" y="163175"/>
                  </a:cubicBezTo>
                  <a:cubicBezTo>
                    <a:pt x="109416" y="165072"/>
                    <a:pt x="108151" y="168234"/>
                    <a:pt x="107518" y="172662"/>
                  </a:cubicBezTo>
                  <a:cubicBezTo>
                    <a:pt x="106253" y="177721"/>
                    <a:pt x="105621" y="180884"/>
                    <a:pt x="104356" y="182781"/>
                  </a:cubicBezTo>
                  <a:lnTo>
                    <a:pt x="76528" y="182781"/>
                  </a:lnTo>
                  <a:cubicBezTo>
                    <a:pt x="75895" y="180884"/>
                    <a:pt x="74630" y="177721"/>
                    <a:pt x="73998" y="173294"/>
                  </a:cubicBezTo>
                  <a:cubicBezTo>
                    <a:pt x="72733" y="168867"/>
                    <a:pt x="72100" y="165705"/>
                    <a:pt x="71468" y="163807"/>
                  </a:cubicBezTo>
                  <a:cubicBezTo>
                    <a:pt x="60084" y="158747"/>
                    <a:pt x="54392" y="156218"/>
                    <a:pt x="53759" y="155585"/>
                  </a:cubicBezTo>
                  <a:cubicBezTo>
                    <a:pt x="51229" y="156218"/>
                    <a:pt x="48699" y="157483"/>
                    <a:pt x="44905" y="160012"/>
                  </a:cubicBezTo>
                  <a:cubicBezTo>
                    <a:pt x="41110" y="162542"/>
                    <a:pt x="38580" y="163807"/>
                    <a:pt x="36683" y="164440"/>
                  </a:cubicBezTo>
                  <a:cubicBezTo>
                    <a:pt x="34153" y="162542"/>
                    <a:pt x="27196" y="156218"/>
                    <a:pt x="16444" y="144833"/>
                  </a:cubicBezTo>
                  <a:cubicBezTo>
                    <a:pt x="17076" y="142936"/>
                    <a:pt x="19606" y="137244"/>
                    <a:pt x="25298" y="128389"/>
                  </a:cubicBezTo>
                  <a:cubicBezTo>
                    <a:pt x="24666" y="127124"/>
                    <a:pt x="23401" y="124595"/>
                    <a:pt x="21504" y="118902"/>
                  </a:cubicBezTo>
                  <a:cubicBezTo>
                    <a:pt x="19606" y="115108"/>
                    <a:pt x="18974" y="111945"/>
                    <a:pt x="18341" y="108783"/>
                  </a:cubicBezTo>
                  <a:cubicBezTo>
                    <a:pt x="15812" y="108151"/>
                    <a:pt x="12649" y="107518"/>
                    <a:pt x="8854" y="106886"/>
                  </a:cubicBezTo>
                  <a:cubicBezTo>
                    <a:pt x="4427" y="105621"/>
                    <a:pt x="1265" y="104988"/>
                    <a:pt x="0" y="104356"/>
                  </a:cubicBezTo>
                  <a:lnTo>
                    <a:pt x="0" y="76528"/>
                  </a:lnTo>
                  <a:cubicBezTo>
                    <a:pt x="1265" y="75895"/>
                    <a:pt x="4427" y="75263"/>
                    <a:pt x="8854" y="73998"/>
                  </a:cubicBezTo>
                  <a:cubicBezTo>
                    <a:pt x="12649" y="72733"/>
                    <a:pt x="15179" y="72100"/>
                    <a:pt x="17709" y="72100"/>
                  </a:cubicBezTo>
                  <a:cubicBezTo>
                    <a:pt x="18341" y="70836"/>
                    <a:pt x="20239" y="67673"/>
                    <a:pt x="22136" y="62614"/>
                  </a:cubicBezTo>
                  <a:cubicBezTo>
                    <a:pt x="24034" y="58819"/>
                    <a:pt x="25298" y="55656"/>
                    <a:pt x="26563" y="53759"/>
                  </a:cubicBezTo>
                  <a:cubicBezTo>
                    <a:pt x="22136" y="45537"/>
                    <a:pt x="18974" y="39845"/>
                    <a:pt x="17076" y="37948"/>
                  </a:cubicBezTo>
                  <a:cubicBezTo>
                    <a:pt x="18974" y="35418"/>
                    <a:pt x="25298" y="28461"/>
                    <a:pt x="37315" y="17076"/>
                  </a:cubicBezTo>
                  <a:cubicBezTo>
                    <a:pt x="44905" y="20871"/>
                    <a:pt x="49964" y="24033"/>
                    <a:pt x="53759" y="26563"/>
                  </a:cubicBezTo>
                  <a:cubicBezTo>
                    <a:pt x="64511" y="22136"/>
                    <a:pt x="70203" y="19606"/>
                    <a:pt x="72100" y="19606"/>
                  </a:cubicBezTo>
                  <a:cubicBezTo>
                    <a:pt x="72733" y="18341"/>
                    <a:pt x="73365" y="15179"/>
                    <a:pt x="74630" y="9487"/>
                  </a:cubicBezTo>
                  <a:cubicBezTo>
                    <a:pt x="75895" y="5692"/>
                    <a:pt x="76528" y="2530"/>
                    <a:pt x="77160" y="0"/>
                  </a:cubicBezTo>
                  <a:lnTo>
                    <a:pt x="104988" y="0"/>
                  </a:lnTo>
                  <a:cubicBezTo>
                    <a:pt x="106253" y="2530"/>
                    <a:pt x="107518" y="8854"/>
                    <a:pt x="110048" y="18341"/>
                  </a:cubicBezTo>
                  <a:cubicBezTo>
                    <a:pt x="111313" y="18974"/>
                    <a:pt x="114475" y="20239"/>
                    <a:pt x="118903" y="22136"/>
                  </a:cubicBezTo>
                  <a:cubicBezTo>
                    <a:pt x="122697" y="23401"/>
                    <a:pt x="125860" y="25298"/>
                    <a:pt x="127757" y="26563"/>
                  </a:cubicBezTo>
                  <a:cubicBezTo>
                    <a:pt x="130287" y="25931"/>
                    <a:pt x="132817" y="24666"/>
                    <a:pt x="136611" y="22136"/>
                  </a:cubicBezTo>
                  <a:cubicBezTo>
                    <a:pt x="140406" y="19606"/>
                    <a:pt x="142936" y="18341"/>
                    <a:pt x="144833" y="17709"/>
                  </a:cubicBezTo>
                  <a:cubicBezTo>
                    <a:pt x="147996" y="19606"/>
                    <a:pt x="151790" y="22769"/>
                    <a:pt x="155585" y="27196"/>
                  </a:cubicBezTo>
                  <a:cubicBezTo>
                    <a:pt x="160645" y="32255"/>
                    <a:pt x="163807" y="35418"/>
                    <a:pt x="165705" y="37315"/>
                  </a:cubicBezTo>
                  <a:cubicBezTo>
                    <a:pt x="161277" y="44905"/>
                    <a:pt x="158115" y="50597"/>
                    <a:pt x="156218" y="53759"/>
                  </a:cubicBezTo>
                  <a:cubicBezTo>
                    <a:pt x="161277" y="67673"/>
                    <a:pt x="163175" y="73998"/>
                    <a:pt x="163175" y="72733"/>
                  </a:cubicBezTo>
                  <a:cubicBezTo>
                    <a:pt x="165705" y="72733"/>
                    <a:pt x="168867" y="73365"/>
                    <a:pt x="172662" y="74630"/>
                  </a:cubicBezTo>
                  <a:cubicBezTo>
                    <a:pt x="177089" y="75895"/>
                    <a:pt x="180251" y="76528"/>
                    <a:pt x="181516" y="77160"/>
                  </a:cubicBezTo>
                  <a:lnTo>
                    <a:pt x="181516" y="106253"/>
                  </a:lnTo>
                  <a:close/>
                  <a:moveTo>
                    <a:pt x="141039" y="118270"/>
                  </a:moveTo>
                  <a:cubicBezTo>
                    <a:pt x="146731" y="107518"/>
                    <a:pt x="149261" y="96766"/>
                    <a:pt x="147996" y="86015"/>
                  </a:cubicBezTo>
                  <a:cubicBezTo>
                    <a:pt x="147363" y="75895"/>
                    <a:pt x="143568" y="67041"/>
                    <a:pt x="137244" y="58819"/>
                  </a:cubicBezTo>
                  <a:cubicBezTo>
                    <a:pt x="131552" y="50597"/>
                    <a:pt x="123962" y="44905"/>
                    <a:pt x="114475" y="40477"/>
                  </a:cubicBezTo>
                  <a:cubicBezTo>
                    <a:pt x="104988" y="36050"/>
                    <a:pt x="95501" y="34153"/>
                    <a:pt x="86015" y="34785"/>
                  </a:cubicBezTo>
                  <a:cubicBezTo>
                    <a:pt x="71468" y="36050"/>
                    <a:pt x="60084" y="41110"/>
                    <a:pt x="50597" y="49964"/>
                  </a:cubicBezTo>
                  <a:cubicBezTo>
                    <a:pt x="42375" y="58186"/>
                    <a:pt x="36683" y="68306"/>
                    <a:pt x="34785" y="80322"/>
                  </a:cubicBezTo>
                  <a:cubicBezTo>
                    <a:pt x="32888" y="92339"/>
                    <a:pt x="34153" y="103723"/>
                    <a:pt x="38580" y="114475"/>
                  </a:cubicBezTo>
                  <a:cubicBezTo>
                    <a:pt x="43640" y="125860"/>
                    <a:pt x="51229" y="134714"/>
                    <a:pt x="61981" y="140406"/>
                  </a:cubicBezTo>
                  <a:cubicBezTo>
                    <a:pt x="75895" y="147996"/>
                    <a:pt x="91074" y="149261"/>
                    <a:pt x="107518" y="144201"/>
                  </a:cubicBezTo>
                  <a:cubicBezTo>
                    <a:pt x="123330" y="140406"/>
                    <a:pt x="134082" y="131552"/>
                    <a:pt x="141039" y="118270"/>
                  </a:cubicBezTo>
                  <a:close/>
                </a:path>
              </a:pathLst>
            </a:custGeom>
            <a:grpFill/>
            <a:ln w="6271" cap="flat">
              <a:noFill/>
              <a:prstDash val="solid"/>
              <a:miter/>
            </a:ln>
          </p:spPr>
          <p:txBody>
            <a:bodyPr rtlCol="0" anchor="ctr"/>
            <a:lstStyle/>
            <a:p>
              <a:endParaRPr lang="en-US"/>
            </a:p>
          </p:txBody>
        </p:sp>
        <p:grpSp>
          <p:nvGrpSpPr>
            <p:cNvPr id="35" name="Picture Placeholder 97">
              <a:extLst>
                <a:ext uri="{FF2B5EF4-FFF2-40B4-BE49-F238E27FC236}">
                  <a16:creationId xmlns:a16="http://schemas.microsoft.com/office/drawing/2014/main" id="{0FA613F9-42AA-27A4-A069-DEF8474FD709}"/>
                </a:ext>
              </a:extLst>
            </p:cNvPr>
            <p:cNvGrpSpPr/>
            <p:nvPr/>
          </p:nvGrpSpPr>
          <p:grpSpPr>
            <a:xfrm>
              <a:off x="7514311" y="3179818"/>
              <a:ext cx="212307" cy="211470"/>
              <a:chOff x="7514311" y="3179818"/>
              <a:chExt cx="212307" cy="211470"/>
            </a:xfrm>
            <a:grpFill/>
          </p:grpSpPr>
          <p:sp>
            <p:nvSpPr>
              <p:cNvPr id="36" name="Picture Placeholder 97">
                <a:extLst>
                  <a:ext uri="{FF2B5EF4-FFF2-40B4-BE49-F238E27FC236}">
                    <a16:creationId xmlns:a16="http://schemas.microsoft.com/office/drawing/2014/main" id="{C703074D-E177-1693-F811-5B12FFCF92C9}"/>
                  </a:ext>
                </a:extLst>
              </p:cNvPr>
              <p:cNvSpPr/>
              <p:nvPr/>
            </p:nvSpPr>
            <p:spPr>
              <a:xfrm>
                <a:off x="7514311" y="3179818"/>
                <a:ext cx="212307" cy="211470"/>
              </a:xfrm>
              <a:custGeom>
                <a:avLst/>
                <a:gdLst>
                  <a:gd name="connsiteX0" fmla="*/ 106153 w 212307"/>
                  <a:gd name="connsiteY0" fmla="*/ 211471 h 211470"/>
                  <a:gd name="connsiteX1" fmla="*/ 60616 w 212307"/>
                  <a:gd name="connsiteY1" fmla="*/ 201351 h 211470"/>
                  <a:gd name="connsiteX2" fmla="*/ 6225 w 212307"/>
                  <a:gd name="connsiteY2" fmla="*/ 141268 h 211470"/>
                  <a:gd name="connsiteX3" fmla="*/ 10652 w 212307"/>
                  <a:gd name="connsiteY3" fmla="*/ 60313 h 211470"/>
                  <a:gd name="connsiteX4" fmla="*/ 151691 w 212307"/>
                  <a:gd name="connsiteY4" fmla="*/ 10349 h 211470"/>
                  <a:gd name="connsiteX5" fmla="*/ 206082 w 212307"/>
                  <a:gd name="connsiteY5" fmla="*/ 70432 h 211470"/>
                  <a:gd name="connsiteX6" fmla="*/ 201655 w 212307"/>
                  <a:gd name="connsiteY6" fmla="*/ 151387 h 211470"/>
                  <a:gd name="connsiteX7" fmla="*/ 106153 w 212307"/>
                  <a:gd name="connsiteY7" fmla="*/ 211471 h 211470"/>
                  <a:gd name="connsiteX8" fmla="*/ 106786 w 212307"/>
                  <a:gd name="connsiteY8" fmla="*/ 15408 h 211470"/>
                  <a:gd name="connsiteX9" fmla="*/ 25199 w 212307"/>
                  <a:gd name="connsiteY9" fmla="*/ 66637 h 211470"/>
                  <a:gd name="connsiteX10" fmla="*/ 21404 w 212307"/>
                  <a:gd name="connsiteY10" fmla="*/ 135576 h 211470"/>
                  <a:gd name="connsiteX11" fmla="*/ 67573 w 212307"/>
                  <a:gd name="connsiteY11" fmla="*/ 186805 h 211470"/>
                  <a:gd name="connsiteX12" fmla="*/ 187741 w 212307"/>
                  <a:gd name="connsiteY12" fmla="*/ 144430 h 211470"/>
                  <a:gd name="connsiteX13" fmla="*/ 187741 w 212307"/>
                  <a:gd name="connsiteY13" fmla="*/ 144430 h 211470"/>
                  <a:gd name="connsiteX14" fmla="*/ 191536 w 212307"/>
                  <a:gd name="connsiteY14" fmla="*/ 75492 h 211470"/>
                  <a:gd name="connsiteX15" fmla="*/ 145366 w 212307"/>
                  <a:gd name="connsiteY15" fmla="*/ 24263 h 211470"/>
                  <a:gd name="connsiteX16" fmla="*/ 106786 w 212307"/>
                  <a:gd name="connsiteY16" fmla="*/ 15408 h 21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07" h="211470">
                    <a:moveTo>
                      <a:pt x="106153" y="211471"/>
                    </a:moveTo>
                    <a:cubicBezTo>
                      <a:pt x="90974" y="211471"/>
                      <a:pt x="75163" y="208309"/>
                      <a:pt x="60616" y="201351"/>
                    </a:cubicBezTo>
                    <a:cubicBezTo>
                      <a:pt x="35318" y="189335"/>
                      <a:pt x="15712" y="167831"/>
                      <a:pt x="6225" y="141268"/>
                    </a:cubicBezTo>
                    <a:cubicBezTo>
                      <a:pt x="-3262" y="114704"/>
                      <a:pt x="-1997" y="85611"/>
                      <a:pt x="10652" y="60313"/>
                    </a:cubicBezTo>
                    <a:cubicBezTo>
                      <a:pt x="35950" y="7819"/>
                      <a:pt x="99196" y="-14950"/>
                      <a:pt x="151691" y="10349"/>
                    </a:cubicBezTo>
                    <a:cubicBezTo>
                      <a:pt x="176989" y="22365"/>
                      <a:pt x="196595" y="43869"/>
                      <a:pt x="206082" y="70432"/>
                    </a:cubicBezTo>
                    <a:cubicBezTo>
                      <a:pt x="215569" y="96996"/>
                      <a:pt x="214304" y="126089"/>
                      <a:pt x="201655" y="151387"/>
                    </a:cubicBezTo>
                    <a:cubicBezTo>
                      <a:pt x="183946" y="189335"/>
                      <a:pt x="145998" y="211471"/>
                      <a:pt x="106153" y="211471"/>
                    </a:cubicBezTo>
                    <a:close/>
                    <a:moveTo>
                      <a:pt x="106786" y="15408"/>
                    </a:moveTo>
                    <a:cubicBezTo>
                      <a:pt x="73266" y="15408"/>
                      <a:pt x="40378" y="34382"/>
                      <a:pt x="25199" y="66637"/>
                    </a:cubicBezTo>
                    <a:cubicBezTo>
                      <a:pt x="15079" y="88141"/>
                      <a:pt x="13814" y="112807"/>
                      <a:pt x="21404" y="135576"/>
                    </a:cubicBezTo>
                    <a:cubicBezTo>
                      <a:pt x="29626" y="158344"/>
                      <a:pt x="46070" y="176686"/>
                      <a:pt x="67573" y="186805"/>
                    </a:cubicBezTo>
                    <a:cubicBezTo>
                      <a:pt x="112478" y="208309"/>
                      <a:pt x="166237" y="189335"/>
                      <a:pt x="187741" y="144430"/>
                    </a:cubicBezTo>
                    <a:lnTo>
                      <a:pt x="187741" y="144430"/>
                    </a:lnTo>
                    <a:cubicBezTo>
                      <a:pt x="197860" y="122926"/>
                      <a:pt x="199125" y="98260"/>
                      <a:pt x="191536" y="75492"/>
                    </a:cubicBezTo>
                    <a:cubicBezTo>
                      <a:pt x="183314" y="52723"/>
                      <a:pt x="166870" y="34382"/>
                      <a:pt x="145366" y="24263"/>
                    </a:cubicBezTo>
                    <a:cubicBezTo>
                      <a:pt x="132717" y="17938"/>
                      <a:pt x="119435" y="15408"/>
                      <a:pt x="106786" y="15408"/>
                    </a:cubicBezTo>
                    <a:close/>
                  </a:path>
                </a:pathLst>
              </a:custGeom>
              <a:grpFill/>
              <a:ln w="6271" cap="flat">
                <a:noFill/>
                <a:prstDash val="solid"/>
                <a:miter/>
              </a:ln>
            </p:spPr>
            <p:txBody>
              <a:bodyPr rtlCol="0" anchor="ctr"/>
              <a:lstStyle/>
              <a:p>
                <a:endParaRPr lang="en-US"/>
              </a:p>
            </p:txBody>
          </p:sp>
          <p:grpSp>
            <p:nvGrpSpPr>
              <p:cNvPr id="37" name="Picture Placeholder 97">
                <a:extLst>
                  <a:ext uri="{FF2B5EF4-FFF2-40B4-BE49-F238E27FC236}">
                    <a16:creationId xmlns:a16="http://schemas.microsoft.com/office/drawing/2014/main" id="{51075472-22EF-C025-C7B8-280FD817C7BC}"/>
                  </a:ext>
                </a:extLst>
              </p:cNvPr>
              <p:cNvGrpSpPr/>
              <p:nvPr/>
            </p:nvGrpSpPr>
            <p:grpSpPr>
              <a:xfrm>
                <a:off x="7584415" y="3223054"/>
                <a:ext cx="72732" cy="123962"/>
                <a:chOff x="7584415" y="3223054"/>
                <a:chExt cx="72732" cy="123962"/>
              </a:xfrm>
              <a:grpFill/>
            </p:grpSpPr>
            <p:sp>
              <p:nvSpPr>
                <p:cNvPr id="38" name="Picture Placeholder 97">
                  <a:extLst>
                    <a:ext uri="{FF2B5EF4-FFF2-40B4-BE49-F238E27FC236}">
                      <a16:creationId xmlns:a16="http://schemas.microsoft.com/office/drawing/2014/main" id="{7471CCED-4B96-2077-A6F0-3F8212D234E0}"/>
                    </a:ext>
                  </a:extLst>
                </p:cNvPr>
                <p:cNvSpPr/>
                <p:nvPr/>
              </p:nvSpPr>
              <p:spPr>
                <a:xfrm>
                  <a:off x="7584415" y="3281241"/>
                  <a:ext cx="72732" cy="65775"/>
                </a:xfrm>
                <a:custGeom>
                  <a:avLst/>
                  <a:gdLst>
                    <a:gd name="connsiteX0" fmla="*/ 35418 w 72732"/>
                    <a:gd name="connsiteY0" fmla="*/ 15812 h 65775"/>
                    <a:gd name="connsiteX1" fmla="*/ 56289 w 72732"/>
                    <a:gd name="connsiteY1" fmla="*/ 24666 h 65775"/>
                    <a:gd name="connsiteX2" fmla="*/ 56289 w 72732"/>
                    <a:gd name="connsiteY2" fmla="*/ 50597 h 65775"/>
                    <a:gd name="connsiteX3" fmla="*/ 15179 w 72732"/>
                    <a:gd name="connsiteY3" fmla="*/ 50597 h 65775"/>
                    <a:gd name="connsiteX4" fmla="*/ 15179 w 72732"/>
                    <a:gd name="connsiteY4" fmla="*/ 24033 h 65775"/>
                    <a:gd name="connsiteX5" fmla="*/ 35418 w 72732"/>
                    <a:gd name="connsiteY5" fmla="*/ 15812 h 65775"/>
                    <a:gd name="connsiteX6" fmla="*/ 35418 w 72732"/>
                    <a:gd name="connsiteY6" fmla="*/ 0 h 65775"/>
                    <a:gd name="connsiteX7" fmla="*/ 3162 w 72732"/>
                    <a:gd name="connsiteY7" fmla="*/ 13914 h 65775"/>
                    <a:gd name="connsiteX8" fmla="*/ 1265 w 72732"/>
                    <a:gd name="connsiteY8" fmla="*/ 16444 h 65775"/>
                    <a:gd name="connsiteX9" fmla="*/ 0 w 72732"/>
                    <a:gd name="connsiteY9" fmla="*/ 22136 h 65775"/>
                    <a:gd name="connsiteX10" fmla="*/ 0 w 72732"/>
                    <a:gd name="connsiteY10" fmla="*/ 58186 h 65775"/>
                    <a:gd name="connsiteX11" fmla="*/ 5692 w 72732"/>
                    <a:gd name="connsiteY11" fmla="*/ 65776 h 65775"/>
                    <a:gd name="connsiteX12" fmla="*/ 67041 w 72732"/>
                    <a:gd name="connsiteY12" fmla="*/ 65776 h 65775"/>
                    <a:gd name="connsiteX13" fmla="*/ 72733 w 72732"/>
                    <a:gd name="connsiteY13" fmla="*/ 58186 h 65775"/>
                    <a:gd name="connsiteX14" fmla="*/ 72733 w 72732"/>
                    <a:gd name="connsiteY14" fmla="*/ 22136 h 65775"/>
                    <a:gd name="connsiteX15" fmla="*/ 71468 w 72732"/>
                    <a:gd name="connsiteY15" fmla="*/ 17076 h 65775"/>
                    <a:gd name="connsiteX16" fmla="*/ 35418 w 72732"/>
                    <a:gd name="connsiteY16" fmla="*/ 0 h 65775"/>
                    <a:gd name="connsiteX17" fmla="*/ 35418 w 72732"/>
                    <a:gd name="connsiteY17" fmla="*/ 0 h 6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2732" h="65775">
                      <a:moveTo>
                        <a:pt x="35418" y="15812"/>
                      </a:moveTo>
                      <a:cubicBezTo>
                        <a:pt x="43007" y="15812"/>
                        <a:pt x="50597" y="18974"/>
                        <a:pt x="56289" y="24666"/>
                      </a:cubicBezTo>
                      <a:lnTo>
                        <a:pt x="56289" y="50597"/>
                      </a:lnTo>
                      <a:lnTo>
                        <a:pt x="15179" y="50597"/>
                      </a:lnTo>
                      <a:lnTo>
                        <a:pt x="15179" y="24033"/>
                      </a:lnTo>
                      <a:cubicBezTo>
                        <a:pt x="21504" y="18341"/>
                        <a:pt x="28461" y="15812"/>
                        <a:pt x="35418" y="15812"/>
                      </a:cubicBezTo>
                      <a:moveTo>
                        <a:pt x="35418" y="0"/>
                      </a:moveTo>
                      <a:cubicBezTo>
                        <a:pt x="23401" y="0"/>
                        <a:pt x="12017" y="4427"/>
                        <a:pt x="3162" y="13914"/>
                      </a:cubicBezTo>
                      <a:cubicBezTo>
                        <a:pt x="2530" y="14547"/>
                        <a:pt x="1897" y="15812"/>
                        <a:pt x="1265" y="16444"/>
                      </a:cubicBezTo>
                      <a:cubicBezTo>
                        <a:pt x="632" y="17709"/>
                        <a:pt x="0" y="19606"/>
                        <a:pt x="0" y="22136"/>
                      </a:cubicBezTo>
                      <a:lnTo>
                        <a:pt x="0" y="58186"/>
                      </a:lnTo>
                      <a:cubicBezTo>
                        <a:pt x="0" y="62614"/>
                        <a:pt x="2530" y="65776"/>
                        <a:pt x="5692" y="65776"/>
                      </a:cubicBezTo>
                      <a:lnTo>
                        <a:pt x="67041" y="65776"/>
                      </a:lnTo>
                      <a:cubicBezTo>
                        <a:pt x="70203" y="65776"/>
                        <a:pt x="72733" y="61981"/>
                        <a:pt x="72733" y="58186"/>
                      </a:cubicBezTo>
                      <a:lnTo>
                        <a:pt x="72733" y="22136"/>
                      </a:lnTo>
                      <a:cubicBezTo>
                        <a:pt x="72733" y="20239"/>
                        <a:pt x="72100" y="18341"/>
                        <a:pt x="71468" y="17076"/>
                      </a:cubicBezTo>
                      <a:cubicBezTo>
                        <a:pt x="61349" y="5692"/>
                        <a:pt x="48699" y="0"/>
                        <a:pt x="35418" y="0"/>
                      </a:cubicBezTo>
                      <a:lnTo>
                        <a:pt x="35418" y="0"/>
                      </a:lnTo>
                      <a:close/>
                    </a:path>
                  </a:pathLst>
                </a:custGeom>
                <a:grpFill/>
                <a:ln w="6271" cap="flat">
                  <a:noFill/>
                  <a:prstDash val="solid"/>
                  <a:miter/>
                </a:ln>
              </p:spPr>
              <p:txBody>
                <a:bodyPr rtlCol="0" anchor="ctr"/>
                <a:lstStyle/>
                <a:p>
                  <a:endParaRPr lang="en-US"/>
                </a:p>
              </p:txBody>
            </p:sp>
            <p:sp>
              <p:nvSpPr>
                <p:cNvPr id="39" name="Picture Placeholder 97">
                  <a:extLst>
                    <a:ext uri="{FF2B5EF4-FFF2-40B4-BE49-F238E27FC236}">
                      <a16:creationId xmlns:a16="http://schemas.microsoft.com/office/drawing/2014/main" id="{9866FF79-FDEA-3283-5693-5D926800544A}"/>
                    </a:ext>
                  </a:extLst>
                </p:cNvPr>
                <p:cNvSpPr/>
                <p:nvPr/>
              </p:nvSpPr>
              <p:spPr>
                <a:xfrm>
                  <a:off x="7592636" y="3223054"/>
                  <a:ext cx="51861" cy="51861"/>
                </a:xfrm>
                <a:custGeom>
                  <a:avLst/>
                  <a:gdLst>
                    <a:gd name="connsiteX0" fmla="*/ 25931 w 51861"/>
                    <a:gd name="connsiteY0" fmla="*/ 15812 h 51861"/>
                    <a:gd name="connsiteX1" fmla="*/ 36050 w 51861"/>
                    <a:gd name="connsiteY1" fmla="*/ 25931 h 51861"/>
                    <a:gd name="connsiteX2" fmla="*/ 25931 w 51861"/>
                    <a:gd name="connsiteY2" fmla="*/ 36050 h 51861"/>
                    <a:gd name="connsiteX3" fmla="*/ 15812 w 51861"/>
                    <a:gd name="connsiteY3" fmla="*/ 25931 h 51861"/>
                    <a:gd name="connsiteX4" fmla="*/ 25931 w 51861"/>
                    <a:gd name="connsiteY4" fmla="*/ 15812 h 51861"/>
                    <a:gd name="connsiteX5" fmla="*/ 25931 w 51861"/>
                    <a:gd name="connsiteY5" fmla="*/ 0 h 51861"/>
                    <a:gd name="connsiteX6" fmla="*/ 0 w 51861"/>
                    <a:gd name="connsiteY6" fmla="*/ 25931 h 51861"/>
                    <a:gd name="connsiteX7" fmla="*/ 25931 w 51861"/>
                    <a:gd name="connsiteY7" fmla="*/ 51862 h 51861"/>
                    <a:gd name="connsiteX8" fmla="*/ 51862 w 51861"/>
                    <a:gd name="connsiteY8" fmla="*/ 25931 h 51861"/>
                    <a:gd name="connsiteX9" fmla="*/ 25931 w 51861"/>
                    <a:gd name="connsiteY9" fmla="*/ 0 h 51861"/>
                    <a:gd name="connsiteX10" fmla="*/ 25931 w 51861"/>
                    <a:gd name="connsiteY10" fmla="*/ 0 h 51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861" h="51861">
                      <a:moveTo>
                        <a:pt x="25931" y="15812"/>
                      </a:moveTo>
                      <a:cubicBezTo>
                        <a:pt x="31623" y="15812"/>
                        <a:pt x="36050" y="20239"/>
                        <a:pt x="36050" y="25931"/>
                      </a:cubicBezTo>
                      <a:cubicBezTo>
                        <a:pt x="36050" y="31623"/>
                        <a:pt x="31623" y="36050"/>
                        <a:pt x="25931" y="36050"/>
                      </a:cubicBezTo>
                      <a:cubicBezTo>
                        <a:pt x="20239" y="36050"/>
                        <a:pt x="15812" y="31623"/>
                        <a:pt x="15812" y="25931"/>
                      </a:cubicBezTo>
                      <a:cubicBezTo>
                        <a:pt x="15812" y="20239"/>
                        <a:pt x="20239" y="15812"/>
                        <a:pt x="25931" y="15812"/>
                      </a:cubicBezTo>
                      <a:moveTo>
                        <a:pt x="25931" y="0"/>
                      </a:moveTo>
                      <a:cubicBezTo>
                        <a:pt x="11384" y="0"/>
                        <a:pt x="0" y="11384"/>
                        <a:pt x="0" y="25931"/>
                      </a:cubicBezTo>
                      <a:cubicBezTo>
                        <a:pt x="0" y="40477"/>
                        <a:pt x="11384" y="51862"/>
                        <a:pt x="25931" y="51862"/>
                      </a:cubicBezTo>
                      <a:cubicBezTo>
                        <a:pt x="40477" y="51862"/>
                        <a:pt x="51862" y="40477"/>
                        <a:pt x="51862" y="25931"/>
                      </a:cubicBezTo>
                      <a:cubicBezTo>
                        <a:pt x="51862" y="11384"/>
                        <a:pt x="40477" y="0"/>
                        <a:pt x="25931" y="0"/>
                      </a:cubicBezTo>
                      <a:lnTo>
                        <a:pt x="25931" y="0"/>
                      </a:lnTo>
                      <a:close/>
                    </a:path>
                  </a:pathLst>
                </a:custGeom>
                <a:grpFill/>
                <a:ln w="6271" cap="flat">
                  <a:noFill/>
                  <a:prstDash val="solid"/>
                  <a:miter/>
                </a:ln>
              </p:spPr>
              <p:txBody>
                <a:bodyPr rtlCol="0" anchor="ctr"/>
                <a:lstStyle/>
                <a:p>
                  <a:endParaRPr lang="en-US"/>
                </a:p>
              </p:txBody>
            </p:sp>
          </p:grpSp>
        </p:grpSp>
      </p:grpSp>
      <p:grpSp>
        <p:nvGrpSpPr>
          <p:cNvPr id="51" name="Group 50" descr="Identity">
            <a:extLst>
              <a:ext uri="{FF2B5EF4-FFF2-40B4-BE49-F238E27FC236}">
                <a16:creationId xmlns:a16="http://schemas.microsoft.com/office/drawing/2014/main" id="{566606F3-21E8-4169-BDF3-56F27B56F9A4}"/>
              </a:ext>
            </a:extLst>
          </p:cNvPr>
          <p:cNvGrpSpPr>
            <a:grpSpLocks noChangeAspect="1"/>
          </p:cNvGrpSpPr>
          <p:nvPr/>
        </p:nvGrpSpPr>
        <p:grpSpPr>
          <a:xfrm>
            <a:off x="8761221" y="2602812"/>
            <a:ext cx="1097280" cy="752435"/>
            <a:chOff x="8442862" y="807554"/>
            <a:chExt cx="600839" cy="412011"/>
          </a:xfrm>
          <a:solidFill>
            <a:schemeClr val="bg1"/>
          </a:solidFill>
        </p:grpSpPr>
        <p:sp>
          <p:nvSpPr>
            <p:cNvPr id="52" name="Picture Placeholder 177">
              <a:extLst>
                <a:ext uri="{FF2B5EF4-FFF2-40B4-BE49-F238E27FC236}">
                  <a16:creationId xmlns:a16="http://schemas.microsoft.com/office/drawing/2014/main" id="{B33EA56C-196C-4DF2-A088-E699507C5DFB}"/>
                </a:ext>
              </a:extLst>
            </p:cNvPr>
            <p:cNvSpPr/>
            <p:nvPr/>
          </p:nvSpPr>
          <p:spPr>
            <a:xfrm>
              <a:off x="8442862" y="807554"/>
              <a:ext cx="600839" cy="412011"/>
            </a:xfrm>
            <a:custGeom>
              <a:avLst/>
              <a:gdLst>
                <a:gd name="connsiteX0" fmla="*/ 562576 w 600839"/>
                <a:gd name="connsiteY0" fmla="*/ 15873 h 412011"/>
                <a:gd name="connsiteX1" fmla="*/ 585041 w 600839"/>
                <a:gd name="connsiteY1" fmla="*/ 35469 h 412011"/>
                <a:gd name="connsiteX2" fmla="*/ 585092 w 600839"/>
                <a:gd name="connsiteY2" fmla="*/ 36914 h 412011"/>
                <a:gd name="connsiteX3" fmla="*/ 585092 w 600839"/>
                <a:gd name="connsiteY3" fmla="*/ 375035 h 412011"/>
                <a:gd name="connsiteX4" fmla="*/ 563948 w 600839"/>
                <a:gd name="connsiteY4" fmla="*/ 396186 h 412011"/>
                <a:gd name="connsiteX5" fmla="*/ 562576 w 600839"/>
                <a:gd name="connsiteY5" fmla="*/ 396140 h 412011"/>
                <a:gd name="connsiteX6" fmla="*/ 36243 w 600839"/>
                <a:gd name="connsiteY6" fmla="*/ 396140 h 412011"/>
                <a:gd name="connsiteX7" fmla="*/ 15809 w 600839"/>
                <a:gd name="connsiteY7" fmla="*/ 375422 h 412011"/>
                <a:gd name="connsiteX8" fmla="*/ 15814 w 600839"/>
                <a:gd name="connsiteY8" fmla="*/ 375035 h 412011"/>
                <a:gd name="connsiteX9" fmla="*/ 15814 w 600839"/>
                <a:gd name="connsiteY9" fmla="*/ 36914 h 412011"/>
                <a:gd name="connsiteX10" fmla="*/ 35794 w 600839"/>
                <a:gd name="connsiteY10" fmla="*/ 15879 h 412011"/>
                <a:gd name="connsiteX11" fmla="*/ 36243 w 600839"/>
                <a:gd name="connsiteY11" fmla="*/ 15873 h 412011"/>
                <a:gd name="connsiteX12" fmla="*/ 562513 w 600839"/>
                <a:gd name="connsiteY12" fmla="*/ 15873 h 412011"/>
                <a:gd name="connsiteX13" fmla="*/ 562513 w 600839"/>
                <a:gd name="connsiteY13" fmla="*/ 29 h 412011"/>
                <a:gd name="connsiteX14" fmla="*/ 36243 w 600839"/>
                <a:gd name="connsiteY14" fmla="*/ 29 h 412011"/>
                <a:gd name="connsiteX15" fmla="*/ 0 w 600839"/>
                <a:gd name="connsiteY15" fmla="*/ 36594 h 412011"/>
                <a:gd name="connsiteX16" fmla="*/ 3 w 600839"/>
                <a:gd name="connsiteY16" fmla="*/ 36914 h 412011"/>
                <a:gd name="connsiteX17" fmla="*/ 3 w 600839"/>
                <a:gd name="connsiteY17" fmla="*/ 375035 h 412011"/>
                <a:gd name="connsiteX18" fmla="*/ 35987 w 600839"/>
                <a:gd name="connsiteY18" fmla="*/ 411982 h 412011"/>
                <a:gd name="connsiteX19" fmla="*/ 36243 w 600839"/>
                <a:gd name="connsiteY19" fmla="*/ 411984 h 412011"/>
                <a:gd name="connsiteX20" fmla="*/ 562513 w 600839"/>
                <a:gd name="connsiteY20" fmla="*/ 411984 h 412011"/>
                <a:gd name="connsiteX21" fmla="*/ 600814 w 600839"/>
                <a:gd name="connsiteY21" fmla="*/ 376392 h 412011"/>
                <a:gd name="connsiteX22" fmla="*/ 600840 w 600839"/>
                <a:gd name="connsiteY22" fmla="*/ 375035 h 412011"/>
                <a:gd name="connsiteX23" fmla="*/ 600840 w 600839"/>
                <a:gd name="connsiteY23" fmla="*/ 36914 h 412011"/>
                <a:gd name="connsiteX24" fmla="*/ 563936 w 600839"/>
                <a:gd name="connsiteY24" fmla="*/ 0 h 412011"/>
                <a:gd name="connsiteX25" fmla="*/ 562513 w 600839"/>
                <a:gd name="connsiteY25" fmla="*/ 29 h 4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839" h="412011">
                  <a:moveTo>
                    <a:pt x="562576" y="15873"/>
                  </a:moveTo>
                  <a:cubicBezTo>
                    <a:pt x="574182" y="15068"/>
                    <a:pt x="584238" y="23841"/>
                    <a:pt x="585041" y="35469"/>
                  </a:cubicBezTo>
                  <a:cubicBezTo>
                    <a:pt x="585073" y="35950"/>
                    <a:pt x="585092" y="36432"/>
                    <a:pt x="585092" y="36914"/>
                  </a:cubicBezTo>
                  <a:lnTo>
                    <a:pt x="585092" y="375035"/>
                  </a:lnTo>
                  <a:cubicBezTo>
                    <a:pt x="585079" y="386726"/>
                    <a:pt x="575617" y="396196"/>
                    <a:pt x="563948" y="396186"/>
                  </a:cubicBezTo>
                  <a:cubicBezTo>
                    <a:pt x="563493" y="396186"/>
                    <a:pt x="563031" y="396170"/>
                    <a:pt x="562576" y="396140"/>
                  </a:cubicBezTo>
                  <a:lnTo>
                    <a:pt x="36243" y="396140"/>
                  </a:lnTo>
                  <a:cubicBezTo>
                    <a:pt x="24891" y="396073"/>
                    <a:pt x="15742" y="386797"/>
                    <a:pt x="15809" y="375422"/>
                  </a:cubicBezTo>
                  <a:cubicBezTo>
                    <a:pt x="15809" y="375293"/>
                    <a:pt x="15811" y="375164"/>
                    <a:pt x="15814" y="375035"/>
                  </a:cubicBezTo>
                  <a:lnTo>
                    <a:pt x="15814" y="36914"/>
                  </a:lnTo>
                  <a:cubicBezTo>
                    <a:pt x="15535" y="25577"/>
                    <a:pt x="24480" y="16159"/>
                    <a:pt x="35794" y="15879"/>
                  </a:cubicBezTo>
                  <a:cubicBezTo>
                    <a:pt x="35944" y="15876"/>
                    <a:pt x="36093" y="15874"/>
                    <a:pt x="36243" y="15873"/>
                  </a:cubicBezTo>
                  <a:lnTo>
                    <a:pt x="562513" y="15873"/>
                  </a:lnTo>
                  <a:moveTo>
                    <a:pt x="562513" y="29"/>
                  </a:moveTo>
                  <a:lnTo>
                    <a:pt x="36243" y="29"/>
                  </a:lnTo>
                  <a:cubicBezTo>
                    <a:pt x="16158" y="97"/>
                    <a:pt x="-68" y="16468"/>
                    <a:pt x="0" y="36594"/>
                  </a:cubicBezTo>
                  <a:cubicBezTo>
                    <a:pt x="1" y="36701"/>
                    <a:pt x="1" y="36808"/>
                    <a:pt x="3" y="36914"/>
                  </a:cubicBezTo>
                  <a:lnTo>
                    <a:pt x="3" y="375035"/>
                  </a:lnTo>
                  <a:cubicBezTo>
                    <a:pt x="-242" y="395195"/>
                    <a:pt x="15869" y="411737"/>
                    <a:pt x="35987" y="411982"/>
                  </a:cubicBezTo>
                  <a:cubicBezTo>
                    <a:pt x="36072" y="411983"/>
                    <a:pt x="36157" y="411984"/>
                    <a:pt x="36243" y="411984"/>
                  </a:cubicBezTo>
                  <a:lnTo>
                    <a:pt x="562513" y="411984"/>
                  </a:lnTo>
                  <a:cubicBezTo>
                    <a:pt x="582897" y="412754"/>
                    <a:pt x="600043" y="396819"/>
                    <a:pt x="600814" y="376392"/>
                  </a:cubicBezTo>
                  <a:cubicBezTo>
                    <a:pt x="600833" y="375940"/>
                    <a:pt x="600840" y="375488"/>
                    <a:pt x="600840" y="375035"/>
                  </a:cubicBezTo>
                  <a:lnTo>
                    <a:pt x="600840" y="36914"/>
                  </a:lnTo>
                  <a:cubicBezTo>
                    <a:pt x="600821" y="16508"/>
                    <a:pt x="584295" y="-20"/>
                    <a:pt x="563936" y="0"/>
                  </a:cubicBezTo>
                  <a:cubicBezTo>
                    <a:pt x="563461" y="0"/>
                    <a:pt x="562987" y="10"/>
                    <a:pt x="562513" y="29"/>
                  </a:cubicBezTo>
                  <a:close/>
                </a:path>
              </a:pathLst>
            </a:custGeom>
            <a:grpFill/>
            <a:ln w="6271" cap="flat">
              <a:noFill/>
              <a:prstDash val="solid"/>
              <a:miter/>
            </a:ln>
          </p:spPr>
          <p:txBody>
            <a:bodyPr rtlCol="0" anchor="ctr"/>
            <a:lstStyle/>
            <a:p>
              <a:endParaRPr lang="en-US"/>
            </a:p>
          </p:txBody>
        </p:sp>
        <p:sp>
          <p:nvSpPr>
            <p:cNvPr id="53" name="Picture Placeholder 177">
              <a:extLst>
                <a:ext uri="{FF2B5EF4-FFF2-40B4-BE49-F238E27FC236}">
                  <a16:creationId xmlns:a16="http://schemas.microsoft.com/office/drawing/2014/main" id="{D5F52116-781F-775E-FD7F-3B7D1F99AE94}"/>
                </a:ext>
              </a:extLst>
            </p:cNvPr>
            <p:cNvSpPr/>
            <p:nvPr/>
          </p:nvSpPr>
          <p:spPr>
            <a:xfrm>
              <a:off x="8710585" y="966090"/>
              <a:ext cx="270945" cy="15844"/>
            </a:xfrm>
            <a:custGeom>
              <a:avLst/>
              <a:gdLst>
                <a:gd name="connsiteX0" fmla="*/ 0 w 270945"/>
                <a:gd name="connsiteY0" fmla="*/ 0 h 15844"/>
                <a:gd name="connsiteX1" fmla="*/ 270946 w 270945"/>
                <a:gd name="connsiteY1" fmla="*/ 0 h 15844"/>
                <a:gd name="connsiteX2" fmla="*/ 270946 w 270945"/>
                <a:gd name="connsiteY2" fmla="*/ 15844 h 15844"/>
                <a:gd name="connsiteX3" fmla="*/ 0 w 270945"/>
                <a:gd name="connsiteY3" fmla="*/ 15844 h 15844"/>
              </a:gdLst>
              <a:ahLst/>
              <a:cxnLst>
                <a:cxn ang="0">
                  <a:pos x="connsiteX0" y="connsiteY0"/>
                </a:cxn>
                <a:cxn ang="0">
                  <a:pos x="connsiteX1" y="connsiteY1"/>
                </a:cxn>
                <a:cxn ang="0">
                  <a:pos x="connsiteX2" y="connsiteY2"/>
                </a:cxn>
                <a:cxn ang="0">
                  <a:pos x="connsiteX3" y="connsiteY3"/>
                </a:cxn>
              </a:cxnLst>
              <a:rect l="l" t="t" r="r" b="b"/>
              <a:pathLst>
                <a:path w="270945" h="15844">
                  <a:moveTo>
                    <a:pt x="0" y="0"/>
                  </a:moveTo>
                  <a:lnTo>
                    <a:pt x="270946" y="0"/>
                  </a:lnTo>
                  <a:lnTo>
                    <a:pt x="270946" y="15844"/>
                  </a:lnTo>
                  <a:lnTo>
                    <a:pt x="0" y="15844"/>
                  </a:lnTo>
                  <a:close/>
                </a:path>
              </a:pathLst>
            </a:custGeom>
            <a:grpFill/>
            <a:ln w="6271" cap="flat">
              <a:noFill/>
              <a:prstDash val="solid"/>
              <a:miter/>
            </a:ln>
          </p:spPr>
          <p:txBody>
            <a:bodyPr rtlCol="0" anchor="ctr"/>
            <a:lstStyle/>
            <a:p>
              <a:endParaRPr lang="en-US"/>
            </a:p>
          </p:txBody>
        </p:sp>
        <p:sp>
          <p:nvSpPr>
            <p:cNvPr id="54" name="Picture Placeholder 177">
              <a:extLst>
                <a:ext uri="{FF2B5EF4-FFF2-40B4-BE49-F238E27FC236}">
                  <a16:creationId xmlns:a16="http://schemas.microsoft.com/office/drawing/2014/main" id="{FC5BD4AF-4F98-BB71-84F1-7646D912CB50}"/>
                </a:ext>
              </a:extLst>
            </p:cNvPr>
            <p:cNvSpPr/>
            <p:nvPr/>
          </p:nvSpPr>
          <p:spPr>
            <a:xfrm>
              <a:off x="8710585" y="1029658"/>
              <a:ext cx="270945" cy="15844"/>
            </a:xfrm>
            <a:custGeom>
              <a:avLst/>
              <a:gdLst>
                <a:gd name="connsiteX0" fmla="*/ 0 w 270945"/>
                <a:gd name="connsiteY0" fmla="*/ 0 h 15844"/>
                <a:gd name="connsiteX1" fmla="*/ 270946 w 270945"/>
                <a:gd name="connsiteY1" fmla="*/ 0 h 15844"/>
                <a:gd name="connsiteX2" fmla="*/ 270946 w 270945"/>
                <a:gd name="connsiteY2" fmla="*/ 15844 h 15844"/>
                <a:gd name="connsiteX3" fmla="*/ 0 w 270945"/>
                <a:gd name="connsiteY3" fmla="*/ 15844 h 15844"/>
              </a:gdLst>
              <a:ahLst/>
              <a:cxnLst>
                <a:cxn ang="0">
                  <a:pos x="connsiteX0" y="connsiteY0"/>
                </a:cxn>
                <a:cxn ang="0">
                  <a:pos x="connsiteX1" y="connsiteY1"/>
                </a:cxn>
                <a:cxn ang="0">
                  <a:pos x="connsiteX2" y="connsiteY2"/>
                </a:cxn>
                <a:cxn ang="0">
                  <a:pos x="connsiteX3" y="connsiteY3"/>
                </a:cxn>
              </a:cxnLst>
              <a:rect l="l" t="t" r="r" b="b"/>
              <a:pathLst>
                <a:path w="270945" h="15844">
                  <a:moveTo>
                    <a:pt x="0" y="0"/>
                  </a:moveTo>
                  <a:lnTo>
                    <a:pt x="270946" y="0"/>
                  </a:lnTo>
                  <a:lnTo>
                    <a:pt x="270946" y="15844"/>
                  </a:lnTo>
                  <a:lnTo>
                    <a:pt x="0" y="15844"/>
                  </a:lnTo>
                  <a:close/>
                </a:path>
              </a:pathLst>
            </a:custGeom>
            <a:grpFill/>
            <a:ln w="6271" cap="flat">
              <a:noFill/>
              <a:prstDash val="solid"/>
              <a:miter/>
            </a:ln>
          </p:spPr>
          <p:txBody>
            <a:bodyPr rtlCol="0" anchor="ctr"/>
            <a:lstStyle/>
            <a:p>
              <a:endParaRPr lang="en-US"/>
            </a:p>
          </p:txBody>
        </p:sp>
        <p:sp>
          <p:nvSpPr>
            <p:cNvPr id="55" name="Picture Placeholder 177">
              <a:extLst>
                <a:ext uri="{FF2B5EF4-FFF2-40B4-BE49-F238E27FC236}">
                  <a16:creationId xmlns:a16="http://schemas.microsoft.com/office/drawing/2014/main" id="{EFF8505A-C58D-2C2D-78E9-8FABA8592642}"/>
                </a:ext>
              </a:extLst>
            </p:cNvPr>
            <p:cNvSpPr/>
            <p:nvPr/>
          </p:nvSpPr>
          <p:spPr>
            <a:xfrm>
              <a:off x="8710585" y="1093163"/>
              <a:ext cx="270945" cy="15844"/>
            </a:xfrm>
            <a:custGeom>
              <a:avLst/>
              <a:gdLst>
                <a:gd name="connsiteX0" fmla="*/ 0 w 270945"/>
                <a:gd name="connsiteY0" fmla="*/ 0 h 15844"/>
                <a:gd name="connsiteX1" fmla="*/ 270946 w 270945"/>
                <a:gd name="connsiteY1" fmla="*/ 0 h 15844"/>
                <a:gd name="connsiteX2" fmla="*/ 270946 w 270945"/>
                <a:gd name="connsiteY2" fmla="*/ 15844 h 15844"/>
                <a:gd name="connsiteX3" fmla="*/ 0 w 270945"/>
                <a:gd name="connsiteY3" fmla="*/ 15844 h 15844"/>
              </a:gdLst>
              <a:ahLst/>
              <a:cxnLst>
                <a:cxn ang="0">
                  <a:pos x="connsiteX0" y="connsiteY0"/>
                </a:cxn>
                <a:cxn ang="0">
                  <a:pos x="connsiteX1" y="connsiteY1"/>
                </a:cxn>
                <a:cxn ang="0">
                  <a:pos x="connsiteX2" y="connsiteY2"/>
                </a:cxn>
                <a:cxn ang="0">
                  <a:pos x="connsiteX3" y="connsiteY3"/>
                </a:cxn>
              </a:cxnLst>
              <a:rect l="l" t="t" r="r" b="b"/>
              <a:pathLst>
                <a:path w="270945" h="15844">
                  <a:moveTo>
                    <a:pt x="0" y="0"/>
                  </a:moveTo>
                  <a:lnTo>
                    <a:pt x="270946" y="0"/>
                  </a:lnTo>
                  <a:lnTo>
                    <a:pt x="270946" y="15844"/>
                  </a:lnTo>
                  <a:lnTo>
                    <a:pt x="0" y="15844"/>
                  </a:lnTo>
                  <a:close/>
                </a:path>
              </a:pathLst>
            </a:custGeom>
            <a:grpFill/>
            <a:ln w="6271" cap="flat">
              <a:noFill/>
              <a:prstDash val="solid"/>
              <a:miter/>
            </a:ln>
          </p:spPr>
          <p:txBody>
            <a:bodyPr rtlCol="0" anchor="ctr"/>
            <a:lstStyle/>
            <a:p>
              <a:endParaRPr lang="en-US"/>
            </a:p>
          </p:txBody>
        </p:sp>
        <p:sp>
          <p:nvSpPr>
            <p:cNvPr id="56" name="Picture Placeholder 177">
              <a:extLst>
                <a:ext uri="{FF2B5EF4-FFF2-40B4-BE49-F238E27FC236}">
                  <a16:creationId xmlns:a16="http://schemas.microsoft.com/office/drawing/2014/main" id="{5FBCDB5B-22D6-5172-1E6F-B3641CD190A3}"/>
                </a:ext>
              </a:extLst>
            </p:cNvPr>
            <p:cNvSpPr/>
            <p:nvPr/>
          </p:nvSpPr>
          <p:spPr>
            <a:xfrm>
              <a:off x="8477646" y="997272"/>
              <a:ext cx="189876" cy="173528"/>
            </a:xfrm>
            <a:custGeom>
              <a:avLst/>
              <a:gdLst>
                <a:gd name="connsiteX0" fmla="*/ 93545 w 189876"/>
                <a:gd name="connsiteY0" fmla="*/ 15844 h 173528"/>
                <a:gd name="connsiteX1" fmla="*/ 173171 w 189876"/>
                <a:gd name="connsiteY1" fmla="*/ 53047 h 173528"/>
                <a:gd name="connsiteX2" fmla="*/ 174057 w 189876"/>
                <a:gd name="connsiteY2" fmla="*/ 57674 h 173528"/>
                <a:gd name="connsiteX3" fmla="*/ 174057 w 189876"/>
                <a:gd name="connsiteY3" fmla="*/ 153057 h 173528"/>
                <a:gd name="connsiteX4" fmla="*/ 173108 w 189876"/>
                <a:gd name="connsiteY4" fmla="*/ 157684 h 173528"/>
                <a:gd name="connsiteX5" fmla="*/ 16764 w 189876"/>
                <a:gd name="connsiteY5" fmla="*/ 157684 h 173528"/>
                <a:gd name="connsiteX6" fmla="*/ 15815 w 189876"/>
                <a:gd name="connsiteY6" fmla="*/ 153057 h 173528"/>
                <a:gd name="connsiteX7" fmla="*/ 15815 w 189876"/>
                <a:gd name="connsiteY7" fmla="*/ 57674 h 173528"/>
                <a:gd name="connsiteX8" fmla="*/ 17017 w 189876"/>
                <a:gd name="connsiteY8" fmla="*/ 52540 h 173528"/>
                <a:gd name="connsiteX9" fmla="*/ 18408 w 189876"/>
                <a:gd name="connsiteY9" fmla="*/ 50385 h 173528"/>
                <a:gd name="connsiteX10" fmla="*/ 20243 w 189876"/>
                <a:gd name="connsiteY10" fmla="*/ 47787 h 173528"/>
                <a:gd name="connsiteX11" fmla="*/ 93545 w 189876"/>
                <a:gd name="connsiteY11" fmla="*/ 16098 h 173528"/>
                <a:gd name="connsiteX12" fmla="*/ 93545 w 189876"/>
                <a:gd name="connsiteY12" fmla="*/ 254 h 173528"/>
                <a:gd name="connsiteX13" fmla="*/ 8858 w 189876"/>
                <a:gd name="connsiteY13" fmla="*/ 37076 h 173528"/>
                <a:gd name="connsiteX14" fmla="*/ 3925 w 189876"/>
                <a:gd name="connsiteY14" fmla="*/ 43921 h 173528"/>
                <a:gd name="connsiteX15" fmla="*/ 4 w 189876"/>
                <a:gd name="connsiteY15" fmla="*/ 57927 h 173528"/>
                <a:gd name="connsiteX16" fmla="*/ 4 w 189876"/>
                <a:gd name="connsiteY16" fmla="*/ 153057 h 173528"/>
                <a:gd name="connsiteX17" fmla="*/ 14614 w 189876"/>
                <a:gd name="connsiteY17" fmla="*/ 173529 h 173528"/>
                <a:gd name="connsiteX18" fmla="*/ 175259 w 189876"/>
                <a:gd name="connsiteY18" fmla="*/ 173529 h 173528"/>
                <a:gd name="connsiteX19" fmla="*/ 189868 w 189876"/>
                <a:gd name="connsiteY19" fmla="*/ 153057 h 173528"/>
                <a:gd name="connsiteX20" fmla="*/ 189868 w 189876"/>
                <a:gd name="connsiteY20" fmla="*/ 57674 h 173528"/>
                <a:gd name="connsiteX21" fmla="*/ 186010 w 189876"/>
                <a:gd name="connsiteY21" fmla="*/ 43667 h 173528"/>
                <a:gd name="connsiteX22" fmla="*/ 93545 w 189876"/>
                <a:gd name="connsiteY22" fmla="*/ 0 h 173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9876" h="173528">
                  <a:moveTo>
                    <a:pt x="93545" y="15844"/>
                  </a:moveTo>
                  <a:cubicBezTo>
                    <a:pt x="124206" y="16128"/>
                    <a:pt x="153243" y="29696"/>
                    <a:pt x="173171" y="53047"/>
                  </a:cubicBezTo>
                  <a:cubicBezTo>
                    <a:pt x="173837" y="54495"/>
                    <a:pt x="174140" y="56082"/>
                    <a:pt x="174057" y="57674"/>
                  </a:cubicBezTo>
                  <a:lnTo>
                    <a:pt x="174057" y="153057"/>
                  </a:lnTo>
                  <a:cubicBezTo>
                    <a:pt x="174101" y="154653"/>
                    <a:pt x="173777" y="156236"/>
                    <a:pt x="173108" y="157684"/>
                  </a:cubicBezTo>
                  <a:lnTo>
                    <a:pt x="16764" y="157684"/>
                  </a:lnTo>
                  <a:cubicBezTo>
                    <a:pt x="16096" y="156236"/>
                    <a:pt x="15771" y="154653"/>
                    <a:pt x="15815" y="153057"/>
                  </a:cubicBezTo>
                  <a:lnTo>
                    <a:pt x="15815" y="57674"/>
                  </a:lnTo>
                  <a:cubicBezTo>
                    <a:pt x="15754" y="55886"/>
                    <a:pt x="16169" y="54115"/>
                    <a:pt x="17017" y="52540"/>
                  </a:cubicBezTo>
                  <a:cubicBezTo>
                    <a:pt x="17517" y="51846"/>
                    <a:pt x="17982" y="51127"/>
                    <a:pt x="18408" y="50385"/>
                  </a:cubicBezTo>
                  <a:cubicBezTo>
                    <a:pt x="18968" y="49484"/>
                    <a:pt x="19581" y="48617"/>
                    <a:pt x="20243" y="47787"/>
                  </a:cubicBezTo>
                  <a:cubicBezTo>
                    <a:pt x="39311" y="27604"/>
                    <a:pt x="65809" y="16148"/>
                    <a:pt x="93545" y="16098"/>
                  </a:cubicBezTo>
                  <a:moveTo>
                    <a:pt x="93545" y="254"/>
                  </a:moveTo>
                  <a:cubicBezTo>
                    <a:pt x="61466" y="348"/>
                    <a:pt x="30840" y="13665"/>
                    <a:pt x="8858" y="37076"/>
                  </a:cubicBezTo>
                  <a:cubicBezTo>
                    <a:pt x="7003" y="39197"/>
                    <a:pt x="5351" y="41489"/>
                    <a:pt x="3925" y="43921"/>
                  </a:cubicBezTo>
                  <a:cubicBezTo>
                    <a:pt x="1281" y="48106"/>
                    <a:pt x="-83" y="52975"/>
                    <a:pt x="4" y="57927"/>
                  </a:cubicBezTo>
                  <a:lnTo>
                    <a:pt x="4" y="153057"/>
                  </a:lnTo>
                  <a:cubicBezTo>
                    <a:pt x="4" y="164339"/>
                    <a:pt x="6328" y="173529"/>
                    <a:pt x="14614" y="173529"/>
                  </a:cubicBezTo>
                  <a:lnTo>
                    <a:pt x="175259" y="173529"/>
                  </a:lnTo>
                  <a:cubicBezTo>
                    <a:pt x="183354" y="173529"/>
                    <a:pt x="189868" y="164339"/>
                    <a:pt x="189868" y="153057"/>
                  </a:cubicBezTo>
                  <a:lnTo>
                    <a:pt x="189868" y="57674"/>
                  </a:lnTo>
                  <a:cubicBezTo>
                    <a:pt x="189996" y="52725"/>
                    <a:pt x="188653" y="47850"/>
                    <a:pt x="186010" y="43667"/>
                  </a:cubicBezTo>
                  <a:cubicBezTo>
                    <a:pt x="163000" y="16319"/>
                    <a:pt x="129240" y="376"/>
                    <a:pt x="93545" y="0"/>
                  </a:cubicBezTo>
                  <a:close/>
                </a:path>
              </a:pathLst>
            </a:custGeom>
            <a:grpFill/>
            <a:ln w="6271" cap="flat">
              <a:noFill/>
              <a:prstDash val="solid"/>
              <a:miter/>
            </a:ln>
          </p:spPr>
          <p:txBody>
            <a:bodyPr rtlCol="0" anchor="ctr"/>
            <a:lstStyle/>
            <a:p>
              <a:endParaRPr lang="en-US"/>
            </a:p>
          </p:txBody>
        </p:sp>
        <p:sp>
          <p:nvSpPr>
            <p:cNvPr id="57" name="Picture Placeholder 177">
              <a:extLst>
                <a:ext uri="{FF2B5EF4-FFF2-40B4-BE49-F238E27FC236}">
                  <a16:creationId xmlns:a16="http://schemas.microsoft.com/office/drawing/2014/main" id="{EAA6070A-4BCF-FDB9-A9EB-838C3146F004}"/>
                </a:ext>
              </a:extLst>
            </p:cNvPr>
            <p:cNvSpPr/>
            <p:nvPr/>
          </p:nvSpPr>
          <p:spPr>
            <a:xfrm>
              <a:off x="8498964" y="844848"/>
              <a:ext cx="136358" cy="136642"/>
            </a:xfrm>
            <a:custGeom>
              <a:avLst/>
              <a:gdLst>
                <a:gd name="connsiteX0" fmla="*/ 68242 w 136358"/>
                <a:gd name="connsiteY0" fmla="*/ 15971 h 136642"/>
                <a:gd name="connsiteX1" fmla="*/ 120673 w 136358"/>
                <a:gd name="connsiteY1" fmla="*/ 68385 h 136642"/>
                <a:gd name="connsiteX2" fmla="*/ 68368 w 136358"/>
                <a:gd name="connsiteY2" fmla="*/ 120925 h 136642"/>
                <a:gd name="connsiteX3" fmla="*/ 15938 w 136358"/>
                <a:gd name="connsiteY3" fmla="*/ 68511 h 136642"/>
                <a:gd name="connsiteX4" fmla="*/ 15938 w 136358"/>
                <a:gd name="connsiteY4" fmla="*/ 68258 h 136642"/>
                <a:gd name="connsiteX5" fmla="*/ 68242 w 136358"/>
                <a:gd name="connsiteY5" fmla="*/ 15844 h 136642"/>
                <a:gd name="connsiteX6" fmla="*/ 68242 w 136358"/>
                <a:gd name="connsiteY6" fmla="*/ 0 h 136642"/>
                <a:gd name="connsiteX7" fmla="*/ 0 w 136358"/>
                <a:gd name="connsiteY7" fmla="*/ 68258 h 136642"/>
                <a:gd name="connsiteX8" fmla="*/ 68116 w 136358"/>
                <a:gd name="connsiteY8" fmla="*/ 136643 h 136642"/>
                <a:gd name="connsiteX9" fmla="*/ 136358 w 136358"/>
                <a:gd name="connsiteY9" fmla="*/ 68385 h 136642"/>
                <a:gd name="connsiteX10" fmla="*/ 136358 w 136358"/>
                <a:gd name="connsiteY10" fmla="*/ 68258 h 136642"/>
                <a:gd name="connsiteX11" fmla="*/ 68242 w 136358"/>
                <a:gd name="connsiteY11" fmla="*/ 127 h 136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358" h="136642">
                  <a:moveTo>
                    <a:pt x="68242" y="15971"/>
                  </a:moveTo>
                  <a:cubicBezTo>
                    <a:pt x="97164" y="15936"/>
                    <a:pt x="120638" y="39403"/>
                    <a:pt x="120673" y="68385"/>
                  </a:cubicBezTo>
                  <a:cubicBezTo>
                    <a:pt x="120708" y="97367"/>
                    <a:pt x="97290" y="120890"/>
                    <a:pt x="68368" y="120925"/>
                  </a:cubicBezTo>
                  <a:cubicBezTo>
                    <a:pt x="39447" y="120960"/>
                    <a:pt x="15972" y="97494"/>
                    <a:pt x="15938" y="68511"/>
                  </a:cubicBezTo>
                  <a:cubicBezTo>
                    <a:pt x="15937" y="68427"/>
                    <a:pt x="15938" y="68342"/>
                    <a:pt x="15938" y="68258"/>
                  </a:cubicBezTo>
                  <a:cubicBezTo>
                    <a:pt x="15973" y="39325"/>
                    <a:pt x="39370" y="15879"/>
                    <a:pt x="68242" y="15844"/>
                  </a:cubicBezTo>
                  <a:moveTo>
                    <a:pt x="68242" y="0"/>
                  </a:moveTo>
                  <a:cubicBezTo>
                    <a:pt x="30588" y="-35"/>
                    <a:pt x="35" y="30525"/>
                    <a:pt x="0" y="68258"/>
                  </a:cubicBezTo>
                  <a:cubicBezTo>
                    <a:pt x="-35" y="105991"/>
                    <a:pt x="30462" y="136608"/>
                    <a:pt x="68116" y="136643"/>
                  </a:cubicBezTo>
                  <a:cubicBezTo>
                    <a:pt x="105770" y="136678"/>
                    <a:pt x="136324" y="106117"/>
                    <a:pt x="136358" y="68385"/>
                  </a:cubicBezTo>
                  <a:cubicBezTo>
                    <a:pt x="136358" y="68342"/>
                    <a:pt x="136358" y="68300"/>
                    <a:pt x="136358" y="68258"/>
                  </a:cubicBezTo>
                  <a:cubicBezTo>
                    <a:pt x="136289" y="30610"/>
                    <a:pt x="105812" y="127"/>
                    <a:pt x="68242" y="127"/>
                  </a:cubicBezTo>
                  <a:close/>
                </a:path>
              </a:pathLst>
            </a:custGeom>
            <a:grpFill/>
            <a:ln w="6271" cap="flat">
              <a:noFill/>
              <a:prstDash val="solid"/>
              <a:miter/>
            </a:ln>
          </p:spPr>
          <p:txBody>
            <a:bodyPr rtlCol="0" anchor="ctr"/>
            <a:lstStyle/>
            <a:p>
              <a:endParaRPr lang="en-US"/>
            </a:p>
          </p:txBody>
        </p:sp>
      </p:grpSp>
    </p:spTree>
    <p:extLst>
      <p:ext uri="{BB962C8B-B14F-4D97-AF65-F5344CB8AC3E}">
        <p14:creationId xmlns:p14="http://schemas.microsoft.com/office/powerpoint/2010/main" val="1260941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7565"/>
        <p:cNvGrpSpPr/>
        <p:nvPr/>
      </p:nvGrpSpPr>
      <p:grpSpPr>
        <a:xfrm>
          <a:off x="0" y="0"/>
          <a:ext cx="0" cy="0"/>
          <a:chOff x="0" y="0"/>
          <a:chExt cx="0" cy="0"/>
        </a:xfrm>
      </p:grpSpPr>
      <p:sp>
        <p:nvSpPr>
          <p:cNvPr id="17566" name="Google Shape;17566;p241"/>
          <p:cNvSpPr txBox="1"/>
          <p:nvPr/>
        </p:nvSpPr>
        <p:spPr>
          <a:xfrm>
            <a:off x="14420753" y="-18791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1B1E35"/>
                </a:solidFill>
                <a:latin typeface="Arial"/>
                <a:ea typeface="Arial"/>
                <a:cs typeface="Arial"/>
                <a:sym typeface="Arial"/>
              </a:rPr>
              <a:t>36</a:t>
            </a:fld>
            <a:endParaRPr sz="800" b="0" i="0" u="none" strike="noStrike" cap="none">
              <a:solidFill>
                <a:srgbClr val="1B1E35"/>
              </a:solidFill>
              <a:latin typeface="Arial"/>
              <a:ea typeface="Arial"/>
              <a:cs typeface="Arial"/>
              <a:sym typeface="Arial"/>
            </a:endParaRPr>
          </a:p>
        </p:txBody>
      </p:sp>
      <p:pic>
        <p:nvPicPr>
          <p:cNvPr id="17567" name="Google Shape;17567;p241"/>
          <p:cNvPicPr preferRelativeResize="0"/>
          <p:nvPr/>
        </p:nvPicPr>
        <p:blipFill rotWithShape="1">
          <a:blip r:embed="rId3">
            <a:alphaModFix amt="42000"/>
          </a:blip>
          <a:srcRect l="34345" t="62835" b="-4513"/>
          <a:stretch/>
        </p:blipFill>
        <p:spPr>
          <a:xfrm>
            <a:off x="1" y="5647805"/>
            <a:ext cx="8844594" cy="739672"/>
          </a:xfrm>
          <a:prstGeom prst="rect">
            <a:avLst/>
          </a:prstGeom>
          <a:noFill/>
          <a:ln>
            <a:noFill/>
          </a:ln>
        </p:spPr>
      </p:pic>
      <p:grpSp>
        <p:nvGrpSpPr>
          <p:cNvPr id="17568" name="Google Shape;17568;p241"/>
          <p:cNvGrpSpPr/>
          <p:nvPr/>
        </p:nvGrpSpPr>
        <p:grpSpPr>
          <a:xfrm>
            <a:off x="7908010" y="1532641"/>
            <a:ext cx="4280815" cy="4405691"/>
            <a:chOff x="7908010" y="1282823"/>
            <a:chExt cx="4280815" cy="5600083"/>
          </a:xfrm>
        </p:grpSpPr>
        <p:grpSp>
          <p:nvGrpSpPr>
            <p:cNvPr id="17569" name="Google Shape;17569;p241"/>
            <p:cNvGrpSpPr/>
            <p:nvPr/>
          </p:nvGrpSpPr>
          <p:grpSpPr>
            <a:xfrm>
              <a:off x="7908010" y="1282823"/>
              <a:ext cx="4280815" cy="1591961"/>
              <a:chOff x="7908010" y="1282823"/>
              <a:chExt cx="4280815" cy="1591961"/>
            </a:xfrm>
          </p:grpSpPr>
          <p:grpSp>
            <p:nvGrpSpPr>
              <p:cNvPr id="17570" name="Google Shape;17570;p241"/>
              <p:cNvGrpSpPr/>
              <p:nvPr/>
            </p:nvGrpSpPr>
            <p:grpSpPr>
              <a:xfrm>
                <a:off x="7908010" y="1282823"/>
                <a:ext cx="4280815" cy="720586"/>
                <a:chOff x="7908010" y="1282823"/>
                <a:chExt cx="4280815" cy="720586"/>
              </a:xfrm>
            </p:grpSpPr>
            <p:sp>
              <p:nvSpPr>
                <p:cNvPr id="17571" name="Google Shape;17571;p241"/>
                <p:cNvSpPr/>
                <p:nvPr/>
              </p:nvSpPr>
              <p:spPr>
                <a:xfrm flipH="1">
                  <a:off x="7908010" y="1282823"/>
                  <a:ext cx="4280815" cy="34141"/>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572" name="Google Shape;17572;p241"/>
                <p:cNvSpPr txBox="1"/>
                <p:nvPr/>
              </p:nvSpPr>
              <p:spPr>
                <a:xfrm>
                  <a:off x="7908011" y="1455708"/>
                  <a:ext cx="4139970" cy="547701"/>
                </a:xfrm>
                <a:prstGeom prst="rect">
                  <a:avLst/>
                </a:prstGeom>
                <a:noFill/>
                <a:ln>
                  <a:noFill/>
                </a:ln>
              </p:spPr>
              <p:txBody>
                <a:bodyPr spcFirstLastPara="1" wrap="square" lIns="0" tIns="0" rIns="274300" bIns="0" anchor="t" anchorCtr="0">
                  <a:spAutoFit/>
                </a:bodyPr>
                <a:lstStyle/>
                <a:p>
                  <a:pPr marL="0" marR="0" lvl="0" indent="0" algn="l" rtl="0">
                    <a:lnSpc>
                      <a:spcPct val="100000"/>
                    </a:lnSpc>
                    <a:spcBef>
                      <a:spcPts val="0"/>
                    </a:spcBef>
                    <a:spcAft>
                      <a:spcPts val="1200"/>
                    </a:spcAft>
                    <a:buClr>
                      <a:srgbClr val="61A00A"/>
                    </a:buClr>
                    <a:buSzPts val="1800"/>
                    <a:buFont typeface="Arial"/>
                    <a:buNone/>
                  </a:pPr>
                  <a:r>
                    <a:rPr lang="en-US" sz="1800" b="0" i="0" u="none" strike="noStrike" cap="none" dirty="0">
                      <a:solidFill>
                        <a:srgbClr val="0070C0"/>
                      </a:solidFill>
                      <a:latin typeface="Arial"/>
                      <a:ea typeface="Arial"/>
                      <a:cs typeface="Arial"/>
                      <a:sym typeface="Arial"/>
                    </a:rPr>
                    <a:t>New Build and Operate Experience</a:t>
                  </a:r>
                  <a:endParaRPr sz="1400" b="0" i="0" u="none" strike="noStrike" cap="none" dirty="0">
                    <a:solidFill>
                      <a:srgbClr val="0070C0"/>
                    </a:solidFill>
                    <a:latin typeface="Arial"/>
                    <a:ea typeface="Arial"/>
                    <a:cs typeface="Arial"/>
                    <a:sym typeface="Arial"/>
                  </a:endParaRPr>
                </a:p>
              </p:txBody>
            </p:sp>
          </p:grpSp>
          <p:sp>
            <p:nvSpPr>
              <p:cNvPr id="17573" name="Google Shape;17573;p241"/>
              <p:cNvSpPr txBox="1"/>
              <p:nvPr/>
            </p:nvSpPr>
            <p:spPr>
              <a:xfrm>
                <a:off x="7908011" y="1935867"/>
                <a:ext cx="4280814" cy="938917"/>
              </a:xfrm>
              <a:prstGeom prst="rect">
                <a:avLst/>
              </a:prstGeom>
              <a:noFill/>
              <a:ln>
                <a:noFill/>
              </a:ln>
            </p:spPr>
            <p:txBody>
              <a:bodyPr spcFirstLastPara="1" wrap="square" lIns="0" tIns="0" rIns="274300" bIns="0" anchor="t" anchorCtr="0">
                <a:spAutoFit/>
              </a:bodyPr>
              <a:lstStyle/>
              <a:p>
                <a:pPr marR="0" lvl="0" algn="l" rtl="0">
                  <a:lnSpc>
                    <a:spcPct val="100000"/>
                  </a:lnSpc>
                  <a:spcBef>
                    <a:spcPts val="0"/>
                  </a:spcBef>
                  <a:spcAft>
                    <a:spcPts val="0"/>
                  </a:spcAft>
                  <a:buClr>
                    <a:srgbClr val="000000"/>
                  </a:buClr>
                  <a:buSzPts val="1200"/>
                </a:pPr>
                <a:r>
                  <a:rPr lang="en-US" sz="1200" b="1" i="0" u="none" strike="noStrike" cap="none" dirty="0">
                    <a:solidFill>
                      <a:srgbClr val="0E0E0E"/>
                    </a:solidFill>
                    <a:latin typeface="Arial"/>
                    <a:ea typeface="Arial"/>
                    <a:cs typeface="Arial"/>
                    <a:sym typeface="Arial"/>
                  </a:rPr>
                  <a:t>Quick Deployment</a:t>
                </a:r>
                <a:r>
                  <a:rPr lang="en-US" sz="1200" b="0" i="0" u="none" strike="noStrike" cap="none" dirty="0">
                    <a:solidFill>
                      <a:srgbClr val="0E0E0E"/>
                    </a:solidFill>
                    <a:latin typeface="Arial"/>
                    <a:ea typeface="Arial"/>
                    <a:cs typeface="Arial"/>
                    <a:sym typeface="Arial"/>
                  </a:rPr>
                  <a:t>: Accelerate setup with Quick Start.</a:t>
                </a:r>
              </a:p>
              <a:p>
                <a:pPr marR="0" lvl="0" algn="l" rtl="0">
                  <a:lnSpc>
                    <a:spcPct val="100000"/>
                  </a:lnSpc>
                  <a:spcBef>
                    <a:spcPts val="0"/>
                  </a:spcBef>
                  <a:spcAft>
                    <a:spcPts val="0"/>
                  </a:spcAft>
                  <a:buClr>
                    <a:srgbClr val="000000"/>
                  </a:buClr>
                  <a:buSzPts val="1200"/>
                </a:pPr>
                <a:endParaRPr lang="en-US" sz="1200" b="1" i="0" u="none" strike="noStrike" cap="none" dirty="0">
                  <a:solidFill>
                    <a:srgbClr val="0E0E0E"/>
                  </a:solidFill>
                  <a:latin typeface="Arial"/>
                  <a:ea typeface="Arial"/>
                  <a:cs typeface="Arial"/>
                  <a:sym typeface="Arial"/>
                </a:endParaRPr>
              </a:p>
              <a:p>
                <a:pPr marR="0" lvl="0" algn="l" rtl="0">
                  <a:lnSpc>
                    <a:spcPct val="100000"/>
                  </a:lnSpc>
                  <a:spcBef>
                    <a:spcPts val="0"/>
                  </a:spcBef>
                  <a:spcAft>
                    <a:spcPts val="0"/>
                  </a:spcAft>
                  <a:buClr>
                    <a:srgbClr val="000000"/>
                  </a:buClr>
                  <a:buSzPts val="1200"/>
                </a:pPr>
                <a:r>
                  <a:rPr lang="en-US" sz="1200" b="1" i="0" u="none" strike="noStrike" cap="none" dirty="0">
                    <a:solidFill>
                      <a:srgbClr val="0E0E0E"/>
                    </a:solidFill>
                    <a:latin typeface="Arial"/>
                    <a:ea typeface="Arial"/>
                    <a:cs typeface="Arial"/>
                    <a:sym typeface="Arial"/>
                  </a:rPr>
                  <a:t>Governance and Control</a:t>
                </a:r>
                <a:r>
                  <a:rPr lang="en-US" sz="1200" b="0" i="0" u="none" strike="noStrike" cap="none" dirty="0">
                    <a:solidFill>
                      <a:srgbClr val="0E0E0E"/>
                    </a:solidFill>
                    <a:latin typeface="Arial"/>
                    <a:ea typeface="Arial"/>
                    <a:cs typeface="Arial"/>
                    <a:sym typeface="Arial"/>
                  </a:rPr>
                  <a:t>: Manage costs and ensure policy adherence as you deploy and run applications.</a:t>
                </a:r>
                <a:endParaRPr sz="1400" b="0" i="0" u="none" strike="noStrike" cap="none" dirty="0">
                  <a:solidFill>
                    <a:srgbClr val="000000"/>
                  </a:solidFill>
                  <a:latin typeface="Arial"/>
                  <a:ea typeface="Arial"/>
                  <a:cs typeface="Arial"/>
                  <a:sym typeface="Arial"/>
                </a:endParaRPr>
              </a:p>
            </p:txBody>
          </p:sp>
        </p:grpSp>
        <p:grpSp>
          <p:nvGrpSpPr>
            <p:cNvPr id="17574" name="Google Shape;17574;p241"/>
            <p:cNvGrpSpPr/>
            <p:nvPr/>
          </p:nvGrpSpPr>
          <p:grpSpPr>
            <a:xfrm>
              <a:off x="7908010" y="5044740"/>
              <a:ext cx="4280815" cy="1838166"/>
              <a:chOff x="7908010" y="4986583"/>
              <a:chExt cx="4280815" cy="1838166"/>
            </a:xfrm>
          </p:grpSpPr>
          <p:sp>
            <p:nvSpPr>
              <p:cNvPr id="17575" name="Google Shape;17575;p241"/>
              <p:cNvSpPr/>
              <p:nvPr/>
            </p:nvSpPr>
            <p:spPr>
              <a:xfrm flipH="1">
                <a:off x="7908010" y="4986583"/>
                <a:ext cx="4280815" cy="34141"/>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576" name="Google Shape;17576;p241"/>
              <p:cNvSpPr txBox="1"/>
              <p:nvPr/>
            </p:nvSpPr>
            <p:spPr>
              <a:xfrm>
                <a:off x="7908011" y="5183936"/>
                <a:ext cx="4280814" cy="547703"/>
              </a:xfrm>
              <a:prstGeom prst="rect">
                <a:avLst/>
              </a:prstGeom>
              <a:noFill/>
              <a:ln>
                <a:noFill/>
              </a:ln>
            </p:spPr>
            <p:txBody>
              <a:bodyPr spcFirstLastPara="1" wrap="square" lIns="0" tIns="0" rIns="274300" bIns="0" anchor="t" anchorCtr="0">
                <a:spAutoFit/>
              </a:bodyPr>
              <a:lstStyle/>
              <a:p>
                <a:pPr marL="0" marR="0" lvl="0" indent="0" algn="l" rtl="0">
                  <a:lnSpc>
                    <a:spcPct val="100000"/>
                  </a:lnSpc>
                  <a:spcBef>
                    <a:spcPts val="0"/>
                  </a:spcBef>
                  <a:spcAft>
                    <a:spcPts val="1200"/>
                  </a:spcAft>
                  <a:buClr>
                    <a:srgbClr val="61A00A"/>
                  </a:buClr>
                  <a:buSzPts val="1800"/>
                  <a:buFont typeface="Arial"/>
                  <a:buNone/>
                </a:pPr>
                <a:r>
                  <a:rPr lang="en-US" sz="1800" b="0" i="0" u="none" strike="noStrike" cap="none" dirty="0">
                    <a:solidFill>
                      <a:schemeClr val="accent4"/>
                    </a:solidFill>
                    <a:latin typeface="Arial"/>
                    <a:ea typeface="Arial"/>
                    <a:cs typeface="Arial"/>
                    <a:sym typeface="Arial"/>
                  </a:rPr>
                  <a:t>Platform Security Operations</a:t>
                </a:r>
                <a:endParaRPr sz="1400" b="0" i="0" u="none" strike="noStrike" cap="none" dirty="0">
                  <a:solidFill>
                    <a:schemeClr val="accent4"/>
                  </a:solidFill>
                  <a:latin typeface="Arial"/>
                  <a:ea typeface="Arial"/>
                  <a:cs typeface="Arial"/>
                  <a:sym typeface="Arial"/>
                </a:endParaRPr>
              </a:p>
            </p:txBody>
          </p:sp>
          <p:sp>
            <p:nvSpPr>
              <p:cNvPr id="17577" name="Google Shape;17577;p241"/>
              <p:cNvSpPr txBox="1"/>
              <p:nvPr/>
            </p:nvSpPr>
            <p:spPr>
              <a:xfrm>
                <a:off x="7908010" y="5672619"/>
                <a:ext cx="3965785" cy="1152130"/>
              </a:xfrm>
              <a:prstGeom prst="rect">
                <a:avLst/>
              </a:prstGeom>
              <a:noFill/>
              <a:ln>
                <a:noFill/>
              </a:ln>
            </p:spPr>
            <p:txBody>
              <a:bodyPr spcFirstLastPara="1" wrap="square" lIns="0" tIns="0" rIns="274300" bIns="0" anchor="t" anchorCtr="0">
                <a:spAutoFit/>
              </a:bodyPr>
              <a:lstStyle/>
              <a:p>
                <a:pPr marR="0" lvl="0" algn="l" rtl="0">
                  <a:lnSpc>
                    <a:spcPct val="95000"/>
                  </a:lnSpc>
                  <a:spcBef>
                    <a:spcPts val="0"/>
                  </a:spcBef>
                  <a:spcAft>
                    <a:spcPts val="0"/>
                  </a:spcAft>
                  <a:buClr>
                    <a:srgbClr val="005B84"/>
                  </a:buClr>
                  <a:buSzPts val="1040"/>
                </a:pPr>
                <a:r>
                  <a:rPr lang="en-US" sz="1200" b="1" i="0" u="none" strike="noStrike" cap="none" dirty="0">
                    <a:solidFill>
                      <a:srgbClr val="1B1E35"/>
                    </a:solidFill>
                    <a:latin typeface="Arial"/>
                    <a:ea typeface="Arial"/>
                    <a:cs typeface="Arial"/>
                    <a:sym typeface="Arial"/>
                  </a:rPr>
                  <a:t>Proactive Diagnostics: </a:t>
                </a:r>
                <a:r>
                  <a:rPr lang="en-US" sz="1200" b="0" i="0" u="none" strike="noStrike" cap="none" dirty="0">
                    <a:solidFill>
                      <a:srgbClr val="1B1E35"/>
                    </a:solidFill>
                    <a:latin typeface="Arial"/>
                    <a:ea typeface="Arial"/>
                    <a:cs typeface="Arial"/>
                    <a:sym typeface="Arial"/>
                  </a:rPr>
                  <a:t>Allows you to act quickly and send alarms when changes occur.</a:t>
                </a:r>
              </a:p>
              <a:p>
                <a:pPr marR="0" lvl="0" algn="l" rtl="0">
                  <a:lnSpc>
                    <a:spcPct val="95000"/>
                  </a:lnSpc>
                  <a:spcBef>
                    <a:spcPts val="0"/>
                  </a:spcBef>
                  <a:spcAft>
                    <a:spcPts val="0"/>
                  </a:spcAft>
                  <a:buClr>
                    <a:srgbClr val="005B84"/>
                  </a:buClr>
                  <a:buSzPts val="1040"/>
                </a:pPr>
                <a:endParaRPr sz="1400" b="0" i="0" u="none" strike="noStrike" cap="none" dirty="0">
                  <a:solidFill>
                    <a:srgbClr val="000000"/>
                  </a:solidFill>
                  <a:latin typeface="Arial"/>
                  <a:ea typeface="Arial"/>
                  <a:cs typeface="Arial"/>
                  <a:sym typeface="Arial"/>
                </a:endParaRPr>
              </a:p>
              <a:p>
                <a:pPr marR="0" lvl="0" algn="l" rtl="0">
                  <a:lnSpc>
                    <a:spcPct val="95000"/>
                  </a:lnSpc>
                  <a:spcBef>
                    <a:spcPts val="0"/>
                  </a:spcBef>
                  <a:spcAft>
                    <a:spcPts val="0"/>
                  </a:spcAft>
                  <a:buClr>
                    <a:srgbClr val="005B84"/>
                  </a:buClr>
                  <a:buSzPts val="1040"/>
                </a:pPr>
                <a:r>
                  <a:rPr lang="en-US" sz="1200" b="1" i="0" u="none" strike="noStrike" cap="none" dirty="0">
                    <a:solidFill>
                      <a:srgbClr val="1B1E35"/>
                    </a:solidFill>
                    <a:latin typeface="Arial"/>
                    <a:ea typeface="Arial"/>
                    <a:cs typeface="Arial"/>
                    <a:sym typeface="Arial"/>
                  </a:rPr>
                  <a:t>Application Insights: </a:t>
                </a:r>
                <a:r>
                  <a:rPr lang="en-US" sz="1200" b="0" i="0" u="none" strike="noStrike" cap="none" dirty="0">
                    <a:solidFill>
                      <a:srgbClr val="1B1E35"/>
                    </a:solidFill>
                    <a:latin typeface="Arial"/>
                    <a:ea typeface="Arial"/>
                    <a:cs typeface="Arial"/>
                    <a:sym typeface="Arial"/>
                  </a:rPr>
                  <a:t>Analyze application behavior and create specific actions to ensure availability.</a:t>
                </a:r>
                <a:endParaRPr sz="1400" b="0" i="0" u="none" strike="noStrike" cap="none" dirty="0">
                  <a:solidFill>
                    <a:srgbClr val="000000"/>
                  </a:solidFill>
                  <a:latin typeface="Arial"/>
                  <a:ea typeface="Arial"/>
                  <a:cs typeface="Arial"/>
                  <a:sym typeface="Arial"/>
                </a:endParaRPr>
              </a:p>
            </p:txBody>
          </p:sp>
        </p:grpSp>
        <p:grpSp>
          <p:nvGrpSpPr>
            <p:cNvPr id="17578" name="Google Shape;17578;p241"/>
            <p:cNvGrpSpPr/>
            <p:nvPr/>
          </p:nvGrpSpPr>
          <p:grpSpPr>
            <a:xfrm>
              <a:off x="7908010" y="3050475"/>
              <a:ext cx="4280815" cy="1829787"/>
              <a:chOff x="7908010" y="3050475"/>
              <a:chExt cx="4280815" cy="1829787"/>
            </a:xfrm>
          </p:grpSpPr>
          <p:sp>
            <p:nvSpPr>
              <p:cNvPr id="17579" name="Google Shape;17579;p241"/>
              <p:cNvSpPr/>
              <p:nvPr/>
            </p:nvSpPr>
            <p:spPr>
              <a:xfrm flipH="1">
                <a:off x="7908010" y="3050475"/>
                <a:ext cx="4280815" cy="34141"/>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580" name="Google Shape;17580;p241"/>
              <p:cNvSpPr txBox="1"/>
              <p:nvPr/>
            </p:nvSpPr>
            <p:spPr>
              <a:xfrm>
                <a:off x="7908011" y="3211121"/>
                <a:ext cx="4139970" cy="547703"/>
              </a:xfrm>
              <a:prstGeom prst="rect">
                <a:avLst/>
              </a:prstGeom>
              <a:noFill/>
              <a:ln>
                <a:noFill/>
              </a:ln>
            </p:spPr>
            <p:txBody>
              <a:bodyPr spcFirstLastPara="1" wrap="square" lIns="0" tIns="0" rIns="274300" bIns="0" anchor="t" anchorCtr="0">
                <a:spAutoFit/>
              </a:bodyPr>
              <a:lstStyle/>
              <a:p>
                <a:pPr marL="0" marR="0" lvl="0" indent="0" algn="l" rtl="0">
                  <a:lnSpc>
                    <a:spcPct val="100000"/>
                  </a:lnSpc>
                  <a:spcBef>
                    <a:spcPts val="0"/>
                  </a:spcBef>
                  <a:spcAft>
                    <a:spcPts val="1200"/>
                  </a:spcAft>
                  <a:buClr>
                    <a:srgbClr val="61A00A"/>
                  </a:buClr>
                  <a:buSzPts val="1800"/>
                  <a:buFont typeface="Arial"/>
                  <a:buNone/>
                </a:pPr>
                <a:r>
                  <a:rPr lang="en-US" sz="1800" b="0" i="0" u="none" strike="noStrike" cap="none" dirty="0">
                    <a:solidFill>
                      <a:srgbClr val="7030A0"/>
                    </a:solidFill>
                    <a:latin typeface="Arial"/>
                    <a:ea typeface="Arial"/>
                    <a:cs typeface="Arial"/>
                    <a:sym typeface="Arial"/>
                  </a:rPr>
                  <a:t>Fleet Management at Scale</a:t>
                </a:r>
                <a:endParaRPr sz="1400" b="0" i="0" u="none" strike="noStrike" cap="none" dirty="0">
                  <a:solidFill>
                    <a:srgbClr val="7030A0"/>
                  </a:solidFill>
                  <a:latin typeface="Arial"/>
                  <a:ea typeface="Arial"/>
                  <a:cs typeface="Arial"/>
                  <a:sym typeface="Arial"/>
                </a:endParaRPr>
              </a:p>
            </p:txBody>
          </p:sp>
          <p:sp>
            <p:nvSpPr>
              <p:cNvPr id="17581" name="Google Shape;17581;p241"/>
              <p:cNvSpPr txBox="1"/>
              <p:nvPr/>
            </p:nvSpPr>
            <p:spPr>
              <a:xfrm>
                <a:off x="7908011" y="3706616"/>
                <a:ext cx="4280700" cy="1173646"/>
              </a:xfrm>
              <a:prstGeom prst="rect">
                <a:avLst/>
              </a:prstGeom>
              <a:noFill/>
              <a:ln>
                <a:noFill/>
              </a:ln>
            </p:spPr>
            <p:txBody>
              <a:bodyPr spcFirstLastPara="1" wrap="square" lIns="0" tIns="0" rIns="27430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dirty="0">
                    <a:solidFill>
                      <a:srgbClr val="0E0E0E"/>
                    </a:solidFill>
                    <a:latin typeface="Arial"/>
                    <a:ea typeface="Arial"/>
                    <a:cs typeface="Arial"/>
                    <a:sym typeface="Arial"/>
                  </a:rPr>
                  <a:t>Simplified Lifecycle</a:t>
                </a:r>
                <a:r>
                  <a:rPr lang="en-US" sz="1200" b="0" i="0" u="none" strike="noStrike" cap="none" dirty="0">
                    <a:solidFill>
                      <a:srgbClr val="0E0E0E"/>
                    </a:solidFill>
                    <a:latin typeface="Arial"/>
                    <a:ea typeface="Arial"/>
                    <a:cs typeface="Arial"/>
                    <a:sym typeface="Arial"/>
                  </a:rPr>
                  <a:t>: Plan</a:t>
                </a:r>
                <a:r>
                  <a:rPr lang="en-US" sz="1200" dirty="0">
                    <a:solidFill>
                      <a:srgbClr val="0E0E0E"/>
                    </a:solidFill>
                    <a:latin typeface="Arial"/>
                    <a:ea typeface="Arial"/>
                    <a:cs typeface="Arial"/>
                    <a:sym typeface="Arial"/>
                  </a:rPr>
                  <a:t> and schedule your patching and upgrades </a:t>
                </a:r>
                <a:r>
                  <a:rPr lang="en-US" sz="1200" b="0" i="0" u="none" strike="noStrike" cap="none" dirty="0">
                    <a:solidFill>
                      <a:srgbClr val="0E0E0E"/>
                    </a:solidFill>
                    <a:latin typeface="Arial"/>
                    <a:ea typeface="Arial"/>
                    <a:cs typeface="Arial"/>
                    <a:sym typeface="Arial"/>
                  </a:rPr>
                  <a:t>easily</a:t>
                </a:r>
                <a:r>
                  <a:rPr lang="en-US" sz="1200" dirty="0">
                    <a:solidFill>
                      <a:srgbClr val="0E0E0E"/>
                    </a:solidFill>
                    <a:latin typeface="Arial"/>
                    <a:ea typeface="Arial"/>
                    <a:cs typeface="Arial"/>
                    <a:sym typeface="Arial"/>
                  </a:rPr>
                  <a:t>, across your fleet.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lang="en-US" sz="1200" dirty="0">
                  <a:solidFill>
                    <a:srgbClr val="0E0E0E"/>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1" i="0" u="none" strike="noStrike" cap="none" dirty="0">
                    <a:solidFill>
                      <a:srgbClr val="0E0E0E"/>
                    </a:solidFill>
                    <a:latin typeface="Arial"/>
                    <a:ea typeface="Arial"/>
                    <a:cs typeface="Arial"/>
                    <a:sym typeface="Arial"/>
                  </a:rPr>
                  <a:t>Unified Management</a:t>
                </a:r>
                <a:r>
                  <a:rPr lang="en-US" sz="1200" b="0" i="0" u="none" strike="noStrike" cap="none" dirty="0">
                    <a:solidFill>
                      <a:srgbClr val="0E0E0E"/>
                    </a:solidFill>
                    <a:latin typeface="Arial"/>
                    <a:ea typeface="Arial"/>
                    <a:cs typeface="Arial"/>
                    <a:sym typeface="Arial"/>
                  </a:rPr>
                  <a:t>: Centralize management of identity providers, passwords, tags, logs, and certificates.</a:t>
                </a:r>
                <a:endParaRPr sz="1400" b="0" i="0" u="none" strike="noStrike" cap="none" dirty="0">
                  <a:solidFill>
                    <a:srgbClr val="000000"/>
                  </a:solidFill>
                  <a:latin typeface="Arial"/>
                  <a:ea typeface="Arial"/>
                  <a:cs typeface="Arial"/>
                  <a:sym typeface="Arial"/>
                </a:endParaRPr>
              </a:p>
            </p:txBody>
          </p:sp>
        </p:grpSp>
      </p:grpSp>
      <p:sp>
        <p:nvSpPr>
          <p:cNvPr id="17582" name="Google Shape;17582;p241"/>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dirty="0"/>
              <a:t>One Interface to Infrastructure Operations</a:t>
            </a:r>
            <a:endParaRPr dirty="0"/>
          </a:p>
        </p:txBody>
      </p:sp>
      <p:sp>
        <p:nvSpPr>
          <p:cNvPr id="17583" name="Google Shape;17583;p241"/>
          <p:cNvSpPr txBox="1">
            <a:spLocks noGrp="1"/>
          </p:cNvSpPr>
          <p:nvPr>
            <p:ph type="subTitle" idx="10"/>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dirty="0"/>
              <a:t>Unified Admin Experience with the VCF Operations Console</a:t>
            </a:r>
            <a:endParaRPr dirty="0"/>
          </a:p>
        </p:txBody>
      </p:sp>
      <p:grpSp>
        <p:nvGrpSpPr>
          <p:cNvPr id="17584" name="Google Shape;17584;p241"/>
          <p:cNvGrpSpPr/>
          <p:nvPr/>
        </p:nvGrpSpPr>
        <p:grpSpPr>
          <a:xfrm>
            <a:off x="548186" y="1525549"/>
            <a:ext cx="6948503" cy="4689149"/>
            <a:chOff x="7099794" y="3439249"/>
            <a:chExt cx="3327833" cy="2602031"/>
          </a:xfrm>
        </p:grpSpPr>
        <p:grpSp>
          <p:nvGrpSpPr>
            <p:cNvPr id="17585" name="Google Shape;17585;p241"/>
            <p:cNvGrpSpPr/>
            <p:nvPr/>
          </p:nvGrpSpPr>
          <p:grpSpPr>
            <a:xfrm>
              <a:off x="7831945" y="5717323"/>
              <a:ext cx="1858110" cy="323957"/>
              <a:chOff x="5493826" y="4735334"/>
              <a:chExt cx="1401453" cy="244341"/>
            </a:xfrm>
          </p:grpSpPr>
          <p:sp>
            <p:nvSpPr>
              <p:cNvPr id="17586" name="Google Shape;17586;p241"/>
              <p:cNvSpPr/>
              <p:nvPr/>
            </p:nvSpPr>
            <p:spPr>
              <a:xfrm>
                <a:off x="6008728" y="4735334"/>
                <a:ext cx="375746" cy="225876"/>
              </a:xfrm>
              <a:custGeom>
                <a:avLst/>
                <a:gdLst/>
                <a:ahLst/>
                <a:cxnLst/>
                <a:rect l="l" t="t" r="r" b="b"/>
                <a:pathLst>
                  <a:path w="375746" h="225876" extrusionOk="0">
                    <a:moveTo>
                      <a:pt x="0" y="0"/>
                    </a:moveTo>
                    <a:lnTo>
                      <a:pt x="375746" y="0"/>
                    </a:lnTo>
                    <a:lnTo>
                      <a:pt x="375746" y="225876"/>
                    </a:lnTo>
                    <a:lnTo>
                      <a:pt x="0" y="225876"/>
                    </a:lnTo>
                    <a:close/>
                  </a:path>
                </a:pathLst>
              </a:custGeom>
              <a:solidFill>
                <a:schemeClr val="dk2"/>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587" name="Google Shape;17587;p241"/>
              <p:cNvSpPr/>
              <p:nvPr/>
            </p:nvSpPr>
            <p:spPr>
              <a:xfrm>
                <a:off x="5493826" y="4904867"/>
                <a:ext cx="1401453" cy="74808"/>
              </a:xfrm>
              <a:custGeom>
                <a:avLst/>
                <a:gdLst/>
                <a:ahLst/>
                <a:cxnLst/>
                <a:rect l="l" t="t" r="r" b="b"/>
                <a:pathLst>
                  <a:path w="1401453" h="74808" extrusionOk="0">
                    <a:moveTo>
                      <a:pt x="1401454" y="10273"/>
                    </a:moveTo>
                    <a:lnTo>
                      <a:pt x="696095" y="0"/>
                    </a:lnTo>
                    <a:lnTo>
                      <a:pt x="0" y="10273"/>
                    </a:lnTo>
                    <a:lnTo>
                      <a:pt x="0" y="74809"/>
                    </a:lnTo>
                    <a:lnTo>
                      <a:pt x="1401454" y="74809"/>
                    </a:lnTo>
                    <a:lnTo>
                      <a:pt x="1401454" y="10273"/>
                    </a:lnTo>
                    <a:close/>
                  </a:path>
                </a:pathLst>
              </a:custGeom>
              <a:solidFill>
                <a:schemeClr val="dk2"/>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17588" name="Google Shape;17588;p241"/>
            <p:cNvSpPr/>
            <p:nvPr/>
          </p:nvSpPr>
          <p:spPr>
            <a:xfrm>
              <a:off x="7099794" y="3439249"/>
              <a:ext cx="3327833" cy="2288688"/>
            </a:xfrm>
            <a:prstGeom prst="roundRect">
              <a:avLst>
                <a:gd name="adj" fmla="val 2649"/>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1"/>
                </a:solidFill>
                <a:latin typeface="Arial"/>
                <a:ea typeface="Arial"/>
                <a:cs typeface="Arial"/>
                <a:sym typeface="Arial"/>
              </a:endParaRPr>
            </a:p>
          </p:txBody>
        </p:sp>
        <p:sp>
          <p:nvSpPr>
            <p:cNvPr id="17589" name="Google Shape;17589;p241"/>
            <p:cNvSpPr/>
            <p:nvPr/>
          </p:nvSpPr>
          <p:spPr>
            <a:xfrm>
              <a:off x="7191472" y="3536080"/>
              <a:ext cx="3110576" cy="2074375"/>
            </a:xfrm>
            <a:prstGeom prst="roundRect">
              <a:avLst>
                <a:gd name="adj" fmla="val 3526"/>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1"/>
                </a:solidFill>
                <a:latin typeface="Arial"/>
                <a:ea typeface="Arial"/>
                <a:cs typeface="Arial"/>
                <a:sym typeface="Arial"/>
              </a:endParaRPr>
            </a:p>
          </p:txBody>
        </p:sp>
      </p:grpSp>
      <p:sp>
        <p:nvSpPr>
          <p:cNvPr id="17590" name="Google Shape;17590;p241"/>
          <p:cNvSpPr/>
          <p:nvPr/>
        </p:nvSpPr>
        <p:spPr>
          <a:xfrm>
            <a:off x="4902058" y="5538153"/>
            <a:ext cx="2594631" cy="362582"/>
          </a:xfrm>
          <a:prstGeom prst="roundRect">
            <a:avLst>
              <a:gd name="adj" fmla="val 50000"/>
            </a:avLst>
          </a:prstGeom>
          <a:solidFill>
            <a:srgbClr val="00B0F0"/>
          </a:solidFill>
          <a:ln>
            <a:noFill/>
          </a:ln>
        </p:spPr>
        <p:txBody>
          <a:bodyPr spcFirstLastPara="1" wrap="square" lIns="91350" tIns="91350" rIns="91350" bIns="91350"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VCF Operations Console </a:t>
            </a:r>
            <a:endParaRPr sz="1400" b="0" i="0" u="none" strike="noStrike" cap="none">
              <a:solidFill>
                <a:srgbClr val="000000"/>
              </a:solidFill>
              <a:latin typeface="Arial"/>
              <a:ea typeface="Arial"/>
              <a:cs typeface="Arial"/>
              <a:sym typeface="Arial"/>
            </a:endParaRPr>
          </a:p>
        </p:txBody>
      </p:sp>
      <p:sp>
        <p:nvSpPr>
          <p:cNvPr id="17592" name="Google Shape;17592;p241"/>
          <p:cNvSpPr txBox="1"/>
          <p:nvPr/>
        </p:nvSpPr>
        <p:spPr>
          <a:xfrm>
            <a:off x="2221652" y="5443116"/>
            <a:ext cx="1353738"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1" u="none" strike="noStrike" cap="none">
                <a:solidFill>
                  <a:srgbClr val="000000"/>
                </a:solidFill>
                <a:latin typeface="Arial"/>
                <a:ea typeface="Arial"/>
                <a:cs typeface="Arial"/>
                <a:sym typeface="Arial"/>
              </a:rPr>
              <a:t>The image is for illustration only</a:t>
            </a:r>
            <a:endParaRPr sz="1800" b="0" i="0" u="none" strike="noStrike" cap="none">
              <a:solidFill>
                <a:srgbClr val="000000"/>
              </a:solidFill>
              <a:latin typeface="Arial"/>
              <a:ea typeface="Arial"/>
              <a:cs typeface="Arial"/>
              <a:sym typeface="Arial"/>
            </a:endParaRPr>
          </a:p>
        </p:txBody>
      </p:sp>
      <p:pic>
        <p:nvPicPr>
          <p:cNvPr id="17593" name="Google Shape;17593;p241"/>
          <p:cNvPicPr preferRelativeResize="0"/>
          <p:nvPr/>
        </p:nvPicPr>
        <p:blipFill rotWithShape="1">
          <a:blip r:embed="rId4">
            <a:alphaModFix/>
          </a:blip>
          <a:srcRect t="8329" b="84443"/>
          <a:stretch/>
        </p:blipFill>
        <p:spPr>
          <a:xfrm>
            <a:off x="613655" y="1760159"/>
            <a:ext cx="6806245" cy="275755"/>
          </a:xfrm>
          <a:prstGeom prst="rect">
            <a:avLst/>
          </a:prstGeom>
          <a:noFill/>
          <a:ln>
            <a:noFill/>
          </a:ln>
        </p:spPr>
      </p:pic>
      <p:pic>
        <p:nvPicPr>
          <p:cNvPr id="17594" name="Google Shape;17594;p241"/>
          <p:cNvPicPr preferRelativeResize="0"/>
          <p:nvPr/>
        </p:nvPicPr>
        <p:blipFill rotWithShape="1">
          <a:blip r:embed="rId5">
            <a:alphaModFix/>
          </a:blip>
          <a:srcRect/>
          <a:stretch/>
        </p:blipFill>
        <p:spPr>
          <a:xfrm>
            <a:off x="587120" y="1676138"/>
            <a:ext cx="6806245" cy="387520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3FFC8-A45E-AE60-F0F5-D8337225E3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B5E57-AFC1-30E5-5646-B3C32F92B81F}"/>
              </a:ext>
            </a:extLst>
          </p:cNvPr>
          <p:cNvSpPr>
            <a:spLocks noGrp="1"/>
          </p:cNvSpPr>
          <p:nvPr>
            <p:ph type="title"/>
          </p:nvPr>
        </p:nvSpPr>
        <p:spPr/>
        <p:txBody>
          <a:bodyPr/>
          <a:lstStyle/>
          <a:p>
            <a:r>
              <a:rPr lang="en-US" dirty="0"/>
              <a:t>Removals &amp; Changes</a:t>
            </a:r>
          </a:p>
        </p:txBody>
      </p:sp>
      <p:sp>
        <p:nvSpPr>
          <p:cNvPr id="3" name="Subtitle 2">
            <a:extLst>
              <a:ext uri="{FF2B5EF4-FFF2-40B4-BE49-F238E27FC236}">
                <a16:creationId xmlns:a16="http://schemas.microsoft.com/office/drawing/2014/main" id="{93038A23-97D6-EF23-09FD-74A11107F794}"/>
              </a:ext>
            </a:extLst>
          </p:cNvPr>
          <p:cNvSpPr>
            <a:spLocks noGrp="1"/>
          </p:cNvSpPr>
          <p:nvPr>
            <p:ph type="subTitle" idx="10"/>
          </p:nvPr>
        </p:nvSpPr>
        <p:spPr/>
        <p:txBody>
          <a:bodyPr/>
          <a:lstStyle/>
          <a:p>
            <a:r>
              <a:rPr lang="en-US" dirty="0"/>
              <a:t>VMware Cloud Foundation 9.0</a:t>
            </a:r>
          </a:p>
        </p:txBody>
      </p:sp>
    </p:spTree>
    <p:extLst>
      <p:ext uri="{BB962C8B-B14F-4D97-AF65-F5344CB8AC3E}">
        <p14:creationId xmlns:p14="http://schemas.microsoft.com/office/powerpoint/2010/main" val="2114117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71535-9EE5-B484-8F35-CFDFDEB08C56}"/>
              </a:ext>
            </a:extLst>
          </p:cNvPr>
          <p:cNvSpPr>
            <a:spLocks noGrp="1"/>
          </p:cNvSpPr>
          <p:nvPr>
            <p:ph type="title"/>
          </p:nvPr>
        </p:nvSpPr>
        <p:spPr/>
        <p:txBody>
          <a:bodyPr/>
          <a:lstStyle/>
          <a:p>
            <a:r>
              <a:rPr lang="en-US" dirty="0"/>
              <a:t>Deprecations &amp; Removals</a:t>
            </a:r>
          </a:p>
        </p:txBody>
      </p:sp>
      <p:sp>
        <p:nvSpPr>
          <p:cNvPr id="4" name="Subtitle 3">
            <a:extLst>
              <a:ext uri="{FF2B5EF4-FFF2-40B4-BE49-F238E27FC236}">
                <a16:creationId xmlns:a16="http://schemas.microsoft.com/office/drawing/2014/main" id="{59140B92-6D37-35B8-7E01-495DFFB38E02}"/>
              </a:ext>
            </a:extLst>
          </p:cNvPr>
          <p:cNvSpPr>
            <a:spLocks noGrp="1"/>
          </p:cNvSpPr>
          <p:nvPr>
            <p:ph type="subTitle" idx="10"/>
          </p:nvPr>
        </p:nvSpPr>
        <p:spPr/>
        <p:txBody>
          <a:bodyPr/>
          <a:lstStyle/>
          <a:p>
            <a:r>
              <a:rPr lang="en-US" dirty="0"/>
              <a:t>Security, Compliance, and Operational Resilience in VCF 9.0</a:t>
            </a:r>
          </a:p>
        </p:txBody>
      </p:sp>
      <p:sp>
        <p:nvSpPr>
          <p:cNvPr id="5" name="Content Placeholder 4">
            <a:extLst>
              <a:ext uri="{FF2B5EF4-FFF2-40B4-BE49-F238E27FC236}">
                <a16:creationId xmlns:a16="http://schemas.microsoft.com/office/drawing/2014/main" id="{E334E5F6-FAFE-9E24-87B0-22B5282E7315}"/>
              </a:ext>
            </a:extLst>
          </p:cNvPr>
          <p:cNvSpPr>
            <a:spLocks noGrp="1"/>
          </p:cNvSpPr>
          <p:nvPr>
            <p:ph sz="quarter" idx="14"/>
          </p:nvPr>
        </p:nvSpPr>
        <p:spPr/>
        <p:txBody>
          <a:bodyPr/>
          <a:lstStyle/>
          <a:p>
            <a:r>
              <a:rPr lang="en-US" sz="2800" dirty="0">
                <a:solidFill>
                  <a:schemeClr val="accent2"/>
                </a:solidFill>
              </a:rPr>
              <a:t>CIM &amp; SLP Removal</a:t>
            </a:r>
            <a:endParaRPr lang="en-US" sz="2800" dirty="0"/>
          </a:p>
          <a:p>
            <a:r>
              <a:rPr lang="en-US" sz="2800" dirty="0">
                <a:solidFill>
                  <a:schemeClr val="accent2"/>
                </a:solidFill>
              </a:rPr>
              <a:t>Update Manager Baselines</a:t>
            </a:r>
          </a:p>
          <a:p>
            <a:r>
              <a:rPr lang="en-US" sz="2800" dirty="0">
                <a:solidFill>
                  <a:schemeClr val="accent2"/>
                </a:solidFill>
              </a:rPr>
              <a:t>Block Manual Edit to SSH Configuration Files</a:t>
            </a:r>
          </a:p>
          <a:p>
            <a:r>
              <a:rPr lang="en-US" sz="2800" dirty="0">
                <a:solidFill>
                  <a:schemeClr val="accent2"/>
                </a:solidFill>
              </a:rPr>
              <a:t>Smart Card, RSA SecureID Support Removed From ESX</a:t>
            </a:r>
          </a:p>
          <a:p>
            <a:pPr>
              <a:buNone/>
            </a:pPr>
            <a:r>
              <a:rPr lang="en-US" sz="2800" dirty="0">
                <a:solidFill>
                  <a:schemeClr val="accent2"/>
                </a:solidFill>
              </a:rPr>
              <a:t>IWA Removed From vCenter</a:t>
            </a:r>
          </a:p>
          <a:p>
            <a:pPr>
              <a:buNone/>
            </a:pPr>
            <a:r>
              <a:rPr lang="en-US" sz="2800" dirty="0">
                <a:solidFill>
                  <a:schemeClr val="accent2"/>
                </a:solidFill>
              </a:rPr>
              <a:t>vSphere Trust Authority Removed</a:t>
            </a:r>
          </a:p>
          <a:p>
            <a:pPr>
              <a:buNone/>
            </a:pPr>
            <a:r>
              <a:rPr lang="en-US" sz="2800" dirty="0">
                <a:solidFill>
                  <a:schemeClr val="accent2"/>
                </a:solidFill>
              </a:rPr>
              <a:t>NPIV Removed </a:t>
            </a:r>
          </a:p>
          <a:p>
            <a:pPr>
              <a:buNone/>
            </a:pPr>
            <a:r>
              <a:rPr lang="en-US" sz="2800" dirty="0">
                <a:solidFill>
                  <a:schemeClr val="accent2"/>
                </a:solidFill>
              </a:rPr>
              <a:t>SIOC/SDRS for I/O Latency Removed</a:t>
            </a:r>
          </a:p>
        </p:txBody>
      </p:sp>
    </p:spTree>
    <p:extLst>
      <p:ext uri="{BB962C8B-B14F-4D97-AF65-F5344CB8AC3E}">
        <p14:creationId xmlns:p14="http://schemas.microsoft.com/office/powerpoint/2010/main" val="2470340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CA307-DEDC-5B7C-2CE1-5F1B649EC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81A71-A611-5201-DF95-2B083DC933F6}"/>
              </a:ext>
            </a:extLst>
          </p:cNvPr>
          <p:cNvSpPr>
            <a:spLocks noGrp="1"/>
          </p:cNvSpPr>
          <p:nvPr>
            <p:ph type="title"/>
          </p:nvPr>
        </p:nvSpPr>
        <p:spPr/>
        <p:txBody>
          <a:bodyPr/>
          <a:lstStyle/>
          <a:p>
            <a:r>
              <a:rPr lang="en-US" dirty="0"/>
              <a:t>Deprecations &amp; Removals</a:t>
            </a:r>
          </a:p>
        </p:txBody>
      </p:sp>
      <p:sp>
        <p:nvSpPr>
          <p:cNvPr id="4" name="Subtitle 3">
            <a:extLst>
              <a:ext uri="{FF2B5EF4-FFF2-40B4-BE49-F238E27FC236}">
                <a16:creationId xmlns:a16="http://schemas.microsoft.com/office/drawing/2014/main" id="{81BB3CF5-BF4E-8F65-554A-A421C9E99A55}"/>
              </a:ext>
            </a:extLst>
          </p:cNvPr>
          <p:cNvSpPr>
            <a:spLocks noGrp="1"/>
          </p:cNvSpPr>
          <p:nvPr>
            <p:ph type="subTitle" idx="10"/>
          </p:nvPr>
        </p:nvSpPr>
        <p:spPr/>
        <p:txBody>
          <a:bodyPr/>
          <a:lstStyle/>
          <a:p>
            <a:r>
              <a:rPr lang="en-US" dirty="0"/>
              <a:t>Security, Compliance, and Operational Resilience in VCF 9.0</a:t>
            </a:r>
          </a:p>
        </p:txBody>
      </p:sp>
      <p:sp>
        <p:nvSpPr>
          <p:cNvPr id="5" name="Content Placeholder 4">
            <a:extLst>
              <a:ext uri="{FF2B5EF4-FFF2-40B4-BE49-F238E27FC236}">
                <a16:creationId xmlns:a16="http://schemas.microsoft.com/office/drawing/2014/main" id="{3535B5D3-F44A-8F95-CC78-AB004969A0DF}"/>
              </a:ext>
            </a:extLst>
          </p:cNvPr>
          <p:cNvSpPr>
            <a:spLocks noGrp="1"/>
          </p:cNvSpPr>
          <p:nvPr>
            <p:ph sz="quarter" idx="14"/>
          </p:nvPr>
        </p:nvSpPr>
        <p:spPr/>
        <p:txBody>
          <a:bodyPr/>
          <a:lstStyle/>
          <a:p>
            <a:r>
              <a:rPr lang="en-US" sz="2800" dirty="0">
                <a:solidFill>
                  <a:schemeClr val="accent2"/>
                </a:solidFill>
              </a:rPr>
              <a:t>CIM &amp; SLP Removal </a:t>
            </a:r>
            <a:r>
              <a:rPr lang="en-US" sz="2800" dirty="0"/>
              <a:t>(Use Native APIs)</a:t>
            </a:r>
          </a:p>
          <a:p>
            <a:r>
              <a:rPr lang="en-US" sz="2800" dirty="0">
                <a:solidFill>
                  <a:schemeClr val="accent2"/>
                </a:solidFill>
              </a:rPr>
              <a:t>Update Manager Baselines </a:t>
            </a:r>
            <a:r>
              <a:rPr lang="en-US" sz="2800" dirty="0"/>
              <a:t>(Use Lifecycle Manager Images)</a:t>
            </a:r>
          </a:p>
          <a:p>
            <a:r>
              <a:rPr lang="en-US" sz="2800" dirty="0">
                <a:solidFill>
                  <a:schemeClr val="accent2"/>
                </a:solidFill>
              </a:rPr>
              <a:t>Block Manual Edit to SSH Configuration Files </a:t>
            </a:r>
            <a:r>
              <a:rPr lang="en-US" sz="2800" dirty="0"/>
              <a:t>(Defaults Are Secure)</a:t>
            </a:r>
          </a:p>
          <a:p>
            <a:r>
              <a:rPr lang="en-US" sz="2800" dirty="0">
                <a:solidFill>
                  <a:schemeClr val="accent2"/>
                </a:solidFill>
              </a:rPr>
              <a:t>Smart Card, RSA SecureID Support Removed From ESX </a:t>
            </a:r>
            <a:r>
              <a:rPr lang="en-US" sz="2800" dirty="0"/>
              <a:t>(Federate)</a:t>
            </a:r>
          </a:p>
          <a:p>
            <a:pPr>
              <a:buNone/>
            </a:pPr>
            <a:r>
              <a:rPr lang="en-US" sz="2800" dirty="0">
                <a:solidFill>
                  <a:schemeClr val="accent2"/>
                </a:solidFill>
              </a:rPr>
              <a:t>IWA Removed From vCenter </a:t>
            </a:r>
            <a:r>
              <a:rPr lang="en-US" sz="2800" dirty="0"/>
              <a:t>(AD over LDAPS, ADFS, Federate)</a:t>
            </a:r>
            <a:endParaRPr lang="en-US" sz="2800" dirty="0">
              <a:solidFill>
                <a:schemeClr val="accent2"/>
              </a:solidFill>
            </a:endParaRPr>
          </a:p>
          <a:p>
            <a:pPr>
              <a:buNone/>
            </a:pPr>
            <a:r>
              <a:rPr lang="en-US" sz="2800" dirty="0">
                <a:solidFill>
                  <a:schemeClr val="accent2"/>
                </a:solidFill>
              </a:rPr>
              <a:t>vSphere Trust Authority Removed </a:t>
            </a:r>
            <a:r>
              <a:rPr lang="en-US" sz="2800" dirty="0"/>
              <a:t>(…)</a:t>
            </a:r>
          </a:p>
          <a:p>
            <a:pPr>
              <a:buNone/>
            </a:pPr>
            <a:r>
              <a:rPr lang="en-US" sz="2800" dirty="0">
                <a:solidFill>
                  <a:schemeClr val="accent2"/>
                </a:solidFill>
              </a:rPr>
              <a:t>NPIV Removed </a:t>
            </a:r>
            <a:r>
              <a:rPr lang="en-US" sz="2800" dirty="0"/>
              <a:t>(VMFS Datastores)</a:t>
            </a:r>
          </a:p>
          <a:p>
            <a:pPr>
              <a:buNone/>
            </a:pPr>
            <a:r>
              <a:rPr lang="en-US" sz="2800" dirty="0">
                <a:solidFill>
                  <a:schemeClr val="accent2"/>
                </a:solidFill>
              </a:rPr>
              <a:t>SIOC/SDRS for I/O Latency Removed </a:t>
            </a:r>
            <a:r>
              <a:rPr lang="en-US" sz="2800" dirty="0"/>
              <a:t>(VCF Operations)</a:t>
            </a:r>
          </a:p>
          <a:p>
            <a:pPr>
              <a:buNone/>
            </a:pPr>
            <a:endParaRPr lang="en-US" dirty="0"/>
          </a:p>
          <a:p>
            <a:endParaRPr lang="en-US" dirty="0"/>
          </a:p>
        </p:txBody>
      </p:sp>
      <p:sp>
        <p:nvSpPr>
          <p:cNvPr id="6" name="TextBox 5">
            <a:extLst>
              <a:ext uri="{FF2B5EF4-FFF2-40B4-BE49-F238E27FC236}">
                <a16:creationId xmlns:a16="http://schemas.microsoft.com/office/drawing/2014/main" id="{FB6E235C-0F64-DA3D-273F-9E37B555F22B}"/>
              </a:ext>
            </a:extLst>
          </p:cNvPr>
          <p:cNvSpPr txBox="1"/>
          <p:nvPr/>
        </p:nvSpPr>
        <p:spPr>
          <a:xfrm>
            <a:off x="3048000" y="3275112"/>
            <a:ext cx="6096000" cy="307777"/>
          </a:xfrm>
          <a:prstGeom prst="rect">
            <a:avLst/>
          </a:prstGeom>
          <a:noFill/>
        </p:spPr>
        <p:txBody>
          <a:bodyPr wrap="square">
            <a:spAutoFit/>
          </a:bodyPr>
          <a:lstStyle/>
          <a:p>
            <a:r>
              <a:rPr lang="en-US" b="0" dirty="0">
                <a:effectLst/>
              </a:rPr>
              <a:t> </a:t>
            </a:r>
            <a:endParaRPr lang="en-US" dirty="0"/>
          </a:p>
        </p:txBody>
      </p:sp>
    </p:spTree>
    <p:extLst>
      <p:ext uri="{BB962C8B-B14F-4D97-AF65-F5344CB8AC3E}">
        <p14:creationId xmlns:p14="http://schemas.microsoft.com/office/powerpoint/2010/main" val="101717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8E776C-5C9A-EBE5-CF1C-22B96CF9C875}"/>
              </a:ext>
            </a:extLst>
          </p:cNvPr>
          <p:cNvSpPr>
            <a:spLocks noGrp="1"/>
          </p:cNvSpPr>
          <p:nvPr>
            <p:ph type="title"/>
          </p:nvPr>
        </p:nvSpPr>
        <p:spPr/>
        <p:txBody>
          <a:bodyPr/>
          <a:lstStyle/>
          <a:p>
            <a:r>
              <a:rPr lang="en-US" dirty="0"/>
              <a:t>Methodology &amp; Approach</a:t>
            </a:r>
          </a:p>
        </p:txBody>
      </p:sp>
    </p:spTree>
    <p:extLst>
      <p:ext uri="{BB962C8B-B14F-4D97-AF65-F5344CB8AC3E}">
        <p14:creationId xmlns:p14="http://schemas.microsoft.com/office/powerpoint/2010/main" val="500694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p49"/>
          <p:cNvSpPr txBox="1">
            <a:spLocks noGrp="1"/>
          </p:cNvSpPr>
          <p:nvPr>
            <p:ph type="title"/>
          </p:nvPr>
        </p:nvSpPr>
        <p:spPr>
          <a:xfrm>
            <a:off x="579809" y="412751"/>
            <a:ext cx="11001000" cy="3810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dirty="0"/>
              <a:t>VCF Platform Hardening</a:t>
            </a:r>
            <a:endParaRPr dirty="0"/>
          </a:p>
        </p:txBody>
      </p:sp>
      <p:sp>
        <p:nvSpPr>
          <p:cNvPr id="1031" name="Google Shape;1031;p49"/>
          <p:cNvSpPr txBox="1">
            <a:spLocks noGrp="1"/>
          </p:cNvSpPr>
          <p:nvPr>
            <p:ph type="subTitle" idx="1"/>
          </p:nvPr>
        </p:nvSpPr>
        <p:spPr>
          <a:xfrm>
            <a:off x="592866" y="811830"/>
            <a:ext cx="10962600" cy="2478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800"/>
              <a:buFont typeface="Arial"/>
              <a:buNone/>
            </a:pPr>
            <a:r>
              <a:rPr lang="en-US" dirty="0"/>
              <a:t>Methodology &amp; Approach</a:t>
            </a:r>
            <a:endParaRPr dirty="0"/>
          </a:p>
          <a:p>
            <a:pPr marL="0" lvl="0" indent="0" algn="l" rtl="0">
              <a:spcBef>
                <a:spcPts val="0"/>
              </a:spcBef>
              <a:spcAft>
                <a:spcPts val="1200"/>
              </a:spcAft>
              <a:buNone/>
            </a:pPr>
            <a:endParaRPr dirty="0"/>
          </a:p>
        </p:txBody>
      </p:sp>
      <p:grpSp>
        <p:nvGrpSpPr>
          <p:cNvPr id="1032" name="Google Shape;1032;p49"/>
          <p:cNvGrpSpPr/>
          <p:nvPr/>
        </p:nvGrpSpPr>
        <p:grpSpPr>
          <a:xfrm>
            <a:off x="623750" y="1489758"/>
            <a:ext cx="2423407" cy="3103591"/>
            <a:chOff x="796136" y="1574025"/>
            <a:chExt cx="1606075" cy="1939381"/>
          </a:xfrm>
        </p:grpSpPr>
        <p:grpSp>
          <p:nvGrpSpPr>
            <p:cNvPr id="1033" name="Google Shape;1033;p49"/>
            <p:cNvGrpSpPr/>
            <p:nvPr/>
          </p:nvGrpSpPr>
          <p:grpSpPr>
            <a:xfrm>
              <a:off x="796138" y="1695421"/>
              <a:ext cx="1606073" cy="908429"/>
              <a:chOff x="796138" y="1695421"/>
              <a:chExt cx="1606073" cy="908429"/>
            </a:xfrm>
          </p:grpSpPr>
          <p:cxnSp>
            <p:nvCxnSpPr>
              <p:cNvPr id="1034" name="Google Shape;1034;p49"/>
              <p:cNvCxnSpPr/>
              <p:nvPr/>
            </p:nvCxnSpPr>
            <p:spPr>
              <a:xfrm>
                <a:off x="1664415" y="1695421"/>
                <a:ext cx="718500" cy="741900"/>
              </a:xfrm>
              <a:prstGeom prst="straightConnector1">
                <a:avLst/>
              </a:prstGeom>
              <a:noFill/>
              <a:ln w="9525" cap="flat" cmpd="sng">
                <a:solidFill>
                  <a:schemeClr val="accent3"/>
                </a:solidFill>
                <a:prstDash val="solid"/>
                <a:round/>
                <a:headEnd type="none" w="sm" len="sm"/>
                <a:tailEnd type="none" w="sm" len="sm"/>
              </a:ln>
            </p:spPr>
          </p:cxnSp>
          <p:sp>
            <p:nvSpPr>
              <p:cNvPr id="1035" name="Google Shape;1035;p49"/>
              <p:cNvSpPr/>
              <p:nvPr/>
            </p:nvSpPr>
            <p:spPr>
              <a:xfrm flipH="1">
                <a:off x="796138" y="2306625"/>
                <a:ext cx="1605900" cy="143400"/>
              </a:xfrm>
              <a:prstGeom prst="parallelogram">
                <a:avLst>
                  <a:gd name="adj" fmla="val 96952"/>
                </a:avLst>
              </a:prstGeom>
              <a:gradFill>
                <a:gsLst>
                  <a:gs pos="0">
                    <a:schemeClr val="accent2"/>
                  </a:gs>
                  <a:gs pos="21000">
                    <a:schemeClr val="accent2"/>
                  </a:gs>
                  <a:gs pos="83000">
                    <a:srgbClr val="0095C4"/>
                  </a:gs>
                  <a:gs pos="100000">
                    <a:srgbClr val="0095C4"/>
                  </a:gs>
                </a:gsLst>
                <a:lin ang="18900732"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r>
                  <a:rPr lang="en-US" sz="2150"/>
                  <a:t>  </a:t>
                </a:r>
                <a:endParaRPr sz="2150"/>
              </a:p>
            </p:txBody>
          </p:sp>
          <p:sp>
            <p:nvSpPr>
              <p:cNvPr id="1036" name="Google Shape;1036;p49"/>
              <p:cNvSpPr/>
              <p:nvPr/>
            </p:nvSpPr>
            <p:spPr>
              <a:xfrm>
                <a:off x="796311" y="2460450"/>
                <a:ext cx="1605900" cy="143400"/>
              </a:xfrm>
              <a:prstGeom prst="parallelogram">
                <a:avLst>
                  <a:gd name="adj" fmla="val 96952"/>
                </a:avLst>
              </a:prstGeom>
              <a:gradFill>
                <a:gsLst>
                  <a:gs pos="0">
                    <a:srgbClr val="0095C4"/>
                  </a:gs>
                  <a:gs pos="31000">
                    <a:srgbClr val="0095C4"/>
                  </a:gs>
                  <a:gs pos="94000">
                    <a:schemeClr val="accent2"/>
                  </a:gs>
                  <a:gs pos="100000">
                    <a:schemeClr val="accent2"/>
                  </a:gs>
                </a:gsLst>
                <a:lin ang="0"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endParaRPr sz="1455"/>
              </a:p>
            </p:txBody>
          </p:sp>
        </p:grpSp>
        <p:sp>
          <p:nvSpPr>
            <p:cNvPr id="1037" name="Google Shape;1037;p49"/>
            <p:cNvSpPr txBox="1"/>
            <p:nvPr/>
          </p:nvSpPr>
          <p:spPr>
            <a:xfrm>
              <a:off x="796136" y="1968945"/>
              <a:ext cx="1324200" cy="446400"/>
            </a:xfrm>
            <a:prstGeom prst="rect">
              <a:avLst/>
            </a:prstGeom>
            <a:noFill/>
            <a:ln>
              <a:noFill/>
            </a:ln>
          </p:spPr>
          <p:txBody>
            <a:bodyPr spcFirstLastPara="1" wrap="square" lIns="137950" tIns="137950" rIns="137950" bIns="137950" anchor="b" anchorCtr="0">
              <a:noAutofit/>
            </a:bodyPr>
            <a:lstStyle/>
            <a:p>
              <a:pPr marL="0" lvl="0" indent="0" algn="l" rtl="0">
                <a:lnSpc>
                  <a:spcPct val="115000"/>
                </a:lnSpc>
                <a:spcBef>
                  <a:spcPts val="0"/>
                </a:spcBef>
                <a:spcAft>
                  <a:spcPts val="0"/>
                </a:spcAft>
                <a:buNone/>
              </a:pPr>
              <a:r>
                <a:rPr lang="en-US" sz="1471" b="1">
                  <a:solidFill>
                    <a:schemeClr val="accent3"/>
                  </a:solidFill>
                </a:rPr>
                <a:t>Due Diligence</a:t>
              </a:r>
              <a:endParaRPr sz="1471" b="1">
                <a:solidFill>
                  <a:schemeClr val="accent3"/>
                </a:solidFill>
              </a:endParaRPr>
            </a:p>
          </p:txBody>
        </p:sp>
        <p:sp>
          <p:nvSpPr>
            <p:cNvPr id="1038" name="Google Shape;1038;p49"/>
            <p:cNvSpPr txBox="1"/>
            <p:nvPr/>
          </p:nvSpPr>
          <p:spPr>
            <a:xfrm>
              <a:off x="796311" y="2776006"/>
              <a:ext cx="1586700" cy="737400"/>
            </a:xfrm>
            <a:prstGeom prst="rect">
              <a:avLst/>
            </a:prstGeom>
            <a:noFill/>
            <a:ln>
              <a:noFill/>
            </a:ln>
          </p:spPr>
          <p:txBody>
            <a:bodyPr spcFirstLastPara="1" wrap="square" lIns="137950" tIns="137950" rIns="137950" bIns="137950" anchor="t" anchorCtr="0">
              <a:noAutofit/>
            </a:bodyPr>
            <a:lstStyle/>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Sign-off on deliverables</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Identify key standards</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Identify SPOC(s)</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Create draft project schedule</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Schedule kickoff meeting </a:t>
              </a:r>
              <a:endParaRPr sz="1039" dirty="0">
                <a:solidFill>
                  <a:schemeClr val="dk1"/>
                </a:solidFill>
              </a:endParaRPr>
            </a:p>
          </p:txBody>
        </p:sp>
        <p:sp>
          <p:nvSpPr>
            <p:cNvPr id="1039" name="Google Shape;1039;p49"/>
            <p:cNvSpPr txBox="1"/>
            <p:nvPr/>
          </p:nvSpPr>
          <p:spPr>
            <a:xfrm>
              <a:off x="1085439" y="1574025"/>
              <a:ext cx="624300" cy="241200"/>
            </a:xfrm>
            <a:prstGeom prst="rect">
              <a:avLst/>
            </a:prstGeom>
            <a:noFill/>
            <a:ln>
              <a:noFill/>
            </a:ln>
          </p:spPr>
          <p:txBody>
            <a:bodyPr spcFirstLastPara="1" wrap="square" lIns="137950" tIns="137950" rIns="137950" bIns="137950" anchor="t" anchorCtr="0">
              <a:noAutofit/>
            </a:bodyPr>
            <a:lstStyle/>
            <a:p>
              <a:pPr marL="0" lvl="0" indent="0" algn="r" rtl="0">
                <a:lnSpc>
                  <a:spcPct val="115000"/>
                </a:lnSpc>
                <a:spcBef>
                  <a:spcPts val="0"/>
                </a:spcBef>
                <a:spcAft>
                  <a:spcPts val="2377"/>
                </a:spcAft>
                <a:buNone/>
              </a:pPr>
              <a:r>
                <a:rPr lang="en-US" sz="1245">
                  <a:solidFill>
                    <a:schemeClr val="accent3"/>
                  </a:solidFill>
                </a:rPr>
                <a:t>Step 1</a:t>
              </a:r>
              <a:endParaRPr sz="1245">
                <a:solidFill>
                  <a:schemeClr val="accent3"/>
                </a:solidFill>
              </a:endParaRPr>
            </a:p>
          </p:txBody>
        </p:sp>
      </p:grpSp>
      <p:grpSp>
        <p:nvGrpSpPr>
          <p:cNvPr id="1040" name="Google Shape;1040;p49"/>
          <p:cNvGrpSpPr/>
          <p:nvPr/>
        </p:nvGrpSpPr>
        <p:grpSpPr>
          <a:xfrm>
            <a:off x="2868350" y="1489758"/>
            <a:ext cx="2423403" cy="3103591"/>
            <a:chOff x="2283710" y="1574025"/>
            <a:chExt cx="1606073" cy="1939381"/>
          </a:xfrm>
        </p:grpSpPr>
        <p:cxnSp>
          <p:nvCxnSpPr>
            <p:cNvPr id="1041" name="Google Shape;1041;p49"/>
            <p:cNvCxnSpPr/>
            <p:nvPr/>
          </p:nvCxnSpPr>
          <p:spPr>
            <a:xfrm>
              <a:off x="3151986" y="1695421"/>
              <a:ext cx="718500" cy="741900"/>
            </a:xfrm>
            <a:prstGeom prst="straightConnector1">
              <a:avLst/>
            </a:prstGeom>
            <a:noFill/>
            <a:ln w="9525" cap="flat" cmpd="sng">
              <a:solidFill>
                <a:schemeClr val="accent2"/>
              </a:solidFill>
              <a:prstDash val="solid"/>
              <a:round/>
              <a:headEnd type="none" w="sm" len="sm"/>
              <a:tailEnd type="none" w="sm" len="sm"/>
            </a:ln>
          </p:spPr>
        </p:cxnSp>
        <p:sp>
          <p:nvSpPr>
            <p:cNvPr id="1042" name="Google Shape;1042;p49"/>
            <p:cNvSpPr/>
            <p:nvPr/>
          </p:nvSpPr>
          <p:spPr>
            <a:xfrm flipH="1">
              <a:off x="2283710" y="2306625"/>
              <a:ext cx="1605900" cy="143400"/>
            </a:xfrm>
            <a:prstGeom prst="parallelogram">
              <a:avLst>
                <a:gd name="adj" fmla="val 96952"/>
              </a:avLst>
            </a:prstGeom>
            <a:gradFill>
              <a:gsLst>
                <a:gs pos="0">
                  <a:schemeClr val="accent2"/>
                </a:gs>
                <a:gs pos="50000">
                  <a:schemeClr val="accent2"/>
                </a:gs>
                <a:gs pos="100000">
                  <a:schemeClr val="accent5"/>
                </a:gs>
              </a:gsLst>
              <a:lin ang="10800025"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r>
                <a:rPr lang="en-US" sz="2150"/>
                <a:t>  </a:t>
              </a:r>
              <a:endParaRPr sz="2150"/>
            </a:p>
          </p:txBody>
        </p:sp>
        <p:sp>
          <p:nvSpPr>
            <p:cNvPr id="1043" name="Google Shape;1043;p49"/>
            <p:cNvSpPr/>
            <p:nvPr/>
          </p:nvSpPr>
          <p:spPr>
            <a:xfrm>
              <a:off x="2283883" y="2460450"/>
              <a:ext cx="1605900" cy="143400"/>
            </a:xfrm>
            <a:prstGeom prst="parallelogram">
              <a:avLst>
                <a:gd name="adj" fmla="val 96952"/>
              </a:avLst>
            </a:prstGeom>
            <a:gradFill>
              <a:gsLst>
                <a:gs pos="0">
                  <a:schemeClr val="accent2"/>
                </a:gs>
                <a:gs pos="50000">
                  <a:schemeClr val="accent2"/>
                </a:gs>
                <a:gs pos="100000">
                  <a:schemeClr val="accent5"/>
                </a:gs>
              </a:gsLst>
              <a:lin ang="19199816"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endParaRPr sz="1455"/>
            </a:p>
          </p:txBody>
        </p:sp>
        <p:sp>
          <p:nvSpPr>
            <p:cNvPr id="1044" name="Google Shape;1044;p49"/>
            <p:cNvSpPr txBox="1"/>
            <p:nvPr/>
          </p:nvSpPr>
          <p:spPr>
            <a:xfrm>
              <a:off x="2283711" y="1963700"/>
              <a:ext cx="1324200" cy="446400"/>
            </a:xfrm>
            <a:prstGeom prst="rect">
              <a:avLst/>
            </a:prstGeom>
            <a:noFill/>
            <a:ln>
              <a:noFill/>
            </a:ln>
          </p:spPr>
          <p:txBody>
            <a:bodyPr spcFirstLastPara="1" wrap="square" lIns="137950" tIns="137950" rIns="137950" bIns="137950" anchor="b" anchorCtr="0">
              <a:noAutofit/>
            </a:bodyPr>
            <a:lstStyle/>
            <a:p>
              <a:pPr marL="0" lvl="0" indent="0" algn="l" rtl="0">
                <a:lnSpc>
                  <a:spcPct val="115000"/>
                </a:lnSpc>
                <a:spcBef>
                  <a:spcPts val="0"/>
                </a:spcBef>
                <a:spcAft>
                  <a:spcPts val="0"/>
                </a:spcAft>
                <a:buNone/>
              </a:pPr>
              <a:r>
                <a:rPr lang="en-US" sz="1471" b="1">
                  <a:solidFill>
                    <a:schemeClr val="accent2"/>
                  </a:solidFill>
                </a:rPr>
                <a:t>Start up and Planning</a:t>
              </a:r>
              <a:endParaRPr sz="1471" b="1">
                <a:solidFill>
                  <a:schemeClr val="accent2"/>
                </a:solidFill>
              </a:endParaRPr>
            </a:p>
          </p:txBody>
        </p:sp>
        <p:sp>
          <p:nvSpPr>
            <p:cNvPr id="1045" name="Google Shape;1045;p49"/>
            <p:cNvSpPr txBox="1"/>
            <p:nvPr/>
          </p:nvSpPr>
          <p:spPr>
            <a:xfrm>
              <a:off x="2283877" y="2776006"/>
              <a:ext cx="1605900" cy="737400"/>
            </a:xfrm>
            <a:prstGeom prst="rect">
              <a:avLst/>
            </a:prstGeom>
            <a:noFill/>
            <a:ln>
              <a:noFill/>
            </a:ln>
          </p:spPr>
          <p:txBody>
            <a:bodyPr spcFirstLastPara="1" wrap="square" lIns="137950" tIns="137950" rIns="137950" bIns="137950" anchor="t" anchorCtr="0">
              <a:noAutofit/>
            </a:bodyPr>
            <a:lstStyle/>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Hold a kick-off meeting</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Finalize the project schedule</a:t>
              </a: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Establish requirements for document handling</a:t>
              </a:r>
            </a:p>
            <a:p>
              <a:pPr marL="475228" lvl="0" indent="-303618">
                <a:lnSpc>
                  <a:spcPct val="115000"/>
                </a:lnSpc>
                <a:buClr>
                  <a:schemeClr val="dk1"/>
                </a:buClr>
                <a:buSzPts val="1039"/>
                <a:buChar char="●"/>
              </a:pPr>
              <a:r>
                <a:rPr lang="en-US" sz="1039" dirty="0">
                  <a:solidFill>
                    <a:schemeClr val="dk1"/>
                  </a:solidFill>
                </a:rPr>
                <a:t>Finalize requirements and scope</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Send OVA to security team</a:t>
              </a:r>
              <a:endParaRPr sz="1039" dirty="0">
                <a:solidFill>
                  <a:schemeClr val="dk1"/>
                </a:solidFill>
              </a:endParaRPr>
            </a:p>
          </p:txBody>
        </p:sp>
        <p:sp>
          <p:nvSpPr>
            <p:cNvPr id="1046" name="Google Shape;1046;p49"/>
            <p:cNvSpPr txBox="1"/>
            <p:nvPr/>
          </p:nvSpPr>
          <p:spPr>
            <a:xfrm>
              <a:off x="2574547" y="1574025"/>
              <a:ext cx="624300" cy="241200"/>
            </a:xfrm>
            <a:prstGeom prst="rect">
              <a:avLst/>
            </a:prstGeom>
            <a:noFill/>
            <a:ln>
              <a:noFill/>
            </a:ln>
          </p:spPr>
          <p:txBody>
            <a:bodyPr spcFirstLastPara="1" wrap="square" lIns="137950" tIns="137950" rIns="137950" bIns="137950" anchor="t" anchorCtr="0">
              <a:noAutofit/>
            </a:bodyPr>
            <a:lstStyle/>
            <a:p>
              <a:pPr marL="0" lvl="0" indent="0" algn="r" rtl="0">
                <a:lnSpc>
                  <a:spcPct val="115000"/>
                </a:lnSpc>
                <a:spcBef>
                  <a:spcPts val="0"/>
                </a:spcBef>
                <a:spcAft>
                  <a:spcPts val="2377"/>
                </a:spcAft>
                <a:buNone/>
              </a:pPr>
              <a:r>
                <a:rPr lang="en-US" sz="1245">
                  <a:solidFill>
                    <a:schemeClr val="accent2"/>
                  </a:solidFill>
                </a:rPr>
                <a:t>Step 2</a:t>
              </a:r>
              <a:endParaRPr sz="1245">
                <a:solidFill>
                  <a:schemeClr val="accent2"/>
                </a:solidFill>
              </a:endParaRPr>
            </a:p>
          </p:txBody>
        </p:sp>
      </p:grpSp>
      <p:grpSp>
        <p:nvGrpSpPr>
          <p:cNvPr id="1047" name="Google Shape;1047;p49"/>
          <p:cNvGrpSpPr/>
          <p:nvPr/>
        </p:nvGrpSpPr>
        <p:grpSpPr>
          <a:xfrm>
            <a:off x="5053836" y="1489758"/>
            <a:ext cx="2478858" cy="3103591"/>
            <a:chOff x="3732107" y="1574025"/>
            <a:chExt cx="1642825" cy="1939381"/>
          </a:xfrm>
        </p:grpSpPr>
        <p:cxnSp>
          <p:nvCxnSpPr>
            <p:cNvPr id="1048" name="Google Shape;1048;p49"/>
            <p:cNvCxnSpPr/>
            <p:nvPr/>
          </p:nvCxnSpPr>
          <p:spPr>
            <a:xfrm>
              <a:off x="4637135" y="1695421"/>
              <a:ext cx="718500" cy="741900"/>
            </a:xfrm>
            <a:prstGeom prst="straightConnector1">
              <a:avLst/>
            </a:prstGeom>
            <a:noFill/>
            <a:ln w="9525" cap="flat" cmpd="sng">
              <a:solidFill>
                <a:schemeClr val="accent5"/>
              </a:solidFill>
              <a:prstDash val="solid"/>
              <a:round/>
              <a:headEnd type="none" w="sm" len="sm"/>
              <a:tailEnd type="none" w="sm" len="sm"/>
            </a:ln>
          </p:spPr>
        </p:cxnSp>
        <p:sp>
          <p:nvSpPr>
            <p:cNvPr id="1049" name="Google Shape;1049;p49"/>
            <p:cNvSpPr/>
            <p:nvPr/>
          </p:nvSpPr>
          <p:spPr>
            <a:xfrm flipH="1">
              <a:off x="3768859" y="2306625"/>
              <a:ext cx="1605900" cy="143400"/>
            </a:xfrm>
            <a:prstGeom prst="parallelogram">
              <a:avLst>
                <a:gd name="adj" fmla="val 96952"/>
              </a:avLst>
            </a:prstGeom>
            <a:gradFill>
              <a:gsLst>
                <a:gs pos="0">
                  <a:schemeClr val="accent5"/>
                </a:gs>
                <a:gs pos="100000">
                  <a:schemeClr val="accent1"/>
                </a:gs>
              </a:gsLst>
              <a:lin ang="10800025"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r>
                <a:rPr lang="en-US" sz="2150"/>
                <a:t>  </a:t>
              </a:r>
              <a:endParaRPr sz="2150"/>
            </a:p>
          </p:txBody>
        </p:sp>
        <p:sp>
          <p:nvSpPr>
            <p:cNvPr id="1050" name="Google Shape;1050;p49"/>
            <p:cNvSpPr/>
            <p:nvPr/>
          </p:nvSpPr>
          <p:spPr>
            <a:xfrm>
              <a:off x="3769032" y="2460450"/>
              <a:ext cx="1605900" cy="143400"/>
            </a:xfrm>
            <a:prstGeom prst="parallelogram">
              <a:avLst>
                <a:gd name="adj" fmla="val 96952"/>
              </a:avLst>
            </a:prstGeom>
            <a:gradFill>
              <a:gsLst>
                <a:gs pos="0">
                  <a:schemeClr val="accent1"/>
                </a:gs>
                <a:gs pos="100000">
                  <a:schemeClr val="accent5"/>
                </a:gs>
              </a:gsLst>
              <a:lin ang="10800025"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endParaRPr sz="1455"/>
            </a:p>
          </p:txBody>
        </p:sp>
        <p:sp>
          <p:nvSpPr>
            <p:cNvPr id="1051" name="Google Shape;1051;p49"/>
            <p:cNvSpPr txBox="1"/>
            <p:nvPr/>
          </p:nvSpPr>
          <p:spPr>
            <a:xfrm>
              <a:off x="3732107" y="1972699"/>
              <a:ext cx="1324200" cy="446400"/>
            </a:xfrm>
            <a:prstGeom prst="rect">
              <a:avLst/>
            </a:prstGeom>
            <a:noFill/>
            <a:ln>
              <a:noFill/>
            </a:ln>
          </p:spPr>
          <p:txBody>
            <a:bodyPr spcFirstLastPara="1" wrap="square" lIns="137950" tIns="137950" rIns="137950" bIns="137950" anchor="b" anchorCtr="0">
              <a:noAutofit/>
            </a:bodyPr>
            <a:lstStyle/>
            <a:p>
              <a:pPr marL="0" lvl="0" indent="0" algn="l" rtl="0">
                <a:lnSpc>
                  <a:spcPct val="115000"/>
                </a:lnSpc>
                <a:spcBef>
                  <a:spcPts val="0"/>
                </a:spcBef>
                <a:spcAft>
                  <a:spcPts val="0"/>
                </a:spcAft>
                <a:buNone/>
              </a:pPr>
              <a:r>
                <a:rPr lang="en-US" sz="1471" b="1" dirty="0">
                  <a:solidFill>
                    <a:schemeClr val="accent5"/>
                  </a:solidFill>
                </a:rPr>
                <a:t>Design Workshop</a:t>
              </a:r>
              <a:endParaRPr sz="1471" b="1" dirty="0">
                <a:solidFill>
                  <a:schemeClr val="accent5"/>
                </a:solidFill>
              </a:endParaRPr>
            </a:p>
          </p:txBody>
        </p:sp>
        <p:sp>
          <p:nvSpPr>
            <p:cNvPr id="1052" name="Google Shape;1052;p49"/>
            <p:cNvSpPr txBox="1"/>
            <p:nvPr/>
          </p:nvSpPr>
          <p:spPr>
            <a:xfrm>
              <a:off x="3732110" y="2776006"/>
              <a:ext cx="1642800" cy="737400"/>
            </a:xfrm>
            <a:prstGeom prst="rect">
              <a:avLst/>
            </a:prstGeom>
            <a:noFill/>
            <a:ln>
              <a:noFill/>
            </a:ln>
          </p:spPr>
          <p:txBody>
            <a:bodyPr spcFirstLastPara="1" wrap="square" lIns="137950" tIns="137950" rIns="137950" bIns="137950" anchor="t" anchorCtr="0">
              <a:noAutofit/>
            </a:bodyPr>
            <a:lstStyle/>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Conduct Design Workshop to plan implementation</a:t>
              </a:r>
            </a:p>
            <a:p>
              <a:pPr marL="475228" lvl="3" indent="-303618">
                <a:lnSpc>
                  <a:spcPct val="115000"/>
                </a:lnSpc>
                <a:buClr>
                  <a:schemeClr val="dk1"/>
                </a:buClr>
                <a:buSzPts val="1039"/>
                <a:buChar char="●"/>
              </a:pPr>
              <a:r>
                <a:rPr lang="en-US" sz="1039" dirty="0">
                  <a:solidFill>
                    <a:schemeClr val="dk1"/>
                  </a:solidFill>
                </a:rPr>
                <a:t>Review controls in Configuration Workbook</a:t>
              </a:r>
            </a:p>
            <a:p>
              <a:pPr marL="475228" lvl="3" indent="-303618">
                <a:lnSpc>
                  <a:spcPct val="115000"/>
                </a:lnSpc>
                <a:buClr>
                  <a:schemeClr val="dk1"/>
                </a:buClr>
                <a:buSzPts val="1039"/>
                <a:buChar char="●"/>
              </a:pPr>
              <a:r>
                <a:rPr lang="en-US" sz="1039" dirty="0">
                  <a:solidFill>
                    <a:schemeClr val="dk1"/>
                  </a:solidFill>
                </a:rPr>
                <a:t>Determine Action Needed and Suggested Value for controls</a:t>
              </a:r>
            </a:p>
            <a:p>
              <a:pPr marL="475228" lvl="3" indent="-303618">
                <a:lnSpc>
                  <a:spcPct val="115000"/>
                </a:lnSpc>
                <a:buClr>
                  <a:schemeClr val="dk1"/>
                </a:buClr>
                <a:buSzPts val="1039"/>
                <a:buChar char="●"/>
              </a:pPr>
              <a:r>
                <a:rPr lang="en-US" sz="1039" dirty="0">
                  <a:solidFill>
                    <a:schemeClr val="dk1"/>
                  </a:solidFill>
                </a:rPr>
                <a:t>Determine implementation plan</a:t>
              </a:r>
              <a:endParaRPr sz="1039" dirty="0">
                <a:solidFill>
                  <a:schemeClr val="dk1"/>
                </a:solidFill>
              </a:endParaRPr>
            </a:p>
          </p:txBody>
        </p:sp>
        <p:sp>
          <p:nvSpPr>
            <p:cNvPr id="1053" name="Google Shape;1053;p49"/>
            <p:cNvSpPr txBox="1"/>
            <p:nvPr/>
          </p:nvSpPr>
          <p:spPr>
            <a:xfrm>
              <a:off x="4059607" y="1574025"/>
              <a:ext cx="624300" cy="241200"/>
            </a:xfrm>
            <a:prstGeom prst="rect">
              <a:avLst/>
            </a:prstGeom>
            <a:noFill/>
            <a:ln>
              <a:noFill/>
            </a:ln>
          </p:spPr>
          <p:txBody>
            <a:bodyPr spcFirstLastPara="1" wrap="square" lIns="137950" tIns="137950" rIns="137950" bIns="137950" anchor="t" anchorCtr="0">
              <a:noAutofit/>
            </a:bodyPr>
            <a:lstStyle/>
            <a:p>
              <a:pPr marL="0" lvl="0" indent="0" algn="r" rtl="0">
                <a:lnSpc>
                  <a:spcPct val="115000"/>
                </a:lnSpc>
                <a:spcBef>
                  <a:spcPts val="0"/>
                </a:spcBef>
                <a:spcAft>
                  <a:spcPts val="2377"/>
                </a:spcAft>
                <a:buNone/>
              </a:pPr>
              <a:r>
                <a:rPr lang="en-US" sz="1245">
                  <a:solidFill>
                    <a:schemeClr val="accent5"/>
                  </a:solidFill>
                </a:rPr>
                <a:t>Step 3</a:t>
              </a:r>
              <a:endParaRPr sz="1245">
                <a:solidFill>
                  <a:schemeClr val="accent5"/>
                </a:solidFill>
              </a:endParaRPr>
            </a:p>
          </p:txBody>
        </p:sp>
      </p:grpSp>
      <p:grpSp>
        <p:nvGrpSpPr>
          <p:cNvPr id="1054" name="Google Shape;1054;p49"/>
          <p:cNvGrpSpPr/>
          <p:nvPr/>
        </p:nvGrpSpPr>
        <p:grpSpPr>
          <a:xfrm>
            <a:off x="7243940" y="1489758"/>
            <a:ext cx="2533668" cy="3103591"/>
            <a:chOff x="5183564" y="1574025"/>
            <a:chExt cx="1679149" cy="1939381"/>
          </a:xfrm>
        </p:grpSpPr>
        <p:cxnSp>
          <p:nvCxnSpPr>
            <p:cNvPr id="1055" name="Google Shape;1055;p49"/>
            <p:cNvCxnSpPr/>
            <p:nvPr/>
          </p:nvCxnSpPr>
          <p:spPr>
            <a:xfrm>
              <a:off x="6124917" y="1695421"/>
              <a:ext cx="718500" cy="741900"/>
            </a:xfrm>
            <a:prstGeom prst="straightConnector1">
              <a:avLst/>
            </a:prstGeom>
            <a:noFill/>
            <a:ln w="9525" cap="flat" cmpd="sng">
              <a:solidFill>
                <a:schemeClr val="accent1"/>
              </a:solidFill>
              <a:prstDash val="solid"/>
              <a:round/>
              <a:headEnd type="none" w="sm" len="sm"/>
              <a:tailEnd type="none" w="sm" len="sm"/>
            </a:ln>
          </p:spPr>
        </p:cxnSp>
        <p:sp>
          <p:nvSpPr>
            <p:cNvPr id="1056" name="Google Shape;1056;p49"/>
            <p:cNvSpPr/>
            <p:nvPr/>
          </p:nvSpPr>
          <p:spPr>
            <a:xfrm flipH="1">
              <a:off x="5256641" y="2306625"/>
              <a:ext cx="1605900" cy="143400"/>
            </a:xfrm>
            <a:prstGeom prst="parallelogram">
              <a:avLst>
                <a:gd name="adj" fmla="val 96952"/>
              </a:avLst>
            </a:prstGeom>
            <a:gradFill>
              <a:gsLst>
                <a:gs pos="0">
                  <a:schemeClr val="accent1"/>
                </a:gs>
                <a:gs pos="100000">
                  <a:schemeClr val="accent4"/>
                </a:gs>
              </a:gsLst>
              <a:lin ang="10800025"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r>
                <a:rPr lang="en-US" sz="2150"/>
                <a:t>  </a:t>
              </a:r>
              <a:endParaRPr sz="2150"/>
            </a:p>
          </p:txBody>
        </p:sp>
        <p:sp>
          <p:nvSpPr>
            <p:cNvPr id="1057" name="Google Shape;1057;p49"/>
            <p:cNvSpPr/>
            <p:nvPr/>
          </p:nvSpPr>
          <p:spPr>
            <a:xfrm>
              <a:off x="5256813" y="2460450"/>
              <a:ext cx="1605900" cy="143400"/>
            </a:xfrm>
            <a:prstGeom prst="parallelogram">
              <a:avLst>
                <a:gd name="adj" fmla="val 96952"/>
              </a:avLst>
            </a:prstGeom>
            <a:gradFill>
              <a:gsLst>
                <a:gs pos="0">
                  <a:schemeClr val="accent1"/>
                </a:gs>
                <a:gs pos="100000">
                  <a:schemeClr val="accent4"/>
                </a:gs>
              </a:gsLst>
              <a:lin ang="18900044"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endParaRPr sz="1455"/>
            </a:p>
          </p:txBody>
        </p:sp>
        <p:sp>
          <p:nvSpPr>
            <p:cNvPr id="1058" name="Google Shape;1058;p49"/>
            <p:cNvSpPr txBox="1"/>
            <p:nvPr/>
          </p:nvSpPr>
          <p:spPr>
            <a:xfrm>
              <a:off x="5183564" y="1980955"/>
              <a:ext cx="1397700" cy="446400"/>
            </a:xfrm>
            <a:prstGeom prst="rect">
              <a:avLst/>
            </a:prstGeom>
            <a:noFill/>
            <a:ln>
              <a:noFill/>
            </a:ln>
          </p:spPr>
          <p:txBody>
            <a:bodyPr spcFirstLastPara="1" wrap="square" lIns="137950" tIns="137950" rIns="137950" bIns="137950" anchor="b" anchorCtr="0">
              <a:noAutofit/>
            </a:bodyPr>
            <a:lstStyle/>
            <a:p>
              <a:pPr marL="0" lvl="0" indent="0" algn="l" rtl="0">
                <a:lnSpc>
                  <a:spcPct val="115000"/>
                </a:lnSpc>
                <a:spcBef>
                  <a:spcPts val="0"/>
                </a:spcBef>
                <a:spcAft>
                  <a:spcPts val="0"/>
                </a:spcAft>
                <a:buNone/>
              </a:pPr>
              <a:r>
                <a:rPr lang="en-US" sz="1471" b="1" dirty="0">
                  <a:solidFill>
                    <a:schemeClr val="accent1"/>
                  </a:solidFill>
                </a:rPr>
                <a:t>Implementation and Verification</a:t>
              </a:r>
              <a:endParaRPr sz="1471" b="1" dirty="0">
                <a:solidFill>
                  <a:schemeClr val="accent1"/>
                </a:solidFill>
              </a:endParaRPr>
            </a:p>
          </p:txBody>
        </p:sp>
        <p:sp>
          <p:nvSpPr>
            <p:cNvPr id="1059" name="Google Shape;1059;p49"/>
            <p:cNvSpPr txBox="1"/>
            <p:nvPr/>
          </p:nvSpPr>
          <p:spPr>
            <a:xfrm>
              <a:off x="5327740" y="2776006"/>
              <a:ext cx="1515600" cy="737400"/>
            </a:xfrm>
            <a:prstGeom prst="rect">
              <a:avLst/>
            </a:prstGeom>
            <a:noFill/>
            <a:ln>
              <a:noFill/>
            </a:ln>
          </p:spPr>
          <p:txBody>
            <a:bodyPr spcFirstLastPara="1" wrap="square" lIns="137950" tIns="137950" rIns="137950" bIns="137950" anchor="t" anchorCtr="0">
              <a:noAutofit/>
            </a:bodyPr>
            <a:lstStyle/>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Implement controls</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Perform post implementation verification</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Update Verification Workbook</a:t>
              </a:r>
              <a:endParaRPr sz="1039" dirty="0">
                <a:solidFill>
                  <a:schemeClr val="dk1"/>
                </a:solidFill>
              </a:endParaRPr>
            </a:p>
            <a:p>
              <a:pPr marL="0" lvl="0" indent="0" algn="l" rtl="0">
                <a:lnSpc>
                  <a:spcPct val="115000"/>
                </a:lnSpc>
                <a:spcBef>
                  <a:spcPts val="2377"/>
                </a:spcBef>
                <a:spcAft>
                  <a:spcPts val="2377"/>
                </a:spcAft>
                <a:buNone/>
              </a:pPr>
              <a:endParaRPr sz="1245" dirty="0">
                <a:solidFill>
                  <a:srgbClr val="858585"/>
                </a:solidFill>
                <a:latin typeface="Roboto"/>
                <a:ea typeface="Roboto"/>
                <a:cs typeface="Roboto"/>
                <a:sym typeface="Roboto"/>
              </a:endParaRPr>
            </a:p>
          </p:txBody>
        </p:sp>
        <p:sp>
          <p:nvSpPr>
            <p:cNvPr id="1060" name="Google Shape;1060;p49"/>
            <p:cNvSpPr txBox="1"/>
            <p:nvPr/>
          </p:nvSpPr>
          <p:spPr>
            <a:xfrm>
              <a:off x="5547394" y="1574025"/>
              <a:ext cx="624300" cy="241200"/>
            </a:xfrm>
            <a:prstGeom prst="rect">
              <a:avLst/>
            </a:prstGeom>
            <a:noFill/>
            <a:ln>
              <a:noFill/>
            </a:ln>
          </p:spPr>
          <p:txBody>
            <a:bodyPr spcFirstLastPara="1" wrap="square" lIns="137950" tIns="137950" rIns="137950" bIns="137950" anchor="t" anchorCtr="0">
              <a:noAutofit/>
            </a:bodyPr>
            <a:lstStyle/>
            <a:p>
              <a:pPr marL="0" lvl="0" indent="0" algn="r" rtl="0">
                <a:lnSpc>
                  <a:spcPct val="115000"/>
                </a:lnSpc>
                <a:spcBef>
                  <a:spcPts val="0"/>
                </a:spcBef>
                <a:spcAft>
                  <a:spcPts val="2377"/>
                </a:spcAft>
                <a:buNone/>
              </a:pPr>
              <a:r>
                <a:rPr lang="en-US" sz="1245">
                  <a:solidFill>
                    <a:schemeClr val="accent1"/>
                  </a:solidFill>
                </a:rPr>
                <a:t>Step 4</a:t>
              </a:r>
              <a:endParaRPr sz="1245">
                <a:solidFill>
                  <a:schemeClr val="accent1"/>
                </a:solidFill>
              </a:endParaRPr>
            </a:p>
          </p:txBody>
        </p:sp>
      </p:grpSp>
      <p:grpSp>
        <p:nvGrpSpPr>
          <p:cNvPr id="1061" name="Google Shape;1061;p49"/>
          <p:cNvGrpSpPr/>
          <p:nvPr/>
        </p:nvGrpSpPr>
        <p:grpSpPr>
          <a:xfrm>
            <a:off x="9587847" y="1489758"/>
            <a:ext cx="2430703" cy="3145591"/>
            <a:chOff x="6736952" y="1574025"/>
            <a:chExt cx="1610911" cy="1965626"/>
          </a:xfrm>
        </p:grpSpPr>
        <p:cxnSp>
          <p:nvCxnSpPr>
            <p:cNvPr id="1062" name="Google Shape;1062;p49"/>
            <p:cNvCxnSpPr/>
            <p:nvPr/>
          </p:nvCxnSpPr>
          <p:spPr>
            <a:xfrm>
              <a:off x="7610066" y="1695421"/>
              <a:ext cx="718500" cy="741900"/>
            </a:xfrm>
            <a:prstGeom prst="straightConnector1">
              <a:avLst/>
            </a:prstGeom>
            <a:noFill/>
            <a:ln w="9525" cap="flat" cmpd="sng">
              <a:solidFill>
                <a:schemeClr val="accent4"/>
              </a:solidFill>
              <a:prstDash val="solid"/>
              <a:round/>
              <a:headEnd type="none" w="sm" len="sm"/>
              <a:tailEnd type="none" w="sm" len="sm"/>
            </a:ln>
          </p:spPr>
        </p:cxnSp>
        <p:sp>
          <p:nvSpPr>
            <p:cNvPr id="1063" name="Google Shape;1063;p49"/>
            <p:cNvSpPr/>
            <p:nvPr/>
          </p:nvSpPr>
          <p:spPr>
            <a:xfrm flipH="1">
              <a:off x="6741789" y="2306625"/>
              <a:ext cx="1605900" cy="143400"/>
            </a:xfrm>
            <a:prstGeom prst="parallelogram">
              <a:avLst>
                <a:gd name="adj" fmla="val 96952"/>
              </a:avLst>
            </a:prstGeom>
            <a:gradFill>
              <a:gsLst>
                <a:gs pos="0">
                  <a:srgbClr val="0095C4"/>
                </a:gs>
                <a:gs pos="20000">
                  <a:srgbClr val="0095C4"/>
                </a:gs>
                <a:gs pos="80000">
                  <a:schemeClr val="accent4"/>
                </a:gs>
                <a:gs pos="100000">
                  <a:schemeClr val="accent4"/>
                </a:gs>
              </a:gsLst>
              <a:lin ang="0"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r>
                <a:rPr lang="en-US" sz="2150"/>
                <a:t>  </a:t>
              </a:r>
              <a:endParaRPr sz="2150"/>
            </a:p>
          </p:txBody>
        </p:sp>
        <p:sp>
          <p:nvSpPr>
            <p:cNvPr id="1064" name="Google Shape;1064;p49"/>
            <p:cNvSpPr/>
            <p:nvPr/>
          </p:nvSpPr>
          <p:spPr>
            <a:xfrm>
              <a:off x="6741962" y="2460450"/>
              <a:ext cx="1605900" cy="143400"/>
            </a:xfrm>
            <a:prstGeom prst="parallelogram">
              <a:avLst>
                <a:gd name="adj" fmla="val 96952"/>
              </a:avLst>
            </a:prstGeom>
            <a:gradFill>
              <a:gsLst>
                <a:gs pos="0">
                  <a:schemeClr val="accent4"/>
                </a:gs>
                <a:gs pos="21000">
                  <a:schemeClr val="accent4"/>
                </a:gs>
                <a:gs pos="89000">
                  <a:schemeClr val="accent3"/>
                </a:gs>
                <a:gs pos="100000">
                  <a:schemeClr val="accent3"/>
                </a:gs>
              </a:gsLst>
              <a:lin ang="18900732"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endParaRPr sz="1455"/>
            </a:p>
          </p:txBody>
        </p:sp>
        <p:sp>
          <p:nvSpPr>
            <p:cNvPr id="1065" name="Google Shape;1065;p49"/>
            <p:cNvSpPr txBox="1"/>
            <p:nvPr/>
          </p:nvSpPr>
          <p:spPr>
            <a:xfrm>
              <a:off x="6736952" y="1980955"/>
              <a:ext cx="1324200" cy="446400"/>
            </a:xfrm>
            <a:prstGeom prst="rect">
              <a:avLst/>
            </a:prstGeom>
            <a:noFill/>
            <a:ln>
              <a:noFill/>
            </a:ln>
          </p:spPr>
          <p:txBody>
            <a:bodyPr spcFirstLastPara="1" wrap="square" lIns="137950" tIns="137950" rIns="137950" bIns="137950" anchor="b" anchorCtr="0">
              <a:noAutofit/>
            </a:bodyPr>
            <a:lstStyle/>
            <a:p>
              <a:pPr marL="0" lvl="0" indent="0" algn="l" rtl="0">
                <a:lnSpc>
                  <a:spcPct val="115000"/>
                </a:lnSpc>
                <a:spcBef>
                  <a:spcPts val="0"/>
                </a:spcBef>
                <a:spcAft>
                  <a:spcPts val="0"/>
                </a:spcAft>
                <a:buNone/>
              </a:pPr>
              <a:r>
                <a:rPr lang="en-US" sz="1471" b="1" dirty="0">
                  <a:solidFill>
                    <a:schemeClr val="accent4"/>
                  </a:solidFill>
                </a:rPr>
                <a:t>Knowledge Transfer Workshop</a:t>
              </a:r>
              <a:endParaRPr sz="1471" b="1" dirty="0">
                <a:solidFill>
                  <a:schemeClr val="accent4"/>
                </a:solidFill>
              </a:endParaRPr>
            </a:p>
          </p:txBody>
        </p:sp>
        <p:sp>
          <p:nvSpPr>
            <p:cNvPr id="1066" name="Google Shape;1066;p49"/>
            <p:cNvSpPr txBox="1"/>
            <p:nvPr/>
          </p:nvSpPr>
          <p:spPr>
            <a:xfrm>
              <a:off x="6831391" y="2802251"/>
              <a:ext cx="1512600" cy="737400"/>
            </a:xfrm>
            <a:prstGeom prst="rect">
              <a:avLst/>
            </a:prstGeom>
            <a:noFill/>
            <a:ln>
              <a:noFill/>
            </a:ln>
          </p:spPr>
          <p:txBody>
            <a:bodyPr spcFirstLastPara="1" wrap="square" lIns="137950" tIns="137950" rIns="137950" bIns="137950" anchor="t" anchorCtr="0">
              <a:noAutofit/>
            </a:bodyPr>
            <a:lstStyle/>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Conduct Knowledge Transfer Workshop</a:t>
              </a:r>
              <a:endParaRPr sz="1039" dirty="0">
                <a:solidFill>
                  <a:schemeClr val="dk1"/>
                </a:solidFill>
              </a:endParaRPr>
            </a:p>
          </p:txBody>
        </p:sp>
        <p:sp>
          <p:nvSpPr>
            <p:cNvPr id="1067" name="Google Shape;1067;p49"/>
            <p:cNvSpPr txBox="1"/>
            <p:nvPr/>
          </p:nvSpPr>
          <p:spPr>
            <a:xfrm>
              <a:off x="7035305" y="1574025"/>
              <a:ext cx="624300" cy="241200"/>
            </a:xfrm>
            <a:prstGeom prst="rect">
              <a:avLst/>
            </a:prstGeom>
            <a:noFill/>
            <a:ln>
              <a:noFill/>
            </a:ln>
          </p:spPr>
          <p:txBody>
            <a:bodyPr spcFirstLastPara="1" wrap="square" lIns="137950" tIns="137950" rIns="137950" bIns="137950" anchor="t" anchorCtr="0">
              <a:noAutofit/>
            </a:bodyPr>
            <a:lstStyle/>
            <a:p>
              <a:pPr marL="0" lvl="0" indent="0" algn="r" rtl="0">
                <a:lnSpc>
                  <a:spcPct val="115000"/>
                </a:lnSpc>
                <a:spcBef>
                  <a:spcPts val="0"/>
                </a:spcBef>
                <a:spcAft>
                  <a:spcPts val="2377"/>
                </a:spcAft>
                <a:buNone/>
              </a:pPr>
              <a:r>
                <a:rPr lang="en-US" sz="1245">
                  <a:solidFill>
                    <a:schemeClr val="accent4"/>
                  </a:solidFill>
                </a:rPr>
                <a:t>Step 5</a:t>
              </a:r>
              <a:endParaRPr sz="1245">
                <a:solidFill>
                  <a:schemeClr val="accent4"/>
                </a:solidFill>
              </a:endParaRPr>
            </a:p>
          </p:txBody>
        </p:sp>
      </p:grpSp>
      <p:sp>
        <p:nvSpPr>
          <p:cNvPr id="1068" name="Google Shape;1068;p49"/>
          <p:cNvSpPr/>
          <p:nvPr/>
        </p:nvSpPr>
        <p:spPr>
          <a:xfrm>
            <a:off x="579805" y="5173574"/>
            <a:ext cx="11455200" cy="403200"/>
          </a:xfrm>
          <a:prstGeom prst="leftRightArrow">
            <a:avLst>
              <a:gd name="adj1" fmla="val 50000"/>
              <a:gd name="adj2" fmla="val 50000"/>
            </a:avLst>
          </a:prstGeom>
          <a:solidFill>
            <a:schemeClr val="accent2"/>
          </a:solidFill>
          <a:ln w="25400" cap="flat" cmpd="sng">
            <a:solidFill>
              <a:srgbClr val="52515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lt1"/>
                </a:solidFill>
                <a:latin typeface="Arial"/>
                <a:ea typeface="Arial"/>
                <a:cs typeface="Arial"/>
                <a:sym typeface="Arial"/>
              </a:rPr>
              <a:t>Weekly Status Checkpoints and Open Communication</a:t>
            </a:r>
            <a:endParaRPr/>
          </a:p>
        </p:txBody>
      </p:sp>
      <p:sp>
        <p:nvSpPr>
          <p:cNvPr id="2" name="Rectangle 1">
            <a:extLst>
              <a:ext uri="{FF2B5EF4-FFF2-40B4-BE49-F238E27FC236}">
                <a16:creationId xmlns:a16="http://schemas.microsoft.com/office/drawing/2014/main" id="{D57300AA-D3CE-C5C3-F1A5-DE35425F6268}"/>
              </a:ext>
            </a:extLst>
          </p:cNvPr>
          <p:cNvSpPr/>
          <p:nvPr/>
        </p:nvSpPr>
        <p:spPr>
          <a:xfrm>
            <a:off x="10427368" y="216568"/>
            <a:ext cx="1291390" cy="843062"/>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Use this slide if it is a hardening engagement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p49"/>
          <p:cNvSpPr txBox="1">
            <a:spLocks noGrp="1"/>
          </p:cNvSpPr>
          <p:nvPr>
            <p:ph type="title"/>
          </p:nvPr>
        </p:nvSpPr>
        <p:spPr>
          <a:xfrm>
            <a:off x="579809" y="412751"/>
            <a:ext cx="11001000" cy="3810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dirty="0"/>
              <a:t>VCF Security Configuration Assessment</a:t>
            </a:r>
            <a:endParaRPr dirty="0"/>
          </a:p>
        </p:txBody>
      </p:sp>
      <p:sp>
        <p:nvSpPr>
          <p:cNvPr id="1031" name="Google Shape;1031;p49"/>
          <p:cNvSpPr txBox="1">
            <a:spLocks noGrp="1"/>
          </p:cNvSpPr>
          <p:nvPr>
            <p:ph type="subTitle" idx="1"/>
          </p:nvPr>
        </p:nvSpPr>
        <p:spPr>
          <a:xfrm>
            <a:off x="592866" y="811830"/>
            <a:ext cx="10962600" cy="2478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800"/>
              <a:buFont typeface="Arial"/>
              <a:buNone/>
            </a:pPr>
            <a:r>
              <a:rPr lang="en-US" dirty="0"/>
              <a:t>Methodology &amp; Approach</a:t>
            </a:r>
            <a:endParaRPr dirty="0"/>
          </a:p>
          <a:p>
            <a:pPr marL="0" lvl="0" indent="0" algn="l" rtl="0">
              <a:spcBef>
                <a:spcPts val="0"/>
              </a:spcBef>
              <a:spcAft>
                <a:spcPts val="1200"/>
              </a:spcAft>
              <a:buNone/>
            </a:pPr>
            <a:endParaRPr dirty="0"/>
          </a:p>
        </p:txBody>
      </p:sp>
      <p:grpSp>
        <p:nvGrpSpPr>
          <p:cNvPr id="1032" name="Google Shape;1032;p49"/>
          <p:cNvGrpSpPr/>
          <p:nvPr/>
        </p:nvGrpSpPr>
        <p:grpSpPr>
          <a:xfrm>
            <a:off x="623750" y="1489758"/>
            <a:ext cx="2423407" cy="3103591"/>
            <a:chOff x="796136" y="1574025"/>
            <a:chExt cx="1606075" cy="1939381"/>
          </a:xfrm>
        </p:grpSpPr>
        <p:grpSp>
          <p:nvGrpSpPr>
            <p:cNvPr id="1033" name="Google Shape;1033;p49"/>
            <p:cNvGrpSpPr/>
            <p:nvPr/>
          </p:nvGrpSpPr>
          <p:grpSpPr>
            <a:xfrm>
              <a:off x="796138" y="1695421"/>
              <a:ext cx="1606073" cy="908429"/>
              <a:chOff x="796138" y="1695421"/>
              <a:chExt cx="1606073" cy="908429"/>
            </a:xfrm>
          </p:grpSpPr>
          <p:cxnSp>
            <p:nvCxnSpPr>
              <p:cNvPr id="1034" name="Google Shape;1034;p49"/>
              <p:cNvCxnSpPr/>
              <p:nvPr/>
            </p:nvCxnSpPr>
            <p:spPr>
              <a:xfrm>
                <a:off x="1664415" y="1695421"/>
                <a:ext cx="718500" cy="741900"/>
              </a:xfrm>
              <a:prstGeom prst="straightConnector1">
                <a:avLst/>
              </a:prstGeom>
              <a:noFill/>
              <a:ln w="9525" cap="flat" cmpd="sng">
                <a:solidFill>
                  <a:schemeClr val="accent3"/>
                </a:solidFill>
                <a:prstDash val="solid"/>
                <a:round/>
                <a:headEnd type="none" w="sm" len="sm"/>
                <a:tailEnd type="none" w="sm" len="sm"/>
              </a:ln>
            </p:spPr>
          </p:cxnSp>
          <p:sp>
            <p:nvSpPr>
              <p:cNvPr id="1035" name="Google Shape;1035;p49"/>
              <p:cNvSpPr/>
              <p:nvPr/>
            </p:nvSpPr>
            <p:spPr>
              <a:xfrm flipH="1">
                <a:off x="796138" y="2306625"/>
                <a:ext cx="1605900" cy="143400"/>
              </a:xfrm>
              <a:prstGeom prst="parallelogram">
                <a:avLst>
                  <a:gd name="adj" fmla="val 96952"/>
                </a:avLst>
              </a:prstGeom>
              <a:gradFill>
                <a:gsLst>
                  <a:gs pos="0">
                    <a:schemeClr val="accent2"/>
                  </a:gs>
                  <a:gs pos="21000">
                    <a:schemeClr val="accent2"/>
                  </a:gs>
                  <a:gs pos="83000">
                    <a:srgbClr val="0095C4"/>
                  </a:gs>
                  <a:gs pos="100000">
                    <a:srgbClr val="0095C4"/>
                  </a:gs>
                </a:gsLst>
                <a:lin ang="18900732"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r>
                  <a:rPr lang="en-US" sz="2150"/>
                  <a:t>  </a:t>
                </a:r>
                <a:endParaRPr sz="2150"/>
              </a:p>
            </p:txBody>
          </p:sp>
          <p:sp>
            <p:nvSpPr>
              <p:cNvPr id="1036" name="Google Shape;1036;p49"/>
              <p:cNvSpPr/>
              <p:nvPr/>
            </p:nvSpPr>
            <p:spPr>
              <a:xfrm>
                <a:off x="796311" y="2460450"/>
                <a:ext cx="1605900" cy="143400"/>
              </a:xfrm>
              <a:prstGeom prst="parallelogram">
                <a:avLst>
                  <a:gd name="adj" fmla="val 96952"/>
                </a:avLst>
              </a:prstGeom>
              <a:gradFill>
                <a:gsLst>
                  <a:gs pos="0">
                    <a:srgbClr val="0095C4"/>
                  </a:gs>
                  <a:gs pos="31000">
                    <a:srgbClr val="0095C4"/>
                  </a:gs>
                  <a:gs pos="94000">
                    <a:schemeClr val="accent2"/>
                  </a:gs>
                  <a:gs pos="100000">
                    <a:schemeClr val="accent2"/>
                  </a:gs>
                </a:gsLst>
                <a:lin ang="0"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endParaRPr sz="1455"/>
              </a:p>
            </p:txBody>
          </p:sp>
        </p:grpSp>
        <p:sp>
          <p:nvSpPr>
            <p:cNvPr id="1037" name="Google Shape;1037;p49"/>
            <p:cNvSpPr txBox="1"/>
            <p:nvPr/>
          </p:nvSpPr>
          <p:spPr>
            <a:xfrm>
              <a:off x="796136" y="1968945"/>
              <a:ext cx="1324200" cy="446400"/>
            </a:xfrm>
            <a:prstGeom prst="rect">
              <a:avLst/>
            </a:prstGeom>
            <a:noFill/>
            <a:ln>
              <a:noFill/>
            </a:ln>
          </p:spPr>
          <p:txBody>
            <a:bodyPr spcFirstLastPara="1" wrap="square" lIns="137950" tIns="137950" rIns="137950" bIns="137950" anchor="b" anchorCtr="0">
              <a:noAutofit/>
            </a:bodyPr>
            <a:lstStyle/>
            <a:p>
              <a:pPr marL="0" lvl="0" indent="0" algn="l" rtl="0">
                <a:lnSpc>
                  <a:spcPct val="115000"/>
                </a:lnSpc>
                <a:spcBef>
                  <a:spcPts val="0"/>
                </a:spcBef>
                <a:spcAft>
                  <a:spcPts val="0"/>
                </a:spcAft>
                <a:buNone/>
              </a:pPr>
              <a:r>
                <a:rPr lang="en-US" sz="1471" b="1" dirty="0">
                  <a:solidFill>
                    <a:schemeClr val="accent3"/>
                  </a:solidFill>
                </a:rPr>
                <a:t>Due Diligence</a:t>
              </a:r>
              <a:endParaRPr sz="1471" b="1" dirty="0">
                <a:solidFill>
                  <a:schemeClr val="accent3"/>
                </a:solidFill>
              </a:endParaRPr>
            </a:p>
          </p:txBody>
        </p:sp>
        <p:sp>
          <p:nvSpPr>
            <p:cNvPr id="1038" name="Google Shape;1038;p49"/>
            <p:cNvSpPr txBox="1"/>
            <p:nvPr/>
          </p:nvSpPr>
          <p:spPr>
            <a:xfrm>
              <a:off x="796311" y="2776006"/>
              <a:ext cx="1586700" cy="737400"/>
            </a:xfrm>
            <a:prstGeom prst="rect">
              <a:avLst/>
            </a:prstGeom>
            <a:noFill/>
            <a:ln>
              <a:noFill/>
            </a:ln>
          </p:spPr>
          <p:txBody>
            <a:bodyPr spcFirstLastPara="1" wrap="square" lIns="137950" tIns="137950" rIns="137950" bIns="137950" anchor="t" anchorCtr="0">
              <a:noAutofit/>
            </a:bodyPr>
            <a:lstStyle/>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Sign-off on deliverables</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Identify key standards</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Identify SPOC(s)</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Create draft project schedule</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Schedule kickoff meeting</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Identify interviewees </a:t>
              </a:r>
              <a:endParaRPr sz="1039" dirty="0">
                <a:solidFill>
                  <a:schemeClr val="dk1"/>
                </a:solidFill>
              </a:endParaRPr>
            </a:p>
          </p:txBody>
        </p:sp>
        <p:sp>
          <p:nvSpPr>
            <p:cNvPr id="1039" name="Google Shape;1039;p49"/>
            <p:cNvSpPr txBox="1"/>
            <p:nvPr/>
          </p:nvSpPr>
          <p:spPr>
            <a:xfrm>
              <a:off x="1085439" y="1574025"/>
              <a:ext cx="624300" cy="241200"/>
            </a:xfrm>
            <a:prstGeom prst="rect">
              <a:avLst/>
            </a:prstGeom>
            <a:noFill/>
            <a:ln>
              <a:noFill/>
            </a:ln>
          </p:spPr>
          <p:txBody>
            <a:bodyPr spcFirstLastPara="1" wrap="square" lIns="137950" tIns="137950" rIns="137950" bIns="137950" anchor="t" anchorCtr="0">
              <a:noAutofit/>
            </a:bodyPr>
            <a:lstStyle/>
            <a:p>
              <a:pPr marL="0" lvl="0" indent="0" algn="r" rtl="0">
                <a:lnSpc>
                  <a:spcPct val="115000"/>
                </a:lnSpc>
                <a:spcBef>
                  <a:spcPts val="0"/>
                </a:spcBef>
                <a:spcAft>
                  <a:spcPts val="2377"/>
                </a:spcAft>
                <a:buNone/>
              </a:pPr>
              <a:r>
                <a:rPr lang="en-US" sz="1245">
                  <a:solidFill>
                    <a:schemeClr val="accent3"/>
                  </a:solidFill>
                </a:rPr>
                <a:t>Step 1</a:t>
              </a:r>
              <a:endParaRPr sz="1245">
                <a:solidFill>
                  <a:schemeClr val="accent3"/>
                </a:solidFill>
              </a:endParaRPr>
            </a:p>
          </p:txBody>
        </p:sp>
      </p:grpSp>
      <p:grpSp>
        <p:nvGrpSpPr>
          <p:cNvPr id="1040" name="Google Shape;1040;p49"/>
          <p:cNvGrpSpPr/>
          <p:nvPr/>
        </p:nvGrpSpPr>
        <p:grpSpPr>
          <a:xfrm>
            <a:off x="2868350" y="1489758"/>
            <a:ext cx="2423403" cy="3103591"/>
            <a:chOff x="2283710" y="1574025"/>
            <a:chExt cx="1606073" cy="1939381"/>
          </a:xfrm>
        </p:grpSpPr>
        <p:cxnSp>
          <p:nvCxnSpPr>
            <p:cNvPr id="1041" name="Google Shape;1041;p49"/>
            <p:cNvCxnSpPr/>
            <p:nvPr/>
          </p:nvCxnSpPr>
          <p:spPr>
            <a:xfrm>
              <a:off x="3151986" y="1695421"/>
              <a:ext cx="718500" cy="741900"/>
            </a:xfrm>
            <a:prstGeom prst="straightConnector1">
              <a:avLst/>
            </a:prstGeom>
            <a:noFill/>
            <a:ln w="9525" cap="flat" cmpd="sng">
              <a:solidFill>
                <a:schemeClr val="accent2"/>
              </a:solidFill>
              <a:prstDash val="solid"/>
              <a:round/>
              <a:headEnd type="none" w="sm" len="sm"/>
              <a:tailEnd type="none" w="sm" len="sm"/>
            </a:ln>
          </p:spPr>
        </p:cxnSp>
        <p:sp>
          <p:nvSpPr>
            <p:cNvPr id="1042" name="Google Shape;1042;p49"/>
            <p:cNvSpPr/>
            <p:nvPr/>
          </p:nvSpPr>
          <p:spPr>
            <a:xfrm flipH="1">
              <a:off x="2283710" y="2306625"/>
              <a:ext cx="1605900" cy="143400"/>
            </a:xfrm>
            <a:prstGeom prst="parallelogram">
              <a:avLst>
                <a:gd name="adj" fmla="val 96952"/>
              </a:avLst>
            </a:prstGeom>
            <a:gradFill>
              <a:gsLst>
                <a:gs pos="0">
                  <a:schemeClr val="accent2"/>
                </a:gs>
                <a:gs pos="50000">
                  <a:schemeClr val="accent2"/>
                </a:gs>
                <a:gs pos="100000">
                  <a:schemeClr val="accent5"/>
                </a:gs>
              </a:gsLst>
              <a:lin ang="10800025"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r>
                <a:rPr lang="en-US" sz="2150"/>
                <a:t>  </a:t>
              </a:r>
              <a:endParaRPr sz="2150"/>
            </a:p>
          </p:txBody>
        </p:sp>
        <p:sp>
          <p:nvSpPr>
            <p:cNvPr id="1043" name="Google Shape;1043;p49"/>
            <p:cNvSpPr/>
            <p:nvPr/>
          </p:nvSpPr>
          <p:spPr>
            <a:xfrm>
              <a:off x="2283883" y="2460450"/>
              <a:ext cx="1605900" cy="143400"/>
            </a:xfrm>
            <a:prstGeom prst="parallelogram">
              <a:avLst>
                <a:gd name="adj" fmla="val 96952"/>
              </a:avLst>
            </a:prstGeom>
            <a:gradFill>
              <a:gsLst>
                <a:gs pos="0">
                  <a:schemeClr val="accent2"/>
                </a:gs>
                <a:gs pos="50000">
                  <a:schemeClr val="accent2"/>
                </a:gs>
                <a:gs pos="100000">
                  <a:schemeClr val="accent5"/>
                </a:gs>
              </a:gsLst>
              <a:lin ang="19199816"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endParaRPr sz="1455"/>
            </a:p>
          </p:txBody>
        </p:sp>
        <p:sp>
          <p:nvSpPr>
            <p:cNvPr id="1044" name="Google Shape;1044;p49"/>
            <p:cNvSpPr txBox="1"/>
            <p:nvPr/>
          </p:nvSpPr>
          <p:spPr>
            <a:xfrm>
              <a:off x="2283711" y="1963700"/>
              <a:ext cx="1324200" cy="446400"/>
            </a:xfrm>
            <a:prstGeom prst="rect">
              <a:avLst/>
            </a:prstGeom>
            <a:noFill/>
            <a:ln>
              <a:noFill/>
            </a:ln>
          </p:spPr>
          <p:txBody>
            <a:bodyPr spcFirstLastPara="1" wrap="square" lIns="137950" tIns="137950" rIns="137950" bIns="137950" anchor="b" anchorCtr="0">
              <a:noAutofit/>
            </a:bodyPr>
            <a:lstStyle/>
            <a:p>
              <a:pPr marL="0" lvl="0" indent="0" algn="l" rtl="0">
                <a:lnSpc>
                  <a:spcPct val="115000"/>
                </a:lnSpc>
                <a:spcBef>
                  <a:spcPts val="0"/>
                </a:spcBef>
                <a:spcAft>
                  <a:spcPts val="0"/>
                </a:spcAft>
                <a:buNone/>
              </a:pPr>
              <a:r>
                <a:rPr lang="en-US" sz="1471" b="1" dirty="0">
                  <a:solidFill>
                    <a:schemeClr val="accent2"/>
                  </a:solidFill>
                </a:rPr>
                <a:t>Start up and Planning</a:t>
              </a:r>
              <a:endParaRPr sz="1471" b="1" dirty="0">
                <a:solidFill>
                  <a:schemeClr val="accent2"/>
                </a:solidFill>
              </a:endParaRPr>
            </a:p>
          </p:txBody>
        </p:sp>
        <p:sp>
          <p:nvSpPr>
            <p:cNvPr id="1045" name="Google Shape;1045;p49"/>
            <p:cNvSpPr txBox="1"/>
            <p:nvPr/>
          </p:nvSpPr>
          <p:spPr>
            <a:xfrm>
              <a:off x="2283877" y="2776006"/>
              <a:ext cx="1605900" cy="737400"/>
            </a:xfrm>
            <a:prstGeom prst="rect">
              <a:avLst/>
            </a:prstGeom>
            <a:noFill/>
            <a:ln>
              <a:noFill/>
            </a:ln>
          </p:spPr>
          <p:txBody>
            <a:bodyPr spcFirstLastPara="1" wrap="square" lIns="137950" tIns="137950" rIns="137950" bIns="137950" anchor="t" anchorCtr="0">
              <a:noAutofit/>
            </a:bodyPr>
            <a:lstStyle/>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Hold a kick-off meeting</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Finalize the project schedule and interviews</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Establish requirements for document handling</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Request documentation</a:t>
              </a: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Finalize requirements and scope</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Send OVA to security team</a:t>
              </a:r>
              <a:endParaRPr sz="1039" dirty="0">
                <a:solidFill>
                  <a:schemeClr val="dk1"/>
                </a:solidFill>
              </a:endParaRPr>
            </a:p>
          </p:txBody>
        </p:sp>
        <p:sp>
          <p:nvSpPr>
            <p:cNvPr id="1046" name="Google Shape;1046;p49"/>
            <p:cNvSpPr txBox="1"/>
            <p:nvPr/>
          </p:nvSpPr>
          <p:spPr>
            <a:xfrm>
              <a:off x="2574547" y="1574025"/>
              <a:ext cx="624300" cy="241200"/>
            </a:xfrm>
            <a:prstGeom prst="rect">
              <a:avLst/>
            </a:prstGeom>
            <a:noFill/>
            <a:ln>
              <a:noFill/>
            </a:ln>
          </p:spPr>
          <p:txBody>
            <a:bodyPr spcFirstLastPara="1" wrap="square" lIns="137950" tIns="137950" rIns="137950" bIns="137950" anchor="t" anchorCtr="0">
              <a:noAutofit/>
            </a:bodyPr>
            <a:lstStyle/>
            <a:p>
              <a:pPr marL="0" lvl="0" indent="0" algn="r" rtl="0">
                <a:lnSpc>
                  <a:spcPct val="115000"/>
                </a:lnSpc>
                <a:spcBef>
                  <a:spcPts val="0"/>
                </a:spcBef>
                <a:spcAft>
                  <a:spcPts val="2377"/>
                </a:spcAft>
                <a:buNone/>
              </a:pPr>
              <a:r>
                <a:rPr lang="en-US" sz="1245">
                  <a:solidFill>
                    <a:schemeClr val="accent2"/>
                  </a:solidFill>
                </a:rPr>
                <a:t>Step 2</a:t>
              </a:r>
              <a:endParaRPr sz="1245">
                <a:solidFill>
                  <a:schemeClr val="accent2"/>
                </a:solidFill>
              </a:endParaRPr>
            </a:p>
          </p:txBody>
        </p:sp>
      </p:grpSp>
      <p:grpSp>
        <p:nvGrpSpPr>
          <p:cNvPr id="1047" name="Google Shape;1047;p49"/>
          <p:cNvGrpSpPr/>
          <p:nvPr/>
        </p:nvGrpSpPr>
        <p:grpSpPr>
          <a:xfrm>
            <a:off x="5053836" y="1489758"/>
            <a:ext cx="2478858" cy="3103591"/>
            <a:chOff x="3732107" y="1574025"/>
            <a:chExt cx="1642825" cy="1939381"/>
          </a:xfrm>
        </p:grpSpPr>
        <p:cxnSp>
          <p:nvCxnSpPr>
            <p:cNvPr id="1048" name="Google Shape;1048;p49"/>
            <p:cNvCxnSpPr/>
            <p:nvPr/>
          </p:nvCxnSpPr>
          <p:spPr>
            <a:xfrm>
              <a:off x="4637135" y="1695421"/>
              <a:ext cx="718500" cy="741900"/>
            </a:xfrm>
            <a:prstGeom prst="straightConnector1">
              <a:avLst/>
            </a:prstGeom>
            <a:noFill/>
            <a:ln w="9525" cap="flat" cmpd="sng">
              <a:solidFill>
                <a:schemeClr val="accent5"/>
              </a:solidFill>
              <a:prstDash val="solid"/>
              <a:round/>
              <a:headEnd type="none" w="sm" len="sm"/>
              <a:tailEnd type="none" w="sm" len="sm"/>
            </a:ln>
          </p:spPr>
        </p:cxnSp>
        <p:sp>
          <p:nvSpPr>
            <p:cNvPr id="1049" name="Google Shape;1049;p49"/>
            <p:cNvSpPr/>
            <p:nvPr/>
          </p:nvSpPr>
          <p:spPr>
            <a:xfrm flipH="1">
              <a:off x="3768859" y="2306625"/>
              <a:ext cx="1605900" cy="143400"/>
            </a:xfrm>
            <a:prstGeom prst="parallelogram">
              <a:avLst>
                <a:gd name="adj" fmla="val 96952"/>
              </a:avLst>
            </a:prstGeom>
            <a:gradFill>
              <a:gsLst>
                <a:gs pos="0">
                  <a:schemeClr val="accent5"/>
                </a:gs>
                <a:gs pos="100000">
                  <a:schemeClr val="accent1"/>
                </a:gs>
              </a:gsLst>
              <a:lin ang="10800025"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r>
                <a:rPr lang="en-US" sz="2150"/>
                <a:t>  </a:t>
              </a:r>
              <a:endParaRPr sz="2150"/>
            </a:p>
          </p:txBody>
        </p:sp>
        <p:sp>
          <p:nvSpPr>
            <p:cNvPr id="1050" name="Google Shape;1050;p49"/>
            <p:cNvSpPr/>
            <p:nvPr/>
          </p:nvSpPr>
          <p:spPr>
            <a:xfrm>
              <a:off x="3769032" y="2460450"/>
              <a:ext cx="1605900" cy="143400"/>
            </a:xfrm>
            <a:prstGeom prst="parallelogram">
              <a:avLst>
                <a:gd name="adj" fmla="val 96952"/>
              </a:avLst>
            </a:prstGeom>
            <a:gradFill>
              <a:gsLst>
                <a:gs pos="0">
                  <a:schemeClr val="accent1"/>
                </a:gs>
                <a:gs pos="100000">
                  <a:schemeClr val="accent5"/>
                </a:gs>
              </a:gsLst>
              <a:lin ang="10800025"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endParaRPr sz="1455"/>
            </a:p>
          </p:txBody>
        </p:sp>
        <p:sp>
          <p:nvSpPr>
            <p:cNvPr id="1051" name="Google Shape;1051;p49"/>
            <p:cNvSpPr txBox="1"/>
            <p:nvPr/>
          </p:nvSpPr>
          <p:spPr>
            <a:xfrm>
              <a:off x="3732107" y="1972699"/>
              <a:ext cx="1324200" cy="446400"/>
            </a:xfrm>
            <a:prstGeom prst="rect">
              <a:avLst/>
            </a:prstGeom>
            <a:noFill/>
            <a:ln>
              <a:noFill/>
            </a:ln>
          </p:spPr>
          <p:txBody>
            <a:bodyPr spcFirstLastPara="1" wrap="square" lIns="137950" tIns="137950" rIns="137950" bIns="137950" anchor="b" anchorCtr="0">
              <a:noAutofit/>
            </a:bodyPr>
            <a:lstStyle/>
            <a:p>
              <a:pPr marL="0" lvl="0" indent="0" algn="l" rtl="0">
                <a:lnSpc>
                  <a:spcPct val="115000"/>
                </a:lnSpc>
                <a:spcBef>
                  <a:spcPts val="0"/>
                </a:spcBef>
                <a:spcAft>
                  <a:spcPts val="0"/>
                </a:spcAft>
                <a:buNone/>
              </a:pPr>
              <a:r>
                <a:rPr lang="en-US" sz="1471" b="1" dirty="0">
                  <a:solidFill>
                    <a:schemeClr val="accent5"/>
                  </a:solidFill>
                </a:rPr>
                <a:t>Workshop and Review</a:t>
              </a:r>
              <a:endParaRPr sz="1471" b="1" dirty="0">
                <a:solidFill>
                  <a:schemeClr val="accent5"/>
                </a:solidFill>
              </a:endParaRPr>
            </a:p>
          </p:txBody>
        </p:sp>
        <p:sp>
          <p:nvSpPr>
            <p:cNvPr id="1052" name="Google Shape;1052;p49"/>
            <p:cNvSpPr txBox="1"/>
            <p:nvPr/>
          </p:nvSpPr>
          <p:spPr>
            <a:xfrm>
              <a:off x="3732110" y="2776006"/>
              <a:ext cx="1642800" cy="737400"/>
            </a:xfrm>
            <a:prstGeom prst="rect">
              <a:avLst/>
            </a:prstGeom>
            <a:noFill/>
            <a:ln>
              <a:noFill/>
            </a:ln>
          </p:spPr>
          <p:txBody>
            <a:bodyPr spcFirstLastPara="1" wrap="square" lIns="137950" tIns="137950" rIns="137950" bIns="137950" anchor="t" anchorCtr="0">
              <a:noAutofit/>
            </a:bodyPr>
            <a:lstStyle/>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Run automated scans</a:t>
              </a: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Conduct technical workshops to review manual controls</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Troubleshoot and remediate technical issues</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Review and analyze documentation </a:t>
              </a:r>
              <a:endParaRPr sz="1039" dirty="0">
                <a:solidFill>
                  <a:schemeClr val="dk1"/>
                </a:solidFill>
              </a:endParaRPr>
            </a:p>
          </p:txBody>
        </p:sp>
        <p:sp>
          <p:nvSpPr>
            <p:cNvPr id="1053" name="Google Shape;1053;p49"/>
            <p:cNvSpPr txBox="1"/>
            <p:nvPr/>
          </p:nvSpPr>
          <p:spPr>
            <a:xfrm>
              <a:off x="4059607" y="1574025"/>
              <a:ext cx="624300" cy="241200"/>
            </a:xfrm>
            <a:prstGeom prst="rect">
              <a:avLst/>
            </a:prstGeom>
            <a:noFill/>
            <a:ln>
              <a:noFill/>
            </a:ln>
          </p:spPr>
          <p:txBody>
            <a:bodyPr spcFirstLastPara="1" wrap="square" lIns="137950" tIns="137950" rIns="137950" bIns="137950" anchor="t" anchorCtr="0">
              <a:noAutofit/>
            </a:bodyPr>
            <a:lstStyle/>
            <a:p>
              <a:pPr marL="0" lvl="0" indent="0" algn="r" rtl="0">
                <a:lnSpc>
                  <a:spcPct val="115000"/>
                </a:lnSpc>
                <a:spcBef>
                  <a:spcPts val="0"/>
                </a:spcBef>
                <a:spcAft>
                  <a:spcPts val="2377"/>
                </a:spcAft>
                <a:buNone/>
              </a:pPr>
              <a:r>
                <a:rPr lang="en-US" sz="1245">
                  <a:solidFill>
                    <a:schemeClr val="accent5"/>
                  </a:solidFill>
                </a:rPr>
                <a:t>Step 3</a:t>
              </a:r>
              <a:endParaRPr sz="1245">
                <a:solidFill>
                  <a:schemeClr val="accent5"/>
                </a:solidFill>
              </a:endParaRPr>
            </a:p>
          </p:txBody>
        </p:sp>
      </p:grpSp>
      <p:grpSp>
        <p:nvGrpSpPr>
          <p:cNvPr id="1054" name="Google Shape;1054;p49"/>
          <p:cNvGrpSpPr/>
          <p:nvPr/>
        </p:nvGrpSpPr>
        <p:grpSpPr>
          <a:xfrm>
            <a:off x="7243940" y="1489758"/>
            <a:ext cx="2533668" cy="3103591"/>
            <a:chOff x="5183564" y="1574025"/>
            <a:chExt cx="1679149" cy="1939381"/>
          </a:xfrm>
        </p:grpSpPr>
        <p:cxnSp>
          <p:nvCxnSpPr>
            <p:cNvPr id="1055" name="Google Shape;1055;p49"/>
            <p:cNvCxnSpPr/>
            <p:nvPr/>
          </p:nvCxnSpPr>
          <p:spPr>
            <a:xfrm>
              <a:off x="6124917" y="1695421"/>
              <a:ext cx="718500" cy="741900"/>
            </a:xfrm>
            <a:prstGeom prst="straightConnector1">
              <a:avLst/>
            </a:prstGeom>
            <a:noFill/>
            <a:ln w="9525" cap="flat" cmpd="sng">
              <a:solidFill>
                <a:schemeClr val="accent1"/>
              </a:solidFill>
              <a:prstDash val="solid"/>
              <a:round/>
              <a:headEnd type="none" w="sm" len="sm"/>
              <a:tailEnd type="none" w="sm" len="sm"/>
            </a:ln>
          </p:spPr>
        </p:cxnSp>
        <p:sp>
          <p:nvSpPr>
            <p:cNvPr id="1056" name="Google Shape;1056;p49"/>
            <p:cNvSpPr/>
            <p:nvPr/>
          </p:nvSpPr>
          <p:spPr>
            <a:xfrm flipH="1">
              <a:off x="5256641" y="2306625"/>
              <a:ext cx="1605900" cy="143400"/>
            </a:xfrm>
            <a:prstGeom prst="parallelogram">
              <a:avLst>
                <a:gd name="adj" fmla="val 96952"/>
              </a:avLst>
            </a:prstGeom>
            <a:gradFill>
              <a:gsLst>
                <a:gs pos="0">
                  <a:schemeClr val="accent1"/>
                </a:gs>
                <a:gs pos="100000">
                  <a:schemeClr val="accent4"/>
                </a:gs>
              </a:gsLst>
              <a:lin ang="10800025"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r>
                <a:rPr lang="en-US" sz="2150"/>
                <a:t>  </a:t>
              </a:r>
              <a:endParaRPr sz="2150"/>
            </a:p>
          </p:txBody>
        </p:sp>
        <p:sp>
          <p:nvSpPr>
            <p:cNvPr id="1057" name="Google Shape;1057;p49"/>
            <p:cNvSpPr/>
            <p:nvPr/>
          </p:nvSpPr>
          <p:spPr>
            <a:xfrm>
              <a:off x="5256813" y="2460450"/>
              <a:ext cx="1605900" cy="143400"/>
            </a:xfrm>
            <a:prstGeom prst="parallelogram">
              <a:avLst>
                <a:gd name="adj" fmla="val 96952"/>
              </a:avLst>
            </a:prstGeom>
            <a:gradFill>
              <a:gsLst>
                <a:gs pos="0">
                  <a:schemeClr val="accent1"/>
                </a:gs>
                <a:gs pos="100000">
                  <a:schemeClr val="accent4"/>
                </a:gs>
              </a:gsLst>
              <a:lin ang="18900044"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endParaRPr sz="1455"/>
            </a:p>
          </p:txBody>
        </p:sp>
        <p:sp>
          <p:nvSpPr>
            <p:cNvPr id="1058" name="Google Shape;1058;p49"/>
            <p:cNvSpPr txBox="1"/>
            <p:nvPr/>
          </p:nvSpPr>
          <p:spPr>
            <a:xfrm>
              <a:off x="5183564" y="1980955"/>
              <a:ext cx="1397700" cy="446400"/>
            </a:xfrm>
            <a:prstGeom prst="rect">
              <a:avLst/>
            </a:prstGeom>
            <a:noFill/>
            <a:ln>
              <a:noFill/>
            </a:ln>
          </p:spPr>
          <p:txBody>
            <a:bodyPr spcFirstLastPara="1" wrap="square" lIns="137950" tIns="137950" rIns="137950" bIns="137950" anchor="b" anchorCtr="0">
              <a:noAutofit/>
            </a:bodyPr>
            <a:lstStyle/>
            <a:p>
              <a:pPr marL="0" lvl="0" indent="0" algn="l" rtl="0">
                <a:lnSpc>
                  <a:spcPct val="115000"/>
                </a:lnSpc>
                <a:spcBef>
                  <a:spcPts val="0"/>
                </a:spcBef>
                <a:spcAft>
                  <a:spcPts val="0"/>
                </a:spcAft>
                <a:buNone/>
              </a:pPr>
              <a:r>
                <a:rPr lang="en-US" sz="1471" b="1" dirty="0">
                  <a:solidFill>
                    <a:schemeClr val="accent1"/>
                  </a:solidFill>
                </a:rPr>
                <a:t>Document Findings and Review</a:t>
              </a:r>
              <a:endParaRPr sz="1471" b="1" dirty="0">
                <a:solidFill>
                  <a:schemeClr val="accent1"/>
                </a:solidFill>
              </a:endParaRPr>
            </a:p>
          </p:txBody>
        </p:sp>
        <p:sp>
          <p:nvSpPr>
            <p:cNvPr id="1059" name="Google Shape;1059;p49"/>
            <p:cNvSpPr txBox="1"/>
            <p:nvPr/>
          </p:nvSpPr>
          <p:spPr>
            <a:xfrm>
              <a:off x="5327740" y="2776006"/>
              <a:ext cx="1515600" cy="737400"/>
            </a:xfrm>
            <a:prstGeom prst="rect">
              <a:avLst/>
            </a:prstGeom>
            <a:noFill/>
            <a:ln>
              <a:noFill/>
            </a:ln>
          </p:spPr>
          <p:txBody>
            <a:bodyPr spcFirstLastPara="1" wrap="square" lIns="137950" tIns="137950" rIns="137950" bIns="137950" anchor="t" anchorCtr="0">
              <a:noAutofit/>
            </a:bodyPr>
            <a:lstStyle/>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Document findings and recommendations</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Prepare draft assessment report</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Review draft report with key stakeholders</a:t>
              </a:r>
              <a:endParaRPr sz="1039" dirty="0">
                <a:solidFill>
                  <a:schemeClr val="dk1"/>
                </a:solidFill>
              </a:endParaRPr>
            </a:p>
            <a:p>
              <a:pPr marL="475228" lvl="0" indent="-303618" algn="l" rtl="0">
                <a:lnSpc>
                  <a:spcPct val="115000"/>
                </a:lnSpc>
                <a:spcBef>
                  <a:spcPts val="0"/>
                </a:spcBef>
                <a:spcAft>
                  <a:spcPts val="0"/>
                </a:spcAft>
                <a:buClr>
                  <a:schemeClr val="dk1"/>
                </a:buClr>
                <a:buSzPts val="1039"/>
                <a:buChar char="●"/>
              </a:pPr>
              <a:r>
                <a:rPr lang="en-US" sz="1039" dirty="0">
                  <a:solidFill>
                    <a:schemeClr val="dk1"/>
                  </a:solidFill>
                </a:rPr>
                <a:t>Finalize assessment report </a:t>
              </a:r>
              <a:endParaRPr sz="1039" dirty="0">
                <a:solidFill>
                  <a:schemeClr val="dk1"/>
                </a:solidFill>
              </a:endParaRPr>
            </a:p>
            <a:p>
              <a:pPr marL="0" lvl="0" indent="0" algn="l" rtl="0">
                <a:lnSpc>
                  <a:spcPct val="115000"/>
                </a:lnSpc>
                <a:spcBef>
                  <a:spcPts val="2377"/>
                </a:spcBef>
                <a:spcAft>
                  <a:spcPts val="2377"/>
                </a:spcAft>
                <a:buNone/>
              </a:pPr>
              <a:endParaRPr sz="1245" dirty="0">
                <a:solidFill>
                  <a:srgbClr val="858585"/>
                </a:solidFill>
                <a:latin typeface="Roboto"/>
                <a:ea typeface="Roboto"/>
                <a:cs typeface="Roboto"/>
                <a:sym typeface="Roboto"/>
              </a:endParaRPr>
            </a:p>
          </p:txBody>
        </p:sp>
        <p:sp>
          <p:nvSpPr>
            <p:cNvPr id="1060" name="Google Shape;1060;p49"/>
            <p:cNvSpPr txBox="1"/>
            <p:nvPr/>
          </p:nvSpPr>
          <p:spPr>
            <a:xfrm>
              <a:off x="5547394" y="1574025"/>
              <a:ext cx="624300" cy="241200"/>
            </a:xfrm>
            <a:prstGeom prst="rect">
              <a:avLst/>
            </a:prstGeom>
            <a:noFill/>
            <a:ln>
              <a:noFill/>
            </a:ln>
          </p:spPr>
          <p:txBody>
            <a:bodyPr spcFirstLastPara="1" wrap="square" lIns="137950" tIns="137950" rIns="137950" bIns="137950" anchor="t" anchorCtr="0">
              <a:noAutofit/>
            </a:bodyPr>
            <a:lstStyle/>
            <a:p>
              <a:pPr marL="0" lvl="0" indent="0" algn="r" rtl="0">
                <a:lnSpc>
                  <a:spcPct val="115000"/>
                </a:lnSpc>
                <a:spcBef>
                  <a:spcPts val="0"/>
                </a:spcBef>
                <a:spcAft>
                  <a:spcPts val="2377"/>
                </a:spcAft>
                <a:buNone/>
              </a:pPr>
              <a:r>
                <a:rPr lang="en-US" sz="1245">
                  <a:solidFill>
                    <a:schemeClr val="accent1"/>
                  </a:solidFill>
                </a:rPr>
                <a:t>Step 4</a:t>
              </a:r>
              <a:endParaRPr sz="1245">
                <a:solidFill>
                  <a:schemeClr val="accent1"/>
                </a:solidFill>
              </a:endParaRPr>
            </a:p>
          </p:txBody>
        </p:sp>
      </p:grpSp>
      <p:grpSp>
        <p:nvGrpSpPr>
          <p:cNvPr id="1061" name="Google Shape;1061;p49"/>
          <p:cNvGrpSpPr/>
          <p:nvPr/>
        </p:nvGrpSpPr>
        <p:grpSpPr>
          <a:xfrm>
            <a:off x="9587847" y="1489758"/>
            <a:ext cx="2430703" cy="3145591"/>
            <a:chOff x="6736952" y="1574025"/>
            <a:chExt cx="1610911" cy="1965626"/>
          </a:xfrm>
        </p:grpSpPr>
        <p:cxnSp>
          <p:nvCxnSpPr>
            <p:cNvPr id="1062" name="Google Shape;1062;p49"/>
            <p:cNvCxnSpPr/>
            <p:nvPr/>
          </p:nvCxnSpPr>
          <p:spPr>
            <a:xfrm>
              <a:off x="7610066" y="1695421"/>
              <a:ext cx="718500" cy="741900"/>
            </a:xfrm>
            <a:prstGeom prst="straightConnector1">
              <a:avLst/>
            </a:prstGeom>
            <a:noFill/>
            <a:ln w="9525" cap="flat" cmpd="sng">
              <a:solidFill>
                <a:schemeClr val="accent4"/>
              </a:solidFill>
              <a:prstDash val="solid"/>
              <a:round/>
              <a:headEnd type="none" w="sm" len="sm"/>
              <a:tailEnd type="none" w="sm" len="sm"/>
            </a:ln>
          </p:spPr>
        </p:cxnSp>
        <p:sp>
          <p:nvSpPr>
            <p:cNvPr id="1063" name="Google Shape;1063;p49"/>
            <p:cNvSpPr/>
            <p:nvPr/>
          </p:nvSpPr>
          <p:spPr>
            <a:xfrm flipH="1">
              <a:off x="6741789" y="2306625"/>
              <a:ext cx="1605900" cy="143400"/>
            </a:xfrm>
            <a:prstGeom prst="parallelogram">
              <a:avLst>
                <a:gd name="adj" fmla="val 96952"/>
              </a:avLst>
            </a:prstGeom>
            <a:gradFill>
              <a:gsLst>
                <a:gs pos="0">
                  <a:srgbClr val="0095C4"/>
                </a:gs>
                <a:gs pos="20000">
                  <a:srgbClr val="0095C4"/>
                </a:gs>
                <a:gs pos="80000">
                  <a:schemeClr val="accent4"/>
                </a:gs>
                <a:gs pos="100000">
                  <a:schemeClr val="accent4"/>
                </a:gs>
              </a:gsLst>
              <a:lin ang="0"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r>
                <a:rPr lang="en-US" sz="2150"/>
                <a:t>  </a:t>
              </a:r>
              <a:endParaRPr sz="2150"/>
            </a:p>
          </p:txBody>
        </p:sp>
        <p:sp>
          <p:nvSpPr>
            <p:cNvPr id="1064" name="Google Shape;1064;p49"/>
            <p:cNvSpPr/>
            <p:nvPr/>
          </p:nvSpPr>
          <p:spPr>
            <a:xfrm>
              <a:off x="6741962" y="2460450"/>
              <a:ext cx="1605900" cy="143400"/>
            </a:xfrm>
            <a:prstGeom prst="parallelogram">
              <a:avLst>
                <a:gd name="adj" fmla="val 96952"/>
              </a:avLst>
            </a:prstGeom>
            <a:gradFill>
              <a:gsLst>
                <a:gs pos="0">
                  <a:schemeClr val="accent4"/>
                </a:gs>
                <a:gs pos="21000">
                  <a:schemeClr val="accent4"/>
                </a:gs>
                <a:gs pos="89000">
                  <a:schemeClr val="accent3"/>
                </a:gs>
                <a:gs pos="100000">
                  <a:schemeClr val="accent3"/>
                </a:gs>
              </a:gsLst>
              <a:lin ang="18900732" scaled="0"/>
            </a:gradFill>
            <a:ln>
              <a:noFill/>
            </a:ln>
          </p:spPr>
          <p:txBody>
            <a:bodyPr spcFirstLastPara="1" wrap="square" lIns="137950" tIns="137950" rIns="137950" bIns="137950" anchor="ctr" anchorCtr="0">
              <a:noAutofit/>
            </a:bodyPr>
            <a:lstStyle/>
            <a:p>
              <a:pPr marL="0" lvl="0" indent="0" algn="l" rtl="0">
                <a:spcBef>
                  <a:spcPts val="0"/>
                </a:spcBef>
                <a:spcAft>
                  <a:spcPts val="0"/>
                </a:spcAft>
                <a:buNone/>
              </a:pPr>
              <a:endParaRPr sz="1455"/>
            </a:p>
          </p:txBody>
        </p:sp>
        <p:sp>
          <p:nvSpPr>
            <p:cNvPr id="1065" name="Google Shape;1065;p49"/>
            <p:cNvSpPr txBox="1"/>
            <p:nvPr/>
          </p:nvSpPr>
          <p:spPr>
            <a:xfrm>
              <a:off x="6736952" y="1980955"/>
              <a:ext cx="1324200" cy="446400"/>
            </a:xfrm>
            <a:prstGeom prst="rect">
              <a:avLst/>
            </a:prstGeom>
            <a:noFill/>
            <a:ln>
              <a:noFill/>
            </a:ln>
          </p:spPr>
          <p:txBody>
            <a:bodyPr spcFirstLastPara="1" wrap="square" lIns="137950" tIns="137950" rIns="137950" bIns="137950" anchor="b" anchorCtr="0">
              <a:noAutofit/>
            </a:bodyPr>
            <a:lstStyle/>
            <a:p>
              <a:pPr marL="0" lvl="0" indent="0" algn="l" rtl="0">
                <a:lnSpc>
                  <a:spcPct val="115000"/>
                </a:lnSpc>
                <a:spcBef>
                  <a:spcPts val="0"/>
                </a:spcBef>
                <a:spcAft>
                  <a:spcPts val="0"/>
                </a:spcAft>
                <a:buNone/>
              </a:pPr>
              <a:r>
                <a:rPr lang="en-US" sz="1471" b="1">
                  <a:solidFill>
                    <a:schemeClr val="accent4"/>
                  </a:solidFill>
                </a:rPr>
                <a:t>Deliver Results</a:t>
              </a:r>
              <a:endParaRPr sz="1471" b="1">
                <a:solidFill>
                  <a:schemeClr val="accent4"/>
                </a:solidFill>
              </a:endParaRPr>
            </a:p>
          </p:txBody>
        </p:sp>
        <p:sp>
          <p:nvSpPr>
            <p:cNvPr id="1066" name="Google Shape;1066;p49"/>
            <p:cNvSpPr txBox="1"/>
            <p:nvPr/>
          </p:nvSpPr>
          <p:spPr>
            <a:xfrm>
              <a:off x="6831391" y="2802251"/>
              <a:ext cx="1512600" cy="737400"/>
            </a:xfrm>
            <a:prstGeom prst="rect">
              <a:avLst/>
            </a:prstGeom>
            <a:noFill/>
            <a:ln>
              <a:noFill/>
            </a:ln>
          </p:spPr>
          <p:txBody>
            <a:bodyPr spcFirstLastPara="1" wrap="square" lIns="137950" tIns="137950" rIns="137950" bIns="137950" anchor="t" anchorCtr="0">
              <a:noAutofit/>
            </a:bodyPr>
            <a:lstStyle/>
            <a:p>
              <a:pPr marL="475228" lvl="0" indent="-303618" algn="l" rtl="0">
                <a:lnSpc>
                  <a:spcPct val="115000"/>
                </a:lnSpc>
                <a:spcBef>
                  <a:spcPts val="0"/>
                </a:spcBef>
                <a:spcAft>
                  <a:spcPts val="0"/>
                </a:spcAft>
                <a:buClr>
                  <a:schemeClr val="dk1"/>
                </a:buClr>
                <a:buSzPts val="1039"/>
                <a:buChar char="●"/>
              </a:pPr>
              <a:r>
                <a:rPr lang="en-US" sz="1039">
                  <a:solidFill>
                    <a:schemeClr val="dk1"/>
                  </a:solidFill>
                </a:rPr>
                <a:t>Conduct findings presentation </a:t>
              </a:r>
              <a:endParaRPr sz="1039">
                <a:solidFill>
                  <a:schemeClr val="dk1"/>
                </a:solidFill>
              </a:endParaRPr>
            </a:p>
          </p:txBody>
        </p:sp>
        <p:sp>
          <p:nvSpPr>
            <p:cNvPr id="1067" name="Google Shape;1067;p49"/>
            <p:cNvSpPr txBox="1"/>
            <p:nvPr/>
          </p:nvSpPr>
          <p:spPr>
            <a:xfrm>
              <a:off x="7035305" y="1574025"/>
              <a:ext cx="624300" cy="241200"/>
            </a:xfrm>
            <a:prstGeom prst="rect">
              <a:avLst/>
            </a:prstGeom>
            <a:noFill/>
            <a:ln>
              <a:noFill/>
            </a:ln>
          </p:spPr>
          <p:txBody>
            <a:bodyPr spcFirstLastPara="1" wrap="square" lIns="137950" tIns="137950" rIns="137950" bIns="137950" anchor="t" anchorCtr="0">
              <a:noAutofit/>
            </a:bodyPr>
            <a:lstStyle/>
            <a:p>
              <a:pPr marL="0" lvl="0" indent="0" algn="r" rtl="0">
                <a:lnSpc>
                  <a:spcPct val="115000"/>
                </a:lnSpc>
                <a:spcBef>
                  <a:spcPts val="0"/>
                </a:spcBef>
                <a:spcAft>
                  <a:spcPts val="2377"/>
                </a:spcAft>
                <a:buNone/>
              </a:pPr>
              <a:r>
                <a:rPr lang="en-US" sz="1245">
                  <a:solidFill>
                    <a:schemeClr val="accent4"/>
                  </a:solidFill>
                </a:rPr>
                <a:t>Step 5</a:t>
              </a:r>
              <a:endParaRPr sz="1245">
                <a:solidFill>
                  <a:schemeClr val="accent4"/>
                </a:solidFill>
              </a:endParaRPr>
            </a:p>
          </p:txBody>
        </p:sp>
      </p:grpSp>
      <p:sp>
        <p:nvSpPr>
          <p:cNvPr id="1068" name="Google Shape;1068;p49"/>
          <p:cNvSpPr/>
          <p:nvPr/>
        </p:nvSpPr>
        <p:spPr>
          <a:xfrm>
            <a:off x="579805" y="5173574"/>
            <a:ext cx="11455200" cy="403200"/>
          </a:xfrm>
          <a:prstGeom prst="leftRightArrow">
            <a:avLst>
              <a:gd name="adj1" fmla="val 50000"/>
              <a:gd name="adj2" fmla="val 50000"/>
            </a:avLst>
          </a:prstGeom>
          <a:solidFill>
            <a:schemeClr val="accent2"/>
          </a:solidFill>
          <a:ln w="25400" cap="flat" cmpd="sng">
            <a:solidFill>
              <a:srgbClr val="52515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lt1"/>
                </a:solidFill>
                <a:latin typeface="Arial"/>
                <a:ea typeface="Arial"/>
                <a:cs typeface="Arial"/>
                <a:sym typeface="Arial"/>
              </a:rPr>
              <a:t>Weekly Status Checkpoints and Open Communication</a:t>
            </a:r>
            <a:endParaRPr/>
          </a:p>
        </p:txBody>
      </p:sp>
      <p:sp>
        <p:nvSpPr>
          <p:cNvPr id="2" name="Rectangle 1">
            <a:extLst>
              <a:ext uri="{FF2B5EF4-FFF2-40B4-BE49-F238E27FC236}">
                <a16:creationId xmlns:a16="http://schemas.microsoft.com/office/drawing/2014/main" id="{93D43277-C22A-4031-817F-2A5114E539F3}"/>
              </a:ext>
            </a:extLst>
          </p:cNvPr>
          <p:cNvSpPr/>
          <p:nvPr/>
        </p:nvSpPr>
        <p:spPr>
          <a:xfrm>
            <a:off x="10427368" y="216568"/>
            <a:ext cx="1291390" cy="843062"/>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Use this slide if it is an assessment engagement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090AA-12A8-2F73-E723-2E9B6AF3521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61DE79C-4A11-A6DB-6250-3A6094506416}"/>
              </a:ext>
            </a:extLst>
          </p:cNvPr>
          <p:cNvSpPr>
            <a:spLocks noGrp="1"/>
          </p:cNvSpPr>
          <p:nvPr>
            <p:ph type="title"/>
          </p:nvPr>
        </p:nvSpPr>
        <p:spPr/>
        <p:txBody>
          <a:bodyPr/>
          <a:lstStyle/>
          <a:p>
            <a:r>
              <a:rPr lang="en-US" dirty="0"/>
              <a:t>Resources</a:t>
            </a:r>
          </a:p>
        </p:txBody>
      </p:sp>
    </p:spTree>
    <p:extLst>
      <p:ext uri="{BB962C8B-B14F-4D97-AF65-F5344CB8AC3E}">
        <p14:creationId xmlns:p14="http://schemas.microsoft.com/office/powerpoint/2010/main" val="3957948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p61"/>
          <p:cNvSpPr txBox="1">
            <a:spLocks noGrp="1"/>
          </p:cNvSpPr>
          <p:nvPr>
            <p:ph type="title"/>
          </p:nvPr>
        </p:nvSpPr>
        <p:spPr>
          <a:xfrm>
            <a:off x="579809" y="412751"/>
            <a:ext cx="11001000" cy="3810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Resources</a:t>
            </a:r>
            <a:endParaRPr/>
          </a:p>
        </p:txBody>
      </p:sp>
      <p:sp>
        <p:nvSpPr>
          <p:cNvPr id="1115" name="Google Shape;1115;p61"/>
          <p:cNvSpPr/>
          <p:nvPr/>
        </p:nvSpPr>
        <p:spPr>
          <a:xfrm>
            <a:off x="147604" y="1460775"/>
            <a:ext cx="6964800" cy="1371600"/>
          </a:xfrm>
          <a:prstGeom prst="roundRect">
            <a:avLst>
              <a:gd name="adj" fmla="val 4758"/>
            </a:avLst>
          </a:prstGeom>
          <a:solidFill>
            <a:srgbClr val="FFFFFF"/>
          </a:solidFill>
          <a:ln>
            <a:noFill/>
          </a:ln>
          <a:effectLst>
            <a:outerShdw blurRad="63500" algn="ctr" rotWithShape="0">
              <a:srgbClr val="005B84">
                <a:alpha val="40000"/>
              </a:srgbClr>
            </a:outerShdw>
          </a:effectLst>
        </p:spPr>
        <p:txBody>
          <a:bodyPr spcFirstLastPara="1" wrap="square" lIns="91425" tIns="45700" rIns="91425" bIns="45700" anchor="ctr" anchorCtr="0">
            <a:noAutofit/>
          </a:bodyPr>
          <a:lstStyle/>
          <a:p>
            <a:pPr marL="0" marR="0" lvl="0" indent="0" algn="l" rtl="0">
              <a:spcBef>
                <a:spcPts val="100"/>
              </a:spcBef>
              <a:spcAft>
                <a:spcPts val="0"/>
              </a:spcAft>
              <a:buNone/>
            </a:pPr>
            <a:endParaRPr sz="1050">
              <a:solidFill>
                <a:srgbClr val="000000"/>
              </a:solidFill>
              <a:latin typeface="Arial"/>
              <a:ea typeface="Arial"/>
              <a:cs typeface="Arial"/>
              <a:sym typeface="Arial"/>
            </a:endParaRPr>
          </a:p>
        </p:txBody>
      </p:sp>
      <p:sp>
        <p:nvSpPr>
          <p:cNvPr id="1116" name="Google Shape;1116;p61"/>
          <p:cNvSpPr/>
          <p:nvPr/>
        </p:nvSpPr>
        <p:spPr>
          <a:xfrm>
            <a:off x="147600" y="2990350"/>
            <a:ext cx="6964800" cy="1371600"/>
          </a:xfrm>
          <a:prstGeom prst="roundRect">
            <a:avLst>
              <a:gd name="adj" fmla="val 4468"/>
            </a:avLst>
          </a:prstGeom>
          <a:solidFill>
            <a:srgbClr val="FFFFFF"/>
          </a:solidFill>
          <a:ln>
            <a:noFill/>
          </a:ln>
          <a:effectLst>
            <a:outerShdw blurRad="63500" algn="ctr" rotWithShape="0">
              <a:srgbClr val="005B84">
                <a:alpha val="40000"/>
              </a:srgbClr>
            </a:outerShdw>
          </a:effectLst>
        </p:spPr>
        <p:txBody>
          <a:bodyPr spcFirstLastPara="1" wrap="square" lIns="91425" tIns="45700" rIns="91425" bIns="45700" anchor="ctr" anchorCtr="0">
            <a:noAutofit/>
          </a:bodyPr>
          <a:lstStyle/>
          <a:p>
            <a:pPr marL="171450" marR="0" lvl="0" indent="-104775" algn="l" rtl="0">
              <a:spcBef>
                <a:spcPts val="100"/>
              </a:spcBef>
              <a:spcAft>
                <a:spcPts val="0"/>
              </a:spcAft>
              <a:buClr>
                <a:srgbClr val="000000"/>
              </a:buClr>
              <a:buSzPts val="1050"/>
              <a:buFont typeface="Arial"/>
              <a:buNone/>
            </a:pPr>
            <a:endParaRPr sz="1250">
              <a:solidFill>
                <a:srgbClr val="000000"/>
              </a:solidFill>
              <a:latin typeface="Arial"/>
              <a:ea typeface="Arial"/>
              <a:cs typeface="Arial"/>
              <a:sym typeface="Arial"/>
            </a:endParaRPr>
          </a:p>
        </p:txBody>
      </p:sp>
      <p:sp>
        <p:nvSpPr>
          <p:cNvPr id="1117" name="Google Shape;1117;p61"/>
          <p:cNvSpPr/>
          <p:nvPr/>
        </p:nvSpPr>
        <p:spPr>
          <a:xfrm>
            <a:off x="147600" y="4570425"/>
            <a:ext cx="6964800" cy="1463100"/>
          </a:xfrm>
          <a:prstGeom prst="roundRect">
            <a:avLst>
              <a:gd name="adj" fmla="val 5139"/>
            </a:avLst>
          </a:prstGeom>
          <a:solidFill>
            <a:srgbClr val="FFFFFF"/>
          </a:solidFill>
          <a:ln>
            <a:noFill/>
          </a:ln>
          <a:effectLst>
            <a:outerShdw blurRad="63500" algn="ctr" rotWithShape="0">
              <a:srgbClr val="7F7F7F">
                <a:alpha val="40000"/>
              </a:srgbClr>
            </a:outerShdw>
          </a:effectLst>
        </p:spPr>
        <p:txBody>
          <a:bodyPr spcFirstLastPara="1" wrap="square" lIns="91425" tIns="45700" rIns="91425" bIns="45700" anchor="ctr" anchorCtr="0">
            <a:noAutofit/>
          </a:bodyPr>
          <a:lstStyle/>
          <a:p>
            <a:pPr marL="247650" marR="0" lvl="0" indent="-101600" algn="l" rtl="0">
              <a:spcBef>
                <a:spcPts val="0"/>
              </a:spcBef>
              <a:spcAft>
                <a:spcPts val="0"/>
              </a:spcAft>
              <a:buNone/>
            </a:pPr>
            <a:endParaRPr sz="1050">
              <a:solidFill>
                <a:srgbClr val="000000"/>
              </a:solidFill>
              <a:latin typeface="Arial"/>
              <a:ea typeface="Arial"/>
              <a:cs typeface="Arial"/>
              <a:sym typeface="Arial"/>
            </a:endParaRPr>
          </a:p>
        </p:txBody>
      </p:sp>
      <p:sp>
        <p:nvSpPr>
          <p:cNvPr id="1118" name="Google Shape;1118;p61"/>
          <p:cNvSpPr txBox="1"/>
          <p:nvPr/>
        </p:nvSpPr>
        <p:spPr>
          <a:xfrm>
            <a:off x="431843" y="1693800"/>
            <a:ext cx="1458900" cy="246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a:solidFill>
                  <a:srgbClr val="1B1E35"/>
                </a:solidFill>
              </a:rPr>
              <a:t>Security EDM</a:t>
            </a:r>
            <a:endParaRPr sz="1600">
              <a:solidFill>
                <a:srgbClr val="000000"/>
              </a:solidFill>
              <a:latin typeface="Arial"/>
              <a:ea typeface="Arial"/>
              <a:cs typeface="Arial"/>
              <a:sym typeface="Arial"/>
            </a:endParaRPr>
          </a:p>
        </p:txBody>
      </p:sp>
      <p:sp>
        <p:nvSpPr>
          <p:cNvPr id="1119" name="Google Shape;1119;p61"/>
          <p:cNvSpPr txBox="1"/>
          <p:nvPr/>
        </p:nvSpPr>
        <p:spPr>
          <a:xfrm>
            <a:off x="755543" y="3243384"/>
            <a:ext cx="811500" cy="320088"/>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600" b="1" dirty="0">
                <a:solidFill>
                  <a:srgbClr val="1B1E35"/>
                </a:solidFill>
                <a:latin typeface="Arial"/>
                <a:ea typeface="Arial"/>
                <a:cs typeface="Arial"/>
                <a:sym typeface="Arial"/>
              </a:rPr>
              <a:t>Tooling</a:t>
            </a:r>
            <a:endParaRPr sz="1600" dirty="0">
              <a:solidFill>
                <a:srgbClr val="000000"/>
              </a:solidFill>
              <a:latin typeface="Arial"/>
              <a:ea typeface="Arial"/>
              <a:cs typeface="Arial"/>
              <a:sym typeface="Arial"/>
            </a:endParaRPr>
          </a:p>
        </p:txBody>
      </p:sp>
      <p:sp>
        <p:nvSpPr>
          <p:cNvPr id="1120" name="Google Shape;1120;p61"/>
          <p:cNvSpPr txBox="1"/>
          <p:nvPr/>
        </p:nvSpPr>
        <p:spPr>
          <a:xfrm>
            <a:off x="402593" y="4792950"/>
            <a:ext cx="1517400" cy="246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a:solidFill>
                  <a:srgbClr val="1B1E35"/>
                </a:solidFill>
              </a:rPr>
              <a:t>Assistance</a:t>
            </a:r>
            <a:endParaRPr sz="1600">
              <a:solidFill>
                <a:srgbClr val="000000"/>
              </a:solidFill>
              <a:latin typeface="Arial"/>
              <a:ea typeface="Arial"/>
              <a:cs typeface="Arial"/>
              <a:sym typeface="Arial"/>
            </a:endParaRPr>
          </a:p>
        </p:txBody>
      </p:sp>
      <p:grpSp>
        <p:nvGrpSpPr>
          <p:cNvPr id="1121" name="Google Shape;1121;p61"/>
          <p:cNvGrpSpPr/>
          <p:nvPr/>
        </p:nvGrpSpPr>
        <p:grpSpPr>
          <a:xfrm>
            <a:off x="621787" y="3586805"/>
            <a:ext cx="1079012" cy="534174"/>
            <a:chOff x="530831" y="2255482"/>
            <a:chExt cx="1079336" cy="534334"/>
          </a:xfrm>
        </p:grpSpPr>
        <p:pic>
          <p:nvPicPr>
            <p:cNvPr id="1122" name="Google Shape;1122;p61" descr="A blue and black background&#10;&#10;Description automatically generated"/>
            <p:cNvPicPr preferRelativeResize="0"/>
            <p:nvPr/>
          </p:nvPicPr>
          <p:blipFill rotWithShape="1">
            <a:blip r:embed="rId3">
              <a:alphaModFix/>
            </a:blip>
            <a:srcRect/>
            <a:stretch/>
          </p:blipFill>
          <p:spPr>
            <a:xfrm>
              <a:off x="530831" y="2255482"/>
              <a:ext cx="1079336" cy="534334"/>
            </a:xfrm>
            <a:prstGeom prst="rect">
              <a:avLst/>
            </a:prstGeom>
            <a:noFill/>
            <a:ln>
              <a:noFill/>
            </a:ln>
          </p:spPr>
        </p:pic>
        <p:pic>
          <p:nvPicPr>
            <p:cNvPr id="1123" name="Google Shape;1123;p61" descr="A blue toolbox with tools&#10;&#10;Description automatically generated"/>
            <p:cNvPicPr preferRelativeResize="0"/>
            <p:nvPr/>
          </p:nvPicPr>
          <p:blipFill rotWithShape="1">
            <a:blip r:embed="rId4">
              <a:alphaModFix/>
            </a:blip>
            <a:srcRect/>
            <a:stretch/>
          </p:blipFill>
          <p:spPr>
            <a:xfrm>
              <a:off x="744231" y="2291726"/>
              <a:ext cx="705688" cy="449419"/>
            </a:xfrm>
            <a:prstGeom prst="rect">
              <a:avLst/>
            </a:prstGeom>
            <a:noFill/>
            <a:ln>
              <a:noFill/>
            </a:ln>
          </p:spPr>
        </p:pic>
      </p:grpSp>
      <p:pic>
        <p:nvPicPr>
          <p:cNvPr id="1124" name="Google Shape;1124;p61" descr="A blue and black background&#10;&#10;Description automatically generated"/>
          <p:cNvPicPr preferRelativeResize="0"/>
          <p:nvPr/>
        </p:nvPicPr>
        <p:blipFill rotWithShape="1">
          <a:blip r:embed="rId3">
            <a:alphaModFix/>
          </a:blip>
          <a:srcRect/>
          <a:stretch/>
        </p:blipFill>
        <p:spPr>
          <a:xfrm>
            <a:off x="621766" y="2094263"/>
            <a:ext cx="1079055" cy="534195"/>
          </a:xfrm>
          <a:prstGeom prst="rect">
            <a:avLst/>
          </a:prstGeom>
          <a:noFill/>
          <a:ln>
            <a:noFill/>
          </a:ln>
        </p:spPr>
      </p:pic>
      <p:pic>
        <p:nvPicPr>
          <p:cNvPr id="1125" name="Google Shape;1125;p61" descr="A screenshot of a computer&#10;&#10;Description automatically generated"/>
          <p:cNvPicPr preferRelativeResize="0"/>
          <p:nvPr/>
        </p:nvPicPr>
        <p:blipFill rotWithShape="1">
          <a:blip r:embed="rId5">
            <a:alphaModFix/>
          </a:blip>
          <a:srcRect/>
          <a:stretch/>
        </p:blipFill>
        <p:spPr>
          <a:xfrm>
            <a:off x="812251" y="2155271"/>
            <a:ext cx="698086" cy="408165"/>
          </a:xfrm>
          <a:prstGeom prst="rect">
            <a:avLst/>
          </a:prstGeom>
          <a:noFill/>
          <a:ln>
            <a:noFill/>
          </a:ln>
        </p:spPr>
      </p:pic>
      <p:pic>
        <p:nvPicPr>
          <p:cNvPr id="1126" name="Google Shape;1126;p61" descr="A blue and black background&#10;&#10;Description automatically generated"/>
          <p:cNvPicPr preferRelativeResize="0"/>
          <p:nvPr/>
        </p:nvPicPr>
        <p:blipFill rotWithShape="1">
          <a:blip r:embed="rId3">
            <a:alphaModFix/>
          </a:blip>
          <a:srcRect/>
          <a:stretch/>
        </p:blipFill>
        <p:spPr>
          <a:xfrm>
            <a:off x="621766" y="5124286"/>
            <a:ext cx="1079055" cy="534195"/>
          </a:xfrm>
          <a:prstGeom prst="rect">
            <a:avLst/>
          </a:prstGeom>
          <a:noFill/>
          <a:ln>
            <a:noFill/>
          </a:ln>
        </p:spPr>
      </p:pic>
      <p:pic>
        <p:nvPicPr>
          <p:cNvPr id="1127" name="Google Shape;1127;p61" descr="A person holding blue squares&#10;&#10;Description automatically generated"/>
          <p:cNvPicPr preferRelativeResize="0"/>
          <p:nvPr/>
        </p:nvPicPr>
        <p:blipFill rotWithShape="1">
          <a:blip r:embed="rId6">
            <a:alphaModFix/>
          </a:blip>
          <a:srcRect/>
          <a:stretch/>
        </p:blipFill>
        <p:spPr>
          <a:xfrm>
            <a:off x="770674" y="5175931"/>
            <a:ext cx="781238" cy="603890"/>
          </a:xfrm>
          <a:prstGeom prst="rect">
            <a:avLst/>
          </a:prstGeom>
          <a:noFill/>
          <a:ln>
            <a:noFill/>
          </a:ln>
        </p:spPr>
      </p:pic>
      <p:sp>
        <p:nvSpPr>
          <p:cNvPr id="1128" name="Google Shape;1128;p61"/>
          <p:cNvSpPr/>
          <p:nvPr/>
        </p:nvSpPr>
        <p:spPr>
          <a:xfrm>
            <a:off x="2320223" y="1536975"/>
            <a:ext cx="4830900" cy="1306800"/>
          </a:xfrm>
          <a:prstGeom prst="roundRect">
            <a:avLst>
              <a:gd name="adj" fmla="val 1438"/>
            </a:avLst>
          </a:prstGeom>
          <a:noFill/>
          <a:ln>
            <a:noFill/>
          </a:ln>
        </p:spPr>
        <p:txBody>
          <a:bodyPr spcFirstLastPara="1" wrap="square" lIns="91425" tIns="45700" rIns="91425" bIns="45700" anchor="t" anchorCtr="0">
            <a:noAutofit/>
          </a:bodyPr>
          <a:lstStyle/>
          <a:p>
            <a:pPr marL="171450" marR="0" lvl="0" indent="-206375" algn="l" rtl="0">
              <a:lnSpc>
                <a:spcPct val="130000"/>
              </a:lnSpc>
              <a:spcBef>
                <a:spcPts val="0"/>
              </a:spcBef>
              <a:spcAft>
                <a:spcPts val="0"/>
              </a:spcAft>
              <a:buClr>
                <a:srgbClr val="1B1E35"/>
              </a:buClr>
              <a:buSzPts val="1600"/>
              <a:buChar char="•"/>
            </a:pPr>
            <a:r>
              <a:rPr lang="en-US" sz="1600" u="sng" dirty="0">
                <a:solidFill>
                  <a:schemeClr val="hlink"/>
                </a:solidFill>
                <a:highlight>
                  <a:srgbClr val="FFFFFF"/>
                </a:highlight>
                <a:hlinkClick r:id="rId7"/>
              </a:rPr>
              <a:t>VCF Security 9.x - GitHub</a:t>
            </a:r>
            <a:endParaRPr sz="1600" dirty="0">
              <a:solidFill>
                <a:srgbClr val="1B1E35"/>
              </a:solidFill>
              <a:highlight>
                <a:srgbClr val="FFFFFF"/>
              </a:highlight>
            </a:endParaRPr>
          </a:p>
          <a:p>
            <a:pPr marL="171450" marR="0" lvl="0" indent="-206375" algn="l" rtl="0">
              <a:lnSpc>
                <a:spcPct val="130000"/>
              </a:lnSpc>
              <a:spcBef>
                <a:spcPts val="0"/>
              </a:spcBef>
              <a:spcAft>
                <a:spcPts val="0"/>
              </a:spcAft>
              <a:buClr>
                <a:srgbClr val="1B1E35"/>
              </a:buClr>
              <a:buSzPts val="1600"/>
              <a:buChar char="•"/>
            </a:pPr>
            <a:r>
              <a:rPr lang="en-US" sz="1600" u="sng" dirty="0">
                <a:solidFill>
                  <a:schemeClr val="hlink"/>
                </a:solidFill>
                <a:highlight>
                  <a:srgbClr val="FFFFFF"/>
                </a:highlight>
                <a:hlinkClick r:id="rId8"/>
              </a:rPr>
              <a:t>VCF Security 9.x - Box</a:t>
            </a:r>
            <a:endParaRPr sz="1600" u="sng" dirty="0">
              <a:solidFill>
                <a:schemeClr val="hlink"/>
              </a:solidFill>
              <a:highlight>
                <a:srgbClr val="FFFFFF"/>
              </a:highlight>
            </a:endParaRPr>
          </a:p>
          <a:p>
            <a:pPr marL="171450" marR="0" lvl="0" indent="-206375" algn="l" rtl="0">
              <a:lnSpc>
                <a:spcPct val="130000"/>
              </a:lnSpc>
              <a:spcBef>
                <a:spcPts val="0"/>
              </a:spcBef>
              <a:spcAft>
                <a:spcPts val="0"/>
              </a:spcAft>
              <a:buClr>
                <a:srgbClr val="1B1E35"/>
              </a:buClr>
              <a:buSzPts val="1600"/>
              <a:buChar char="•"/>
            </a:pPr>
            <a:r>
              <a:rPr lang="en-US" sz="1600" u="sng" dirty="0">
                <a:solidFill>
                  <a:schemeClr val="hlink"/>
                </a:solidFill>
                <a:highlight>
                  <a:srgbClr val="FFFFFF"/>
                </a:highlight>
                <a:hlinkClick r:id="rId9"/>
              </a:rPr>
              <a:t>VCF Security Controls Database (SCD)</a:t>
            </a:r>
            <a:endParaRPr sz="1600" u="sng" dirty="0">
              <a:solidFill>
                <a:schemeClr val="hlink"/>
              </a:solidFill>
              <a:highlight>
                <a:srgbClr val="FFFFFF"/>
              </a:highlight>
            </a:endParaRPr>
          </a:p>
        </p:txBody>
      </p:sp>
      <p:sp>
        <p:nvSpPr>
          <p:cNvPr id="1129" name="Google Shape;1129;p61"/>
          <p:cNvSpPr/>
          <p:nvPr/>
        </p:nvSpPr>
        <p:spPr>
          <a:xfrm>
            <a:off x="2439200" y="3048000"/>
            <a:ext cx="4830900" cy="1306800"/>
          </a:xfrm>
          <a:prstGeom prst="roundRect">
            <a:avLst>
              <a:gd name="adj" fmla="val 1438"/>
            </a:avLst>
          </a:prstGeom>
          <a:noFill/>
          <a:ln>
            <a:noFill/>
          </a:ln>
        </p:spPr>
        <p:txBody>
          <a:bodyPr spcFirstLastPara="1" wrap="square" lIns="91425" tIns="45700" rIns="91425" bIns="45700" anchor="t" anchorCtr="0">
            <a:noAutofit/>
          </a:bodyPr>
          <a:lstStyle/>
          <a:p>
            <a:pPr marL="171450" marR="0" lvl="0" indent="-206375" algn="l" rtl="0">
              <a:lnSpc>
                <a:spcPct val="130000"/>
              </a:lnSpc>
              <a:spcBef>
                <a:spcPts val="0"/>
              </a:spcBef>
              <a:spcAft>
                <a:spcPts val="0"/>
              </a:spcAft>
              <a:buClr>
                <a:srgbClr val="1B1E35"/>
              </a:buClr>
              <a:buSzPts val="1600"/>
              <a:buChar char="•"/>
            </a:pPr>
            <a:r>
              <a:rPr lang="en-US" sz="1600" u="sng" dirty="0">
                <a:solidFill>
                  <a:schemeClr val="hlink"/>
                </a:solidFill>
                <a:highlight>
                  <a:srgbClr val="FFFFFF"/>
                </a:highlight>
                <a:hlinkClick r:id="rId10"/>
              </a:rPr>
              <a:t>STIG Appliance</a:t>
            </a:r>
            <a:endParaRPr lang="en-US" sz="1600" u="sng" dirty="0">
              <a:solidFill>
                <a:schemeClr val="hlink"/>
              </a:solidFill>
              <a:highlight>
                <a:srgbClr val="FFFFFF"/>
              </a:highlight>
            </a:endParaRPr>
          </a:p>
          <a:p>
            <a:pPr marL="171450" indent="-206375">
              <a:lnSpc>
                <a:spcPct val="130000"/>
              </a:lnSpc>
              <a:buClr>
                <a:srgbClr val="1B1E35"/>
              </a:buClr>
              <a:buSzPts val="1600"/>
              <a:buFont typeface="Arial"/>
              <a:buChar char="•"/>
            </a:pPr>
            <a:r>
              <a:rPr lang="en-US" sz="1600" u="sng" dirty="0">
                <a:solidFill>
                  <a:schemeClr val="hlink"/>
                </a:solidFill>
                <a:highlight>
                  <a:srgbClr val="FFFFFF"/>
                </a:highlight>
                <a:hlinkClick r:id="rId11"/>
              </a:rPr>
              <a:t>STIG Automation Documentation</a:t>
            </a:r>
            <a:endParaRPr lang="en-US" sz="1600" u="sng" dirty="0">
              <a:solidFill>
                <a:schemeClr val="hlink"/>
              </a:solidFill>
              <a:highlight>
                <a:srgbClr val="FFFFFF"/>
              </a:highlight>
            </a:endParaRPr>
          </a:p>
          <a:p>
            <a:pPr marL="171450" marR="0" lvl="0" indent="-206375" algn="l" rtl="0">
              <a:lnSpc>
                <a:spcPct val="130000"/>
              </a:lnSpc>
              <a:spcBef>
                <a:spcPts val="0"/>
              </a:spcBef>
              <a:spcAft>
                <a:spcPts val="0"/>
              </a:spcAft>
              <a:buClr>
                <a:srgbClr val="1B1E35"/>
              </a:buClr>
              <a:buSzPts val="1600"/>
              <a:buChar char="•"/>
            </a:pPr>
            <a:endParaRPr sz="1600" u="sng" dirty="0">
              <a:solidFill>
                <a:schemeClr val="hlink"/>
              </a:solidFill>
              <a:highlight>
                <a:srgbClr val="FFFFFF"/>
              </a:highlight>
            </a:endParaRPr>
          </a:p>
        </p:txBody>
      </p:sp>
      <p:sp>
        <p:nvSpPr>
          <p:cNvPr id="1130" name="Google Shape;1130;p61"/>
          <p:cNvSpPr/>
          <p:nvPr/>
        </p:nvSpPr>
        <p:spPr>
          <a:xfrm>
            <a:off x="2468499" y="4635225"/>
            <a:ext cx="4345200" cy="1306800"/>
          </a:xfrm>
          <a:prstGeom prst="roundRect">
            <a:avLst>
              <a:gd name="adj" fmla="val 1438"/>
            </a:avLst>
          </a:prstGeom>
          <a:noFill/>
          <a:ln>
            <a:noFill/>
          </a:ln>
        </p:spPr>
        <p:txBody>
          <a:bodyPr spcFirstLastPara="1" wrap="square" lIns="91425" tIns="45700" rIns="91425" bIns="45700" anchor="t" anchorCtr="0">
            <a:noAutofit/>
          </a:bodyPr>
          <a:lstStyle/>
          <a:p>
            <a:pPr marL="171450" marR="0" lvl="0" indent="-206375" algn="l" rtl="0">
              <a:lnSpc>
                <a:spcPct val="130000"/>
              </a:lnSpc>
              <a:spcBef>
                <a:spcPts val="0"/>
              </a:spcBef>
              <a:spcAft>
                <a:spcPts val="0"/>
              </a:spcAft>
              <a:buClr>
                <a:srgbClr val="1B1E35"/>
              </a:buClr>
              <a:buSzPts val="1600"/>
              <a:buChar char="•"/>
            </a:pPr>
            <a:r>
              <a:rPr lang="en-US" sz="1600" u="sng" dirty="0">
                <a:solidFill>
                  <a:schemeClr val="hlink"/>
                </a:solidFill>
                <a:highlight>
                  <a:srgbClr val="FFFFFF"/>
                </a:highlight>
                <a:hlinkClick r:id="rId12"/>
              </a:rPr>
              <a:t>VCF PS Portfolio Assistance Google Space</a:t>
            </a:r>
            <a:endParaRPr sz="1600" dirty="0">
              <a:solidFill>
                <a:srgbClr val="222222"/>
              </a:solidFill>
              <a:highlight>
                <a:schemeClr val="lt1"/>
              </a:highlight>
            </a:endParaRPr>
          </a:p>
          <a:p>
            <a:pPr marL="171450" marR="0" lvl="0" indent="-206375" algn="l" rtl="0">
              <a:lnSpc>
                <a:spcPct val="130000"/>
              </a:lnSpc>
              <a:spcBef>
                <a:spcPts val="0"/>
              </a:spcBef>
              <a:spcAft>
                <a:spcPts val="0"/>
              </a:spcAft>
              <a:buClr>
                <a:srgbClr val="1B1E35"/>
              </a:buClr>
              <a:buSzPts val="1600"/>
              <a:buChar char="•"/>
            </a:pPr>
            <a:r>
              <a:rPr lang="en-US" sz="1600" dirty="0">
                <a:solidFill>
                  <a:srgbClr val="222222"/>
                </a:solidFill>
                <a:highlight>
                  <a:schemeClr val="lt1"/>
                </a:highlight>
              </a:rPr>
              <a:t>Email us at:</a:t>
            </a:r>
            <a:r>
              <a:rPr lang="en-US" sz="1100" dirty="0">
                <a:solidFill>
                  <a:srgbClr val="222222"/>
                </a:solidFill>
                <a:highlight>
                  <a:schemeClr val="lt1"/>
                </a:highlight>
              </a:rPr>
              <a:t> </a:t>
            </a:r>
            <a:r>
              <a:rPr lang="en-US" sz="1600" u="sng" dirty="0">
                <a:solidFill>
                  <a:schemeClr val="hlink"/>
                </a:solidFill>
                <a:highlight>
                  <a:srgbClr val="FFFFFF"/>
                </a:highlight>
                <a:hlinkClick r:id="rId13"/>
              </a:rPr>
              <a:t>VCF-PSE.pdl@broadcom.com</a:t>
            </a:r>
            <a:endParaRPr sz="1600" u="sng" dirty="0">
              <a:solidFill>
                <a:schemeClr val="hlink"/>
              </a:solidFill>
              <a:highlight>
                <a:srgbClr val="FFFFFF"/>
              </a:highlight>
            </a:endParaRPr>
          </a:p>
        </p:txBody>
      </p:sp>
      <p:pic>
        <p:nvPicPr>
          <p:cNvPr id="1131" name="Google Shape;1131;p61" title="bc-vmw-illu-security-reduce-complexity-arrows-2-whtbg.png"/>
          <p:cNvPicPr preferRelativeResize="0"/>
          <p:nvPr/>
        </p:nvPicPr>
        <p:blipFill>
          <a:blip r:embed="rId14">
            <a:alphaModFix/>
          </a:blip>
          <a:stretch>
            <a:fillRect/>
          </a:stretch>
        </p:blipFill>
        <p:spPr>
          <a:xfrm>
            <a:off x="6755925" y="2235038"/>
            <a:ext cx="5764451" cy="28822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726"/>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VMware_white_16x9">
  <a:themeElements>
    <a:clrScheme name="Custom 1">
      <a:dk1>
        <a:srgbClr val="000001"/>
      </a:dk1>
      <a:lt1>
        <a:srgbClr val="FFFFFF"/>
      </a:lt1>
      <a:dk2>
        <a:srgbClr val="1B1E35"/>
      </a:dk2>
      <a:lt2>
        <a:srgbClr val="F2F2F2"/>
      </a:lt2>
      <a:accent1>
        <a:srgbClr val="007B8C"/>
      </a:accent1>
      <a:accent2>
        <a:srgbClr val="005C8A"/>
      </a:accent2>
      <a:accent3>
        <a:srgbClr val="0098C7"/>
      </a:accent3>
      <a:accent4>
        <a:srgbClr val="61A60E"/>
      </a:accent4>
      <a:accent5>
        <a:srgbClr val="6C4B93"/>
      </a:accent5>
      <a:accent6>
        <a:srgbClr val="EDB516"/>
      </a:accent6>
      <a:hlink>
        <a:srgbClr val="005B83"/>
      </a:hlink>
      <a:folHlink>
        <a:srgbClr val="005B83"/>
      </a:folHlink>
    </a:clrScheme>
    <a:fontScheme name="Custom 19">
      <a:majorFont>
        <a:latin typeface="Metropolis Light"/>
        <a:ea typeface=""/>
        <a:cs typeface=""/>
      </a:majorFont>
      <a:minorFont>
        <a:latin typeface="Metropoli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Aft>
            <a:spcPts val="600"/>
          </a:spcAft>
          <a:defRPr sz="120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254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30000"/>
          </a:lnSpc>
          <a:defRPr sz="1800" dirty="0" err="1" smtClean="0">
            <a:solidFill>
              <a:schemeClr val="tx2"/>
            </a:solidFill>
          </a:defRPr>
        </a:defPPr>
      </a:lstStyle>
    </a:txDef>
  </a:objectDefaults>
  <a:extraClrSchemeLst/>
  <a:custClrLst>
    <a:custClr name="Orange">
      <a:srgbClr val="E18728"/>
    </a:custClr>
    <a:custClr name="Red">
      <a:srgbClr val="B72835"/>
    </a:custClr>
    <a:custClr name="Light Grey">
      <a:srgbClr val="E8E8EA"/>
    </a:custClr>
    <a:custClr name="Dark Grey">
      <a:srgbClr val="53565A"/>
    </a:custClr>
  </a:custClrLst>
  <a:extLst>
    <a:ext uri="{05A4C25C-085E-4340-85A3-A5531E510DB2}">
      <thm15:themeFamily xmlns:thm15="http://schemas.microsoft.com/office/thememl/2012/main" name="bc-vmw-template-powerpoint-light-2024" id="{B4007CC3-2490-7B41-8276-68CCAA69E2F6}" vid="{8C309516-A0FC-1E4A-A7AC-745657761B24}"/>
    </a:ext>
  </a:extLst>
</a:theme>
</file>

<file path=ppt/theme/theme2.xml><?xml version="1.0" encoding="utf-8"?>
<a:theme xmlns:a="http://schemas.openxmlformats.org/drawingml/2006/main" name="VMware Explore 2025">
  <a:themeElements>
    <a:clrScheme name="VMware-Light">
      <a:dk1>
        <a:srgbClr val="000000"/>
      </a:dk1>
      <a:lt1>
        <a:srgbClr val="FFFFFF"/>
      </a:lt1>
      <a:dk2>
        <a:srgbClr val="1B1D36"/>
      </a:dk2>
      <a:lt2>
        <a:srgbClr val="EEEEEE"/>
      </a:lt2>
      <a:accent1>
        <a:srgbClr val="007B8C"/>
      </a:accent1>
      <a:accent2>
        <a:srgbClr val="005C8A"/>
      </a:accent2>
      <a:accent3>
        <a:srgbClr val="0098C7"/>
      </a:accent3>
      <a:accent4>
        <a:srgbClr val="61A60E"/>
      </a:accent4>
      <a:accent5>
        <a:srgbClr val="6C4B94"/>
      </a:accent5>
      <a:accent6>
        <a:srgbClr val="F3BA16"/>
      </a:accent6>
      <a:hlink>
        <a:srgbClr val="0098C7"/>
      </a:hlink>
      <a:folHlink>
        <a:srgbClr val="6C4B94"/>
      </a:folHlink>
    </a:clrScheme>
    <a:fontScheme name="Arial">
      <a:majorFont>
        <a:latin typeface="Figtree"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igtree"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2"/>
        </a:solidFill>
        <a:ln w="12700">
          <a:noFill/>
          <a:miter lim="800000"/>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8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27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dirty="0"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7">
      <a:srgbClr val="97999B"/>
    </a:custClr>
    <a:custClr name="Dark Grey">
      <a:srgbClr val="53565A"/>
    </a:custClr>
    <a:custClr name="2nd Green">
      <a:srgbClr val="23800A"/>
    </a:custClr>
    <a:custClr name="2nd Blue">
      <a:srgbClr val="007DA3"/>
    </a:custClr>
    <a:custClr name="187 Red">
      <a:srgbClr val="A6192E"/>
    </a:custClr>
  </a:custClrLst>
  <a:extLst>
    <a:ext uri="{05A4C25C-085E-4340-85A3-A5531E510DB2}">
      <thm15:themeFamily xmlns:thm15="http://schemas.microsoft.com/office/thememl/2012/main" name="bc-vmw-ppt-template-light-arial-2025.potx" id="{58448B0C-B9AF-4F14-9BEF-A2168841E3C9}" vid="{8A53EF31-A125-46D4-9CD1-4968F9927A64}"/>
    </a:ext>
  </a:extLst>
</a:theme>
</file>

<file path=ppt/theme/theme3.xml><?xml version="1.0" encoding="utf-8"?>
<a:theme xmlns:a="http://schemas.openxmlformats.org/drawingml/2006/main" name="Office Theme">
  <a:themeElements>
    <a:clrScheme name="VMware">
      <a:dk1>
        <a:srgbClr val="717074"/>
      </a:dk1>
      <a:lt1>
        <a:srgbClr val="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8D0C854358DC418D143DF91B0F9F69" ma:contentTypeVersion="25" ma:contentTypeDescription="Create a new document." ma:contentTypeScope="" ma:versionID="86d1ae78601d406bc59f7b48175c4925">
  <xsd:schema xmlns:xsd="http://www.w3.org/2001/XMLSchema" xmlns:xs="http://www.w3.org/2001/XMLSchema" xmlns:p="http://schemas.microsoft.com/office/2006/metadata/properties" xmlns:ns1="http://schemas.microsoft.com/sharepoint/v3" xmlns:ns2="ff83b573-1131-4ec9-87e0-8de43cb2141f" xmlns:ns3="b91cd729-8792-47cd-b03b-259374444807" xmlns:ns4="78c16552-cbf3-4f1f-97ed-388b5d2a083d" targetNamespace="http://schemas.microsoft.com/office/2006/metadata/properties" ma:root="true" ma:fieldsID="87232950fb7e83d3727f6e525efdb9c3" ns1:_="" ns2:_="" ns3:_="" ns4:_="">
    <xsd:import namespace="http://schemas.microsoft.com/sharepoint/v3"/>
    <xsd:import namespace="ff83b573-1131-4ec9-87e0-8de43cb2141f"/>
    <xsd:import namespace="b91cd729-8792-47cd-b03b-259374444807"/>
    <xsd:import namespace="78c16552-cbf3-4f1f-97ed-388b5d2a083d"/>
    <xsd:element name="properties">
      <xsd:complexType>
        <xsd:sequence>
          <xsd:element name="documentManagement">
            <xsd:complexType>
              <xsd:all>
                <xsd:element ref="ns2:MigrationWizId" minOccurs="0"/>
                <xsd:element ref="ns2:MigrationWizIdPermissions" minOccurs="0"/>
                <xsd:element ref="ns2:MigrationWizIdPermissionLevels" minOccurs="0"/>
                <xsd:element ref="ns2:MigrationWizIdDocumentLibraryPermissions" minOccurs="0"/>
                <xsd:element ref="ns2:MigrationWizIdSecurityGroup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4:TaxCatchAll" minOccurs="0"/>
                <xsd:element ref="ns2:MediaServiceSearchProperties" minOccurs="0"/>
                <xsd:element ref="ns2:MediaServiceObjectDetectorVersions"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83b573-1131-4ec9-87e0-8de43cb2141f"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PermissionLevels" ma:index="10" nillable="true" ma:displayName="MigrationWizIdPermissionLevels" ma:internalName="MigrationWizIdPermissionLevels">
      <xsd:simpleType>
        <xsd:restriction base="dms:Text"/>
      </xsd:simpleType>
    </xsd:element>
    <xsd:element name="MigrationWizIdDocumentLibraryPermissions" ma:index="11" nillable="true" ma:displayName="MigrationWizIdDocumentLibraryPermissions" ma:internalName="MigrationWizIdDocumentLibraryPermissions">
      <xsd:simpleType>
        <xsd:restriction base="dms:Text"/>
      </xsd:simpleType>
    </xsd:element>
    <xsd:element name="MigrationWizIdSecurityGroups" ma:index="12" nillable="true" ma:displayName="MigrationWizIdSecurityGroups" ma:internalName="MigrationWizIdSecurityGroups">
      <xsd:simpleType>
        <xsd:restriction base="dms:Text"/>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DateTaken" ma:index="23" nillable="true" ma:displayName="MediaServiceDateTaken" ma:hidden="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35e516c6-d7bc-4be5-8458-55365016f2bc"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Location" ma:index="3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1cd729-8792-47cd-b03b-25937444480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8c16552-cbf3-4f1f-97ed-388b5d2a083d"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62e8767f-5054-4ecc-a981-a992a2f0e90f}" ma:internalName="TaxCatchAll" ma:showField="CatchAllData" ma:web="78c16552-cbf3-4f1f-97ed-388b5d2a08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igrationWizIdSecurityGroups xmlns="ff83b573-1131-4ec9-87e0-8de43cb2141f" xsi:nil="true"/>
    <_ip_UnifiedCompliancePolicyUIAction xmlns="http://schemas.microsoft.com/sharepoint/v3" xsi:nil="true"/>
    <MigrationWizIdPermissions xmlns="ff83b573-1131-4ec9-87e0-8de43cb2141f" xsi:nil="true"/>
    <MigrationWizId xmlns="ff83b573-1131-4ec9-87e0-8de43cb2141f" xsi:nil="true"/>
    <TaxCatchAll xmlns="78c16552-cbf3-4f1f-97ed-388b5d2a083d" xsi:nil="true"/>
    <MigrationWizIdDocumentLibraryPermissions xmlns="ff83b573-1131-4ec9-87e0-8de43cb2141f" xsi:nil="true"/>
    <_ip_UnifiedCompliancePolicyProperties xmlns="http://schemas.microsoft.com/sharepoint/v3" xsi:nil="true"/>
    <lcf76f155ced4ddcb4097134ff3c332f xmlns="ff83b573-1131-4ec9-87e0-8de43cb2141f">
      <Terms xmlns="http://schemas.microsoft.com/office/infopath/2007/PartnerControls"/>
    </lcf76f155ced4ddcb4097134ff3c332f>
    <MigrationWizIdPermissionLevels xmlns="ff83b573-1131-4ec9-87e0-8de43cb2141f" xsi:nil="true"/>
  </documentManagement>
</p:properties>
</file>

<file path=customXml/itemProps1.xml><?xml version="1.0" encoding="utf-8"?>
<ds:datastoreItem xmlns:ds="http://schemas.openxmlformats.org/officeDocument/2006/customXml" ds:itemID="{AF56AC40-94A7-40EE-AC2A-08E50062E188}"/>
</file>

<file path=customXml/itemProps2.xml><?xml version="1.0" encoding="utf-8"?>
<ds:datastoreItem xmlns:ds="http://schemas.openxmlformats.org/officeDocument/2006/customXml" ds:itemID="{D92BC3E0-7D81-46DE-A068-99FCEB4EDFFC}"/>
</file>

<file path=customXml/itemProps3.xml><?xml version="1.0" encoding="utf-8"?>
<ds:datastoreItem xmlns:ds="http://schemas.openxmlformats.org/officeDocument/2006/customXml" ds:itemID="{323934A4-11DC-4E99-96D5-8A74A7159084}"/>
</file>

<file path=docProps/app.xml><?xml version="1.0" encoding="utf-8"?>
<Properties xmlns="http://schemas.openxmlformats.org/officeDocument/2006/extended-properties" xmlns:vt="http://schemas.openxmlformats.org/officeDocument/2006/docPropsVTypes">
  <TotalTime>381</TotalTime>
  <Words>10139</Words>
  <Application>Microsoft Office PowerPoint</Application>
  <PresentationFormat>Custom</PresentationFormat>
  <Paragraphs>1342</Paragraphs>
  <Slides>45</Slides>
  <Notes>43</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45</vt:i4>
      </vt:variant>
    </vt:vector>
  </HeadingPairs>
  <TitlesOfParts>
    <vt:vector size="58" baseType="lpstr">
      <vt:lpstr>Arial</vt:lpstr>
      <vt:lpstr>Camphor Std</vt:lpstr>
      <vt:lpstr>Figtree</vt:lpstr>
      <vt:lpstr>Helvetica Neue</vt:lpstr>
      <vt:lpstr>Metropolis</vt:lpstr>
      <vt:lpstr>Metropolis Light</vt:lpstr>
      <vt:lpstr>Metropolis-Regular</vt:lpstr>
      <vt:lpstr>Open Sans</vt:lpstr>
      <vt:lpstr>Roboto</vt:lpstr>
      <vt:lpstr>Segoe UI</vt:lpstr>
      <vt:lpstr>System Font Regular</vt:lpstr>
      <vt:lpstr>VMware_white_16x9</vt:lpstr>
      <vt:lpstr>VMware Explore 2025</vt:lpstr>
      <vt:lpstr>VMware Pro Cloud Services for Private Cloud</vt:lpstr>
      <vt:lpstr>PowerPoint Presentation</vt:lpstr>
      <vt:lpstr>VMware Pro Cloud Services</vt:lpstr>
      <vt:lpstr>VMware Pro Cloud Services for Private Cloud</vt:lpstr>
      <vt:lpstr>PowerPoint Presentation</vt:lpstr>
      <vt:lpstr>VMware Pro Cloud Services for Private Cloud</vt:lpstr>
      <vt:lpstr>Achieving Compliance with the VCF 9 Security Configuration Guide</vt:lpstr>
      <vt:lpstr>Philosophy &amp; Approach</vt:lpstr>
      <vt:lpstr>Security in Cloud Foundation</vt:lpstr>
      <vt:lpstr>CIA Triad: Core Tenets of Information Security</vt:lpstr>
      <vt:lpstr>PowerPoint Presentation</vt:lpstr>
      <vt:lpstr>PowerPoint Presentation</vt:lpstr>
      <vt:lpstr>Security at Every Layer of Cloud Foundation</vt:lpstr>
      <vt:lpstr>Resilience Woven Throughout VMware Cloud Foundation</vt:lpstr>
      <vt:lpstr>Layered Defenses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What’s New</vt:lpstr>
      <vt:lpstr>Faster, Easier Updates and Patch Remediation</vt:lpstr>
      <vt:lpstr>Live Patch of ESX vmkernel and System Daemons</vt:lpstr>
      <vt:lpstr>Defense-in-Depth Deep Down</vt:lpstr>
      <vt:lpstr>Preventing and Detecting Malware</vt:lpstr>
      <vt:lpstr>Initial Support for AMD SEV-SNP and Intel TDX</vt:lpstr>
      <vt:lpstr>Taking Security Inside The Workload</vt:lpstr>
      <vt:lpstr>Making Certificate and Key Management Easier</vt:lpstr>
      <vt:lpstr>Modern Ciphers Speed Compliance Validations</vt:lpstr>
      <vt:lpstr>Centralized Certificate Management</vt:lpstr>
      <vt:lpstr>PowerPoint Presentation</vt:lpstr>
      <vt:lpstr>Are You Really You? Prove It.</vt:lpstr>
      <vt:lpstr>One Interface to Infrastructure Operations</vt:lpstr>
      <vt:lpstr>Removals &amp; Changes</vt:lpstr>
      <vt:lpstr>Deprecations &amp; Removals</vt:lpstr>
      <vt:lpstr>Deprecations &amp; Removals</vt:lpstr>
      <vt:lpstr>Methodology &amp; Approach</vt:lpstr>
      <vt:lpstr>VCF Platform Hardening</vt:lpstr>
      <vt:lpstr>VCF Security Configuration Assessment</vt:lpstr>
      <vt:lpstr>Resources</vt:lpstr>
      <vt:lpstr>Resources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VCF Security Design Workshop</dc:title>
  <dc:creator>Kacy Reed</dc:creator>
  <cp:lastModifiedBy>Kacy Reed</cp:lastModifiedBy>
  <cp:revision>20</cp:revision>
  <dcterms:created xsi:type="dcterms:W3CDTF">2023-07-24T11:34:11Z</dcterms:created>
  <dcterms:modified xsi:type="dcterms:W3CDTF">2025-11-18T15:31:14Z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0x010100D88D0C854358DC418D143DF91B0F9F69</vt:lpwstr>
  </property>
</Properties>
</file>