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4" r:id="rId4"/>
  </p:sldMasterIdLst>
  <p:notesMasterIdLst>
    <p:notesMasterId r:id="rId24"/>
  </p:notesMasterIdLst>
  <p:handoutMasterIdLst>
    <p:handoutMasterId r:id="rId25"/>
  </p:handoutMasterIdLst>
  <p:sldIdLst>
    <p:sldId id="393675834" r:id="rId5"/>
    <p:sldId id="840552092" r:id="rId6"/>
    <p:sldId id="524441391" r:id="rId7"/>
    <p:sldId id="468911480" r:id="rId8"/>
    <p:sldId id="1905728150" r:id="rId9"/>
    <p:sldId id="1729988669" r:id="rId10"/>
    <p:sldId id="1726771880" r:id="rId11"/>
    <p:sldId id="412" r:id="rId12"/>
    <p:sldId id="404" r:id="rId13"/>
    <p:sldId id="411" r:id="rId14"/>
    <p:sldId id="414" r:id="rId15"/>
    <p:sldId id="163588025" r:id="rId16"/>
    <p:sldId id="2102178954" r:id="rId17"/>
    <p:sldId id="1544316972" r:id="rId18"/>
    <p:sldId id="1046309979" r:id="rId19"/>
    <p:sldId id="2019162064" r:id="rId20"/>
    <p:sldId id="339015242" r:id="rId21"/>
    <p:sldId id="794776651" r:id="rId22"/>
    <p:sldId id="1464369846" r:id="rId23"/>
  </p:sldIdLst>
  <p:sldSz cx="12188825"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34FE5E-20A7-604D-8AA1-281255D61C6D}">
          <p14:sldIdLst>
            <p14:sldId id="393675834"/>
            <p14:sldId id="840552092"/>
            <p14:sldId id="524441391"/>
            <p14:sldId id="468911480"/>
            <p14:sldId id="1905728150"/>
            <p14:sldId id="1729988669"/>
          </p14:sldIdLst>
        </p14:section>
        <p14:section name="SolutionSection" id="{0639F597-C89F-1C49-9314-4A8264D73093}">
          <p14:sldIdLst>
            <p14:sldId id="1726771880"/>
            <p14:sldId id="412"/>
            <p14:sldId id="404"/>
            <p14:sldId id="411"/>
            <p14:sldId id="414"/>
            <p14:sldId id="163588025"/>
          </p14:sldIdLst>
        </p14:section>
        <p14:section name="ScopeSection" id="{28DC8E85-3284-6C42-8A16-593E211AE10F}">
          <p14:sldIdLst>
            <p14:sldId id="2102178954"/>
            <p14:sldId id="1544316972"/>
          </p14:sldIdLst>
        </p14:section>
        <p14:section name="ProductSection" id="{049831A2-C2A7-6148-B940-A428564FCD08}">
          <p14:sldIdLst/>
        </p14:section>
        <p14:section name="OperationsTransformationSection" id="{09F1470F-5901-284B-B3C1-0C43969FA1C9}">
          <p14:sldIdLst>
            <p14:sldId id="1046309979"/>
            <p14:sldId id="2019162064"/>
            <p14:sldId id="339015242"/>
            <p14:sldId id="794776651"/>
          </p14:sldIdLst>
        </p14:section>
        <p14:section name="CloseSection" id="{8449C37F-1E8C-FF4E-96C2-3F97CABE8055}">
          <p14:sldIdLst>
            <p14:sldId id="146436984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7C2C"/>
    <a:srgbClr val="AADB1E"/>
    <a:srgbClr val="6DB33F"/>
    <a:srgbClr val="006990"/>
    <a:srgbClr val="E6E6E6"/>
    <a:srgbClr val="7F35AB"/>
    <a:srgbClr val="7636AE"/>
    <a:srgbClr val="264088"/>
    <a:srgbClr val="B3B3B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7" autoAdjust="0"/>
    <p:restoredTop sz="94783" autoAdjust="0"/>
  </p:normalViewPr>
  <p:slideViewPr>
    <p:cSldViewPr snapToGrid="0">
      <p:cViewPr varScale="1">
        <p:scale>
          <a:sx n="126" d="100"/>
          <a:sy n="126" d="100"/>
        </p:scale>
        <p:origin x="132" y="432"/>
      </p:cViewPr>
      <p:guideLst/>
    </p:cSldViewPr>
  </p:slideViewPr>
  <p:outlineViewPr>
    <p:cViewPr>
      <p:scale>
        <a:sx n="33" d="100"/>
        <a:sy n="33" d="100"/>
      </p:scale>
      <p:origin x="0" y="-51182"/>
    </p:cViewPr>
  </p:outlineViewPr>
  <p:notesTextViewPr>
    <p:cViewPr>
      <p:scale>
        <a:sx n="1" d="1"/>
        <a:sy n="1" d="1"/>
      </p:scale>
      <p:origin x="0" y="0"/>
    </p:cViewPr>
  </p:notesTextViewPr>
  <p:sorterViewPr>
    <p:cViewPr>
      <p:scale>
        <a:sx n="60" d="100"/>
        <a:sy n="60" d="100"/>
      </p:scale>
      <p:origin x="0" y="-6396"/>
    </p:cViewPr>
  </p:sorterViewPr>
  <p:notesViewPr>
    <p:cSldViewPr snapToGrid="0" showGuides="1">
      <p:cViewPr varScale="1">
        <p:scale>
          <a:sx n="59" d="100"/>
          <a:sy n="59" d="100"/>
        </p:scale>
        <p:origin x="2371" y="1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Metropolis" panose="00000500000000000000" pitchFamily="50"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latin typeface="Metropolis" panose="00000500000000000000" pitchFamily="50" charset="0"/>
              </a:rPr>
              <a:t>10/13/2025</a:t>
            </a:fld>
            <a:endParaRPr lang="en-US" dirty="0">
              <a:latin typeface="Metropolis" panose="00000500000000000000" pitchFamily="50"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Metropolis" panose="00000500000000000000" pitchFamily="50"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latin typeface="Metropolis" panose="00000500000000000000" pitchFamily="50" charset="0"/>
              </a:rPr>
              <a:t>‹#›</a:t>
            </a:fld>
            <a:endParaRPr lang="en-US" dirty="0">
              <a:latin typeface="Metropolis" panose="00000500000000000000" pitchFamily="50" charset="0"/>
            </a:endParaRPr>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etropolis" panose="00000500000000000000" pitchFamily="50"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etropolis" panose="00000500000000000000" pitchFamily="50" charset="0"/>
              </a:defRPr>
            </a:lvl1pPr>
          </a:lstStyle>
          <a:p>
            <a:fld id="{3CB6F0DB-E055-41D0-9102-627A646E4242}" type="datetimeFigureOut">
              <a:rPr lang="en-US" smtClean="0"/>
              <a:pPr/>
              <a:t>10/13/2025</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etropolis" panose="00000500000000000000" pitchFamily="50"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etropolis" panose="00000500000000000000" pitchFamily="50" charset="0"/>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tropolis" panose="00000500000000000000" pitchFamily="50" charset="0"/>
        <a:ea typeface="+mn-ea"/>
        <a:cs typeface="+mn-cs"/>
      </a:defRPr>
    </a:lvl1pPr>
    <a:lvl2pPr marL="457200" algn="l" defTabSz="914400" rtl="0" eaLnBrk="1" latinLnBrk="0" hangingPunct="1">
      <a:defRPr sz="1200" kern="1200">
        <a:solidFill>
          <a:schemeClr val="tx1"/>
        </a:solidFill>
        <a:latin typeface="Metropolis" panose="00000500000000000000" pitchFamily="50" charset="0"/>
        <a:ea typeface="+mn-ea"/>
        <a:cs typeface="+mn-cs"/>
      </a:defRPr>
    </a:lvl2pPr>
    <a:lvl3pPr marL="914400" algn="l" defTabSz="914400" rtl="0" eaLnBrk="1" latinLnBrk="0" hangingPunct="1">
      <a:defRPr sz="1200" kern="1200">
        <a:solidFill>
          <a:schemeClr val="tx1"/>
        </a:solidFill>
        <a:latin typeface="Metropolis" panose="00000500000000000000" pitchFamily="50" charset="0"/>
        <a:ea typeface="+mn-ea"/>
        <a:cs typeface="+mn-cs"/>
      </a:defRPr>
    </a:lvl3pPr>
    <a:lvl4pPr marL="1371600" algn="l" defTabSz="914400" rtl="0" eaLnBrk="1" latinLnBrk="0" hangingPunct="1">
      <a:defRPr sz="1200" kern="1200">
        <a:solidFill>
          <a:schemeClr val="tx1"/>
        </a:solidFill>
        <a:latin typeface="Metropolis" panose="00000500000000000000" pitchFamily="50" charset="0"/>
        <a:ea typeface="+mn-ea"/>
        <a:cs typeface="+mn-cs"/>
      </a:defRPr>
    </a:lvl4pPr>
    <a:lvl5pPr marL="1828800" algn="l" defTabSz="914400" rtl="0" eaLnBrk="1" latinLnBrk="0" hangingPunct="1">
      <a:defRPr sz="1200" kern="1200">
        <a:solidFill>
          <a:schemeClr val="tx1"/>
        </a:solidFill>
        <a:latin typeface="Metropolis" panose="000005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661988"/>
            <a:ext cx="5740400" cy="32305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a:t>
            </a:fld>
            <a:endParaRPr lang="en-US" dirty="0"/>
          </a:p>
        </p:txBody>
      </p:sp>
    </p:spTree>
    <p:extLst>
      <p:ext uri="{BB962C8B-B14F-4D97-AF65-F5344CB8AC3E}">
        <p14:creationId xmlns:p14="http://schemas.microsoft.com/office/powerpoint/2010/main" val="42809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2</a:t>
            </a:fld>
            <a:endParaRPr lang="en-US" dirty="0"/>
          </a:p>
        </p:txBody>
      </p:sp>
    </p:spTree>
    <p:extLst>
      <p:ext uri="{BB962C8B-B14F-4D97-AF65-F5344CB8AC3E}">
        <p14:creationId xmlns:p14="http://schemas.microsoft.com/office/powerpoint/2010/main" val="2683619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rtl="0">
              <a:lnSpc>
                <a:spcPct val="80000"/>
              </a:lnSpc>
              <a:spcBef>
                <a:spcPts val="0"/>
              </a:spcBef>
              <a:spcAft>
                <a:spcPts val="0"/>
              </a:spcAft>
              <a:buClr>
                <a:schemeClr val="dk1"/>
              </a:buClr>
              <a:buSzPts val="1200"/>
              <a:buFont typeface="Arial"/>
              <a:buNone/>
            </a:pPr>
            <a:r>
              <a:rPr lang="en-US" sz="1400" b="1" dirty="0">
                <a:solidFill>
                  <a:schemeClr val="dk1"/>
                </a:solidFill>
                <a:latin typeface="Arial" panose="020B0604020202020204" pitchFamily="34" charset="0"/>
              </a:rPr>
              <a:t>Key Message:</a:t>
            </a: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Discussion of VCF key business and infrastructure initiatives</a:t>
            </a:r>
            <a:br>
              <a:rPr lang="en-US" sz="1400" dirty="0">
                <a:solidFill>
                  <a:schemeClr val="dk1"/>
                </a:solidFill>
                <a:latin typeface="Arial" panose="020B0604020202020204" pitchFamily="34" charset="0"/>
              </a:rPr>
            </a:br>
            <a:br>
              <a:rPr lang="en-US" sz="1400" dirty="0">
                <a:solidFill>
                  <a:schemeClr val="dk1"/>
                </a:solidFill>
                <a:latin typeface="Arial" panose="020B0604020202020204" pitchFamily="34" charset="0"/>
              </a:rPr>
            </a:br>
            <a:r>
              <a:rPr lang="en-US" sz="14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The latest release of VMware Cloud Foundation (VCF) 9 marks a significant milestone as the first major update following the Broadcom acquisition. This release underlines VMware's commitment to advancing our flagship product - VCF, with a focus on three key business and infrastructure initiatives: Modernizing Infrastructure, Cloud Experience for Developers, and Strengthening Security and Resilience.</a:t>
            </a:r>
            <a:endParaRPr lang="en-US" sz="1400"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4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Let’s briefly talk about how Cloud Foundation 9 accelerates these initiatives</a:t>
            </a:r>
            <a:endParaRPr lang="en-US" sz="1400"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4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400" b="1" dirty="0">
                <a:solidFill>
                  <a:schemeClr val="dk1"/>
                </a:solidFill>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br>
              <a:rPr lang="en-US" sz="1400" b="1" dirty="0">
                <a:solidFill>
                  <a:schemeClr val="dk1"/>
                </a:solidFill>
                <a:latin typeface="Arial" panose="020B0604020202020204" pitchFamily="34" charset="0"/>
              </a:rPr>
            </a:br>
            <a:r>
              <a:rPr lang="en-US" sz="1400" b="1" dirty="0">
                <a:solidFill>
                  <a:schemeClr val="dk1"/>
                </a:solidFill>
                <a:latin typeface="Arial" panose="020B0604020202020204" pitchFamily="34" charset="0"/>
              </a:rPr>
              <a:t>Resources:</a:t>
            </a:r>
          </a:p>
          <a:p>
            <a:pPr marL="158750" lvl="0" indent="0" algn="l" rtl="0">
              <a:lnSpc>
                <a:spcPct val="115000"/>
              </a:lnSpc>
              <a:spcBef>
                <a:spcPts val="0"/>
              </a:spcBef>
              <a:spcAft>
                <a:spcPts val="0"/>
              </a:spcAft>
              <a:buClr>
                <a:schemeClr val="dk1"/>
              </a:buClr>
              <a:buSzPts val="1100"/>
              <a:buFontTx/>
              <a:buNone/>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8</a:t>
            </a:fld>
            <a:endParaRPr lang="en-US" dirty="0"/>
          </a:p>
        </p:txBody>
      </p:sp>
    </p:spTree>
    <p:extLst>
      <p:ext uri="{BB962C8B-B14F-4D97-AF65-F5344CB8AC3E}">
        <p14:creationId xmlns:p14="http://schemas.microsoft.com/office/powerpoint/2010/main" val="3619816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p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VCF 9 has been designed to deliver a modern private cloud infrastructure</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VCF 9 has been designed to deliver a next-generation infrastructure that supports scalable, efficient, and agile operations. With enhanced scalability and operational efficiency, VCF provides the ability to bridge with existing VMware environments, enabling customers to leverage their current investments while taking advantage of advanced features and capabilities. These improvements are crafted to meet the demands of modern datacenters and edge locations, providing a robust foundation for IT environments.</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The result? Transforming legacy systems for greater efficiency, cost reductions, and faster time to market. Enhanced scalability and performance optimize infrastructure for modern workloads and seamless migrations.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1757" name="Google Shape;17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3"/>
        <p:cNvGrpSpPr/>
        <p:nvPr/>
      </p:nvGrpSpPr>
      <p:grpSpPr>
        <a:xfrm>
          <a:off x="0" y="0"/>
          <a:ext cx="0" cy="0"/>
          <a:chOff x="0" y="0"/>
          <a:chExt cx="0" cy="0"/>
        </a:xfrm>
      </p:grpSpPr>
      <p:sp>
        <p:nvSpPr>
          <p:cNvPr id="3664" name="Google Shape;3664;p1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Empowering developers with a cloud-native experience is crucial in the era of digital transformation. </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Empowering developers with a cloud-native experience is crucial. VCF 9 offers a unified platform for both traditional and modern applications, simplifying deployment, management, and scaling across private and public clouds. New developer-friendly tools and APIs streamline the development process, enabling faster innovation and greater flexibility. Enhanced support for containerized applications and Kubernetes ensures that developers can build and deploy applications efficiently, driving business agility and competitive advantage.</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Additionally, VCF 9 simplifies application deployment and management with quick start templates, easy network integration, and advanced performance insights, all helping to drive faster time to market and increased developer productivity.</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endParaRPr lang="en-US" sz="1200" b="1"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3665" name="Google Shape;366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1"/>
        <p:cNvGrpSpPr/>
        <p:nvPr/>
      </p:nvGrpSpPr>
      <p:grpSpPr>
        <a:xfrm>
          <a:off x="0" y="0"/>
          <a:ext cx="0" cy="0"/>
          <a:chOff x="0" y="0"/>
          <a:chExt cx="0" cy="0"/>
        </a:xfrm>
      </p:grpSpPr>
      <p:sp>
        <p:nvSpPr>
          <p:cNvPr id="5662" name="Google Shape;5662;p2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VCF 9 provides comprehensive security features and ensures operational resilience</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In today’s threat landscape, security and resilience become key to every IT budget and initiative. VCF 9 provides comprehensive security features and ensures operational resilience. Advanced security measures address data privacy and sovereignty concerns while improving threat detection and response capabilities. Unified security management and enhanced data protection safeguard critical information, ensuring compliance with regulatory requirements. The focus on minimizing downtime and maintaining a robust security posture allows organizations to operate confidently in a dynamic environment.</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What customers benefit from is the ability to deliver private cloud system integrity with flexible live patching and dual DPU support. Achieving higher availability, optimized network performance, and robust data protection for resilient operations.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endParaRPr lang="en-US" sz="1200" b="1"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5663" name="Google Shape;566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13</a:t>
            </a:fld>
            <a:endParaRPr lang="en-US" dirty="0"/>
          </a:p>
        </p:txBody>
      </p:sp>
    </p:spTree>
    <p:extLst>
      <p:ext uri="{BB962C8B-B14F-4D97-AF65-F5344CB8AC3E}">
        <p14:creationId xmlns:p14="http://schemas.microsoft.com/office/powerpoint/2010/main" val="1265140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14</a:t>
            </a:fld>
            <a:endParaRPr lang="en-US" dirty="0"/>
          </a:p>
        </p:txBody>
      </p:sp>
    </p:spTree>
    <p:extLst>
      <p:ext uri="{BB962C8B-B14F-4D97-AF65-F5344CB8AC3E}">
        <p14:creationId xmlns:p14="http://schemas.microsoft.com/office/powerpoint/2010/main" val="75792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674A92-B271-F644-B178-5E320B3845A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12261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Leaf">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3566C-1D56-8289-7F75-41D4029A8414}"/>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8" name="Graphic 7">
            <a:extLst>
              <a:ext uri="{FF2B5EF4-FFF2-40B4-BE49-F238E27FC236}">
                <a16:creationId xmlns:a16="http://schemas.microsoft.com/office/drawing/2014/main" id="{29B0E6FF-3F6A-94D2-D9F9-BBD4E35C0DCE}"/>
              </a:ext>
            </a:extLst>
          </p:cNvPr>
          <p:cNvPicPr>
            <a:picLocks noChangeAspect="1"/>
          </p:cNvPicPr>
          <p:nvPr userDrawn="1"/>
        </p:nvPicPr>
        <p:blipFill>
          <a:blip r:embed="rId2"/>
          <a:srcRect t="14" b="14"/>
          <a:stretch/>
        </p:blipFill>
        <p:spPr>
          <a:xfrm>
            <a:off x="0" y="0"/>
            <a:ext cx="12187345" cy="6856212"/>
          </a:xfrm>
          <a:prstGeom prst="rect">
            <a:avLst/>
          </a:prstGeom>
          <a:noFill/>
        </p:spPr>
      </p:pic>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1"/>
                </a:solidFill>
              </a:defRPr>
            </a:lvl1pPr>
          </a:lstStyle>
          <a:p>
            <a:r>
              <a:rPr lang="en-US" dirty="0"/>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bg2">
                    <a:lumMod val="25000"/>
                  </a:schemeClr>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bg2">
                    <a:lumMod val="25000"/>
                  </a:schemeClr>
                </a:solidFill>
              </a:defRPr>
            </a:lvl1pPr>
          </a:lstStyle>
          <a:p>
            <a:pPr lvl="0"/>
            <a:r>
              <a:rPr lang="en-US" dirty="0"/>
              <a:t>Role / Division at VMware</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bg2">
                    <a:lumMod val="25000"/>
                  </a:schemeClr>
                </a:solidFill>
              </a:defRPr>
            </a:lvl1pPr>
          </a:lstStyle>
          <a:p>
            <a:pPr lvl="0"/>
            <a:r>
              <a:rPr lang="en-US" dirty="0"/>
              <a:t>Date</a:t>
            </a:r>
          </a:p>
        </p:txBody>
      </p:sp>
      <p:sp>
        <p:nvSpPr>
          <p:cNvPr id="53" name="TextBox 52">
            <a:extLst>
              <a:ext uri="{FF2B5EF4-FFF2-40B4-BE49-F238E27FC236}">
                <a16:creationId xmlns:a16="http://schemas.microsoft.com/office/drawing/2014/main" id="{E7C16DC6-55CF-F240-9C11-02E1D9563D27}"/>
              </a:ext>
            </a:extLst>
          </p:cNvPr>
          <p:cNvSpPr txBox="1"/>
          <p:nvPr userDrawn="1"/>
        </p:nvSpPr>
        <p:spPr>
          <a:xfrm>
            <a:off x="1645084" y="6461498"/>
            <a:ext cx="3084178" cy="128368"/>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54" name="TextBox 53">
            <a:extLst>
              <a:ext uri="{FF2B5EF4-FFF2-40B4-BE49-F238E27FC236}">
                <a16:creationId xmlns:a16="http://schemas.microsoft.com/office/drawing/2014/main" id="{D9A55828-AA74-CBA4-45C7-70A0A1FC747D}"/>
              </a:ext>
            </a:extLst>
          </p:cNvPr>
          <p:cNvSpPr txBox="1"/>
          <p:nvPr userDrawn="1"/>
        </p:nvSpPr>
        <p:spPr>
          <a:xfrm>
            <a:off x="1645084" y="6569434"/>
            <a:ext cx="3880871"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55"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241386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accent1"/>
                </a:solidFill>
              </a:rPr>
              <a:t>Agenda</a:t>
            </a:r>
          </a:p>
        </p:txBody>
      </p:sp>
    </p:spTree>
    <p:extLst>
      <p:ext uri="{BB962C8B-B14F-4D97-AF65-F5344CB8AC3E}">
        <p14:creationId xmlns:p14="http://schemas.microsoft.com/office/powerpoint/2010/main" val="2547248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 Leaf">
    <p:spTree>
      <p:nvGrpSpPr>
        <p:cNvPr id="1" name=""/>
        <p:cNvGrpSpPr/>
        <p:nvPr/>
      </p:nvGrpSpPr>
      <p:grpSpPr>
        <a:xfrm>
          <a:off x="0" y="0"/>
          <a:ext cx="0" cy="0"/>
          <a:chOff x="0" y="0"/>
          <a:chExt cx="0" cy="0"/>
        </a:xfrm>
      </p:grpSpPr>
      <p:pic>
        <p:nvPicPr>
          <p:cNvPr id="5" name="Picture 4" descr="A green and blue arrow&#10;&#10;Description automatically generated">
            <a:extLst>
              <a:ext uri="{FF2B5EF4-FFF2-40B4-BE49-F238E27FC236}">
                <a16:creationId xmlns:a16="http://schemas.microsoft.com/office/drawing/2014/main" id="{F2CCAA17-F653-EBAB-FA83-415B02C3DF22}"/>
              </a:ext>
            </a:extLst>
          </p:cNvPr>
          <p:cNvPicPr>
            <a:picLocks noChangeAspect="1"/>
          </p:cNvPicPr>
          <p:nvPr userDrawn="1"/>
        </p:nvPicPr>
        <p:blipFill rotWithShape="1">
          <a:blip r:embed="rId2"/>
          <a:srcRect b="11162"/>
          <a:stretch/>
        </p:blipFill>
        <p:spPr>
          <a:xfrm>
            <a:off x="0" y="-495"/>
            <a:ext cx="12187946" cy="6092951"/>
          </a:xfrm>
          <a:prstGeom prst="rect">
            <a:avLst/>
          </a:prstGeom>
        </p:spPr>
      </p:pic>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Section Title Option 1</a:t>
            </a:r>
            <a:br>
              <a:rPr lang="en-US" dirty="0"/>
            </a:br>
            <a:r>
              <a:rPr lang="en-US" dirty="0"/>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4"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73480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1"/>
                </a:solidFill>
              </a:defRPr>
            </a:lvl1pPr>
          </a:lstStyle>
          <a:p>
            <a:r>
              <a:rPr lang="en-US" dirty="0"/>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1200"/>
              </a:spcBef>
              <a:defRPr>
                <a:solidFill>
                  <a:schemeClr val="bg2">
                    <a:lumMod val="25000"/>
                  </a:schemeClr>
                </a:solidFill>
              </a:defRPr>
            </a:lvl1pPr>
            <a:lvl2pPr>
              <a:spcBef>
                <a:spcPts val="1200"/>
              </a:spcBef>
              <a:defRPr>
                <a:solidFill>
                  <a:schemeClr val="bg2">
                    <a:lumMod val="25000"/>
                  </a:schemeClr>
                </a:solidFill>
              </a:defRPr>
            </a:lvl2pPr>
            <a:lvl3pPr>
              <a:spcBef>
                <a:spcPts val="1200"/>
              </a:spcBef>
              <a:defRPr>
                <a:solidFill>
                  <a:schemeClr val="bg2">
                    <a:lumMod val="25000"/>
                  </a:schemeClr>
                </a:solidFill>
              </a:defRPr>
            </a:lvl3pPr>
            <a:lvl4pPr>
              <a:spcBef>
                <a:spcPts val="1200"/>
              </a:spcBef>
              <a:defRPr>
                <a:solidFill>
                  <a:schemeClr val="bg2">
                    <a:lumMod val="25000"/>
                  </a:schemeClr>
                </a:solidFill>
              </a:defRPr>
            </a:lvl4pPr>
            <a:lvl5pPr>
              <a:spcBef>
                <a:spcPts val="1200"/>
              </a:spcBef>
              <a:defRPr>
                <a:solidFill>
                  <a:schemeClr val="bg2">
                    <a:lumMod val="25000"/>
                  </a:schemeClr>
                </a:solidFill>
              </a:defRPr>
            </a:lvl5pPr>
            <a:lvl6pPr>
              <a:defRPr/>
            </a:lvl6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42814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1"/>
                </a:solidFill>
              </a:defRPr>
            </a:lvl1pPr>
          </a:lstStyle>
          <a:p>
            <a:r>
              <a:rPr lang="en-US" dirty="0"/>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1337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Leaf">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A0D1F-E4FC-BE38-C39E-D706D91B04B5}"/>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0" name="TextBox 9">
            <a:extLst>
              <a:ext uri="{FF2B5EF4-FFF2-40B4-BE49-F238E27FC236}">
                <a16:creationId xmlns:a16="http://schemas.microsoft.com/office/drawing/2014/main" id="{01F07DE2-A4BE-3B43-A385-D616B948566C}"/>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5" name="TextBox 4">
            <a:extLst>
              <a:ext uri="{FF2B5EF4-FFF2-40B4-BE49-F238E27FC236}">
                <a16:creationId xmlns:a16="http://schemas.microsoft.com/office/drawing/2014/main" id="{62760942-310B-BF00-89B7-7109DBFD3B1E}"/>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6" name="TextBox 5">
            <a:extLst>
              <a:ext uri="{FF2B5EF4-FFF2-40B4-BE49-F238E27FC236}">
                <a16:creationId xmlns:a16="http://schemas.microsoft.com/office/drawing/2014/main" id="{93D2826E-D97E-250A-75F6-336A1D7547BD}"/>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11" name="Graphic 8">
            <a:extLst>
              <a:ext uri="{FF2B5EF4-FFF2-40B4-BE49-F238E27FC236}">
                <a16:creationId xmlns:a16="http://schemas.microsoft.com/office/drawing/2014/main" id="{6CCAFF07-C864-65F7-E8B7-2C5633311999}"/>
              </a:ext>
            </a:extLst>
          </p:cNvPr>
          <p:cNvGrpSpPr/>
          <p:nvPr userDrawn="1"/>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185977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 Blank">
  <p:cSld name="CONTENT | Blank">
    <p:spTree>
      <p:nvGrpSpPr>
        <p:cNvPr id="1" name="Shape 114"/>
        <p:cNvGrpSpPr/>
        <p:nvPr/>
      </p:nvGrpSpPr>
      <p:grpSpPr>
        <a:xfrm>
          <a:off x="0" y="0"/>
          <a:ext cx="0" cy="0"/>
          <a:chOff x="0" y="0"/>
          <a:chExt cx="0" cy="0"/>
        </a:xfrm>
      </p:grpSpPr>
    </p:spTree>
    <p:extLst>
      <p:ext uri="{BB962C8B-B14F-4D97-AF65-F5344CB8AC3E}">
        <p14:creationId xmlns:p14="http://schemas.microsoft.com/office/powerpoint/2010/main" val="99955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03"/>
        <p:cNvGrpSpPr/>
        <p:nvPr/>
      </p:nvGrpSpPr>
      <p:grpSpPr>
        <a:xfrm>
          <a:off x="0" y="0"/>
          <a:ext cx="0" cy="0"/>
          <a:chOff x="0" y="0"/>
          <a:chExt cx="0" cy="0"/>
        </a:xfrm>
      </p:grpSpPr>
      <p:sp>
        <p:nvSpPr>
          <p:cNvPr id="104" name="Google Shape;104;p6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05" name="Google Shape;105;p6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
        <p:nvSpPr>
          <p:cNvPr id="106" name="Google Shape;106;p6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b="0" i="0">
                <a:solidFill>
                  <a:schemeClr val="dk2"/>
                </a:solidFill>
                <a:latin typeface="Arial" panose="020B0604020202020204" pitchFamily="34" charset="0"/>
                <a:ea typeface="Arial"/>
                <a:cs typeface="Arial"/>
                <a:sym typeface="Arial"/>
              </a:rPr>
              <a:t>‹#›</a:t>
            </a:fld>
            <a:endParaRPr sz="800" b="0" i="0" dirty="0">
              <a:solidFill>
                <a:schemeClr val="dk2"/>
              </a:solidFill>
              <a:latin typeface="Arial" panose="020B0604020202020204" pitchFamily="34" charset="0"/>
              <a:ea typeface="Arial"/>
              <a:cs typeface="Arial"/>
              <a:sym typeface="Arial"/>
            </a:endParaRPr>
          </a:p>
        </p:txBody>
      </p:sp>
    </p:spTree>
    <p:extLst>
      <p:ext uri="{BB962C8B-B14F-4D97-AF65-F5344CB8AC3E}">
        <p14:creationId xmlns:p14="http://schemas.microsoft.com/office/powerpoint/2010/main" val="3330026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 level</a:t>
            </a:r>
          </a:p>
          <a:p>
            <a:pPr lvl="6"/>
            <a:r>
              <a:rPr lang="en-US" dirty="0"/>
              <a:t>Seventh level</a:t>
            </a:r>
          </a:p>
          <a:p>
            <a:pPr lvl="7"/>
            <a:r>
              <a:rPr lang="en-US" dirty="0"/>
              <a:t>Eighth level</a:t>
            </a:r>
          </a:p>
          <a:p>
            <a:pPr lvl="8"/>
            <a:r>
              <a:rPr lang="en-US" dirty="0"/>
              <a:t>Nineth level</a:t>
            </a:r>
          </a:p>
        </p:txBody>
      </p:sp>
      <p:sp>
        <p:nvSpPr>
          <p:cNvPr id="4" name="Footer Placeholder 3">
            <a:extLst>
              <a:ext uri="{FF2B5EF4-FFF2-40B4-BE49-F238E27FC236}">
                <a16:creationId xmlns:a16="http://schemas.microsoft.com/office/drawing/2014/main" id="{AA6C16E6-5A1F-46F7-8642-A7F025A5BDCF}"/>
              </a:ext>
            </a:extLst>
          </p:cNvPr>
          <p:cNvSpPr>
            <a:spLocks noGrp="1"/>
          </p:cNvSpPr>
          <p:nvPr>
            <p:ph type="ftr" sz="quarter" idx="3"/>
          </p:nvPr>
        </p:nvSpPr>
        <p:spPr>
          <a:xfrm>
            <a:off x="4037013" y="735203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4">
            <a:extLst>
              <a:ext uri="{FF2B5EF4-FFF2-40B4-BE49-F238E27FC236}">
                <a16:creationId xmlns:a16="http://schemas.microsoft.com/office/drawing/2014/main" id="{3E586C86-F823-4766-9B10-773EDC51CC66}"/>
              </a:ext>
            </a:extLst>
          </p:cNvPr>
          <p:cNvSpPr>
            <a:spLocks noGrp="1"/>
          </p:cNvSpPr>
          <p:nvPr>
            <p:ph type="sldNum" sz="quarter" idx="4"/>
          </p:nvPr>
        </p:nvSpPr>
        <p:spPr>
          <a:xfrm>
            <a:off x="8609013" y="735203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295A3-96FB-4E80-91AF-4225D266C57B}" type="slidenum">
              <a:rPr lang="en-US" smtClean="0"/>
              <a:t>‹#›</a:t>
            </a:fld>
            <a:endParaRPr lang="en-US" dirty="0"/>
          </a:p>
        </p:txBody>
      </p:sp>
      <p:sp>
        <p:nvSpPr>
          <p:cNvPr id="46" name="TextBox 45">
            <a:extLst>
              <a:ext uri="{FF2B5EF4-FFF2-40B4-BE49-F238E27FC236}">
                <a16:creationId xmlns:a16="http://schemas.microsoft.com/office/drawing/2014/main" id="{CD85138C-BA05-506A-37F6-E09D7B567181}"/>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47" name="TextBox 46">
            <a:extLst>
              <a:ext uri="{FF2B5EF4-FFF2-40B4-BE49-F238E27FC236}">
                <a16:creationId xmlns:a16="http://schemas.microsoft.com/office/drawing/2014/main" id="{102AAF9C-F1AC-4843-6875-135CA87C5B2B}"/>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pic>
        <p:nvPicPr>
          <p:cNvPr id="74" name="Picture 73" descr="A green and blue arrow&#10;&#10;Description automatically generated">
            <a:extLst>
              <a:ext uri="{FF2B5EF4-FFF2-40B4-BE49-F238E27FC236}">
                <a16:creationId xmlns:a16="http://schemas.microsoft.com/office/drawing/2014/main" id="{C967C0A9-A69C-82AD-D33C-3AF05EB07560}"/>
              </a:ext>
            </a:extLst>
          </p:cNvPr>
          <p:cNvPicPr>
            <a:picLocks noChangeAspect="1"/>
          </p:cNvPicPr>
          <p:nvPr userDrawn="1"/>
        </p:nvPicPr>
        <p:blipFill rotWithShape="1">
          <a:blip r:embed="rId10"/>
          <a:srcRect b="97344"/>
          <a:stretch/>
        </p:blipFill>
        <p:spPr>
          <a:xfrm>
            <a:off x="0" y="-494"/>
            <a:ext cx="12187946" cy="182146"/>
          </a:xfrm>
          <a:prstGeom prst="rect">
            <a:avLst/>
          </a:prstGeom>
        </p:spPr>
      </p:pic>
    </p:spTree>
    <p:extLst>
      <p:ext uri="{BB962C8B-B14F-4D97-AF65-F5344CB8AC3E}">
        <p14:creationId xmlns:p14="http://schemas.microsoft.com/office/powerpoint/2010/main" val="707883660"/>
      </p:ext>
    </p:extLst>
  </p:cSld>
  <p:clrMap bg1="lt1" tx1="dk1" bg2="lt2" tx2="dk2" accent1="accent1" accent2="accent2" accent3="accent3" accent4="accent4" accent5="accent5" accent6="accent6" hlink="hlink" folHlink="folHlink"/>
  <p:sldLayoutIdLst>
    <p:sldLayoutId id="2147483995" r:id="rId1"/>
    <p:sldLayoutId id="2147483998" r:id="rId2"/>
    <p:sldLayoutId id="2147483999" r:id="rId3"/>
    <p:sldLayoutId id="2147484023" r:id="rId4"/>
    <p:sldLayoutId id="2147484024" r:id="rId5"/>
    <p:sldLayoutId id="2147484050" r:id="rId6"/>
    <p:sldLayoutId id="2147484051" r:id="rId7"/>
    <p:sldLayoutId id="2147484052" r:id="rId8"/>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by Broadcom Solution</a:t>
            </a:r>
          </a:p>
        </p:txBody>
      </p:sp>
      <p:sp>
        <p:nvSpPr>
          <p:cNvPr id="3" name="Subtitle 2"/>
          <p:cNvSpPr>
            <a:spLocks noGrp="1"/>
          </p:cNvSpPr>
          <p:nvPr>
            <p:ph type="subTitle" idx="10"/>
          </p:nvPr>
        </p:nvSpPr>
        <p:spPr/>
        <p:txBody>
          <a:bodyPr/>
          <a:lstStyle/>
          <a:p>
            <a:r>
              <a:rPr lang="en-US"/>
              <a:t>Design Workshop</a:t>
            </a:r>
            <a:endParaRPr lang="en-US" dirty="0"/>
          </a:p>
        </p:txBody>
      </p:sp>
      <p:sp>
        <p:nvSpPr>
          <p:cNvPr id="4" name="Text Placeholder 3">
            <a:extLst>
              <a:ext uri="{FF2B5EF4-FFF2-40B4-BE49-F238E27FC236}">
                <a16:creationId xmlns:a16="http://schemas.microsoft.com/office/drawing/2014/main" id="{6697D7C7-2489-5B25-2280-72B6E90FEE6A}"/>
              </a:ext>
            </a:extLst>
          </p:cNvPr>
          <p:cNvSpPr>
            <a:spLocks noGrp="1"/>
          </p:cNvSpPr>
          <p:nvPr>
            <p:ph type="body" sz="quarter" idx="11"/>
          </p:nvPr>
        </p:nvSpPr>
        <p:spPr/>
        <p:txBody>
          <a:bodyPr/>
          <a:lstStyle/>
          <a:p>
            <a:endParaRPr lang="en-US"/>
          </a:p>
        </p:txBody>
      </p:sp>
      <p:sp>
        <p:nvSpPr>
          <p:cNvPr id="5" name="Text Placeholder 4">
            <a:extLst>
              <a:ext uri="{FF2B5EF4-FFF2-40B4-BE49-F238E27FC236}">
                <a16:creationId xmlns:a16="http://schemas.microsoft.com/office/drawing/2014/main" id="{41621D84-D13F-F578-99BA-02DCA2FC2F49}"/>
              </a:ext>
            </a:extLst>
          </p:cNvPr>
          <p:cNvSpPr>
            <a:spLocks noGrp="1"/>
          </p:cNvSpPr>
          <p:nvPr>
            <p:ph type="body" sz="quarter" idx="12"/>
          </p:nvPr>
        </p:nvSpPr>
        <p:spPr/>
        <p:txBody>
          <a:bodyPr/>
          <a:lstStyle/>
          <a:p>
            <a:endParaRPr lang="en-US"/>
          </a:p>
        </p:txBody>
      </p:sp>
      <p:sp>
        <p:nvSpPr>
          <p:cNvPr id="7" name="Text Placeholder 6">
            <a:extLst>
              <a:ext uri="{FF2B5EF4-FFF2-40B4-BE49-F238E27FC236}">
                <a16:creationId xmlns:a16="http://schemas.microsoft.com/office/drawing/2014/main" id="{6A9B9F67-7E9C-BF6D-F184-5BBE41F2B30D}"/>
              </a:ext>
            </a:extLst>
          </p:cNvPr>
          <p:cNvSpPr>
            <a:spLocks noGrp="1"/>
          </p:cNvSpPr>
          <p:nvPr>
            <p:ph type="body" sz="quarter" idx="14"/>
          </p:nvPr>
        </p:nvSpPr>
        <p:spPr/>
        <p:txBody>
          <a:bodyPr/>
          <a:lstStyle/>
          <a:p>
            <a:endParaRPr lang="en-US"/>
          </a:p>
        </p:txBody>
      </p:sp>
      <p:sp>
        <p:nvSpPr>
          <p:cNvPr id="6" name="Text Placeholder 3"/>
          <p:cNvSpPr txBox="1">
            <a:spLocks/>
          </p:cNvSpPr>
          <p:nvPr/>
        </p:nvSpPr>
        <p:spPr>
          <a:xfrm>
            <a:off x="592880" y="1777856"/>
            <a:ext cx="5561151" cy="28979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1pPr>
            <a:lvl2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6pPr>
            <a:lvl7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endParaRPr lang="en-US" sz="1999" dirty="0">
              <a:solidFill>
                <a:schemeClr val="tx2"/>
              </a:solidFill>
            </a:endParaRPr>
          </a:p>
        </p:txBody>
      </p:sp>
    </p:spTree>
    <p:extLst>
      <p:ext uri="{BB962C8B-B14F-4D97-AF65-F5344CB8AC3E}">
        <p14:creationId xmlns:p14="http://schemas.microsoft.com/office/powerpoint/2010/main" val="79171011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stools_autogen_agenda_placeholder">
            <a:extLst>
              <a:ext uri="{FF2B5EF4-FFF2-40B4-BE49-F238E27FC236}">
                <a16:creationId xmlns:a16="http://schemas.microsoft.com/office/drawing/2014/main" id="{BD7CE916-B10B-6644-A10C-407682D1C605}"/>
              </a:ext>
            </a:extLst>
          </p:cNvPr>
          <p:cNvSpPr>
            <a:spLocks noGrp="1"/>
          </p:cNvSpPr>
          <p:nvPr>
            <p:ph type="body" sz="quarter" idx="23"/>
          </p:nvPr>
        </p:nvSpPr>
        <p:spPr/>
        <p:txBody>
          <a:bodyPr/>
          <a:lstStyle/>
          <a:p>
            <a:pPr>
              <a:spcBef>
                <a:spcPts val="0"/>
              </a:spcBef>
            </a:pPr>
            <a:r>
              <a:rPr lang="en-US" dirty="0"/>
              <a:t>VMware Solution</a:t>
            </a:r>
          </a:p>
          <a:p>
            <a:pPr lvl="2">
              <a:spcBef>
                <a:spcPts val="0"/>
              </a:spcBef>
            </a:pPr>
            <a:r>
              <a:rPr lang="en-US" dirty="0"/>
              <a:t>Introductions and Workshop Objectives</a:t>
            </a:r>
          </a:p>
          <a:p>
            <a:pPr lvl="2">
              <a:spcBef>
                <a:spcPts val="0"/>
              </a:spcBef>
            </a:pPr>
            <a:r>
              <a:rPr lang="en-US" dirty="0"/>
              <a:t>Overview</a:t>
            </a:r>
          </a:p>
          <a:p>
            <a:pPr lvl="2">
              <a:spcBef>
                <a:spcPts val="0"/>
              </a:spcBef>
            </a:pPr>
            <a:r>
              <a:rPr lang="en-US" dirty="0"/>
              <a:t>Conceptual Design</a:t>
            </a:r>
          </a:p>
          <a:p>
            <a:pPr lvl="2">
              <a:spcBef>
                <a:spcPts val="0"/>
              </a:spcBef>
            </a:pPr>
            <a:r>
              <a:rPr lang="en-US" dirty="0"/>
              <a:t>Logical Design</a:t>
            </a:r>
          </a:p>
          <a:p>
            <a:pPr>
              <a:spcBef>
                <a:spcPts val="0"/>
              </a:spcBef>
            </a:pPr>
            <a:r>
              <a:rPr lang="en-US" dirty="0"/>
              <a:t>Scope</a:t>
            </a:r>
          </a:p>
          <a:p>
            <a:pPr lvl="2">
              <a:spcBef>
                <a:spcPts val="0"/>
              </a:spcBef>
            </a:pPr>
            <a:r>
              <a:rPr lang="en-US" dirty="0"/>
              <a:t>Technology</a:t>
            </a:r>
          </a:p>
          <a:p>
            <a:pPr lvl="2">
              <a:spcBef>
                <a:spcPts val="0"/>
              </a:spcBef>
            </a:pPr>
            <a:r>
              <a:rPr lang="en-US" dirty="0"/>
              <a:t>People &amp; Process</a:t>
            </a:r>
          </a:p>
          <a:p>
            <a:pPr>
              <a:spcBef>
                <a:spcPts val="0"/>
              </a:spcBef>
            </a:pPr>
            <a:r>
              <a:rPr lang="en-US" dirty="0"/>
              <a:t>Introduction to Architecture Models</a:t>
            </a:r>
            <a:endParaRPr lang="en-GB" dirty="0"/>
          </a:p>
          <a:p>
            <a:pPr>
              <a:spcBef>
                <a:spcPts val="0"/>
              </a:spcBef>
            </a:pPr>
            <a:r>
              <a:rPr lang="en-US" dirty="0"/>
              <a:t>VMware </a:t>
            </a:r>
            <a:r>
              <a:rPr lang="en-US"/>
              <a:t>Cloud Foundations Operations </a:t>
            </a:r>
            <a:r>
              <a:rPr lang="en-US" dirty="0"/>
              <a:t>Design Session</a:t>
            </a:r>
            <a:endParaRPr lang="en-GB" dirty="0"/>
          </a:p>
        </p:txBody>
      </p:sp>
    </p:spTree>
    <p:extLst>
      <p:ext uri="{BB962C8B-B14F-4D97-AF65-F5344CB8AC3E}">
        <p14:creationId xmlns:p14="http://schemas.microsoft.com/office/powerpoint/2010/main" val="93733929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stools_autogen_agenda_placeholder">
            <a:extLst>
              <a:ext uri="{FF2B5EF4-FFF2-40B4-BE49-F238E27FC236}">
                <a16:creationId xmlns:a16="http://schemas.microsoft.com/office/drawing/2014/main" id="{BD7CE916-B10B-6644-A10C-407682D1C605}"/>
              </a:ext>
            </a:extLst>
          </p:cNvPr>
          <p:cNvSpPr>
            <a:spLocks noGrp="1"/>
          </p:cNvSpPr>
          <p:nvPr>
            <p:ph type="body" sz="quarter" idx="23"/>
          </p:nvPr>
        </p:nvSpPr>
        <p:spPr/>
        <p:txBody>
          <a:bodyPr/>
          <a:lstStyle/>
          <a:p>
            <a:pPr>
              <a:spcBef>
                <a:spcPts val="0"/>
              </a:spcBef>
            </a:pPr>
            <a:r>
              <a:rPr lang="en-US" dirty="0"/>
              <a:t>VMware Cloud Foundation Operations Design Session</a:t>
            </a:r>
          </a:p>
          <a:p>
            <a:pPr>
              <a:spcBef>
                <a:spcPts val="0"/>
              </a:spcBef>
            </a:pPr>
            <a:r>
              <a:rPr lang="en-US" dirty="0"/>
              <a:t>Operations VMware Cloud Foundation Operations </a:t>
            </a:r>
          </a:p>
          <a:p>
            <a:pPr lvl="2">
              <a:spcBef>
                <a:spcPts val="0"/>
              </a:spcBef>
            </a:pPr>
            <a:r>
              <a:rPr lang="en-US" dirty="0">
                <a:solidFill>
                  <a:srgbClr val="FF0000"/>
                </a:solidFill>
              </a:rPr>
              <a:t>&lt;Process Type Name&gt;</a:t>
            </a:r>
          </a:p>
          <a:p>
            <a:pPr lvl="2">
              <a:spcBef>
                <a:spcPts val="0"/>
              </a:spcBef>
            </a:pPr>
            <a:r>
              <a:rPr lang="en-US" dirty="0">
                <a:solidFill>
                  <a:srgbClr val="FF0000"/>
                </a:solidFill>
              </a:rPr>
              <a:t>&lt;Process Type Name&gt;</a:t>
            </a:r>
          </a:p>
          <a:p>
            <a:pPr lvl="2">
              <a:spcBef>
                <a:spcPts val="0"/>
              </a:spcBef>
            </a:pPr>
            <a:r>
              <a:rPr lang="en-US" dirty="0">
                <a:solidFill>
                  <a:srgbClr val="FF0000"/>
                </a:solidFill>
              </a:rPr>
              <a:t>&lt;Process Type Name&gt;</a:t>
            </a:r>
            <a:endParaRPr lang="en-GB" dirty="0">
              <a:solidFill>
                <a:srgbClr val="FF0000"/>
              </a:solidFill>
            </a:endParaRPr>
          </a:p>
        </p:txBody>
      </p:sp>
    </p:spTree>
    <p:extLst>
      <p:ext uri="{BB962C8B-B14F-4D97-AF65-F5344CB8AC3E}">
        <p14:creationId xmlns:p14="http://schemas.microsoft.com/office/powerpoint/2010/main" val="93733929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F04B-D74E-46E1-95EC-C0C795B073BD}"/>
              </a:ext>
            </a:extLst>
          </p:cNvPr>
          <p:cNvSpPr>
            <a:spLocks noGrp="1"/>
          </p:cNvSpPr>
          <p:nvPr>
            <p:ph type="title"/>
          </p:nvPr>
        </p:nvSpPr>
        <p:spPr/>
        <p:txBody>
          <a:bodyPr/>
          <a:lstStyle/>
          <a:p>
            <a:r>
              <a:rPr lang="en-US"/>
              <a:t>Introductions and Workshop Objectives</a:t>
            </a:r>
            <a:endParaRPr lang="en-US" dirty="0"/>
          </a:p>
        </p:txBody>
      </p:sp>
      <p:sp>
        <p:nvSpPr>
          <p:cNvPr id="3" name="Subtitle 2">
            <a:extLst>
              <a:ext uri="{FF2B5EF4-FFF2-40B4-BE49-F238E27FC236}">
                <a16:creationId xmlns:a16="http://schemas.microsoft.com/office/drawing/2014/main" id="{35BC8140-1926-DA3C-8A6B-76F0791B47A7}"/>
              </a:ext>
            </a:extLst>
          </p:cNvPr>
          <p:cNvSpPr>
            <a:spLocks noGrp="1"/>
          </p:cNvSpPr>
          <p:nvPr>
            <p:ph type="subTitle" idx="10"/>
          </p:nvPr>
        </p:nvSpPr>
        <p:spPr/>
        <p:txBody>
          <a:bodyPr/>
          <a:lstStyle/>
          <a:p>
            <a:endParaRPr lang="en-US"/>
          </a:p>
        </p:txBody>
      </p:sp>
      <p:sp>
        <p:nvSpPr>
          <p:cNvPr id="4" name="Content Placeholder 3">
            <a:extLst>
              <a:ext uri="{FF2B5EF4-FFF2-40B4-BE49-F238E27FC236}">
                <a16:creationId xmlns:a16="http://schemas.microsoft.com/office/drawing/2014/main" id="{FF4790AE-32D8-0FA6-C68C-25CBCA4A1CC5}"/>
              </a:ext>
            </a:extLst>
          </p:cNvPr>
          <p:cNvSpPr>
            <a:spLocks noGrp="1"/>
          </p:cNvSpPr>
          <p:nvPr>
            <p:ph sz="quarter" idx="14"/>
          </p:nvPr>
        </p:nvSpPr>
        <p:spPr/>
        <p:txBody>
          <a:bodyPr/>
          <a:lstStyle/>
          <a:p>
            <a:r>
              <a:rPr lang="en-US" dirty="0"/>
              <a:t>Introductions</a:t>
            </a:r>
          </a:p>
          <a:p>
            <a:pPr lvl="1"/>
            <a:r>
              <a:rPr lang="en-GB" dirty="0"/>
              <a:t>Your Role</a:t>
            </a:r>
          </a:p>
          <a:p>
            <a:pPr lvl="1"/>
            <a:r>
              <a:rPr lang="en-GB" dirty="0"/>
              <a:t>Engagement responsibilities</a:t>
            </a:r>
          </a:p>
          <a:p>
            <a:pPr lvl="1"/>
            <a:r>
              <a:rPr lang="en-CA" dirty="0"/>
              <a:t>Expectations of the workshop</a:t>
            </a:r>
            <a:endParaRPr lang="en-US" dirty="0"/>
          </a:p>
          <a:p>
            <a:r>
              <a:rPr lang="en-US" dirty="0"/>
              <a:t>Solution Set Goals and Objectives</a:t>
            </a:r>
          </a:p>
          <a:p>
            <a:pPr lvl="1"/>
            <a:r>
              <a:rPr lang="en-US" dirty="0"/>
              <a:t>Solution Set</a:t>
            </a:r>
            <a:r>
              <a:rPr lang="en-GB" dirty="0"/>
              <a:t> Goals</a:t>
            </a:r>
          </a:p>
          <a:p>
            <a:pPr lvl="1"/>
            <a:r>
              <a:rPr lang="en-US" dirty="0"/>
              <a:t>Solution Set</a:t>
            </a:r>
            <a:r>
              <a:rPr lang="en-GB" dirty="0"/>
              <a:t> Objectives</a:t>
            </a:r>
          </a:p>
          <a:p>
            <a:endParaRPr lang="en-US" dirty="0"/>
          </a:p>
        </p:txBody>
      </p:sp>
      <p:sp>
        <p:nvSpPr>
          <p:cNvPr id="5" name="Text Placeholder 6">
            <a:extLst>
              <a:ext uri="{FF2B5EF4-FFF2-40B4-BE49-F238E27FC236}">
                <a16:creationId xmlns:a16="http://schemas.microsoft.com/office/drawing/2014/main" id="{C501C80E-A8C8-3942-AE0A-88670E7E4132}"/>
              </a:ext>
            </a:extLst>
          </p:cNvPr>
          <p:cNvSpPr txBox="1">
            <a:spLocks/>
          </p:cNvSpPr>
          <p:nvPr/>
        </p:nvSpPr>
        <p:spPr>
          <a:xfrm>
            <a:off x="616505" y="1123122"/>
            <a:ext cx="10972800" cy="5049079"/>
          </a:xfrm>
          <a:prstGeom prst="rect">
            <a:avLst/>
          </a:prstGeom>
        </p:spPr>
        <p:txBody>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GB" dirty="0"/>
          </a:p>
        </p:txBody>
      </p:sp>
    </p:spTree>
    <p:extLst>
      <p:ext uri="{BB962C8B-B14F-4D97-AF65-F5344CB8AC3E}">
        <p14:creationId xmlns:p14="http://schemas.microsoft.com/office/powerpoint/2010/main" val="144266880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a:t>The table below lists the scope of the engagement in the context of the VMware journey model. These are the IT Capabilities that have been determined as the focus for this engagement</a:t>
            </a:r>
            <a:endParaRPr lang="en-US" dirty="0"/>
          </a:p>
        </p:txBody>
      </p:sp>
      <p:graphicFrame>
        <p:nvGraphicFramePr>
          <p:cNvPr id="8" name="pstools_autogen_it_capabilities_table"/>
          <p:cNvGraphicFramePr>
            <a:graphicFrameLocks noGrp="1"/>
          </p:cNvGraphicFramePr>
          <p:nvPr/>
        </p:nvGraphicFramePr>
        <p:xfrm>
          <a:off x="619360" y="2335696"/>
          <a:ext cx="10727791" cy="1041400"/>
        </p:xfrm>
        <a:graphic>
          <a:graphicData uri="http://schemas.openxmlformats.org/drawingml/2006/table">
            <a:tbl>
              <a:tblPr firstRow="1" bandRow="1">
                <a:tableStyleId>{EB9631B5-78F2-41C9-869B-9F39066F8104}</a:tableStyleId>
              </a:tblPr>
              <a:tblGrid>
                <a:gridCol w="10727791">
                  <a:extLst>
                    <a:ext uri="{9D8B030D-6E8A-4147-A177-3AD203B41FA5}">
                      <a16:colId xmlns:a16="http://schemas.microsoft.com/office/drawing/2014/main" val="20000"/>
                    </a:ext>
                  </a:extLst>
                </a:gridCol>
              </a:tblGrid>
              <a:tr h="370840">
                <a:tc>
                  <a:txBody>
                    <a:bodyPr/>
                    <a:lstStyle/>
                    <a:p>
                      <a:r>
                        <a:rPr lang="en-US" dirty="0"/>
                        <a:t>IT Capabilities in Scope</a:t>
                      </a:r>
                      <a:endParaRPr lang="en-US" dirty="0">
                        <a:solidFill>
                          <a:srgbClr val="FF0000"/>
                        </a:solidFill>
                      </a:endParaRPr>
                    </a:p>
                  </a:txBody>
                  <a:tcPr/>
                </a:tc>
                <a:extLst>
                  <a:ext uri="{0D108BD9-81ED-4DB2-BD59-A6C34878D82A}">
                    <a16:rowId xmlns:a16="http://schemas.microsoft.com/office/drawing/2014/main" val="10000"/>
                  </a:ext>
                </a:extLst>
              </a:tr>
              <a:tr h="0">
                <a:tc>
                  <a:txBody>
                    <a:bodyPr/>
                    <a:lstStyle/>
                    <a:p>
                      <a:pPr algn="l"/>
                      <a:r>
                        <a:rPr lang="en-AU" sz="1600" b="0" dirty="0"/>
                        <a:t>Provide resiliency for business applications</a:t>
                      </a:r>
                      <a:endParaRPr lang="en-AU" dirty="0"/>
                    </a:p>
                  </a:txBody>
                  <a:tcPr/>
                </a:tc>
                <a:extLst>
                  <a:ext uri="{0D108BD9-81ED-4DB2-BD59-A6C34878D82A}">
                    <a16:rowId xmlns:a16="http://schemas.microsoft.com/office/drawing/2014/main" val="10001"/>
                  </a:ext>
                </a:extLst>
              </a:tr>
              <a:tr h="0">
                <a:tc>
                  <a:txBody>
                    <a:bodyPr/>
                    <a:lstStyle/>
                    <a:p>
                      <a:pPr algn="l"/>
                      <a:r>
                        <a:rPr lang="en-AU" sz="1600" b="0" dirty="0"/>
                        <a:t>Monitor and manage infrastructure performance and capacity</a:t>
                      </a:r>
                      <a:endParaRPr lang="en-AU"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5973788"/>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a:t>The table below lists the scope of the engagement in the context of the VMware journey model. These are the IT Problems that have been determined as the focus for this engagement</a:t>
            </a:r>
            <a:endParaRPr lang="en-US" dirty="0"/>
          </a:p>
        </p:txBody>
      </p:sp>
      <p:graphicFrame>
        <p:nvGraphicFramePr>
          <p:cNvPr id="8" name="pstools_autogen_it_problems_table"/>
          <p:cNvGraphicFramePr>
            <a:graphicFrameLocks noGrp="1"/>
          </p:cNvGraphicFramePr>
          <p:nvPr/>
        </p:nvGraphicFramePr>
        <p:xfrm>
          <a:off x="619360" y="2335696"/>
          <a:ext cx="10838255" cy="2382520"/>
        </p:xfrm>
        <a:graphic>
          <a:graphicData uri="http://schemas.openxmlformats.org/drawingml/2006/table">
            <a:tbl>
              <a:tblPr firstRow="1" bandRow="1">
                <a:tableStyleId>{EB9631B5-78F2-41C9-869B-9F39066F8104}</a:tableStyleId>
              </a:tblPr>
              <a:tblGrid>
                <a:gridCol w="10838255">
                  <a:extLst>
                    <a:ext uri="{9D8B030D-6E8A-4147-A177-3AD203B41FA5}">
                      <a16:colId xmlns:a16="http://schemas.microsoft.com/office/drawing/2014/main" val="20001"/>
                    </a:ext>
                  </a:extLst>
                </a:gridCol>
              </a:tblGrid>
              <a:tr h="370840">
                <a:tc>
                  <a:txBody>
                    <a:bodyPr/>
                    <a:lstStyle/>
                    <a:p>
                      <a:r>
                        <a:rPr lang="en-US" dirty="0"/>
                        <a:t>IT Problems in Scope</a:t>
                      </a:r>
                    </a:p>
                  </a:txBody>
                  <a:tcPr/>
                </a:tc>
                <a:extLst>
                  <a:ext uri="{0D108BD9-81ED-4DB2-BD59-A6C34878D82A}">
                    <a16:rowId xmlns:a16="http://schemas.microsoft.com/office/drawing/2014/main" val="10000"/>
                  </a:ext>
                </a:extLst>
              </a:tr>
              <a:tr h="0">
                <a:tc>
                  <a:txBody>
                    <a:bodyPr/>
                    <a:lstStyle/>
                    <a:p>
                      <a:pPr algn="l"/>
                      <a:r>
                        <a:rPr lang="en-AU" sz="1600" b="0" dirty="0"/>
                        <a:t>Business critical failures lead to unplanned downtime</a:t>
                      </a:r>
                      <a:endParaRPr lang="en-AU" dirty="0"/>
                    </a:p>
                  </a:txBody>
                  <a:tcPr/>
                </a:tc>
                <a:extLst>
                  <a:ext uri="{0D108BD9-81ED-4DB2-BD59-A6C34878D82A}">
                    <a16:rowId xmlns:a16="http://schemas.microsoft.com/office/drawing/2014/main" val="10001"/>
                  </a:ext>
                </a:extLst>
              </a:tr>
              <a:tr h="0">
                <a:tc>
                  <a:txBody>
                    <a:bodyPr/>
                    <a:lstStyle/>
                    <a:p>
                      <a:pPr algn="l"/>
                      <a:r>
                        <a:rPr lang="en-AU" sz="1600" b="0" dirty="0"/>
                        <a:t>Not meeting availability service level agreement</a:t>
                      </a:r>
                      <a:endParaRPr lang="en-AU" dirty="0"/>
                    </a:p>
                  </a:txBody>
                  <a:tcPr/>
                </a:tc>
                <a:extLst>
                  <a:ext uri="{0D108BD9-81ED-4DB2-BD59-A6C34878D82A}">
                    <a16:rowId xmlns:a16="http://schemas.microsoft.com/office/drawing/2014/main" val="10002"/>
                  </a:ext>
                </a:extLst>
              </a:tr>
              <a:tr h="0">
                <a:tc>
                  <a:txBody>
                    <a:bodyPr/>
                    <a:lstStyle/>
                    <a:p>
                      <a:pPr algn="l"/>
                      <a:r>
                        <a:rPr lang="en-AU" sz="1600" b="0" dirty="0"/>
                        <a:t>Infrastructure performance problems</a:t>
                      </a:r>
                      <a:endParaRPr lang="en-AU" dirty="0"/>
                    </a:p>
                  </a:txBody>
                  <a:tcPr/>
                </a:tc>
                <a:extLst>
                  <a:ext uri="{0D108BD9-81ED-4DB2-BD59-A6C34878D82A}">
                    <a16:rowId xmlns:a16="http://schemas.microsoft.com/office/drawing/2014/main" val="10003"/>
                  </a:ext>
                </a:extLst>
              </a:tr>
              <a:tr h="0">
                <a:tc>
                  <a:txBody>
                    <a:bodyPr/>
                    <a:lstStyle/>
                    <a:p>
                      <a:pPr algn="l"/>
                      <a:r>
                        <a:rPr lang="en-AU" sz="1600" b="0" dirty="0"/>
                        <a:t>Unplanned workload failures</a:t>
                      </a:r>
                      <a:endParaRPr lang="en-AU" dirty="0"/>
                    </a:p>
                  </a:txBody>
                  <a:tcPr/>
                </a:tc>
                <a:extLst>
                  <a:ext uri="{0D108BD9-81ED-4DB2-BD59-A6C34878D82A}">
                    <a16:rowId xmlns:a16="http://schemas.microsoft.com/office/drawing/2014/main" val="10004"/>
                  </a:ext>
                </a:extLst>
              </a:tr>
              <a:tr h="0">
                <a:tc>
                  <a:txBody>
                    <a:bodyPr/>
                    <a:lstStyle/>
                    <a:p>
                      <a:pPr algn="l"/>
                      <a:r>
                        <a:rPr lang="en-AU" sz="1600" b="0" dirty="0"/>
                        <a:t>Vendor lock-in and business application complexity</a:t>
                      </a:r>
                      <a:endParaRPr lang="en-AU" dirty="0"/>
                    </a:p>
                  </a:txBody>
                  <a:tcPr/>
                </a:tc>
                <a:extLst>
                  <a:ext uri="{0D108BD9-81ED-4DB2-BD59-A6C34878D82A}">
                    <a16:rowId xmlns:a16="http://schemas.microsoft.com/office/drawing/2014/main" val="10005"/>
                  </a:ext>
                </a:extLst>
              </a:tr>
              <a:tr h="0">
                <a:tc>
                  <a:txBody>
                    <a:bodyPr/>
                    <a:lstStyle/>
                    <a:p>
                      <a:pPr algn="l"/>
                      <a:r>
                        <a:rPr lang="en-AU" sz="1600" b="0" dirty="0"/>
                        <a:t>Infrastructure capacity problems</a:t>
                      </a:r>
                      <a:endParaRPr lang="en-AU"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688992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2" name="Subtitle 1">
            <a:extLst>
              <a:ext uri="{FF2B5EF4-FFF2-40B4-BE49-F238E27FC236}">
                <a16:creationId xmlns:a16="http://schemas.microsoft.com/office/drawing/2014/main" id="{529AE6AF-5478-65B9-DFD2-31AE539EF772}"/>
              </a:ext>
            </a:extLst>
          </p:cNvPr>
          <p:cNvSpPr>
            <a:spLocks noGrp="1"/>
          </p:cNvSpPr>
          <p:nvPr>
            <p:ph type="subTitle" idx="10"/>
          </p:nvPr>
        </p:nvSpPr>
        <p:spPr/>
        <p:txBody>
          <a:bodyPr/>
          <a:lstStyle/>
          <a:p>
            <a:endParaRPr lang="en-US"/>
          </a:p>
        </p:txBody>
      </p:sp>
      <p:sp>
        <p:nvSpPr>
          <p:cNvPr id="8" name="Rectangle 7">
            <a:extLst>
              <a:ext uri="{FF2B5EF4-FFF2-40B4-BE49-F238E27FC236}">
                <a16:creationId xmlns:a16="http://schemas.microsoft.com/office/drawing/2014/main" id="{A571F356-FF9A-4103-8018-00082547BAF8}"/>
              </a:ext>
            </a:extLst>
          </p:cNvPr>
          <p:cNvSpPr/>
          <p:nvPr/>
        </p:nvSpPr>
        <p:spPr>
          <a:xfrm>
            <a:off x="1042206" y="2484060"/>
            <a:ext cx="3364116" cy="922368"/>
          </a:xfrm>
          <a:prstGeom prst="rect">
            <a:avLst/>
          </a:prstGeom>
          <a:solidFill>
            <a:srgbClr val="FFFF00"/>
          </a:solidFill>
        </p:spPr>
        <p:txBody>
          <a:bodyPr wrap="square">
            <a:spAutoFit/>
          </a:bodyPr>
          <a:lstStyle/>
          <a:p>
            <a:r>
              <a:rPr lang="en-US" sz="1798" dirty="0"/>
              <a:t>PSO Consultant: Insert appropriate diagrams based on the current solution.</a:t>
            </a:r>
          </a:p>
        </p:txBody>
      </p:sp>
    </p:spTree>
    <p:extLst>
      <p:ext uri="{BB962C8B-B14F-4D97-AF65-F5344CB8AC3E}">
        <p14:creationId xmlns:p14="http://schemas.microsoft.com/office/powerpoint/2010/main" val="2745748132"/>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23;p123">
            <a:extLst>
              <a:ext uri="{FF2B5EF4-FFF2-40B4-BE49-F238E27FC236}">
                <a16:creationId xmlns:a16="http://schemas.microsoft.com/office/drawing/2014/main" id="{2BBA8540-C1AB-D78D-59A9-60BBDFB39BC3}"/>
              </a:ext>
            </a:extLst>
          </p:cNvPr>
          <p:cNvSpPr/>
          <p:nvPr/>
        </p:nvSpPr>
        <p:spPr>
          <a:xfrm>
            <a:off x="8860278" y="1143595"/>
            <a:ext cx="2640112" cy="5145860"/>
          </a:xfrm>
          <a:prstGeom prst="roundRect">
            <a:avLst>
              <a:gd name="adj" fmla="val 3135"/>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 name="Google Shape;2024;p123">
            <a:extLst>
              <a:ext uri="{FF2B5EF4-FFF2-40B4-BE49-F238E27FC236}">
                <a16:creationId xmlns:a16="http://schemas.microsoft.com/office/drawing/2014/main" id="{F1A5F241-3DFF-E6EB-E93C-0B808E1C383F}"/>
              </a:ext>
            </a:extLst>
          </p:cNvPr>
          <p:cNvSpPr/>
          <p:nvPr/>
        </p:nvSpPr>
        <p:spPr>
          <a:xfrm>
            <a:off x="5588755" y="1143595"/>
            <a:ext cx="2640112" cy="5145860"/>
          </a:xfrm>
          <a:prstGeom prst="roundRect">
            <a:avLst>
              <a:gd name="adj" fmla="val 3135"/>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 name="Google Shape;2025;p123">
            <a:extLst>
              <a:ext uri="{FF2B5EF4-FFF2-40B4-BE49-F238E27FC236}">
                <a16:creationId xmlns:a16="http://schemas.microsoft.com/office/drawing/2014/main" id="{BA993D11-517E-3368-8C7B-B1F9B7316D17}"/>
              </a:ext>
            </a:extLst>
          </p:cNvPr>
          <p:cNvSpPr/>
          <p:nvPr/>
        </p:nvSpPr>
        <p:spPr>
          <a:xfrm>
            <a:off x="2387647" y="1143594"/>
            <a:ext cx="2499349" cy="5145860"/>
          </a:xfrm>
          <a:prstGeom prst="roundRect">
            <a:avLst>
              <a:gd name="adj" fmla="val 3467"/>
            </a:avLst>
          </a:prstGeom>
          <a:gradFill>
            <a:gsLst>
              <a:gs pos="0">
                <a:schemeClr val="accent2"/>
              </a:gs>
              <a:gs pos="85000">
                <a:schemeClr val="accent5"/>
              </a:gs>
              <a:gs pos="100000">
                <a:schemeClr val="accent5"/>
              </a:gs>
            </a:gsLst>
            <a:lin ang="18900044"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5" name="Google Shape;2026;p123">
            <a:extLst>
              <a:ext uri="{FF2B5EF4-FFF2-40B4-BE49-F238E27FC236}">
                <a16:creationId xmlns:a16="http://schemas.microsoft.com/office/drawing/2014/main" id="{6035DFE9-0C56-58BA-EE09-D11B4E6A3BA9}"/>
              </a:ext>
            </a:extLst>
          </p:cNvPr>
          <p:cNvSpPr/>
          <p:nvPr/>
        </p:nvSpPr>
        <p:spPr>
          <a:xfrm>
            <a:off x="2044699" y="3379802"/>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6" name="Google Shape;2027;p123">
            <a:extLst>
              <a:ext uri="{FF2B5EF4-FFF2-40B4-BE49-F238E27FC236}">
                <a16:creationId xmlns:a16="http://schemas.microsoft.com/office/drawing/2014/main" id="{96DD3ADD-912B-4699-0469-E48157110865}"/>
              </a:ext>
            </a:extLst>
          </p:cNvPr>
          <p:cNvSpPr txBox="1">
            <a:spLocks/>
          </p:cNvSpPr>
          <p:nvPr/>
        </p:nvSpPr>
        <p:spPr>
          <a:xfrm>
            <a:off x="579809" y="410188"/>
            <a:ext cx="11001134" cy="387798"/>
          </a:xfrm>
          <a:prstGeom prst="rect">
            <a:avLst/>
          </a:prstGeom>
          <a:noFill/>
          <a:ln>
            <a:noFill/>
          </a:ln>
        </p:spPr>
        <p:txBody>
          <a:bodyPr spcFirstLastPara="1" vert="horz" wrap="square" lIns="0" tIns="0" rIns="0" bIns="0" rtlCol="0" anchor="ctr" anchorCtr="0">
            <a:sp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algn="ctr">
              <a:buSzPts val="2100"/>
            </a:pPr>
            <a:r>
              <a:rPr lang="en-AU" dirty="0">
                <a:solidFill>
                  <a:schemeClr val="accent2"/>
                </a:solidFill>
              </a:rPr>
              <a:t>VMware Cloud Foundation Platform for your Private Cloud</a:t>
            </a:r>
          </a:p>
        </p:txBody>
      </p:sp>
      <p:sp>
        <p:nvSpPr>
          <p:cNvPr id="7" name="Google Shape;2028;p123">
            <a:extLst>
              <a:ext uri="{FF2B5EF4-FFF2-40B4-BE49-F238E27FC236}">
                <a16:creationId xmlns:a16="http://schemas.microsoft.com/office/drawing/2014/main" id="{7C8C4C99-80AE-EE53-37A2-F543B8C928C9}"/>
              </a:ext>
            </a:extLst>
          </p:cNvPr>
          <p:cNvSpPr txBox="1"/>
          <p:nvPr/>
        </p:nvSpPr>
        <p:spPr>
          <a:xfrm>
            <a:off x="2351979" y="2751163"/>
            <a:ext cx="2570530"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Modern</a:t>
            </a:r>
            <a:br>
              <a:rPr lang="en" sz="1600">
                <a:solidFill>
                  <a:schemeClr val="lt1"/>
                </a:solidFill>
                <a:latin typeface="Arial"/>
                <a:ea typeface="Arial"/>
                <a:cs typeface="Arial"/>
                <a:sym typeface="Arial"/>
              </a:rPr>
            </a:br>
            <a:r>
              <a:rPr lang="en" sz="1600">
                <a:solidFill>
                  <a:schemeClr val="lt1"/>
                </a:solidFill>
                <a:latin typeface="Arial"/>
                <a:ea typeface="Arial"/>
                <a:cs typeface="Arial"/>
                <a:sym typeface="Arial"/>
              </a:rPr>
              <a:t>Infrastructure</a:t>
            </a:r>
            <a:endParaRPr sz="1466">
              <a:solidFill>
                <a:srgbClr val="000000"/>
              </a:solidFill>
              <a:latin typeface="Arial"/>
              <a:ea typeface="Arial"/>
              <a:cs typeface="Arial"/>
              <a:sym typeface="Arial"/>
            </a:endParaRPr>
          </a:p>
        </p:txBody>
      </p:sp>
      <p:sp>
        <p:nvSpPr>
          <p:cNvPr id="8" name="Google Shape;2029;p123">
            <a:extLst>
              <a:ext uri="{FF2B5EF4-FFF2-40B4-BE49-F238E27FC236}">
                <a16:creationId xmlns:a16="http://schemas.microsoft.com/office/drawing/2014/main" id="{17B01EFD-55C5-9806-4FE6-34FF3F75A548}"/>
              </a:ext>
            </a:extLst>
          </p:cNvPr>
          <p:cNvSpPr txBox="1"/>
          <p:nvPr/>
        </p:nvSpPr>
        <p:spPr>
          <a:xfrm>
            <a:off x="592865" y="2730501"/>
            <a:ext cx="1548397" cy="492058"/>
          </a:xfrm>
          <a:prstGeom prst="rect">
            <a:avLst/>
          </a:prstGeom>
          <a:noFill/>
          <a:ln>
            <a:noFill/>
          </a:ln>
        </p:spPr>
        <p:txBody>
          <a:bodyPr spcFirstLastPara="1" wrap="square" lIns="0" tIns="0" rIns="0" bIns="0" anchor="ctr" anchorCtr="0">
            <a:spAutoFit/>
          </a:bodyPr>
          <a:lstStyle/>
          <a:p>
            <a:pPr>
              <a:buClr>
                <a:srgbClr val="000000"/>
              </a:buClr>
              <a:buSzPts val="800"/>
            </a:pPr>
            <a:r>
              <a:rPr lang="en" sz="1066">
                <a:solidFill>
                  <a:schemeClr val="dk2"/>
                </a:solidFill>
                <a:latin typeface="Arial"/>
                <a:ea typeface="Arial"/>
                <a:cs typeface="Arial"/>
                <a:sym typeface="Arial"/>
              </a:rPr>
              <a:t>BUSINESS INFRASTRUCTURE INITIATIVES</a:t>
            </a:r>
            <a:endParaRPr sz="1466">
              <a:solidFill>
                <a:srgbClr val="000000"/>
              </a:solidFill>
              <a:latin typeface="Arial"/>
              <a:ea typeface="Arial"/>
              <a:cs typeface="Arial"/>
              <a:sym typeface="Arial"/>
            </a:endParaRPr>
          </a:p>
        </p:txBody>
      </p:sp>
      <p:sp>
        <p:nvSpPr>
          <p:cNvPr id="9" name="Google Shape;2030;p123">
            <a:extLst>
              <a:ext uri="{FF2B5EF4-FFF2-40B4-BE49-F238E27FC236}">
                <a16:creationId xmlns:a16="http://schemas.microsoft.com/office/drawing/2014/main" id="{2DC1CCCC-9048-C7D7-69BF-191BB9E29C16}"/>
              </a:ext>
            </a:extLst>
          </p:cNvPr>
          <p:cNvSpPr txBox="1"/>
          <p:nvPr/>
        </p:nvSpPr>
        <p:spPr>
          <a:xfrm>
            <a:off x="592865" y="4600086"/>
            <a:ext cx="1548397" cy="328039"/>
          </a:xfrm>
          <a:prstGeom prst="rect">
            <a:avLst/>
          </a:prstGeom>
          <a:noFill/>
          <a:ln>
            <a:noFill/>
          </a:ln>
        </p:spPr>
        <p:txBody>
          <a:bodyPr spcFirstLastPara="1" wrap="square" lIns="0" tIns="0" rIns="0" bIns="0" anchor="ctr" anchorCtr="0">
            <a:spAutoFit/>
          </a:bodyPr>
          <a:lstStyle/>
          <a:p>
            <a:pPr>
              <a:buClr>
                <a:srgbClr val="000000"/>
              </a:buClr>
              <a:buSzPts val="800"/>
            </a:pPr>
            <a:r>
              <a:rPr lang="en" sz="1066">
                <a:solidFill>
                  <a:schemeClr val="dk2"/>
                </a:solidFill>
                <a:latin typeface="Arial"/>
                <a:ea typeface="Arial"/>
                <a:cs typeface="Arial"/>
                <a:sym typeface="Arial"/>
              </a:rPr>
              <a:t>PRIMARY </a:t>
            </a:r>
            <a:br>
              <a:rPr lang="en" sz="1066">
                <a:solidFill>
                  <a:schemeClr val="dk2"/>
                </a:solidFill>
                <a:latin typeface="Arial"/>
                <a:ea typeface="Arial"/>
                <a:cs typeface="Arial"/>
                <a:sym typeface="Arial"/>
              </a:rPr>
            </a:br>
            <a:r>
              <a:rPr lang="en" sz="1066">
                <a:solidFill>
                  <a:schemeClr val="dk2"/>
                </a:solidFill>
                <a:latin typeface="Arial"/>
                <a:ea typeface="Arial"/>
                <a:cs typeface="Arial"/>
                <a:sym typeface="Arial"/>
              </a:rPr>
              <a:t>USE CASES</a:t>
            </a:r>
            <a:endParaRPr sz="1466">
              <a:solidFill>
                <a:srgbClr val="000000"/>
              </a:solidFill>
              <a:latin typeface="Arial"/>
              <a:ea typeface="Arial"/>
              <a:cs typeface="Arial"/>
              <a:sym typeface="Arial"/>
            </a:endParaRPr>
          </a:p>
        </p:txBody>
      </p:sp>
      <p:grpSp>
        <p:nvGrpSpPr>
          <p:cNvPr id="10" name="Google Shape;2031;p123">
            <a:extLst>
              <a:ext uri="{FF2B5EF4-FFF2-40B4-BE49-F238E27FC236}">
                <a16:creationId xmlns:a16="http://schemas.microsoft.com/office/drawing/2014/main" id="{E89AEF18-DE77-A34B-2F3C-BCD429016DA6}"/>
              </a:ext>
            </a:extLst>
          </p:cNvPr>
          <p:cNvGrpSpPr/>
          <p:nvPr/>
        </p:nvGrpSpPr>
        <p:grpSpPr>
          <a:xfrm>
            <a:off x="2899556" y="1335829"/>
            <a:ext cx="1673277" cy="1242756"/>
            <a:chOff x="2802326" y="1263025"/>
            <a:chExt cx="2650516" cy="1968975"/>
          </a:xfrm>
        </p:grpSpPr>
        <p:pic>
          <p:nvPicPr>
            <p:cNvPr id="11" name="Google Shape;2032;p123">
              <a:extLst>
                <a:ext uri="{FF2B5EF4-FFF2-40B4-BE49-F238E27FC236}">
                  <a16:creationId xmlns:a16="http://schemas.microsoft.com/office/drawing/2014/main" id="{99843913-0FB5-E94B-A8D0-979446F69888}"/>
                </a:ext>
              </a:extLst>
            </p:cNvPr>
            <p:cNvPicPr preferRelativeResize="0"/>
            <p:nvPr/>
          </p:nvPicPr>
          <p:blipFill rotWithShape="1">
            <a:blip r:embed="rId3">
              <a:alphaModFix/>
            </a:blip>
            <a:srcRect/>
            <a:stretch/>
          </p:blipFill>
          <p:spPr>
            <a:xfrm>
              <a:off x="3738424" y="1263025"/>
              <a:ext cx="1714418" cy="672550"/>
            </a:xfrm>
            <a:prstGeom prst="rect">
              <a:avLst/>
            </a:prstGeom>
            <a:noFill/>
            <a:ln>
              <a:noFill/>
            </a:ln>
          </p:spPr>
        </p:pic>
        <p:grpSp>
          <p:nvGrpSpPr>
            <p:cNvPr id="12" name="Google Shape;2033;p123">
              <a:extLst>
                <a:ext uri="{FF2B5EF4-FFF2-40B4-BE49-F238E27FC236}">
                  <a16:creationId xmlns:a16="http://schemas.microsoft.com/office/drawing/2014/main" id="{691C74E1-0474-D450-B111-A950451B2553}"/>
                </a:ext>
              </a:extLst>
            </p:cNvPr>
            <p:cNvGrpSpPr/>
            <p:nvPr/>
          </p:nvGrpSpPr>
          <p:grpSpPr>
            <a:xfrm>
              <a:off x="2852626" y="1797187"/>
              <a:ext cx="460558" cy="460558"/>
              <a:chOff x="-396256" y="3115798"/>
              <a:chExt cx="601800" cy="601800"/>
            </a:xfrm>
          </p:grpSpPr>
          <p:sp>
            <p:nvSpPr>
              <p:cNvPr id="69" name="Google Shape;2034;p123">
                <a:extLst>
                  <a:ext uri="{FF2B5EF4-FFF2-40B4-BE49-F238E27FC236}">
                    <a16:creationId xmlns:a16="http://schemas.microsoft.com/office/drawing/2014/main" id="{5F72190C-A97A-34E6-B191-7E06EF409592}"/>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70" name="Google Shape;2035;p123">
                <a:extLst>
                  <a:ext uri="{FF2B5EF4-FFF2-40B4-BE49-F238E27FC236}">
                    <a16:creationId xmlns:a16="http://schemas.microsoft.com/office/drawing/2014/main" id="{26AC5B3E-B909-D0C7-D2FD-152A5D079CBF}"/>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3" name="Google Shape;2036;p123">
              <a:extLst>
                <a:ext uri="{FF2B5EF4-FFF2-40B4-BE49-F238E27FC236}">
                  <a16:creationId xmlns:a16="http://schemas.microsoft.com/office/drawing/2014/main" id="{0E71DCA9-143F-8ADE-CBE0-20C3EECE912F}"/>
                </a:ext>
              </a:extLst>
            </p:cNvPr>
            <p:cNvGrpSpPr/>
            <p:nvPr/>
          </p:nvGrpSpPr>
          <p:grpSpPr>
            <a:xfrm>
              <a:off x="3355852" y="1371970"/>
              <a:ext cx="340023" cy="340023"/>
              <a:chOff x="42069" y="2560177"/>
              <a:chExt cx="444300" cy="444300"/>
            </a:xfrm>
          </p:grpSpPr>
          <p:sp>
            <p:nvSpPr>
              <p:cNvPr id="67" name="Google Shape;2037;p123">
                <a:extLst>
                  <a:ext uri="{FF2B5EF4-FFF2-40B4-BE49-F238E27FC236}">
                    <a16:creationId xmlns:a16="http://schemas.microsoft.com/office/drawing/2014/main" id="{D935FE0D-7AF9-C29C-97CA-6B4D0E0F0497}"/>
                  </a:ext>
                </a:extLst>
              </p:cNvPr>
              <p:cNvSpPr/>
              <p:nvPr/>
            </p:nvSpPr>
            <p:spPr>
              <a:xfrm>
                <a:off x="42069" y="2560177"/>
                <a:ext cx="444300" cy="4443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8" name="Google Shape;2038;p123">
                <a:extLst>
                  <a:ext uri="{FF2B5EF4-FFF2-40B4-BE49-F238E27FC236}">
                    <a16:creationId xmlns:a16="http://schemas.microsoft.com/office/drawing/2014/main" id="{C9599E6F-5BD3-42DB-26BE-CEA33A704DA6}"/>
                  </a:ext>
                </a:extLst>
              </p:cNvPr>
              <p:cNvSpPr/>
              <p:nvPr/>
            </p:nvSpPr>
            <p:spPr>
              <a:xfrm>
                <a:off x="42069" y="2560178"/>
                <a:ext cx="345904" cy="34590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 name="Google Shape;2039;p123">
              <a:extLst>
                <a:ext uri="{FF2B5EF4-FFF2-40B4-BE49-F238E27FC236}">
                  <a16:creationId xmlns:a16="http://schemas.microsoft.com/office/drawing/2014/main" id="{3FE2BE3C-66E1-D105-8456-10075AFEA02A}"/>
                </a:ext>
              </a:extLst>
            </p:cNvPr>
            <p:cNvGrpSpPr/>
            <p:nvPr/>
          </p:nvGrpSpPr>
          <p:grpSpPr>
            <a:xfrm>
              <a:off x="2802326" y="2501593"/>
              <a:ext cx="2213016" cy="730407"/>
              <a:chOff x="2640720" y="2490804"/>
              <a:chExt cx="2213016" cy="730407"/>
            </a:xfrm>
          </p:grpSpPr>
          <p:grpSp>
            <p:nvGrpSpPr>
              <p:cNvPr id="46" name="Google Shape;2040;p123">
                <a:extLst>
                  <a:ext uri="{FF2B5EF4-FFF2-40B4-BE49-F238E27FC236}">
                    <a16:creationId xmlns:a16="http://schemas.microsoft.com/office/drawing/2014/main" id="{F2090B65-D2B9-4323-9B5E-31A6DF5DCD54}"/>
                  </a:ext>
                </a:extLst>
              </p:cNvPr>
              <p:cNvGrpSpPr/>
              <p:nvPr/>
            </p:nvGrpSpPr>
            <p:grpSpPr>
              <a:xfrm>
                <a:off x="4144490" y="2490804"/>
                <a:ext cx="709246" cy="730407"/>
                <a:chOff x="5822219" y="4130892"/>
                <a:chExt cx="1634585" cy="1683353"/>
              </a:xfrm>
            </p:grpSpPr>
            <p:sp>
              <p:nvSpPr>
                <p:cNvPr id="61" name="Google Shape;2041;p123">
                  <a:extLst>
                    <a:ext uri="{FF2B5EF4-FFF2-40B4-BE49-F238E27FC236}">
                      <a16:creationId xmlns:a16="http://schemas.microsoft.com/office/drawing/2014/main" id="{1AA59103-2BAC-392E-7772-34D862C1FDE2}"/>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2" name="Google Shape;2042;p123">
                  <a:extLst>
                    <a:ext uri="{FF2B5EF4-FFF2-40B4-BE49-F238E27FC236}">
                      <a16:creationId xmlns:a16="http://schemas.microsoft.com/office/drawing/2014/main" id="{68CC6B1A-D159-4940-151B-3A95473ADE72}"/>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63" name="Google Shape;2043;p123">
                  <a:extLst>
                    <a:ext uri="{FF2B5EF4-FFF2-40B4-BE49-F238E27FC236}">
                      <a16:creationId xmlns:a16="http://schemas.microsoft.com/office/drawing/2014/main" id="{124514DD-0984-0691-F98B-0DBB0581071E}"/>
                    </a:ext>
                  </a:extLst>
                </p:cNvPr>
                <p:cNvGrpSpPr/>
                <p:nvPr/>
              </p:nvGrpSpPr>
              <p:grpSpPr>
                <a:xfrm>
                  <a:off x="6073965" y="4130892"/>
                  <a:ext cx="201358" cy="1683352"/>
                  <a:chOff x="6073965" y="4130892"/>
                  <a:chExt cx="201358" cy="1683352"/>
                </a:xfrm>
              </p:grpSpPr>
              <p:sp>
                <p:nvSpPr>
                  <p:cNvPr id="64" name="Google Shape;2044;p123">
                    <a:extLst>
                      <a:ext uri="{FF2B5EF4-FFF2-40B4-BE49-F238E27FC236}">
                        <a16:creationId xmlns:a16="http://schemas.microsoft.com/office/drawing/2014/main" id="{3583BCA0-F9B7-EA4D-2AF6-CF202BC7C527}"/>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5" name="Google Shape;2045;p123">
                    <a:extLst>
                      <a:ext uri="{FF2B5EF4-FFF2-40B4-BE49-F238E27FC236}">
                        <a16:creationId xmlns:a16="http://schemas.microsoft.com/office/drawing/2014/main" id="{57108320-CD50-78A3-ACF3-D22007230AB0}"/>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6" name="Google Shape;2046;p123">
                    <a:extLst>
                      <a:ext uri="{FF2B5EF4-FFF2-40B4-BE49-F238E27FC236}">
                        <a16:creationId xmlns:a16="http://schemas.microsoft.com/office/drawing/2014/main" id="{09982026-3A1D-C45A-31DB-223987FB45AE}"/>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47" name="Google Shape;2047;p123">
                <a:extLst>
                  <a:ext uri="{FF2B5EF4-FFF2-40B4-BE49-F238E27FC236}">
                    <a16:creationId xmlns:a16="http://schemas.microsoft.com/office/drawing/2014/main" id="{D723948A-C20E-FDBF-6B4F-5C0389C01681}"/>
                  </a:ext>
                </a:extLst>
              </p:cNvPr>
              <p:cNvGrpSpPr/>
              <p:nvPr/>
            </p:nvGrpSpPr>
            <p:grpSpPr>
              <a:xfrm>
                <a:off x="3392605" y="2490804"/>
                <a:ext cx="709246" cy="730407"/>
                <a:chOff x="5822219" y="4130892"/>
                <a:chExt cx="1634585" cy="1683353"/>
              </a:xfrm>
            </p:grpSpPr>
            <p:sp>
              <p:nvSpPr>
                <p:cNvPr id="55" name="Google Shape;2048;p123">
                  <a:extLst>
                    <a:ext uri="{FF2B5EF4-FFF2-40B4-BE49-F238E27FC236}">
                      <a16:creationId xmlns:a16="http://schemas.microsoft.com/office/drawing/2014/main" id="{C88FBD10-7993-B418-0D18-CE12C6AD6314}"/>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6" name="Google Shape;2049;p123">
                  <a:extLst>
                    <a:ext uri="{FF2B5EF4-FFF2-40B4-BE49-F238E27FC236}">
                      <a16:creationId xmlns:a16="http://schemas.microsoft.com/office/drawing/2014/main" id="{3E7C1154-4439-8D6E-1D38-662B09FB8F76}"/>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57" name="Google Shape;2050;p123">
                  <a:extLst>
                    <a:ext uri="{FF2B5EF4-FFF2-40B4-BE49-F238E27FC236}">
                      <a16:creationId xmlns:a16="http://schemas.microsoft.com/office/drawing/2014/main" id="{ADE8EEAB-799E-45B4-D2DA-8016398923D1}"/>
                    </a:ext>
                  </a:extLst>
                </p:cNvPr>
                <p:cNvGrpSpPr/>
                <p:nvPr/>
              </p:nvGrpSpPr>
              <p:grpSpPr>
                <a:xfrm>
                  <a:off x="6073965" y="4130892"/>
                  <a:ext cx="201358" cy="1683352"/>
                  <a:chOff x="6073965" y="4130892"/>
                  <a:chExt cx="201358" cy="1683352"/>
                </a:xfrm>
              </p:grpSpPr>
              <p:sp>
                <p:nvSpPr>
                  <p:cNvPr id="58" name="Google Shape;2051;p123">
                    <a:extLst>
                      <a:ext uri="{FF2B5EF4-FFF2-40B4-BE49-F238E27FC236}">
                        <a16:creationId xmlns:a16="http://schemas.microsoft.com/office/drawing/2014/main" id="{396E189D-AE3D-ADCC-2ED3-D7DC426E71AA}"/>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9" name="Google Shape;2052;p123">
                    <a:extLst>
                      <a:ext uri="{FF2B5EF4-FFF2-40B4-BE49-F238E27FC236}">
                        <a16:creationId xmlns:a16="http://schemas.microsoft.com/office/drawing/2014/main" id="{883C73E7-52E4-7DCC-B619-5AD80E96A7AA}"/>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0" name="Google Shape;2053;p123">
                    <a:extLst>
                      <a:ext uri="{FF2B5EF4-FFF2-40B4-BE49-F238E27FC236}">
                        <a16:creationId xmlns:a16="http://schemas.microsoft.com/office/drawing/2014/main" id="{B9788D95-1A61-E1CB-6B49-1459AB1510DF}"/>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48" name="Google Shape;2054;p123">
                <a:extLst>
                  <a:ext uri="{FF2B5EF4-FFF2-40B4-BE49-F238E27FC236}">
                    <a16:creationId xmlns:a16="http://schemas.microsoft.com/office/drawing/2014/main" id="{572D09F4-EA82-E0B9-AC0C-88225C0D87DC}"/>
                  </a:ext>
                </a:extLst>
              </p:cNvPr>
              <p:cNvGrpSpPr/>
              <p:nvPr/>
            </p:nvGrpSpPr>
            <p:grpSpPr>
              <a:xfrm>
                <a:off x="2640720" y="2490804"/>
                <a:ext cx="709246" cy="730407"/>
                <a:chOff x="5822219" y="4130892"/>
                <a:chExt cx="1634585" cy="1683353"/>
              </a:xfrm>
            </p:grpSpPr>
            <p:sp>
              <p:nvSpPr>
                <p:cNvPr id="49" name="Google Shape;2055;p123">
                  <a:extLst>
                    <a:ext uri="{FF2B5EF4-FFF2-40B4-BE49-F238E27FC236}">
                      <a16:creationId xmlns:a16="http://schemas.microsoft.com/office/drawing/2014/main" id="{0C89ED32-2D98-AF65-BF59-A849F0A2E1F4}"/>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0" name="Google Shape;2056;p123">
                  <a:extLst>
                    <a:ext uri="{FF2B5EF4-FFF2-40B4-BE49-F238E27FC236}">
                      <a16:creationId xmlns:a16="http://schemas.microsoft.com/office/drawing/2014/main" id="{CD5FFD02-E588-177F-B193-FBF7DE253DF8}"/>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51" name="Google Shape;2057;p123">
                  <a:extLst>
                    <a:ext uri="{FF2B5EF4-FFF2-40B4-BE49-F238E27FC236}">
                      <a16:creationId xmlns:a16="http://schemas.microsoft.com/office/drawing/2014/main" id="{D828D19C-01DF-21BB-A01E-B69C803C2628}"/>
                    </a:ext>
                  </a:extLst>
                </p:cNvPr>
                <p:cNvGrpSpPr/>
                <p:nvPr/>
              </p:nvGrpSpPr>
              <p:grpSpPr>
                <a:xfrm>
                  <a:off x="6073965" y="4130892"/>
                  <a:ext cx="201358" cy="1683352"/>
                  <a:chOff x="6073965" y="4130892"/>
                  <a:chExt cx="201358" cy="1683352"/>
                </a:xfrm>
              </p:grpSpPr>
              <p:sp>
                <p:nvSpPr>
                  <p:cNvPr id="52" name="Google Shape;2058;p123">
                    <a:extLst>
                      <a:ext uri="{FF2B5EF4-FFF2-40B4-BE49-F238E27FC236}">
                        <a16:creationId xmlns:a16="http://schemas.microsoft.com/office/drawing/2014/main" id="{A7F456E1-CAD1-51D5-212A-E7455174D2C7}"/>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3" name="Google Shape;2059;p123">
                    <a:extLst>
                      <a:ext uri="{FF2B5EF4-FFF2-40B4-BE49-F238E27FC236}">
                        <a16:creationId xmlns:a16="http://schemas.microsoft.com/office/drawing/2014/main" id="{D71CB6DB-538A-8062-076F-96B6E33B65AC}"/>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4" name="Google Shape;2060;p123">
                    <a:extLst>
                      <a:ext uri="{FF2B5EF4-FFF2-40B4-BE49-F238E27FC236}">
                        <a16:creationId xmlns:a16="http://schemas.microsoft.com/office/drawing/2014/main" id="{0B6EC1C5-6DFE-7A6B-615E-CF04C422DFB3}"/>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grpSp>
          <p:nvGrpSpPr>
            <p:cNvPr id="15" name="Google Shape;2061;p123">
              <a:extLst>
                <a:ext uri="{FF2B5EF4-FFF2-40B4-BE49-F238E27FC236}">
                  <a16:creationId xmlns:a16="http://schemas.microsoft.com/office/drawing/2014/main" id="{B02383B1-8E98-A16C-F669-3205CC6B96F2}"/>
                </a:ext>
              </a:extLst>
            </p:cNvPr>
            <p:cNvGrpSpPr/>
            <p:nvPr/>
          </p:nvGrpSpPr>
          <p:grpSpPr>
            <a:xfrm>
              <a:off x="3995803" y="1979191"/>
              <a:ext cx="732871" cy="715243"/>
              <a:chOff x="3040750" y="2725962"/>
              <a:chExt cx="1090095" cy="1063875"/>
            </a:xfrm>
          </p:grpSpPr>
          <p:sp>
            <p:nvSpPr>
              <p:cNvPr id="31" name="Google Shape;2062;p123">
                <a:extLst>
                  <a:ext uri="{FF2B5EF4-FFF2-40B4-BE49-F238E27FC236}">
                    <a16:creationId xmlns:a16="http://schemas.microsoft.com/office/drawing/2014/main" id="{0D0CE2C9-7DD9-4737-4F49-9267C7A5DF87}"/>
                  </a:ext>
                </a:extLst>
              </p:cNvPr>
              <p:cNvSpPr/>
              <p:nvPr/>
            </p:nvSpPr>
            <p:spPr>
              <a:xfrm>
                <a:off x="3067033" y="371881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2" name="Google Shape;2063;p123">
                <a:extLst>
                  <a:ext uri="{FF2B5EF4-FFF2-40B4-BE49-F238E27FC236}">
                    <a16:creationId xmlns:a16="http://schemas.microsoft.com/office/drawing/2014/main" id="{5FF3EFD5-2386-F11E-52A2-06885CB83BE9}"/>
                  </a:ext>
                </a:extLst>
              </p:cNvPr>
              <p:cNvSpPr/>
              <p:nvPr/>
            </p:nvSpPr>
            <p:spPr>
              <a:xfrm>
                <a:off x="3040750" y="35754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3" name="Google Shape;2064;p123">
                <a:extLst>
                  <a:ext uri="{FF2B5EF4-FFF2-40B4-BE49-F238E27FC236}">
                    <a16:creationId xmlns:a16="http://schemas.microsoft.com/office/drawing/2014/main" id="{9CFA0ED6-9E37-902E-BF2B-E69CF362C1BF}"/>
                  </a:ext>
                </a:extLst>
              </p:cNvPr>
              <p:cNvSpPr/>
              <p:nvPr/>
            </p:nvSpPr>
            <p:spPr>
              <a:xfrm>
                <a:off x="3177322" y="360846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4" name="Google Shape;2065;p123">
                <a:extLst>
                  <a:ext uri="{FF2B5EF4-FFF2-40B4-BE49-F238E27FC236}">
                    <a16:creationId xmlns:a16="http://schemas.microsoft.com/office/drawing/2014/main" id="{EA0A4CE5-C3D1-046B-7EEF-72C4615CFAE2}"/>
                  </a:ext>
                </a:extLst>
              </p:cNvPr>
              <p:cNvSpPr/>
              <p:nvPr/>
            </p:nvSpPr>
            <p:spPr>
              <a:xfrm>
                <a:off x="3287611" y="349817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5" name="Google Shape;2066;p123">
                <a:extLst>
                  <a:ext uri="{FF2B5EF4-FFF2-40B4-BE49-F238E27FC236}">
                    <a16:creationId xmlns:a16="http://schemas.microsoft.com/office/drawing/2014/main" id="{275F0C6F-C287-C705-707F-F0EE55E8BE56}"/>
                  </a:ext>
                </a:extLst>
              </p:cNvPr>
              <p:cNvSpPr/>
              <p:nvPr/>
            </p:nvSpPr>
            <p:spPr>
              <a:xfrm>
                <a:off x="3431184" y="3515866"/>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6" name="Google Shape;2067;p123">
                <a:extLst>
                  <a:ext uri="{FF2B5EF4-FFF2-40B4-BE49-F238E27FC236}">
                    <a16:creationId xmlns:a16="http://schemas.microsoft.com/office/drawing/2014/main" id="{DBAF3350-07ED-44A5-705E-0C88C2DA6156}"/>
                  </a:ext>
                </a:extLst>
              </p:cNvPr>
              <p:cNvSpPr/>
              <p:nvPr/>
            </p:nvSpPr>
            <p:spPr>
              <a:xfrm>
                <a:off x="3397963" y="338788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7" name="Google Shape;2068;p123">
                <a:extLst>
                  <a:ext uri="{FF2B5EF4-FFF2-40B4-BE49-F238E27FC236}">
                    <a16:creationId xmlns:a16="http://schemas.microsoft.com/office/drawing/2014/main" id="{1A8CA11D-0A27-9F20-A9A8-B824AD337717}"/>
                  </a:ext>
                </a:extLst>
              </p:cNvPr>
              <p:cNvSpPr/>
              <p:nvPr/>
            </p:nvSpPr>
            <p:spPr>
              <a:xfrm>
                <a:off x="3508252" y="32775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8" name="Google Shape;2069;p123">
                <a:extLst>
                  <a:ext uri="{FF2B5EF4-FFF2-40B4-BE49-F238E27FC236}">
                    <a16:creationId xmlns:a16="http://schemas.microsoft.com/office/drawing/2014/main" id="{BF731B7A-CBB6-2E24-C896-E5D93AE21A06}"/>
                  </a:ext>
                </a:extLst>
              </p:cNvPr>
              <p:cNvSpPr/>
              <p:nvPr/>
            </p:nvSpPr>
            <p:spPr>
              <a:xfrm>
                <a:off x="3618604" y="316724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9" name="Google Shape;2070;p123">
                <a:extLst>
                  <a:ext uri="{FF2B5EF4-FFF2-40B4-BE49-F238E27FC236}">
                    <a16:creationId xmlns:a16="http://schemas.microsoft.com/office/drawing/2014/main" id="{0E3BF62E-AF51-7F56-6F8E-18ACA592095E}"/>
                  </a:ext>
                </a:extLst>
              </p:cNvPr>
              <p:cNvSpPr/>
              <p:nvPr/>
            </p:nvSpPr>
            <p:spPr>
              <a:xfrm>
                <a:off x="3460013" y="314293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0" name="Google Shape;2071;p123">
                <a:extLst>
                  <a:ext uri="{FF2B5EF4-FFF2-40B4-BE49-F238E27FC236}">
                    <a16:creationId xmlns:a16="http://schemas.microsoft.com/office/drawing/2014/main" id="{61750C0A-EA96-AC7A-F4AC-EB084BD1F0D1}"/>
                  </a:ext>
                </a:extLst>
              </p:cNvPr>
              <p:cNvSpPr/>
              <p:nvPr/>
            </p:nvSpPr>
            <p:spPr>
              <a:xfrm>
                <a:off x="3728893" y="305689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1" name="Google Shape;2072;p123">
                <a:extLst>
                  <a:ext uri="{FF2B5EF4-FFF2-40B4-BE49-F238E27FC236}">
                    <a16:creationId xmlns:a16="http://schemas.microsoft.com/office/drawing/2014/main" id="{743B2422-95CC-9D28-6BE2-444571EB36FA}"/>
                  </a:ext>
                </a:extLst>
              </p:cNvPr>
              <p:cNvSpPr/>
              <p:nvPr/>
            </p:nvSpPr>
            <p:spPr>
              <a:xfrm>
                <a:off x="3839182" y="294660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2" name="Google Shape;2073;p123">
                <a:extLst>
                  <a:ext uri="{FF2B5EF4-FFF2-40B4-BE49-F238E27FC236}">
                    <a16:creationId xmlns:a16="http://schemas.microsoft.com/office/drawing/2014/main" id="{FBA954DC-1CD2-5154-0359-2C97FBC128BF}"/>
                  </a:ext>
                </a:extLst>
              </p:cNvPr>
              <p:cNvSpPr/>
              <p:nvPr/>
            </p:nvSpPr>
            <p:spPr>
              <a:xfrm>
                <a:off x="3857065" y="307674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3" name="Google Shape;2074;p123">
                <a:extLst>
                  <a:ext uri="{FF2B5EF4-FFF2-40B4-BE49-F238E27FC236}">
                    <a16:creationId xmlns:a16="http://schemas.microsoft.com/office/drawing/2014/main" id="{440FA9F9-388A-993F-AB43-D3A1B72372C1}"/>
                  </a:ext>
                </a:extLst>
              </p:cNvPr>
              <p:cNvSpPr/>
              <p:nvPr/>
            </p:nvSpPr>
            <p:spPr>
              <a:xfrm>
                <a:off x="3949534" y="283631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4" name="Google Shape;2075;p123">
                <a:extLst>
                  <a:ext uri="{FF2B5EF4-FFF2-40B4-BE49-F238E27FC236}">
                    <a16:creationId xmlns:a16="http://schemas.microsoft.com/office/drawing/2014/main" id="{51DDEFA1-337B-12B8-94E7-148254A9FA5D}"/>
                  </a:ext>
                </a:extLst>
              </p:cNvPr>
              <p:cNvSpPr/>
              <p:nvPr/>
            </p:nvSpPr>
            <p:spPr>
              <a:xfrm>
                <a:off x="3969517" y="295105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5" name="Google Shape;2076;p123">
                <a:extLst>
                  <a:ext uri="{FF2B5EF4-FFF2-40B4-BE49-F238E27FC236}">
                    <a16:creationId xmlns:a16="http://schemas.microsoft.com/office/drawing/2014/main" id="{AD9BDE29-8032-166A-7F8C-D0C8691DEF42}"/>
                  </a:ext>
                </a:extLst>
              </p:cNvPr>
              <p:cNvSpPr/>
              <p:nvPr/>
            </p:nvSpPr>
            <p:spPr>
              <a:xfrm>
                <a:off x="4059823" y="272596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6" name="Google Shape;2077;p123">
              <a:extLst>
                <a:ext uri="{FF2B5EF4-FFF2-40B4-BE49-F238E27FC236}">
                  <a16:creationId xmlns:a16="http://schemas.microsoft.com/office/drawing/2014/main" id="{87F20B83-840F-1309-2472-32DAC501E620}"/>
                </a:ext>
              </a:extLst>
            </p:cNvPr>
            <p:cNvGrpSpPr/>
            <p:nvPr/>
          </p:nvGrpSpPr>
          <p:grpSpPr>
            <a:xfrm>
              <a:off x="3427687" y="1978768"/>
              <a:ext cx="646059" cy="652776"/>
              <a:chOff x="2251864" y="2357930"/>
              <a:chExt cx="960969" cy="970960"/>
            </a:xfrm>
          </p:grpSpPr>
          <p:sp>
            <p:nvSpPr>
              <p:cNvPr id="17" name="Google Shape;2078;p123">
                <a:extLst>
                  <a:ext uri="{FF2B5EF4-FFF2-40B4-BE49-F238E27FC236}">
                    <a16:creationId xmlns:a16="http://schemas.microsoft.com/office/drawing/2014/main" id="{095BE938-8258-5587-6190-C99144014924}"/>
                  </a:ext>
                </a:extLst>
              </p:cNvPr>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 name="Google Shape;2079;p123">
                <a:extLst>
                  <a:ext uri="{FF2B5EF4-FFF2-40B4-BE49-F238E27FC236}">
                    <a16:creationId xmlns:a16="http://schemas.microsoft.com/office/drawing/2014/main" id="{FBEAAC24-3D81-413D-5885-D62B625ED185}"/>
                  </a:ext>
                </a:extLst>
              </p:cNvPr>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 name="Google Shape;2080;p123">
                <a:extLst>
                  <a:ext uri="{FF2B5EF4-FFF2-40B4-BE49-F238E27FC236}">
                    <a16:creationId xmlns:a16="http://schemas.microsoft.com/office/drawing/2014/main" id="{CE98ACCD-D9CD-84F2-F7A0-45F4ED63056D}"/>
                  </a:ext>
                </a:extLst>
              </p:cNvPr>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 name="Google Shape;2081;p123">
                <a:extLst>
                  <a:ext uri="{FF2B5EF4-FFF2-40B4-BE49-F238E27FC236}">
                    <a16:creationId xmlns:a16="http://schemas.microsoft.com/office/drawing/2014/main" id="{15B38AB8-7D86-2846-3F53-83A4509DA171}"/>
                  </a:ext>
                </a:extLst>
              </p:cNvPr>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 name="Google Shape;2082;p123">
                <a:extLst>
                  <a:ext uri="{FF2B5EF4-FFF2-40B4-BE49-F238E27FC236}">
                    <a16:creationId xmlns:a16="http://schemas.microsoft.com/office/drawing/2014/main" id="{66F5D839-8432-1635-42D3-0852389D28FD}"/>
                  </a:ext>
                </a:extLst>
              </p:cNvPr>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 name="Google Shape;2083;p123">
                <a:extLst>
                  <a:ext uri="{FF2B5EF4-FFF2-40B4-BE49-F238E27FC236}">
                    <a16:creationId xmlns:a16="http://schemas.microsoft.com/office/drawing/2014/main" id="{40362BE2-2CE5-BE72-D5CE-1CA032D62313}"/>
                  </a:ext>
                </a:extLst>
              </p:cNvPr>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 name="Google Shape;2084;p123">
                <a:extLst>
                  <a:ext uri="{FF2B5EF4-FFF2-40B4-BE49-F238E27FC236}">
                    <a16:creationId xmlns:a16="http://schemas.microsoft.com/office/drawing/2014/main" id="{EABCEAA5-B3BD-A683-5C2A-DCD7E7B28C90}"/>
                  </a:ext>
                </a:extLst>
              </p:cNvPr>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 name="Google Shape;2085;p123">
                <a:extLst>
                  <a:ext uri="{FF2B5EF4-FFF2-40B4-BE49-F238E27FC236}">
                    <a16:creationId xmlns:a16="http://schemas.microsoft.com/office/drawing/2014/main" id="{BBE51CAF-A38B-5030-FF4F-1EB99A94274C}"/>
                  </a:ext>
                </a:extLst>
              </p:cNvPr>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 name="Google Shape;2086;p123">
                <a:extLst>
                  <a:ext uri="{FF2B5EF4-FFF2-40B4-BE49-F238E27FC236}">
                    <a16:creationId xmlns:a16="http://schemas.microsoft.com/office/drawing/2014/main" id="{1F4D99DD-1219-3FBE-CD8B-4466BFDCE37D}"/>
                  </a:ext>
                </a:extLst>
              </p:cNvPr>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6" name="Google Shape;2087;p123">
                <a:extLst>
                  <a:ext uri="{FF2B5EF4-FFF2-40B4-BE49-F238E27FC236}">
                    <a16:creationId xmlns:a16="http://schemas.microsoft.com/office/drawing/2014/main" id="{3D6554AA-5B8C-B561-5935-7E08FE2AD780}"/>
                  </a:ext>
                </a:extLst>
              </p:cNvPr>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7" name="Google Shape;2088;p123">
                <a:extLst>
                  <a:ext uri="{FF2B5EF4-FFF2-40B4-BE49-F238E27FC236}">
                    <a16:creationId xmlns:a16="http://schemas.microsoft.com/office/drawing/2014/main" id="{F7159033-E66B-361B-BA55-2AA073435A3F}"/>
                  </a:ext>
                </a:extLst>
              </p:cNvPr>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8" name="Google Shape;2089;p123">
                <a:extLst>
                  <a:ext uri="{FF2B5EF4-FFF2-40B4-BE49-F238E27FC236}">
                    <a16:creationId xmlns:a16="http://schemas.microsoft.com/office/drawing/2014/main" id="{659E05D4-1D55-D80F-03AE-D2767B375F2C}"/>
                  </a:ext>
                </a:extLst>
              </p:cNvPr>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9" name="Google Shape;2090;p123">
                <a:extLst>
                  <a:ext uri="{FF2B5EF4-FFF2-40B4-BE49-F238E27FC236}">
                    <a16:creationId xmlns:a16="http://schemas.microsoft.com/office/drawing/2014/main" id="{6741F972-1123-7A82-0FD5-D18D10BE0CC7}"/>
                  </a:ext>
                </a:extLst>
              </p:cNvPr>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0" name="Google Shape;2091;p123">
                <a:extLst>
                  <a:ext uri="{FF2B5EF4-FFF2-40B4-BE49-F238E27FC236}">
                    <a16:creationId xmlns:a16="http://schemas.microsoft.com/office/drawing/2014/main" id="{134010DE-6B1E-8AA7-A7A8-AF41CD8D65F1}"/>
                  </a:ext>
                </a:extLst>
              </p:cNvPr>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sp>
        <p:nvSpPr>
          <p:cNvPr id="71" name="Google Shape;2092;p123">
            <a:extLst>
              <a:ext uri="{FF2B5EF4-FFF2-40B4-BE49-F238E27FC236}">
                <a16:creationId xmlns:a16="http://schemas.microsoft.com/office/drawing/2014/main" id="{394147E4-30D2-8F12-B6DF-8C5302AB1175}"/>
              </a:ext>
            </a:extLst>
          </p:cNvPr>
          <p:cNvSpPr txBox="1"/>
          <p:nvPr/>
        </p:nvSpPr>
        <p:spPr>
          <a:xfrm>
            <a:off x="2874701" y="3531192"/>
            <a:ext cx="2269409" cy="6092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t>Build and Operate</a:t>
            </a:r>
            <a:r>
              <a:rPr lang="en" sz="1733" dirty="0"/>
              <a:t> </a:t>
            </a:r>
            <a:r>
              <a:rPr lang="en" sz="1333" dirty="0">
                <a:solidFill>
                  <a:schemeClr val="dk1"/>
                </a:solidFill>
                <a:latin typeface="Arial"/>
                <a:ea typeface="Arial"/>
                <a:cs typeface="Arial"/>
                <a:sym typeface="Arial"/>
              </a:rPr>
              <a:t>private cloud infrastructure on-premises or at the edge</a:t>
            </a:r>
            <a:endParaRPr sz="1333" dirty="0">
              <a:solidFill>
                <a:schemeClr val="dk1"/>
              </a:solidFill>
              <a:latin typeface="Arial"/>
              <a:ea typeface="Arial"/>
              <a:cs typeface="Arial"/>
              <a:sym typeface="Arial"/>
            </a:endParaRPr>
          </a:p>
        </p:txBody>
      </p:sp>
      <p:sp>
        <p:nvSpPr>
          <p:cNvPr id="72" name="Google Shape;2093;p123">
            <a:extLst>
              <a:ext uri="{FF2B5EF4-FFF2-40B4-BE49-F238E27FC236}">
                <a16:creationId xmlns:a16="http://schemas.microsoft.com/office/drawing/2014/main" id="{15599DF6-4DA4-3D40-8F27-EA60DBA3BFB6}"/>
              </a:ext>
            </a:extLst>
          </p:cNvPr>
          <p:cNvSpPr/>
          <p:nvPr/>
        </p:nvSpPr>
        <p:spPr>
          <a:xfrm>
            <a:off x="1958764" y="4316516"/>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3" name="Google Shape;2094;p123">
            <a:extLst>
              <a:ext uri="{FF2B5EF4-FFF2-40B4-BE49-F238E27FC236}">
                <a16:creationId xmlns:a16="http://schemas.microsoft.com/office/drawing/2014/main" id="{B4EBE7FE-C22E-7E63-D5DB-EFA8D247EA23}"/>
              </a:ext>
            </a:extLst>
          </p:cNvPr>
          <p:cNvSpPr/>
          <p:nvPr/>
        </p:nvSpPr>
        <p:spPr>
          <a:xfrm>
            <a:off x="2044699" y="5269583"/>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4" name="Google Shape;2095;p123">
            <a:extLst>
              <a:ext uri="{FF2B5EF4-FFF2-40B4-BE49-F238E27FC236}">
                <a16:creationId xmlns:a16="http://schemas.microsoft.com/office/drawing/2014/main" id="{2648248F-C999-DB7D-759B-9781C728ACE8}"/>
              </a:ext>
            </a:extLst>
          </p:cNvPr>
          <p:cNvSpPr txBox="1"/>
          <p:nvPr/>
        </p:nvSpPr>
        <p:spPr>
          <a:xfrm>
            <a:off x="2874711" y="4491497"/>
            <a:ext cx="1980684"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2"/>
                </a:solidFill>
              </a:rPr>
              <a:t>Implement a</a:t>
            </a:r>
            <a:r>
              <a:rPr lang="en" sz="1333" dirty="0">
                <a:solidFill>
                  <a:schemeClr val="dk2"/>
                </a:solidFill>
                <a:latin typeface="Arial"/>
                <a:ea typeface="Arial"/>
                <a:cs typeface="Arial"/>
                <a:sym typeface="Arial"/>
              </a:rPr>
              <a:t>utomat</a:t>
            </a:r>
            <a:r>
              <a:rPr lang="en" sz="1333" dirty="0">
                <a:solidFill>
                  <a:schemeClr val="dk2"/>
                </a:solidFill>
              </a:rPr>
              <a:t>ed</a:t>
            </a:r>
            <a:r>
              <a:rPr lang="en" sz="1333" dirty="0">
                <a:solidFill>
                  <a:schemeClr val="dk2"/>
                </a:solidFill>
                <a:latin typeface="Arial"/>
                <a:ea typeface="Arial"/>
                <a:cs typeface="Arial"/>
                <a:sym typeface="Arial"/>
              </a:rPr>
              <a:t> </a:t>
            </a:r>
            <a:r>
              <a:rPr lang="en" sz="1333" dirty="0">
                <a:solidFill>
                  <a:schemeClr val="dk2"/>
                </a:solidFill>
              </a:rPr>
              <a:t>i</a:t>
            </a:r>
            <a:r>
              <a:rPr lang="en" sz="1333" dirty="0">
                <a:solidFill>
                  <a:schemeClr val="dk2"/>
                </a:solidFill>
                <a:latin typeface="Arial"/>
                <a:ea typeface="Arial"/>
                <a:cs typeface="Arial"/>
                <a:sym typeface="Arial"/>
              </a:rPr>
              <a:t>nfrastructure to </a:t>
            </a:r>
            <a:r>
              <a:rPr lang="en" sz="1333" dirty="0">
                <a:solidFill>
                  <a:schemeClr val="dk2"/>
                </a:solidFill>
              </a:rPr>
              <a:t>deliver</a:t>
            </a:r>
            <a:r>
              <a:rPr lang="en" sz="1333" dirty="0">
                <a:solidFill>
                  <a:schemeClr val="dk2"/>
                </a:solidFill>
                <a:latin typeface="Arial"/>
                <a:ea typeface="Arial"/>
                <a:cs typeface="Arial"/>
                <a:sym typeface="Arial"/>
              </a:rPr>
              <a:t> IaaS </a:t>
            </a:r>
            <a:endParaRPr sz="1333" dirty="0">
              <a:solidFill>
                <a:srgbClr val="000000"/>
              </a:solidFill>
              <a:latin typeface="Arial"/>
              <a:ea typeface="Arial"/>
              <a:cs typeface="Arial"/>
              <a:sym typeface="Arial"/>
            </a:endParaRPr>
          </a:p>
        </p:txBody>
      </p:sp>
      <p:sp>
        <p:nvSpPr>
          <p:cNvPr id="75" name="Google Shape;2096;p123">
            <a:extLst>
              <a:ext uri="{FF2B5EF4-FFF2-40B4-BE49-F238E27FC236}">
                <a16:creationId xmlns:a16="http://schemas.microsoft.com/office/drawing/2014/main" id="{47BA719A-7CF7-DC17-2FD9-2F5D43EF512B}"/>
              </a:ext>
            </a:extLst>
          </p:cNvPr>
          <p:cNvSpPr txBox="1"/>
          <p:nvPr/>
        </p:nvSpPr>
        <p:spPr>
          <a:xfrm>
            <a:off x="2902742" y="5512679"/>
            <a:ext cx="1913502"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2"/>
                </a:solidFill>
                <a:latin typeface="Arial"/>
                <a:ea typeface="Arial"/>
                <a:cs typeface="Arial"/>
                <a:sym typeface="Arial"/>
              </a:rPr>
              <a:t>Extend data center to the cloud</a:t>
            </a:r>
            <a:endParaRPr sz="1333" dirty="0">
              <a:solidFill>
                <a:srgbClr val="000000"/>
              </a:solidFill>
              <a:latin typeface="Arial"/>
              <a:ea typeface="Arial"/>
              <a:cs typeface="Arial"/>
              <a:sym typeface="Arial"/>
            </a:endParaRPr>
          </a:p>
        </p:txBody>
      </p:sp>
      <p:sp>
        <p:nvSpPr>
          <p:cNvPr id="76" name="Google Shape;2097;p123">
            <a:extLst>
              <a:ext uri="{FF2B5EF4-FFF2-40B4-BE49-F238E27FC236}">
                <a16:creationId xmlns:a16="http://schemas.microsoft.com/office/drawing/2014/main" id="{416F97EF-33FA-69F0-B2C0-11E77C10BA39}"/>
              </a:ext>
            </a:extLst>
          </p:cNvPr>
          <p:cNvSpPr/>
          <p:nvPr/>
        </p:nvSpPr>
        <p:spPr>
          <a:xfrm>
            <a:off x="5316224" y="3379802"/>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7" name="Google Shape;2098;p123">
            <a:extLst>
              <a:ext uri="{FF2B5EF4-FFF2-40B4-BE49-F238E27FC236}">
                <a16:creationId xmlns:a16="http://schemas.microsoft.com/office/drawing/2014/main" id="{4CBDED23-FF24-CF52-7D30-839B0330806A}"/>
              </a:ext>
            </a:extLst>
          </p:cNvPr>
          <p:cNvSpPr/>
          <p:nvPr/>
        </p:nvSpPr>
        <p:spPr>
          <a:xfrm>
            <a:off x="5316224" y="4324694"/>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8" name="Google Shape;2099;p123">
            <a:extLst>
              <a:ext uri="{FF2B5EF4-FFF2-40B4-BE49-F238E27FC236}">
                <a16:creationId xmlns:a16="http://schemas.microsoft.com/office/drawing/2014/main" id="{6202FD03-F2FC-6150-7C97-1AF36BE1E140}"/>
              </a:ext>
            </a:extLst>
          </p:cNvPr>
          <p:cNvSpPr/>
          <p:nvPr/>
        </p:nvSpPr>
        <p:spPr>
          <a:xfrm>
            <a:off x="5316224" y="5269583"/>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9" name="Google Shape;2100;p123">
            <a:extLst>
              <a:ext uri="{FF2B5EF4-FFF2-40B4-BE49-F238E27FC236}">
                <a16:creationId xmlns:a16="http://schemas.microsoft.com/office/drawing/2014/main" id="{2259F1DC-9C8B-7D1B-1A33-3D0344384974}"/>
              </a:ext>
            </a:extLst>
          </p:cNvPr>
          <p:cNvSpPr/>
          <p:nvPr/>
        </p:nvSpPr>
        <p:spPr>
          <a:xfrm>
            <a:off x="8587748" y="3379802"/>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0" name="Google Shape;2101;p123">
            <a:extLst>
              <a:ext uri="{FF2B5EF4-FFF2-40B4-BE49-F238E27FC236}">
                <a16:creationId xmlns:a16="http://schemas.microsoft.com/office/drawing/2014/main" id="{D3216254-DB34-62B9-CF63-419AA08FE568}"/>
              </a:ext>
            </a:extLst>
          </p:cNvPr>
          <p:cNvSpPr/>
          <p:nvPr/>
        </p:nvSpPr>
        <p:spPr>
          <a:xfrm>
            <a:off x="8587748" y="4324694"/>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1" name="Google Shape;2102;p123">
            <a:extLst>
              <a:ext uri="{FF2B5EF4-FFF2-40B4-BE49-F238E27FC236}">
                <a16:creationId xmlns:a16="http://schemas.microsoft.com/office/drawing/2014/main" id="{1F7EB9AD-6E1C-E406-322C-6EB45E9CBC13}"/>
              </a:ext>
            </a:extLst>
          </p:cNvPr>
          <p:cNvSpPr/>
          <p:nvPr/>
        </p:nvSpPr>
        <p:spPr>
          <a:xfrm>
            <a:off x="8587748" y="5269583"/>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2" name="Google Shape;2103;p123">
            <a:extLst>
              <a:ext uri="{FF2B5EF4-FFF2-40B4-BE49-F238E27FC236}">
                <a16:creationId xmlns:a16="http://schemas.microsoft.com/office/drawing/2014/main" id="{DA835872-6213-8D7A-142A-BE1FFC1C9B16}"/>
              </a:ext>
            </a:extLst>
          </p:cNvPr>
          <p:cNvSpPr txBox="1"/>
          <p:nvPr/>
        </p:nvSpPr>
        <p:spPr>
          <a:xfrm>
            <a:off x="5993485" y="2751163"/>
            <a:ext cx="1830723"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Unified Cloud Experience</a:t>
            </a:r>
            <a:endParaRPr sz="1466">
              <a:solidFill>
                <a:srgbClr val="000000"/>
              </a:solidFill>
              <a:latin typeface="Arial"/>
              <a:ea typeface="Arial"/>
              <a:cs typeface="Arial"/>
              <a:sym typeface="Arial"/>
            </a:endParaRPr>
          </a:p>
        </p:txBody>
      </p:sp>
      <p:sp>
        <p:nvSpPr>
          <p:cNvPr id="83" name="Google Shape;2104;p123">
            <a:extLst>
              <a:ext uri="{FF2B5EF4-FFF2-40B4-BE49-F238E27FC236}">
                <a16:creationId xmlns:a16="http://schemas.microsoft.com/office/drawing/2014/main" id="{EB03F1B6-989A-9AF0-B3A6-F4FFD07BFBC2}"/>
              </a:ext>
            </a:extLst>
          </p:cNvPr>
          <p:cNvSpPr txBox="1"/>
          <p:nvPr/>
        </p:nvSpPr>
        <p:spPr>
          <a:xfrm>
            <a:off x="6120531" y="3565691"/>
            <a:ext cx="2110650"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1"/>
                </a:solidFill>
              </a:rPr>
              <a:t>Build, run and manage Kubernetes and other modern workloads</a:t>
            </a:r>
            <a:endParaRPr sz="1333" dirty="0">
              <a:solidFill>
                <a:schemeClr val="dk1"/>
              </a:solidFill>
              <a:latin typeface="Arial"/>
              <a:ea typeface="Arial"/>
              <a:cs typeface="Arial"/>
              <a:sym typeface="Arial"/>
            </a:endParaRPr>
          </a:p>
        </p:txBody>
      </p:sp>
      <p:sp>
        <p:nvSpPr>
          <p:cNvPr id="84" name="Google Shape;2105;p123">
            <a:extLst>
              <a:ext uri="{FF2B5EF4-FFF2-40B4-BE49-F238E27FC236}">
                <a16:creationId xmlns:a16="http://schemas.microsoft.com/office/drawing/2014/main" id="{53ADEB95-C5A8-8E71-E280-FE84D36AD5D8}"/>
              </a:ext>
            </a:extLst>
          </p:cNvPr>
          <p:cNvSpPr txBox="1"/>
          <p:nvPr/>
        </p:nvSpPr>
        <p:spPr>
          <a:xfrm>
            <a:off x="6142529" y="4567788"/>
            <a:ext cx="2110650"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1"/>
                </a:solidFill>
                <a:latin typeface="Arial"/>
                <a:ea typeface="Arial"/>
                <a:cs typeface="Arial"/>
                <a:sym typeface="Arial"/>
              </a:rPr>
              <a:t>Bui</a:t>
            </a:r>
            <a:r>
              <a:rPr lang="en" sz="1333" dirty="0">
                <a:solidFill>
                  <a:schemeClr val="dk1"/>
                </a:solidFill>
              </a:rPr>
              <a:t>ld, run and manage </a:t>
            </a:r>
            <a:r>
              <a:rPr lang="en" sz="1333" dirty="0">
                <a:solidFill>
                  <a:schemeClr val="dk1"/>
                </a:solidFill>
                <a:latin typeface="Arial"/>
                <a:ea typeface="Arial"/>
                <a:cs typeface="Arial"/>
                <a:sym typeface="Arial"/>
              </a:rPr>
              <a:t>Private AI</a:t>
            </a:r>
            <a:endParaRPr sz="1333" dirty="0">
              <a:solidFill>
                <a:schemeClr val="dk1"/>
              </a:solidFill>
              <a:latin typeface="Arial"/>
              <a:ea typeface="Arial"/>
              <a:cs typeface="Arial"/>
              <a:sym typeface="Arial"/>
            </a:endParaRPr>
          </a:p>
        </p:txBody>
      </p:sp>
      <p:sp>
        <p:nvSpPr>
          <p:cNvPr id="85" name="Google Shape;2106;p123">
            <a:extLst>
              <a:ext uri="{FF2B5EF4-FFF2-40B4-BE49-F238E27FC236}">
                <a16:creationId xmlns:a16="http://schemas.microsoft.com/office/drawing/2014/main" id="{222A24A6-2977-D61E-70FA-7544EA1C0324}"/>
              </a:ext>
            </a:extLst>
          </p:cNvPr>
          <p:cNvSpPr txBox="1"/>
          <p:nvPr/>
        </p:nvSpPr>
        <p:spPr>
          <a:xfrm>
            <a:off x="6110483" y="5396214"/>
            <a:ext cx="2191429"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1"/>
                </a:solidFill>
                <a:latin typeface="Arial"/>
                <a:ea typeface="Arial"/>
                <a:cs typeface="Arial"/>
                <a:sym typeface="Arial"/>
              </a:rPr>
              <a:t>Run and manage traditional workloads (e.g. ERP, Database, </a:t>
            </a:r>
            <a:r>
              <a:rPr lang="en" sz="1333">
                <a:solidFill>
                  <a:schemeClr val="dk1"/>
                </a:solidFill>
              </a:rPr>
              <a:t>VDI)</a:t>
            </a:r>
            <a:r>
              <a:rPr lang="en" sz="1333">
                <a:solidFill>
                  <a:schemeClr val="dk1"/>
                </a:solidFill>
                <a:latin typeface="Arial"/>
                <a:ea typeface="Arial"/>
                <a:cs typeface="Arial"/>
                <a:sym typeface="Arial"/>
              </a:rPr>
              <a:t> </a:t>
            </a:r>
            <a:endParaRPr sz="1333" strike="sngStrike">
              <a:solidFill>
                <a:schemeClr val="dk1"/>
              </a:solidFill>
              <a:latin typeface="Arial"/>
              <a:ea typeface="Arial"/>
              <a:cs typeface="Arial"/>
              <a:sym typeface="Arial"/>
            </a:endParaRPr>
          </a:p>
        </p:txBody>
      </p:sp>
      <p:grpSp>
        <p:nvGrpSpPr>
          <p:cNvPr id="86" name="Google Shape;2107;p123">
            <a:extLst>
              <a:ext uri="{FF2B5EF4-FFF2-40B4-BE49-F238E27FC236}">
                <a16:creationId xmlns:a16="http://schemas.microsoft.com/office/drawing/2014/main" id="{E8C6A138-5DBF-C7F4-6804-A701D9D15EF2}"/>
              </a:ext>
            </a:extLst>
          </p:cNvPr>
          <p:cNvGrpSpPr/>
          <p:nvPr/>
        </p:nvGrpSpPr>
        <p:grpSpPr>
          <a:xfrm>
            <a:off x="6257054" y="1291313"/>
            <a:ext cx="1406188" cy="1301756"/>
            <a:chOff x="6219191" y="1265694"/>
            <a:chExt cx="1556382" cy="1441220"/>
          </a:xfrm>
        </p:grpSpPr>
        <p:pic>
          <p:nvPicPr>
            <p:cNvPr id="87" name="Google Shape;2108;p123">
              <a:extLst>
                <a:ext uri="{FF2B5EF4-FFF2-40B4-BE49-F238E27FC236}">
                  <a16:creationId xmlns:a16="http://schemas.microsoft.com/office/drawing/2014/main" id="{7FDBCBCA-8E68-23D7-16F9-1637C0ACA4A1}"/>
                </a:ext>
              </a:extLst>
            </p:cNvPr>
            <p:cNvPicPr preferRelativeResize="0"/>
            <p:nvPr/>
          </p:nvPicPr>
          <p:blipFill rotWithShape="1">
            <a:blip r:embed="rId3">
              <a:alphaModFix/>
            </a:blip>
            <a:srcRect/>
            <a:stretch/>
          </p:blipFill>
          <p:spPr>
            <a:xfrm>
              <a:off x="6552482" y="1265694"/>
              <a:ext cx="1223091" cy="479807"/>
            </a:xfrm>
            <a:prstGeom prst="rect">
              <a:avLst/>
            </a:prstGeom>
            <a:noFill/>
            <a:ln>
              <a:noFill/>
            </a:ln>
          </p:spPr>
        </p:pic>
        <p:grpSp>
          <p:nvGrpSpPr>
            <p:cNvPr id="88" name="Google Shape;2109;p123">
              <a:extLst>
                <a:ext uri="{FF2B5EF4-FFF2-40B4-BE49-F238E27FC236}">
                  <a16:creationId xmlns:a16="http://schemas.microsoft.com/office/drawing/2014/main" id="{8507425D-9A33-C2EB-86FD-FA9D47ED9F70}"/>
                </a:ext>
              </a:extLst>
            </p:cNvPr>
            <p:cNvGrpSpPr/>
            <p:nvPr/>
          </p:nvGrpSpPr>
          <p:grpSpPr>
            <a:xfrm>
              <a:off x="6219191" y="1637543"/>
              <a:ext cx="1367596" cy="1069371"/>
              <a:chOff x="6191527" y="1819194"/>
              <a:chExt cx="1806600" cy="1412643"/>
            </a:xfrm>
          </p:grpSpPr>
          <p:grpSp>
            <p:nvGrpSpPr>
              <p:cNvPr id="89" name="Google Shape;2110;p123">
                <a:extLst>
                  <a:ext uri="{FF2B5EF4-FFF2-40B4-BE49-F238E27FC236}">
                    <a16:creationId xmlns:a16="http://schemas.microsoft.com/office/drawing/2014/main" id="{F1133CE3-76FE-6568-DB71-32B75314CE03}"/>
                  </a:ext>
                </a:extLst>
              </p:cNvPr>
              <p:cNvGrpSpPr/>
              <p:nvPr/>
            </p:nvGrpSpPr>
            <p:grpSpPr>
              <a:xfrm>
                <a:off x="6588984" y="3055960"/>
                <a:ext cx="1008766" cy="175877"/>
                <a:chOff x="5493826" y="4735334"/>
                <a:chExt cx="1401453" cy="244341"/>
              </a:xfrm>
            </p:grpSpPr>
            <p:sp>
              <p:nvSpPr>
                <p:cNvPr id="134" name="Google Shape;2111;p123">
                  <a:extLst>
                    <a:ext uri="{FF2B5EF4-FFF2-40B4-BE49-F238E27FC236}">
                      <a16:creationId xmlns:a16="http://schemas.microsoft.com/office/drawing/2014/main" id="{1861B1FC-DEB8-A877-0DC7-035DA0F1A956}"/>
                    </a:ext>
                  </a:extLst>
                </p:cNvPr>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gradFill>
                  <a:gsLst>
                    <a:gs pos="0">
                      <a:schemeClr val="accent2"/>
                    </a:gs>
                    <a:gs pos="22000">
                      <a:schemeClr val="accent2"/>
                    </a:gs>
                    <a:gs pos="100000">
                      <a:schemeClr val="dk2"/>
                    </a:gs>
                  </a:gsLst>
                  <a:lin ang="16200038"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135" name="Google Shape;2112;p123">
                  <a:extLst>
                    <a:ext uri="{FF2B5EF4-FFF2-40B4-BE49-F238E27FC236}">
                      <a16:creationId xmlns:a16="http://schemas.microsoft.com/office/drawing/2014/main" id="{AA1F4D7E-9038-D0F6-97EF-2A75EAA08A66}"/>
                    </a:ext>
                  </a:extLst>
                </p:cNvPr>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gradFill>
                  <a:gsLst>
                    <a:gs pos="0">
                      <a:schemeClr val="accent2"/>
                    </a:gs>
                    <a:gs pos="22000">
                      <a:schemeClr val="accent2"/>
                    </a:gs>
                    <a:gs pos="100000">
                      <a:schemeClr val="dk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sp>
            <p:nvSpPr>
              <p:cNvPr id="90" name="Google Shape;2113;p123">
                <a:extLst>
                  <a:ext uri="{FF2B5EF4-FFF2-40B4-BE49-F238E27FC236}">
                    <a16:creationId xmlns:a16="http://schemas.microsoft.com/office/drawing/2014/main" id="{D5DAA849-CF9F-D50B-BED7-3BBB6A53E8CC}"/>
                  </a:ext>
                </a:extLst>
              </p:cNvPr>
              <p:cNvSpPr/>
              <p:nvPr/>
            </p:nvSpPr>
            <p:spPr>
              <a:xfrm>
                <a:off x="6191527" y="1819194"/>
                <a:ext cx="1806600" cy="1242600"/>
              </a:xfrm>
              <a:prstGeom prst="roundRect">
                <a:avLst>
                  <a:gd name="adj" fmla="val 2649"/>
                </a:avLst>
              </a:prstGeom>
              <a:gradFill>
                <a:gsLst>
                  <a:gs pos="0">
                    <a:schemeClr val="accent1"/>
                  </a:gs>
                  <a:gs pos="15000">
                    <a:schemeClr val="accent1"/>
                  </a:gs>
                  <a:gs pos="100000">
                    <a:schemeClr val="accent2"/>
                  </a:gs>
                </a:gsLst>
                <a:lin ang="8100019"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1" name="Google Shape;2114;p123">
                <a:extLst>
                  <a:ext uri="{FF2B5EF4-FFF2-40B4-BE49-F238E27FC236}">
                    <a16:creationId xmlns:a16="http://schemas.microsoft.com/office/drawing/2014/main" id="{EDD41A53-2D99-0484-7CCD-ECA47DCE0A7E}"/>
                  </a:ext>
                </a:extLst>
              </p:cNvPr>
              <p:cNvSpPr/>
              <p:nvPr/>
            </p:nvSpPr>
            <p:spPr>
              <a:xfrm>
                <a:off x="7218750" y="1871764"/>
                <a:ext cx="729600" cy="706800"/>
              </a:xfrm>
              <a:prstGeom prst="roundRect">
                <a:avLst>
                  <a:gd name="adj" fmla="val 4797"/>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2" name="Google Shape;2115;p123">
                <a:extLst>
                  <a:ext uri="{FF2B5EF4-FFF2-40B4-BE49-F238E27FC236}">
                    <a16:creationId xmlns:a16="http://schemas.microsoft.com/office/drawing/2014/main" id="{56A20353-00DD-A7E9-A46E-7652D34BB619}"/>
                  </a:ext>
                </a:extLst>
              </p:cNvPr>
              <p:cNvSpPr/>
              <p:nvPr/>
            </p:nvSpPr>
            <p:spPr>
              <a:xfrm>
                <a:off x="7218751" y="2608359"/>
                <a:ext cx="729600" cy="389700"/>
              </a:xfrm>
              <a:prstGeom prst="roundRect">
                <a:avLst>
                  <a:gd name="adj" fmla="val 8447"/>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3" name="Google Shape;2116;p123">
                <a:extLst>
                  <a:ext uri="{FF2B5EF4-FFF2-40B4-BE49-F238E27FC236}">
                    <a16:creationId xmlns:a16="http://schemas.microsoft.com/office/drawing/2014/main" id="{DFC63DA9-5196-0659-D22B-CB770E66F36A}"/>
                  </a:ext>
                </a:extLst>
              </p:cNvPr>
              <p:cNvSpPr/>
              <p:nvPr/>
            </p:nvSpPr>
            <p:spPr>
              <a:xfrm>
                <a:off x="6241299" y="1871764"/>
                <a:ext cx="945900" cy="1126200"/>
              </a:xfrm>
              <a:prstGeom prst="roundRect">
                <a:avLst>
                  <a:gd name="adj" fmla="val 3526"/>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94" name="Google Shape;2117;p123">
                <a:extLst>
                  <a:ext uri="{FF2B5EF4-FFF2-40B4-BE49-F238E27FC236}">
                    <a16:creationId xmlns:a16="http://schemas.microsoft.com/office/drawing/2014/main" id="{E94BD857-DA05-4EF1-CCD8-D34C06120367}"/>
                  </a:ext>
                </a:extLst>
              </p:cNvPr>
              <p:cNvGrpSpPr/>
              <p:nvPr/>
            </p:nvGrpSpPr>
            <p:grpSpPr>
              <a:xfrm>
                <a:off x="7365166" y="1999102"/>
                <a:ext cx="438715" cy="438715"/>
                <a:chOff x="4033444" y="588588"/>
                <a:chExt cx="960200" cy="960200"/>
              </a:xfrm>
            </p:grpSpPr>
            <p:grpSp>
              <p:nvGrpSpPr>
                <p:cNvPr id="113" name="Google Shape;2118;p123">
                  <a:extLst>
                    <a:ext uri="{FF2B5EF4-FFF2-40B4-BE49-F238E27FC236}">
                      <a16:creationId xmlns:a16="http://schemas.microsoft.com/office/drawing/2014/main" id="{F4A30824-2CF8-05B6-5CF5-52917CC0ABC7}"/>
                    </a:ext>
                  </a:extLst>
                </p:cNvPr>
                <p:cNvGrpSpPr/>
                <p:nvPr/>
              </p:nvGrpSpPr>
              <p:grpSpPr>
                <a:xfrm>
                  <a:off x="4033444" y="588588"/>
                  <a:ext cx="960200" cy="960200"/>
                  <a:chOff x="4033444" y="588588"/>
                  <a:chExt cx="960200" cy="960200"/>
                </a:xfrm>
              </p:grpSpPr>
              <p:sp>
                <p:nvSpPr>
                  <p:cNvPr id="115" name="Google Shape;2119;p123">
                    <a:extLst>
                      <a:ext uri="{FF2B5EF4-FFF2-40B4-BE49-F238E27FC236}">
                        <a16:creationId xmlns:a16="http://schemas.microsoft.com/office/drawing/2014/main" id="{BD2AAC58-352E-84D9-D054-0DA273B4C695}"/>
                      </a:ext>
                    </a:extLst>
                  </p:cNvPr>
                  <p:cNvSpPr/>
                  <p:nvPr/>
                </p:nvSpPr>
                <p:spPr>
                  <a:xfrm>
                    <a:off x="4033444" y="588588"/>
                    <a:ext cx="960200" cy="960200"/>
                  </a:xfrm>
                  <a:custGeom>
                    <a:avLst/>
                    <a:gdLst/>
                    <a:ahLst/>
                    <a:cxnLst/>
                    <a:rect l="l" t="t" r="r" b="b"/>
                    <a:pathLst>
                      <a:path w="960200" h="960200" extrusionOk="0">
                        <a:moveTo>
                          <a:pt x="960200" y="480100"/>
                        </a:moveTo>
                        <a:cubicBezTo>
                          <a:pt x="960200" y="745252"/>
                          <a:pt x="745252" y="960200"/>
                          <a:pt x="480100" y="960200"/>
                        </a:cubicBezTo>
                        <a:cubicBezTo>
                          <a:pt x="214948" y="960200"/>
                          <a:pt x="0" y="745252"/>
                          <a:pt x="0" y="480100"/>
                        </a:cubicBezTo>
                        <a:cubicBezTo>
                          <a:pt x="0" y="214948"/>
                          <a:pt x="214948" y="0"/>
                          <a:pt x="480100" y="0"/>
                        </a:cubicBezTo>
                        <a:cubicBezTo>
                          <a:pt x="745252" y="0"/>
                          <a:pt x="960200" y="214948"/>
                          <a:pt x="960200" y="480100"/>
                        </a:cubicBezTo>
                        <a:close/>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6" name="Google Shape;2120;p123">
                    <a:extLst>
                      <a:ext uri="{FF2B5EF4-FFF2-40B4-BE49-F238E27FC236}">
                        <a16:creationId xmlns:a16="http://schemas.microsoft.com/office/drawing/2014/main" id="{95307EE0-FC30-7044-3838-D51C10E31A4B}"/>
                      </a:ext>
                    </a:extLst>
                  </p:cNvPr>
                  <p:cNvSpPr/>
                  <p:nvPr/>
                </p:nvSpPr>
                <p:spPr>
                  <a:xfrm>
                    <a:off x="4513544" y="588682"/>
                    <a:ext cx="9434" cy="94623"/>
                  </a:xfrm>
                  <a:custGeom>
                    <a:avLst/>
                    <a:gdLst/>
                    <a:ahLst/>
                    <a:cxnLst/>
                    <a:rect l="l" t="t" r="r" b="b"/>
                    <a:pathLst>
                      <a:path w="9434" h="94623" extrusionOk="0">
                        <a:moveTo>
                          <a:pt x="0" y="0"/>
                        </a:moveTo>
                        <a:lnTo>
                          <a:pt x="0" y="94624"/>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7" name="Google Shape;2121;p123">
                    <a:extLst>
                      <a:ext uri="{FF2B5EF4-FFF2-40B4-BE49-F238E27FC236}">
                        <a16:creationId xmlns:a16="http://schemas.microsoft.com/office/drawing/2014/main" id="{B2600DF3-2235-B0B2-ACC2-C2E5B8A7753C}"/>
                      </a:ext>
                    </a:extLst>
                  </p:cNvPr>
                  <p:cNvSpPr/>
                  <p:nvPr/>
                </p:nvSpPr>
                <p:spPr>
                  <a:xfrm>
                    <a:off x="4349580" y="617550"/>
                    <a:ext cx="32358" cy="88963"/>
                  </a:xfrm>
                  <a:custGeom>
                    <a:avLst/>
                    <a:gdLst/>
                    <a:ahLst/>
                    <a:cxnLst/>
                    <a:rect l="l" t="t" r="r" b="b"/>
                    <a:pathLst>
                      <a:path w="32358" h="88963" extrusionOk="0">
                        <a:moveTo>
                          <a:pt x="0" y="0"/>
                        </a:moveTo>
                        <a:lnTo>
                          <a:pt x="32359" y="88963"/>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8" name="Google Shape;2122;p123">
                    <a:extLst>
                      <a:ext uri="{FF2B5EF4-FFF2-40B4-BE49-F238E27FC236}">
                        <a16:creationId xmlns:a16="http://schemas.microsoft.com/office/drawing/2014/main" id="{B2784948-6B72-08EA-950C-8FCB11B7DBC2}"/>
                      </a:ext>
                    </a:extLst>
                  </p:cNvPr>
                  <p:cNvSpPr/>
                  <p:nvPr/>
                </p:nvSpPr>
                <p:spPr>
                  <a:xfrm>
                    <a:off x="4205333" y="700853"/>
                    <a:ext cx="60849" cy="72453"/>
                  </a:xfrm>
                  <a:custGeom>
                    <a:avLst/>
                    <a:gdLst/>
                    <a:ahLst/>
                    <a:cxnLst/>
                    <a:rect l="l" t="t" r="r" b="b"/>
                    <a:pathLst>
                      <a:path w="60849" h="72453" extrusionOk="0">
                        <a:moveTo>
                          <a:pt x="0" y="0"/>
                        </a:moveTo>
                        <a:lnTo>
                          <a:pt x="60850" y="72454"/>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119" name="Google Shape;2123;p123">
                    <a:extLst>
                      <a:ext uri="{FF2B5EF4-FFF2-40B4-BE49-F238E27FC236}">
                        <a16:creationId xmlns:a16="http://schemas.microsoft.com/office/drawing/2014/main" id="{D3AC6E4C-0C32-5680-E104-74D7EB14DF6B}"/>
                      </a:ext>
                    </a:extLst>
                  </p:cNvPr>
                  <p:cNvGrpSpPr/>
                  <p:nvPr/>
                </p:nvGrpSpPr>
                <p:grpSpPr>
                  <a:xfrm>
                    <a:off x="4098256" y="828402"/>
                    <a:ext cx="830576" cy="479439"/>
                    <a:chOff x="4098256" y="828402"/>
                    <a:chExt cx="830576" cy="479439"/>
                  </a:xfrm>
                </p:grpSpPr>
                <p:sp>
                  <p:nvSpPr>
                    <p:cNvPr id="132" name="Google Shape;2124;p123">
                      <a:extLst>
                        <a:ext uri="{FF2B5EF4-FFF2-40B4-BE49-F238E27FC236}">
                          <a16:creationId xmlns:a16="http://schemas.microsoft.com/office/drawing/2014/main" id="{677E5051-7C19-352F-95EF-3BE7FAE90521}"/>
                        </a:ext>
                      </a:extLst>
                    </p:cNvPr>
                    <p:cNvSpPr/>
                    <p:nvPr/>
                  </p:nvSpPr>
                  <p:spPr>
                    <a:xfrm>
                      <a:off x="4098256" y="828402"/>
                      <a:ext cx="81982" cy="47359"/>
                    </a:xfrm>
                    <a:custGeom>
                      <a:avLst/>
                      <a:gdLst/>
                      <a:ahLst/>
                      <a:cxnLst/>
                      <a:rect l="l" t="t" r="r" b="b"/>
                      <a:pathLst>
                        <a:path w="81982" h="47359" extrusionOk="0">
                          <a:moveTo>
                            <a:pt x="0" y="0"/>
                          </a:moveTo>
                          <a:lnTo>
                            <a:pt x="81982" y="47359"/>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33" name="Google Shape;2125;p123">
                      <a:extLst>
                        <a:ext uri="{FF2B5EF4-FFF2-40B4-BE49-F238E27FC236}">
                          <a16:creationId xmlns:a16="http://schemas.microsoft.com/office/drawing/2014/main" id="{3B502E5C-C4C7-FA34-837B-D844525A8C36}"/>
                        </a:ext>
                      </a:extLst>
                    </p:cNvPr>
                    <p:cNvSpPr/>
                    <p:nvPr/>
                  </p:nvSpPr>
                  <p:spPr>
                    <a:xfrm>
                      <a:off x="4846850" y="1260577"/>
                      <a:ext cx="81982" cy="47264"/>
                    </a:xfrm>
                    <a:custGeom>
                      <a:avLst/>
                      <a:gdLst/>
                      <a:ahLst/>
                      <a:cxnLst/>
                      <a:rect l="l" t="t" r="r" b="b"/>
                      <a:pathLst>
                        <a:path w="81982" h="47264" extrusionOk="0">
                          <a:moveTo>
                            <a:pt x="0" y="0"/>
                          </a:moveTo>
                          <a:lnTo>
                            <a:pt x="81982" y="4726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0" name="Google Shape;2126;p123">
                    <a:extLst>
                      <a:ext uri="{FF2B5EF4-FFF2-40B4-BE49-F238E27FC236}">
                        <a16:creationId xmlns:a16="http://schemas.microsoft.com/office/drawing/2014/main" id="{5D48999B-43E4-0696-BA3A-75B8DD730462}"/>
                      </a:ext>
                    </a:extLst>
                  </p:cNvPr>
                  <p:cNvGrpSpPr/>
                  <p:nvPr/>
                </p:nvGrpSpPr>
                <p:grpSpPr>
                  <a:xfrm>
                    <a:off x="4041369" y="984913"/>
                    <a:ext cx="944350" cy="166511"/>
                    <a:chOff x="4041369" y="984913"/>
                    <a:chExt cx="944350" cy="166511"/>
                  </a:xfrm>
                </p:grpSpPr>
                <p:sp>
                  <p:nvSpPr>
                    <p:cNvPr id="130" name="Google Shape;2127;p123">
                      <a:extLst>
                        <a:ext uri="{FF2B5EF4-FFF2-40B4-BE49-F238E27FC236}">
                          <a16:creationId xmlns:a16="http://schemas.microsoft.com/office/drawing/2014/main" id="{BF954CD9-1327-2407-B175-4A3C2CBF13D8}"/>
                        </a:ext>
                      </a:extLst>
                    </p:cNvPr>
                    <p:cNvSpPr/>
                    <p:nvPr/>
                  </p:nvSpPr>
                  <p:spPr>
                    <a:xfrm>
                      <a:off x="4041369" y="984913"/>
                      <a:ext cx="93208" cy="16415"/>
                    </a:xfrm>
                    <a:custGeom>
                      <a:avLst/>
                      <a:gdLst/>
                      <a:ahLst/>
                      <a:cxnLst/>
                      <a:rect l="l" t="t" r="r" b="b"/>
                      <a:pathLst>
                        <a:path w="93208" h="16415" extrusionOk="0">
                          <a:moveTo>
                            <a:pt x="0" y="0"/>
                          </a:moveTo>
                          <a:lnTo>
                            <a:pt x="93209" y="1641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31" name="Google Shape;2128;p123">
                      <a:extLst>
                        <a:ext uri="{FF2B5EF4-FFF2-40B4-BE49-F238E27FC236}">
                          <a16:creationId xmlns:a16="http://schemas.microsoft.com/office/drawing/2014/main" id="{861B5A2A-89DA-E043-5003-7FFB4A83E65F}"/>
                        </a:ext>
                      </a:extLst>
                    </p:cNvPr>
                    <p:cNvSpPr/>
                    <p:nvPr/>
                  </p:nvSpPr>
                  <p:spPr>
                    <a:xfrm>
                      <a:off x="4892511" y="1135009"/>
                      <a:ext cx="93208" cy="16415"/>
                    </a:xfrm>
                    <a:custGeom>
                      <a:avLst/>
                      <a:gdLst/>
                      <a:ahLst/>
                      <a:cxnLst/>
                      <a:rect l="l" t="t" r="r" b="b"/>
                      <a:pathLst>
                        <a:path w="93208" h="16415" extrusionOk="0">
                          <a:moveTo>
                            <a:pt x="0" y="0"/>
                          </a:moveTo>
                          <a:lnTo>
                            <a:pt x="93208" y="1641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1" name="Google Shape;2129;p123">
                    <a:extLst>
                      <a:ext uri="{FF2B5EF4-FFF2-40B4-BE49-F238E27FC236}">
                        <a16:creationId xmlns:a16="http://schemas.microsoft.com/office/drawing/2014/main" id="{4DBB959A-E630-EC6D-3FBF-52F67D198AB7}"/>
                      </a:ext>
                    </a:extLst>
                  </p:cNvPr>
                  <p:cNvGrpSpPr/>
                  <p:nvPr/>
                </p:nvGrpSpPr>
                <p:grpSpPr>
                  <a:xfrm>
                    <a:off x="4041369" y="984913"/>
                    <a:ext cx="944350" cy="166511"/>
                    <a:chOff x="4041369" y="984913"/>
                    <a:chExt cx="944350" cy="166511"/>
                  </a:xfrm>
                </p:grpSpPr>
                <p:sp>
                  <p:nvSpPr>
                    <p:cNvPr id="128" name="Google Shape;2130;p123">
                      <a:extLst>
                        <a:ext uri="{FF2B5EF4-FFF2-40B4-BE49-F238E27FC236}">
                          <a16:creationId xmlns:a16="http://schemas.microsoft.com/office/drawing/2014/main" id="{2131ADE1-FCC8-E2A8-687D-B2D30825B492}"/>
                        </a:ext>
                      </a:extLst>
                    </p:cNvPr>
                    <p:cNvSpPr/>
                    <p:nvPr/>
                  </p:nvSpPr>
                  <p:spPr>
                    <a:xfrm>
                      <a:off x="4041369" y="1135009"/>
                      <a:ext cx="93208" cy="16415"/>
                    </a:xfrm>
                    <a:custGeom>
                      <a:avLst/>
                      <a:gdLst/>
                      <a:ahLst/>
                      <a:cxnLst/>
                      <a:rect l="l" t="t" r="r" b="b"/>
                      <a:pathLst>
                        <a:path w="93208" h="16415" extrusionOk="0">
                          <a:moveTo>
                            <a:pt x="0" y="16415"/>
                          </a:moveTo>
                          <a:lnTo>
                            <a:pt x="93209"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9" name="Google Shape;2131;p123">
                      <a:extLst>
                        <a:ext uri="{FF2B5EF4-FFF2-40B4-BE49-F238E27FC236}">
                          <a16:creationId xmlns:a16="http://schemas.microsoft.com/office/drawing/2014/main" id="{0F5FFA63-1952-1D1D-C00E-46181775EB16}"/>
                        </a:ext>
                      </a:extLst>
                    </p:cNvPr>
                    <p:cNvSpPr/>
                    <p:nvPr/>
                  </p:nvSpPr>
                  <p:spPr>
                    <a:xfrm>
                      <a:off x="4892511" y="984913"/>
                      <a:ext cx="93208" cy="16415"/>
                    </a:xfrm>
                    <a:custGeom>
                      <a:avLst/>
                      <a:gdLst/>
                      <a:ahLst/>
                      <a:cxnLst/>
                      <a:rect l="l" t="t" r="r" b="b"/>
                      <a:pathLst>
                        <a:path w="93208" h="16415" extrusionOk="0">
                          <a:moveTo>
                            <a:pt x="0" y="16415"/>
                          </a:moveTo>
                          <a:lnTo>
                            <a:pt x="93208"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2" name="Google Shape;2132;p123">
                    <a:extLst>
                      <a:ext uri="{FF2B5EF4-FFF2-40B4-BE49-F238E27FC236}">
                        <a16:creationId xmlns:a16="http://schemas.microsoft.com/office/drawing/2014/main" id="{B3B49AFB-69F7-0078-5975-79B0E4D83E3C}"/>
                      </a:ext>
                    </a:extLst>
                  </p:cNvPr>
                  <p:cNvGrpSpPr/>
                  <p:nvPr/>
                </p:nvGrpSpPr>
                <p:grpSpPr>
                  <a:xfrm>
                    <a:off x="4098256" y="828402"/>
                    <a:ext cx="830576" cy="479439"/>
                    <a:chOff x="4098256" y="828402"/>
                    <a:chExt cx="830576" cy="479439"/>
                  </a:xfrm>
                </p:grpSpPr>
                <p:sp>
                  <p:nvSpPr>
                    <p:cNvPr id="126" name="Google Shape;2133;p123">
                      <a:extLst>
                        <a:ext uri="{FF2B5EF4-FFF2-40B4-BE49-F238E27FC236}">
                          <a16:creationId xmlns:a16="http://schemas.microsoft.com/office/drawing/2014/main" id="{3C4E1EFE-6FCC-E268-9DC3-BE3825926FA9}"/>
                        </a:ext>
                      </a:extLst>
                    </p:cNvPr>
                    <p:cNvSpPr/>
                    <p:nvPr/>
                  </p:nvSpPr>
                  <p:spPr>
                    <a:xfrm>
                      <a:off x="4098256" y="1260577"/>
                      <a:ext cx="81982" cy="47264"/>
                    </a:xfrm>
                    <a:custGeom>
                      <a:avLst/>
                      <a:gdLst/>
                      <a:ahLst/>
                      <a:cxnLst/>
                      <a:rect l="l" t="t" r="r" b="b"/>
                      <a:pathLst>
                        <a:path w="81982" h="47264" extrusionOk="0">
                          <a:moveTo>
                            <a:pt x="0" y="47265"/>
                          </a:moveTo>
                          <a:lnTo>
                            <a:pt x="81982"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7" name="Google Shape;2134;p123">
                      <a:extLst>
                        <a:ext uri="{FF2B5EF4-FFF2-40B4-BE49-F238E27FC236}">
                          <a16:creationId xmlns:a16="http://schemas.microsoft.com/office/drawing/2014/main" id="{8A4FEA47-6014-5E13-7D8D-0D01A306C922}"/>
                        </a:ext>
                      </a:extLst>
                    </p:cNvPr>
                    <p:cNvSpPr/>
                    <p:nvPr/>
                  </p:nvSpPr>
                  <p:spPr>
                    <a:xfrm>
                      <a:off x="4846850" y="828402"/>
                      <a:ext cx="81982" cy="47359"/>
                    </a:xfrm>
                    <a:custGeom>
                      <a:avLst/>
                      <a:gdLst/>
                      <a:ahLst/>
                      <a:cxnLst/>
                      <a:rect l="l" t="t" r="r" b="b"/>
                      <a:pathLst>
                        <a:path w="81982" h="47359" extrusionOk="0">
                          <a:moveTo>
                            <a:pt x="0" y="47359"/>
                          </a:moveTo>
                          <a:lnTo>
                            <a:pt x="81982"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23" name="Google Shape;2135;p123">
                    <a:extLst>
                      <a:ext uri="{FF2B5EF4-FFF2-40B4-BE49-F238E27FC236}">
                        <a16:creationId xmlns:a16="http://schemas.microsoft.com/office/drawing/2014/main" id="{FB5E9B28-A4C3-BDDA-8E67-B0DA6831C1D8}"/>
                      </a:ext>
                    </a:extLst>
                  </p:cNvPr>
                  <p:cNvSpPr/>
                  <p:nvPr/>
                </p:nvSpPr>
                <p:spPr>
                  <a:xfrm>
                    <a:off x="4760905" y="700853"/>
                    <a:ext cx="60849" cy="72453"/>
                  </a:xfrm>
                  <a:custGeom>
                    <a:avLst/>
                    <a:gdLst/>
                    <a:ahLst/>
                    <a:cxnLst/>
                    <a:rect l="l" t="t" r="r" b="b"/>
                    <a:pathLst>
                      <a:path w="60849" h="72453" extrusionOk="0">
                        <a:moveTo>
                          <a:pt x="0" y="72454"/>
                        </a:moveTo>
                        <a:lnTo>
                          <a:pt x="60850"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4" name="Google Shape;2136;p123">
                    <a:extLst>
                      <a:ext uri="{FF2B5EF4-FFF2-40B4-BE49-F238E27FC236}">
                        <a16:creationId xmlns:a16="http://schemas.microsoft.com/office/drawing/2014/main" id="{DC836119-B4EC-9917-367B-881DECB73B74}"/>
                      </a:ext>
                    </a:extLst>
                  </p:cNvPr>
                  <p:cNvSpPr/>
                  <p:nvPr/>
                </p:nvSpPr>
                <p:spPr>
                  <a:xfrm>
                    <a:off x="4645149" y="617550"/>
                    <a:ext cx="32358" cy="88963"/>
                  </a:xfrm>
                  <a:custGeom>
                    <a:avLst/>
                    <a:gdLst/>
                    <a:ahLst/>
                    <a:cxnLst/>
                    <a:rect l="l" t="t" r="r" b="b"/>
                    <a:pathLst>
                      <a:path w="32358" h="88963" extrusionOk="0">
                        <a:moveTo>
                          <a:pt x="0" y="88963"/>
                        </a:moveTo>
                        <a:lnTo>
                          <a:pt x="32359"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5" name="Google Shape;2137;p123">
                    <a:extLst>
                      <a:ext uri="{FF2B5EF4-FFF2-40B4-BE49-F238E27FC236}">
                        <a16:creationId xmlns:a16="http://schemas.microsoft.com/office/drawing/2014/main" id="{6DC06EA8-38E1-9782-05C7-E0C8083CA298}"/>
                      </a:ext>
                    </a:extLst>
                  </p:cNvPr>
                  <p:cNvSpPr/>
                  <p:nvPr/>
                </p:nvSpPr>
                <p:spPr>
                  <a:xfrm>
                    <a:off x="4454298" y="1009442"/>
                    <a:ext cx="118491" cy="118491"/>
                  </a:xfrm>
                  <a:custGeom>
                    <a:avLst/>
                    <a:gdLst/>
                    <a:ahLst/>
                    <a:cxnLst/>
                    <a:rect l="l" t="t" r="r" b="b"/>
                    <a:pathLst>
                      <a:path w="118491" h="118491" extrusionOk="0">
                        <a:moveTo>
                          <a:pt x="118492" y="59246"/>
                        </a:moveTo>
                        <a:cubicBezTo>
                          <a:pt x="118492" y="91967"/>
                          <a:pt x="91967" y="118492"/>
                          <a:pt x="59246" y="118492"/>
                        </a:cubicBezTo>
                        <a:cubicBezTo>
                          <a:pt x="26525" y="118492"/>
                          <a:pt x="0" y="91967"/>
                          <a:pt x="0" y="59246"/>
                        </a:cubicBezTo>
                        <a:cubicBezTo>
                          <a:pt x="0" y="26525"/>
                          <a:pt x="26525" y="0"/>
                          <a:pt x="59246" y="0"/>
                        </a:cubicBezTo>
                        <a:cubicBezTo>
                          <a:pt x="91967" y="0"/>
                          <a:pt x="118492" y="26525"/>
                          <a:pt x="118492" y="59246"/>
                        </a:cubicBezTo>
                        <a:close/>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14" name="Google Shape;2138;p123">
                  <a:extLst>
                    <a:ext uri="{FF2B5EF4-FFF2-40B4-BE49-F238E27FC236}">
                      <a16:creationId xmlns:a16="http://schemas.microsoft.com/office/drawing/2014/main" id="{3C6517EA-C9CE-E494-6D4A-2E1494130BE9}"/>
                    </a:ext>
                  </a:extLst>
                </p:cNvPr>
                <p:cNvSpPr/>
                <p:nvPr/>
              </p:nvSpPr>
              <p:spPr>
                <a:xfrm>
                  <a:off x="4554771" y="858119"/>
                  <a:ext cx="168115" cy="168115"/>
                </a:xfrm>
                <a:custGeom>
                  <a:avLst/>
                  <a:gdLst/>
                  <a:ahLst/>
                  <a:cxnLst/>
                  <a:rect l="l" t="t" r="r" b="b"/>
                  <a:pathLst>
                    <a:path w="168115" h="168115" extrusionOk="0">
                      <a:moveTo>
                        <a:pt x="0" y="168115"/>
                      </a:moveTo>
                      <a:lnTo>
                        <a:pt x="168115"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95" name="Google Shape;2139;p123">
                <a:extLst>
                  <a:ext uri="{FF2B5EF4-FFF2-40B4-BE49-F238E27FC236}">
                    <a16:creationId xmlns:a16="http://schemas.microsoft.com/office/drawing/2014/main" id="{C0F7D1EB-8AA4-04E4-1832-7D8DFCC285F5}"/>
                  </a:ext>
                </a:extLst>
              </p:cNvPr>
              <p:cNvSpPr/>
              <p:nvPr/>
            </p:nvSpPr>
            <p:spPr>
              <a:xfrm>
                <a:off x="7324971" y="2681743"/>
                <a:ext cx="481646" cy="225275"/>
              </a:xfrm>
              <a:custGeom>
                <a:avLst/>
                <a:gdLst/>
                <a:ahLst/>
                <a:cxnLst/>
                <a:rect l="l" t="t" r="r" b="b"/>
                <a:pathLst>
                  <a:path w="603945" h="282476" extrusionOk="0">
                    <a:moveTo>
                      <a:pt x="0" y="263129"/>
                    </a:moveTo>
                    <a:lnTo>
                      <a:pt x="177553" y="263129"/>
                    </a:lnTo>
                    <a:lnTo>
                      <a:pt x="177553" y="282476"/>
                    </a:lnTo>
                    <a:lnTo>
                      <a:pt x="0" y="282476"/>
                    </a:lnTo>
                    <a:close/>
                    <a:moveTo>
                      <a:pt x="459433" y="40482"/>
                    </a:moveTo>
                    <a:lnTo>
                      <a:pt x="603945" y="101501"/>
                    </a:lnTo>
                    <a:lnTo>
                      <a:pt x="603945" y="126504"/>
                    </a:lnTo>
                    <a:lnTo>
                      <a:pt x="459433" y="188268"/>
                    </a:lnTo>
                    <a:lnTo>
                      <a:pt x="459433" y="161628"/>
                    </a:lnTo>
                    <a:lnTo>
                      <a:pt x="573882" y="114152"/>
                    </a:lnTo>
                    <a:lnTo>
                      <a:pt x="459433" y="67122"/>
                    </a:lnTo>
                    <a:close/>
                    <a:moveTo>
                      <a:pt x="337245" y="40482"/>
                    </a:moveTo>
                    <a:lnTo>
                      <a:pt x="337245" y="67122"/>
                    </a:lnTo>
                    <a:lnTo>
                      <a:pt x="222647" y="114152"/>
                    </a:lnTo>
                    <a:lnTo>
                      <a:pt x="337245" y="161628"/>
                    </a:lnTo>
                    <a:lnTo>
                      <a:pt x="337245" y="188268"/>
                    </a:lnTo>
                    <a:lnTo>
                      <a:pt x="192733" y="126504"/>
                    </a:lnTo>
                    <a:lnTo>
                      <a:pt x="192733" y="101501"/>
                    </a:lnTo>
                    <a:close/>
                    <a:moveTo>
                      <a:pt x="420291" y="0"/>
                    </a:moveTo>
                    <a:lnTo>
                      <a:pt x="441722" y="0"/>
                    </a:lnTo>
                    <a:lnTo>
                      <a:pt x="378619" y="225624"/>
                    </a:lnTo>
                    <a:lnTo>
                      <a:pt x="357039" y="225624"/>
                    </a:lnTo>
                    <a:close/>
                  </a:path>
                </a:pathLst>
              </a:custGeom>
              <a:solidFill>
                <a:schemeClr val="accent6"/>
              </a:solidFill>
              <a:ln>
                <a:noFill/>
              </a:ln>
            </p:spPr>
            <p:txBody>
              <a:bodyPr spcFirstLastPara="1" wrap="square" lIns="91410" tIns="45688" rIns="91410" bIns="45688" anchor="t" anchorCtr="0">
                <a:noAutofit/>
              </a:bodyPr>
              <a:lstStyle/>
              <a:p>
                <a:pPr>
                  <a:lnSpc>
                    <a:spcPct val="130000"/>
                  </a:lnSpc>
                  <a:buClr>
                    <a:srgbClr val="000000"/>
                  </a:buClr>
                  <a:buSzPts val="1800"/>
                </a:pPr>
                <a:endParaRPr sz="2399">
                  <a:solidFill>
                    <a:schemeClr val="accent6"/>
                  </a:solidFill>
                  <a:latin typeface="Arial"/>
                  <a:ea typeface="Arial"/>
                  <a:cs typeface="Arial"/>
                  <a:sym typeface="Arial"/>
                </a:endParaRPr>
              </a:p>
            </p:txBody>
          </p:sp>
          <p:grpSp>
            <p:nvGrpSpPr>
              <p:cNvPr id="96" name="Google Shape;2140;p123">
                <a:extLst>
                  <a:ext uri="{FF2B5EF4-FFF2-40B4-BE49-F238E27FC236}">
                    <a16:creationId xmlns:a16="http://schemas.microsoft.com/office/drawing/2014/main" id="{9880EA23-D17D-8A5C-CBF2-9817C77CDC77}"/>
                  </a:ext>
                </a:extLst>
              </p:cNvPr>
              <p:cNvGrpSpPr/>
              <p:nvPr/>
            </p:nvGrpSpPr>
            <p:grpSpPr>
              <a:xfrm>
                <a:off x="6405726" y="1950840"/>
                <a:ext cx="632557" cy="632557"/>
                <a:chOff x="6443825" y="2047449"/>
                <a:chExt cx="566655" cy="566655"/>
              </a:xfrm>
            </p:grpSpPr>
            <p:grpSp>
              <p:nvGrpSpPr>
                <p:cNvPr id="102" name="Google Shape;2141;p123">
                  <a:extLst>
                    <a:ext uri="{FF2B5EF4-FFF2-40B4-BE49-F238E27FC236}">
                      <a16:creationId xmlns:a16="http://schemas.microsoft.com/office/drawing/2014/main" id="{69A50FD4-1925-6127-AD36-5C7FCF91B42D}"/>
                    </a:ext>
                  </a:extLst>
                </p:cNvPr>
                <p:cNvGrpSpPr/>
                <p:nvPr/>
              </p:nvGrpSpPr>
              <p:grpSpPr>
                <a:xfrm>
                  <a:off x="6443825" y="2047449"/>
                  <a:ext cx="566655" cy="566655"/>
                  <a:chOff x="-396256" y="3115798"/>
                  <a:chExt cx="601800" cy="601800"/>
                </a:xfrm>
              </p:grpSpPr>
              <p:sp>
                <p:nvSpPr>
                  <p:cNvPr id="111" name="Google Shape;2142;p123">
                    <a:extLst>
                      <a:ext uri="{FF2B5EF4-FFF2-40B4-BE49-F238E27FC236}">
                        <a16:creationId xmlns:a16="http://schemas.microsoft.com/office/drawing/2014/main" id="{84109FA4-84B6-880E-BE13-EBB6DB6B1EC2}"/>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2" name="Google Shape;2143;p123">
                    <a:extLst>
                      <a:ext uri="{FF2B5EF4-FFF2-40B4-BE49-F238E27FC236}">
                        <a16:creationId xmlns:a16="http://schemas.microsoft.com/office/drawing/2014/main" id="{9B6F0B03-418C-A71A-01DB-B03B3F22FDA8}"/>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03" name="Google Shape;2144;p123">
                  <a:extLst>
                    <a:ext uri="{FF2B5EF4-FFF2-40B4-BE49-F238E27FC236}">
                      <a16:creationId xmlns:a16="http://schemas.microsoft.com/office/drawing/2014/main" id="{0FE9F95D-63A6-04F3-BFF5-2CCF4F144034}"/>
                    </a:ext>
                  </a:extLst>
                </p:cNvPr>
                <p:cNvGrpSpPr/>
                <p:nvPr/>
              </p:nvGrpSpPr>
              <p:grpSpPr>
                <a:xfrm>
                  <a:off x="6551401" y="2142234"/>
                  <a:ext cx="351502" cy="377122"/>
                  <a:chOff x="7986227" y="2894842"/>
                  <a:chExt cx="960388" cy="1030389"/>
                </a:xfrm>
              </p:grpSpPr>
              <p:grpSp>
                <p:nvGrpSpPr>
                  <p:cNvPr id="104" name="Google Shape;2145;p123">
                    <a:extLst>
                      <a:ext uri="{FF2B5EF4-FFF2-40B4-BE49-F238E27FC236}">
                        <a16:creationId xmlns:a16="http://schemas.microsoft.com/office/drawing/2014/main" id="{ED5CFDED-099B-7846-1C41-E64BA1A3F1C8}"/>
                      </a:ext>
                    </a:extLst>
                  </p:cNvPr>
                  <p:cNvGrpSpPr/>
                  <p:nvPr/>
                </p:nvGrpSpPr>
                <p:grpSpPr>
                  <a:xfrm>
                    <a:off x="7986227" y="2894842"/>
                    <a:ext cx="498307" cy="1030389"/>
                    <a:chOff x="7986227" y="2894842"/>
                    <a:chExt cx="498307" cy="1030389"/>
                  </a:xfrm>
                </p:grpSpPr>
                <p:sp>
                  <p:nvSpPr>
                    <p:cNvPr id="106" name="Google Shape;2146;p123">
                      <a:extLst>
                        <a:ext uri="{FF2B5EF4-FFF2-40B4-BE49-F238E27FC236}">
                          <a16:creationId xmlns:a16="http://schemas.microsoft.com/office/drawing/2014/main" id="{55188AC5-2BEB-EE82-06E6-BF3C56C0D2F3}"/>
                        </a:ext>
                      </a:extLst>
                    </p:cNvPr>
                    <p:cNvSpPr/>
                    <p:nvPr/>
                  </p:nvSpPr>
                  <p:spPr>
                    <a:xfrm>
                      <a:off x="8063020" y="2894842"/>
                      <a:ext cx="421514" cy="1030389"/>
                    </a:xfrm>
                    <a:custGeom>
                      <a:avLst/>
                      <a:gdLst/>
                      <a:ahLst/>
                      <a:cxnLst/>
                      <a:rect l="l" t="t" r="r" b="b"/>
                      <a:pathLst>
                        <a:path w="421514" h="1030389" extrusionOk="0">
                          <a:moveTo>
                            <a:pt x="25378" y="366042"/>
                          </a:moveTo>
                          <a:cubicBezTo>
                            <a:pt x="9340" y="342363"/>
                            <a:pt x="0" y="313683"/>
                            <a:pt x="0" y="282928"/>
                          </a:cubicBezTo>
                          <a:cubicBezTo>
                            <a:pt x="0" y="200852"/>
                            <a:pt x="66510" y="134247"/>
                            <a:pt x="148681" y="134247"/>
                          </a:cubicBezTo>
                          <a:cubicBezTo>
                            <a:pt x="155002" y="134247"/>
                            <a:pt x="161323" y="134624"/>
                            <a:pt x="167455" y="135379"/>
                          </a:cubicBezTo>
                          <a:cubicBezTo>
                            <a:pt x="174153" y="59529"/>
                            <a:pt x="237928" y="0"/>
                            <a:pt x="315476" y="0"/>
                          </a:cubicBezTo>
                          <a:cubicBezTo>
                            <a:pt x="356986" y="0"/>
                            <a:pt x="394533" y="17076"/>
                            <a:pt x="421514" y="44529"/>
                          </a:cubicBezTo>
                          <a:lnTo>
                            <a:pt x="421514" y="959540"/>
                          </a:lnTo>
                          <a:cubicBezTo>
                            <a:pt x="396420" y="1001993"/>
                            <a:pt x="350193" y="1030390"/>
                            <a:pt x="297268" y="1030390"/>
                          </a:cubicBezTo>
                          <a:cubicBezTo>
                            <a:pt x="217550" y="1030390"/>
                            <a:pt x="153021" y="965766"/>
                            <a:pt x="153021" y="886143"/>
                          </a:cubicBezTo>
                          <a:cubicBezTo>
                            <a:pt x="153021" y="806425"/>
                            <a:pt x="217644" y="741896"/>
                            <a:pt x="297268" y="741896"/>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7" name="Google Shape;2147;p123">
                      <a:extLst>
                        <a:ext uri="{FF2B5EF4-FFF2-40B4-BE49-F238E27FC236}">
                          <a16:creationId xmlns:a16="http://schemas.microsoft.com/office/drawing/2014/main" id="{79623EF4-5B1D-85B0-35FC-68ECEDD7C411}"/>
                        </a:ext>
                      </a:extLst>
                    </p:cNvPr>
                    <p:cNvSpPr/>
                    <p:nvPr/>
                  </p:nvSpPr>
                  <p:spPr>
                    <a:xfrm>
                      <a:off x="8304627" y="3102391"/>
                      <a:ext cx="179719" cy="63585"/>
                    </a:xfrm>
                    <a:custGeom>
                      <a:avLst/>
                      <a:gdLst/>
                      <a:ahLst/>
                      <a:cxnLst/>
                      <a:rect l="l" t="t" r="r" b="b"/>
                      <a:pathLst>
                        <a:path w="179719" h="63585" extrusionOk="0">
                          <a:moveTo>
                            <a:pt x="0" y="0"/>
                          </a:moveTo>
                          <a:cubicBezTo>
                            <a:pt x="23962" y="38208"/>
                            <a:pt x="66510" y="63586"/>
                            <a:pt x="115001" y="63586"/>
                          </a:cubicBezTo>
                          <a:cubicBezTo>
                            <a:pt x="138398" y="63586"/>
                            <a:pt x="160473" y="57642"/>
                            <a:pt x="179719" y="47170"/>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8" name="Google Shape;2148;p123">
                      <a:extLst>
                        <a:ext uri="{FF2B5EF4-FFF2-40B4-BE49-F238E27FC236}">
                          <a16:creationId xmlns:a16="http://schemas.microsoft.com/office/drawing/2014/main" id="{85F2B55A-1DFA-4F4B-E5BB-E67B1CF8D77F}"/>
                        </a:ext>
                      </a:extLst>
                    </p:cNvPr>
                    <p:cNvSpPr/>
                    <p:nvPr/>
                  </p:nvSpPr>
                  <p:spPr>
                    <a:xfrm>
                      <a:off x="8206513" y="3331262"/>
                      <a:ext cx="153775" cy="70189"/>
                    </a:xfrm>
                    <a:custGeom>
                      <a:avLst/>
                      <a:gdLst/>
                      <a:ahLst/>
                      <a:cxnLst/>
                      <a:rect l="l" t="t" r="r" b="b"/>
                      <a:pathLst>
                        <a:path w="153775" h="70189" extrusionOk="0">
                          <a:moveTo>
                            <a:pt x="153775" y="189"/>
                          </a:moveTo>
                          <a:cubicBezTo>
                            <a:pt x="150945" y="94"/>
                            <a:pt x="148210" y="0"/>
                            <a:pt x="145379" y="0"/>
                          </a:cubicBezTo>
                          <a:cubicBezTo>
                            <a:pt x="86510" y="0"/>
                            <a:pt x="33962" y="27453"/>
                            <a:pt x="0" y="70189"/>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9" name="Google Shape;2149;p123">
                      <a:extLst>
                        <a:ext uri="{FF2B5EF4-FFF2-40B4-BE49-F238E27FC236}">
                          <a16:creationId xmlns:a16="http://schemas.microsoft.com/office/drawing/2014/main" id="{CECEFBC6-67D3-3FA9-43C9-8B10A14AC8C4}"/>
                        </a:ext>
                      </a:extLst>
                    </p:cNvPr>
                    <p:cNvSpPr/>
                    <p:nvPr/>
                  </p:nvSpPr>
                  <p:spPr>
                    <a:xfrm>
                      <a:off x="7986227" y="3251544"/>
                      <a:ext cx="297078" cy="529628"/>
                    </a:xfrm>
                    <a:custGeom>
                      <a:avLst/>
                      <a:gdLst/>
                      <a:ahLst/>
                      <a:cxnLst/>
                      <a:rect l="l" t="t" r="r" b="b"/>
                      <a:pathLst>
                        <a:path w="297078" h="529628" extrusionOk="0">
                          <a:moveTo>
                            <a:pt x="297079" y="94435"/>
                          </a:moveTo>
                          <a:cubicBezTo>
                            <a:pt x="273588" y="38963"/>
                            <a:pt x="218682" y="0"/>
                            <a:pt x="154624" y="0"/>
                          </a:cubicBezTo>
                          <a:cubicBezTo>
                            <a:pt x="69246" y="0"/>
                            <a:pt x="0" y="69246"/>
                            <a:pt x="0" y="154624"/>
                          </a:cubicBezTo>
                          <a:cubicBezTo>
                            <a:pt x="0" y="218587"/>
                            <a:pt x="38868" y="273588"/>
                            <a:pt x="94341" y="297079"/>
                          </a:cubicBezTo>
                          <a:cubicBezTo>
                            <a:pt x="78019" y="320947"/>
                            <a:pt x="68491" y="349815"/>
                            <a:pt x="68491" y="380948"/>
                          </a:cubicBezTo>
                          <a:cubicBezTo>
                            <a:pt x="68491" y="463024"/>
                            <a:pt x="135002" y="529629"/>
                            <a:pt x="217172" y="529629"/>
                          </a:cubicBezTo>
                          <a:cubicBezTo>
                            <a:pt x="221417" y="529629"/>
                            <a:pt x="225757" y="529440"/>
                            <a:pt x="229908" y="529063"/>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0" name="Google Shape;2150;p123">
                      <a:extLst>
                        <a:ext uri="{FF2B5EF4-FFF2-40B4-BE49-F238E27FC236}">
                          <a16:creationId xmlns:a16="http://schemas.microsoft.com/office/drawing/2014/main" id="{5ADFB753-2EE0-8406-B924-D2482FA00484}"/>
                        </a:ext>
                      </a:extLst>
                    </p:cNvPr>
                    <p:cNvSpPr/>
                    <p:nvPr/>
                  </p:nvSpPr>
                  <p:spPr>
                    <a:xfrm>
                      <a:off x="8271042" y="3561737"/>
                      <a:ext cx="15523" cy="105850"/>
                    </a:xfrm>
                    <a:custGeom>
                      <a:avLst/>
                      <a:gdLst/>
                      <a:ahLst/>
                      <a:cxnLst/>
                      <a:rect l="l" t="t" r="r" b="b"/>
                      <a:pathLst>
                        <a:path w="15523" h="105850" extrusionOk="0">
                          <a:moveTo>
                            <a:pt x="0" y="105850"/>
                          </a:moveTo>
                          <a:cubicBezTo>
                            <a:pt x="18585" y="72548"/>
                            <a:pt x="20095" y="33585"/>
                            <a:pt x="6604" y="0"/>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05" name="Google Shape;2151;p123">
                    <a:extLst>
                      <a:ext uri="{FF2B5EF4-FFF2-40B4-BE49-F238E27FC236}">
                        <a16:creationId xmlns:a16="http://schemas.microsoft.com/office/drawing/2014/main" id="{526CF0FF-79EE-67ED-001C-8E4E25A3AF56}"/>
                      </a:ext>
                    </a:extLst>
                  </p:cNvPr>
                  <p:cNvSpPr/>
                  <p:nvPr/>
                </p:nvSpPr>
                <p:spPr>
                  <a:xfrm>
                    <a:off x="8484346" y="2905596"/>
                    <a:ext cx="462269" cy="1008974"/>
                  </a:xfrm>
                  <a:custGeom>
                    <a:avLst/>
                    <a:gdLst/>
                    <a:ahLst/>
                    <a:cxnLst/>
                    <a:rect l="l" t="t" r="r" b="b"/>
                    <a:pathLst>
                      <a:path w="462269" h="1008974" extrusionOk="0">
                        <a:moveTo>
                          <a:pt x="462270" y="504534"/>
                        </a:moveTo>
                        <a:cubicBezTo>
                          <a:pt x="462270" y="535290"/>
                          <a:pt x="437364" y="560195"/>
                          <a:pt x="406608" y="560195"/>
                        </a:cubicBezTo>
                        <a:cubicBezTo>
                          <a:pt x="375853" y="560195"/>
                          <a:pt x="350948" y="535290"/>
                          <a:pt x="350948" y="504534"/>
                        </a:cubicBezTo>
                        <a:cubicBezTo>
                          <a:pt x="350948" y="473779"/>
                          <a:pt x="375853" y="448873"/>
                          <a:pt x="406608" y="448873"/>
                        </a:cubicBezTo>
                        <a:cubicBezTo>
                          <a:pt x="437364" y="448873"/>
                          <a:pt x="462270" y="473779"/>
                          <a:pt x="462270" y="504534"/>
                        </a:cubicBezTo>
                        <a:close/>
                        <a:moveTo>
                          <a:pt x="351042" y="504534"/>
                        </a:moveTo>
                        <a:lnTo>
                          <a:pt x="0" y="504534"/>
                        </a:lnTo>
                        <a:moveTo>
                          <a:pt x="180285" y="55661"/>
                        </a:moveTo>
                        <a:cubicBezTo>
                          <a:pt x="180285" y="86416"/>
                          <a:pt x="155379" y="111322"/>
                          <a:pt x="124624" y="111322"/>
                        </a:cubicBezTo>
                        <a:cubicBezTo>
                          <a:pt x="93869" y="111322"/>
                          <a:pt x="68963" y="86416"/>
                          <a:pt x="68963" y="55661"/>
                        </a:cubicBezTo>
                        <a:cubicBezTo>
                          <a:pt x="68963" y="24906"/>
                          <a:pt x="93869" y="0"/>
                          <a:pt x="124624" y="0"/>
                        </a:cubicBezTo>
                        <a:cubicBezTo>
                          <a:pt x="155379" y="0"/>
                          <a:pt x="180285" y="24906"/>
                          <a:pt x="180285" y="55661"/>
                        </a:cubicBezTo>
                        <a:close/>
                        <a:moveTo>
                          <a:pt x="359815" y="185568"/>
                        </a:moveTo>
                        <a:cubicBezTo>
                          <a:pt x="381514" y="207267"/>
                          <a:pt x="381514" y="242456"/>
                          <a:pt x="359815" y="264249"/>
                        </a:cubicBezTo>
                        <a:cubicBezTo>
                          <a:pt x="338117" y="285947"/>
                          <a:pt x="302928" y="285947"/>
                          <a:pt x="281135" y="264249"/>
                        </a:cubicBezTo>
                        <a:cubicBezTo>
                          <a:pt x="259437" y="242550"/>
                          <a:pt x="259437" y="207361"/>
                          <a:pt x="281135" y="185568"/>
                        </a:cubicBezTo>
                        <a:cubicBezTo>
                          <a:pt x="302834" y="163870"/>
                          <a:pt x="338023" y="163870"/>
                          <a:pt x="359815" y="185568"/>
                        </a:cubicBezTo>
                        <a:close/>
                        <a:moveTo>
                          <a:pt x="281135" y="264154"/>
                        </a:moveTo>
                        <a:lnTo>
                          <a:pt x="193776" y="351514"/>
                        </a:lnTo>
                        <a:lnTo>
                          <a:pt x="283" y="351514"/>
                        </a:lnTo>
                        <a:moveTo>
                          <a:pt x="124624" y="1008974"/>
                        </a:moveTo>
                        <a:cubicBezTo>
                          <a:pt x="93869" y="1008974"/>
                          <a:pt x="68963" y="984068"/>
                          <a:pt x="68963" y="953313"/>
                        </a:cubicBezTo>
                        <a:cubicBezTo>
                          <a:pt x="68963" y="922558"/>
                          <a:pt x="93869" y="897653"/>
                          <a:pt x="124624" y="897653"/>
                        </a:cubicBezTo>
                        <a:cubicBezTo>
                          <a:pt x="155379" y="897653"/>
                          <a:pt x="180285" y="922558"/>
                          <a:pt x="180285" y="953313"/>
                        </a:cubicBezTo>
                        <a:cubicBezTo>
                          <a:pt x="180285" y="984068"/>
                          <a:pt x="155379" y="1008974"/>
                          <a:pt x="124624" y="1008974"/>
                        </a:cubicBezTo>
                        <a:close/>
                        <a:moveTo>
                          <a:pt x="281135" y="823501"/>
                        </a:moveTo>
                        <a:cubicBezTo>
                          <a:pt x="259437" y="801802"/>
                          <a:pt x="259437" y="766613"/>
                          <a:pt x="281135" y="744820"/>
                        </a:cubicBezTo>
                        <a:cubicBezTo>
                          <a:pt x="302834" y="723122"/>
                          <a:pt x="338023" y="723122"/>
                          <a:pt x="359815" y="744820"/>
                        </a:cubicBezTo>
                        <a:cubicBezTo>
                          <a:pt x="381608" y="766519"/>
                          <a:pt x="381514" y="801708"/>
                          <a:pt x="359815" y="823501"/>
                        </a:cubicBezTo>
                        <a:cubicBezTo>
                          <a:pt x="338117" y="845199"/>
                          <a:pt x="302928" y="845199"/>
                          <a:pt x="281135" y="823501"/>
                        </a:cubicBezTo>
                        <a:close/>
                        <a:moveTo>
                          <a:pt x="188" y="657461"/>
                        </a:moveTo>
                        <a:lnTo>
                          <a:pt x="193681" y="657461"/>
                        </a:lnTo>
                        <a:lnTo>
                          <a:pt x="281041" y="744820"/>
                        </a:lnTo>
                        <a:moveTo>
                          <a:pt x="124624" y="111228"/>
                        </a:moveTo>
                        <a:lnTo>
                          <a:pt x="124624" y="351514"/>
                        </a:lnTo>
                        <a:moveTo>
                          <a:pt x="124624" y="897747"/>
                        </a:moveTo>
                        <a:lnTo>
                          <a:pt x="124624" y="657461"/>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97" name="Google Shape;2152;p123">
                <a:extLst>
                  <a:ext uri="{FF2B5EF4-FFF2-40B4-BE49-F238E27FC236}">
                    <a16:creationId xmlns:a16="http://schemas.microsoft.com/office/drawing/2014/main" id="{C1F83EB3-D092-D46F-E4E6-489443D2F06D}"/>
                  </a:ext>
                </a:extLst>
              </p:cNvPr>
              <p:cNvGrpSpPr/>
              <p:nvPr/>
            </p:nvGrpSpPr>
            <p:grpSpPr>
              <a:xfrm>
                <a:off x="6405707" y="2681743"/>
                <a:ext cx="632226" cy="199475"/>
                <a:chOff x="7320983" y="2710198"/>
                <a:chExt cx="482431" cy="199475"/>
              </a:xfrm>
            </p:grpSpPr>
            <p:sp>
              <p:nvSpPr>
                <p:cNvPr id="98" name="Google Shape;2153;p123">
                  <a:extLst>
                    <a:ext uri="{FF2B5EF4-FFF2-40B4-BE49-F238E27FC236}">
                      <a16:creationId xmlns:a16="http://schemas.microsoft.com/office/drawing/2014/main" id="{AD2A774D-C501-5938-A628-13020273CDBF}"/>
                    </a:ext>
                  </a:extLst>
                </p:cNvPr>
                <p:cNvSpPr/>
                <p:nvPr/>
              </p:nvSpPr>
              <p:spPr>
                <a:xfrm>
                  <a:off x="7320983" y="2710198"/>
                  <a:ext cx="431061" cy="27725"/>
                </a:xfrm>
                <a:custGeom>
                  <a:avLst/>
                  <a:gdLst/>
                  <a:ahLst/>
                  <a:cxnLst/>
                  <a:rect l="l" t="t" r="r" b="b"/>
                  <a:pathLst>
                    <a:path w="602882" h="38507" extrusionOk="0">
                      <a:moveTo>
                        <a:pt x="0" y="0"/>
                      </a:moveTo>
                      <a:lnTo>
                        <a:pt x="602883" y="0"/>
                      </a:lnTo>
                      <a:lnTo>
                        <a:pt x="602883"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9" name="Google Shape;2154;p123">
                  <a:extLst>
                    <a:ext uri="{FF2B5EF4-FFF2-40B4-BE49-F238E27FC236}">
                      <a16:creationId xmlns:a16="http://schemas.microsoft.com/office/drawing/2014/main" id="{5F57D9F7-DB00-8F39-E7C6-2D9A04D29A54}"/>
                    </a:ext>
                  </a:extLst>
                </p:cNvPr>
                <p:cNvSpPr/>
                <p:nvPr/>
              </p:nvSpPr>
              <p:spPr>
                <a:xfrm>
                  <a:off x="7320983" y="2767448"/>
                  <a:ext cx="482431" cy="27725"/>
                </a:xfrm>
                <a:custGeom>
                  <a:avLst/>
                  <a:gdLst/>
                  <a:ahLst/>
                  <a:cxnLst/>
                  <a:rect l="l" t="t" r="r" b="b"/>
                  <a:pathLst>
                    <a:path w="674729" h="38507" extrusionOk="0">
                      <a:moveTo>
                        <a:pt x="0" y="0"/>
                      </a:moveTo>
                      <a:lnTo>
                        <a:pt x="674730" y="0"/>
                      </a:lnTo>
                      <a:lnTo>
                        <a:pt x="674730"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0" name="Google Shape;2155;p123">
                  <a:extLst>
                    <a:ext uri="{FF2B5EF4-FFF2-40B4-BE49-F238E27FC236}">
                      <a16:creationId xmlns:a16="http://schemas.microsoft.com/office/drawing/2014/main" id="{0AD2D1AB-5653-0053-562F-79C58ECBA0A1}"/>
                    </a:ext>
                  </a:extLst>
                </p:cNvPr>
                <p:cNvSpPr/>
                <p:nvPr/>
              </p:nvSpPr>
              <p:spPr>
                <a:xfrm>
                  <a:off x="7320983" y="2824698"/>
                  <a:ext cx="359232" cy="27725"/>
                </a:xfrm>
                <a:custGeom>
                  <a:avLst/>
                  <a:gdLst/>
                  <a:ahLst/>
                  <a:cxnLst/>
                  <a:rect l="l" t="t" r="r" b="b"/>
                  <a:pathLst>
                    <a:path w="502423" h="38507" extrusionOk="0">
                      <a:moveTo>
                        <a:pt x="0" y="0"/>
                      </a:moveTo>
                      <a:lnTo>
                        <a:pt x="502423" y="0"/>
                      </a:lnTo>
                      <a:lnTo>
                        <a:pt x="502423"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1" name="Google Shape;2156;p123">
                  <a:extLst>
                    <a:ext uri="{FF2B5EF4-FFF2-40B4-BE49-F238E27FC236}">
                      <a16:creationId xmlns:a16="http://schemas.microsoft.com/office/drawing/2014/main" id="{FFA1F827-DDF2-385A-6C59-2FF0CD553696}"/>
                    </a:ext>
                  </a:extLst>
                </p:cNvPr>
                <p:cNvSpPr/>
                <p:nvPr/>
              </p:nvSpPr>
              <p:spPr>
                <a:xfrm>
                  <a:off x="7320983" y="2881948"/>
                  <a:ext cx="426239" cy="27725"/>
                </a:xfrm>
                <a:custGeom>
                  <a:avLst/>
                  <a:gdLst/>
                  <a:ahLst/>
                  <a:cxnLst/>
                  <a:rect l="l" t="t" r="r" b="b"/>
                  <a:pathLst>
                    <a:path w="596139" h="38507" extrusionOk="0">
                      <a:moveTo>
                        <a:pt x="0" y="0"/>
                      </a:moveTo>
                      <a:lnTo>
                        <a:pt x="596140" y="0"/>
                      </a:lnTo>
                      <a:lnTo>
                        <a:pt x="596140"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sp>
        <p:nvSpPr>
          <p:cNvPr id="136" name="Google Shape;2157;p123">
            <a:extLst>
              <a:ext uri="{FF2B5EF4-FFF2-40B4-BE49-F238E27FC236}">
                <a16:creationId xmlns:a16="http://schemas.microsoft.com/office/drawing/2014/main" id="{BAAD0A21-1472-BD2D-BA22-D108316FC84E}"/>
              </a:ext>
            </a:extLst>
          </p:cNvPr>
          <p:cNvSpPr txBox="1"/>
          <p:nvPr/>
        </p:nvSpPr>
        <p:spPr>
          <a:xfrm>
            <a:off x="9454061" y="3622898"/>
            <a:ext cx="2054665"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Implement Ransomware protection and recovery</a:t>
            </a:r>
            <a:endParaRPr sz="1333">
              <a:solidFill>
                <a:srgbClr val="000000"/>
              </a:solidFill>
              <a:latin typeface="Arial"/>
              <a:ea typeface="Arial"/>
              <a:cs typeface="Arial"/>
              <a:sym typeface="Arial"/>
            </a:endParaRPr>
          </a:p>
        </p:txBody>
      </p:sp>
      <p:sp>
        <p:nvSpPr>
          <p:cNvPr id="137" name="Google Shape;2158;p123">
            <a:extLst>
              <a:ext uri="{FF2B5EF4-FFF2-40B4-BE49-F238E27FC236}">
                <a16:creationId xmlns:a16="http://schemas.microsoft.com/office/drawing/2014/main" id="{75CD3E4C-F51C-2A45-6FAF-45D47B7C8438}"/>
              </a:ext>
            </a:extLst>
          </p:cNvPr>
          <p:cNvSpPr txBox="1"/>
          <p:nvPr/>
        </p:nvSpPr>
        <p:spPr>
          <a:xfrm>
            <a:off x="9454061" y="4567788"/>
            <a:ext cx="2110650"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Implement disaster </a:t>
            </a:r>
            <a:br>
              <a:rPr lang="en" sz="1333">
                <a:solidFill>
                  <a:schemeClr val="dk2"/>
                </a:solidFill>
                <a:latin typeface="Arial"/>
                <a:ea typeface="Arial"/>
                <a:cs typeface="Arial"/>
                <a:sym typeface="Arial"/>
              </a:rPr>
            </a:br>
            <a:r>
              <a:rPr lang="en" sz="1333">
                <a:solidFill>
                  <a:schemeClr val="dk2"/>
                </a:solidFill>
                <a:latin typeface="Arial"/>
                <a:ea typeface="Arial"/>
                <a:cs typeface="Arial"/>
                <a:sym typeface="Arial"/>
              </a:rPr>
              <a:t>recovery</a:t>
            </a:r>
            <a:endParaRPr sz="1333">
              <a:solidFill>
                <a:srgbClr val="000000"/>
              </a:solidFill>
              <a:latin typeface="Arial"/>
              <a:ea typeface="Arial"/>
              <a:cs typeface="Arial"/>
              <a:sym typeface="Arial"/>
            </a:endParaRPr>
          </a:p>
        </p:txBody>
      </p:sp>
      <p:sp>
        <p:nvSpPr>
          <p:cNvPr id="138" name="Google Shape;2159;p123">
            <a:extLst>
              <a:ext uri="{FF2B5EF4-FFF2-40B4-BE49-F238E27FC236}">
                <a16:creationId xmlns:a16="http://schemas.microsoft.com/office/drawing/2014/main" id="{E4728E6C-7766-20E4-4B65-CF6BEF2DCD64}"/>
              </a:ext>
            </a:extLst>
          </p:cNvPr>
          <p:cNvSpPr txBox="1"/>
          <p:nvPr/>
        </p:nvSpPr>
        <p:spPr>
          <a:xfrm>
            <a:off x="9454061" y="5415755"/>
            <a:ext cx="2046267"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Integrate security, compliance, and resilience</a:t>
            </a:r>
            <a:endParaRPr sz="1333">
              <a:solidFill>
                <a:srgbClr val="000000"/>
              </a:solidFill>
              <a:latin typeface="Arial"/>
              <a:ea typeface="Arial"/>
              <a:cs typeface="Arial"/>
              <a:sym typeface="Arial"/>
            </a:endParaRPr>
          </a:p>
        </p:txBody>
      </p:sp>
      <p:pic>
        <p:nvPicPr>
          <p:cNvPr id="139" name="Google Shape;2160;p123">
            <a:extLst>
              <a:ext uri="{FF2B5EF4-FFF2-40B4-BE49-F238E27FC236}">
                <a16:creationId xmlns:a16="http://schemas.microsoft.com/office/drawing/2014/main" id="{00A557AE-BD11-2874-98AA-367F1FE4A0E5}"/>
              </a:ext>
            </a:extLst>
          </p:cNvPr>
          <p:cNvPicPr preferRelativeResize="0"/>
          <p:nvPr/>
        </p:nvPicPr>
        <p:blipFill rotWithShape="1">
          <a:blip r:embed="rId3">
            <a:alphaModFix/>
          </a:blip>
          <a:srcRect/>
          <a:stretch/>
        </p:blipFill>
        <p:spPr>
          <a:xfrm>
            <a:off x="10377398" y="1938590"/>
            <a:ext cx="1369301" cy="537164"/>
          </a:xfrm>
          <a:prstGeom prst="rect">
            <a:avLst/>
          </a:prstGeom>
          <a:noFill/>
          <a:ln>
            <a:noFill/>
          </a:ln>
        </p:spPr>
      </p:pic>
      <p:grpSp>
        <p:nvGrpSpPr>
          <p:cNvPr id="140" name="Google Shape;2161;p123">
            <a:extLst>
              <a:ext uri="{FF2B5EF4-FFF2-40B4-BE49-F238E27FC236}">
                <a16:creationId xmlns:a16="http://schemas.microsoft.com/office/drawing/2014/main" id="{1713F101-FA02-6DAA-1C72-1882A4DCCF5B}"/>
              </a:ext>
            </a:extLst>
          </p:cNvPr>
          <p:cNvGrpSpPr/>
          <p:nvPr/>
        </p:nvGrpSpPr>
        <p:grpSpPr>
          <a:xfrm>
            <a:off x="9758662" y="1568880"/>
            <a:ext cx="917941" cy="1002194"/>
            <a:chOff x="5578956" y="7634764"/>
            <a:chExt cx="1956906" cy="2137126"/>
          </a:xfrm>
        </p:grpSpPr>
        <p:sp>
          <p:nvSpPr>
            <p:cNvPr id="141" name="Google Shape;2162;p123">
              <a:extLst>
                <a:ext uri="{FF2B5EF4-FFF2-40B4-BE49-F238E27FC236}">
                  <a16:creationId xmlns:a16="http://schemas.microsoft.com/office/drawing/2014/main" id="{B3D77E18-239F-437D-DAA5-4AA84EBE666E}"/>
                </a:ext>
              </a:extLst>
            </p:cNvPr>
            <p:cNvSpPr/>
            <p:nvPr/>
          </p:nvSpPr>
          <p:spPr>
            <a:xfrm>
              <a:off x="5578956" y="7634764"/>
              <a:ext cx="1956906" cy="2137126"/>
            </a:xfrm>
            <a:custGeom>
              <a:avLst/>
              <a:gdLst/>
              <a:ahLst/>
              <a:cxnLst/>
              <a:rect l="l" t="t" r="r" b="b"/>
              <a:pathLst>
                <a:path w="1956906" h="2137126" extrusionOk="0">
                  <a:moveTo>
                    <a:pt x="1956906" y="0"/>
                  </a:moveTo>
                  <a:lnTo>
                    <a:pt x="1956906" y="798735"/>
                  </a:lnTo>
                  <a:cubicBezTo>
                    <a:pt x="1956906" y="1425837"/>
                    <a:pt x="1545817" y="1956781"/>
                    <a:pt x="978453" y="2137126"/>
                  </a:cubicBezTo>
                  <a:cubicBezTo>
                    <a:pt x="411089" y="1956843"/>
                    <a:pt x="0" y="1425837"/>
                    <a:pt x="0" y="798735"/>
                  </a:cubicBezTo>
                  <a:lnTo>
                    <a:pt x="0" y="0"/>
                  </a:lnTo>
                  <a:cubicBezTo>
                    <a:pt x="0" y="0"/>
                    <a:pt x="1956906" y="0"/>
                    <a:pt x="1956906" y="0"/>
                  </a:cubicBezTo>
                  <a:close/>
                </a:path>
              </a:pathLst>
            </a:custGeom>
            <a:gradFill>
              <a:gsLst>
                <a:gs pos="0">
                  <a:schemeClr val="accent3"/>
                </a:gs>
                <a:gs pos="20000">
                  <a:schemeClr val="accent3"/>
                </a:gs>
                <a:gs pos="86000">
                  <a:schemeClr val="accent4"/>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2" name="Google Shape;2163;p123">
              <a:extLst>
                <a:ext uri="{FF2B5EF4-FFF2-40B4-BE49-F238E27FC236}">
                  <a16:creationId xmlns:a16="http://schemas.microsoft.com/office/drawing/2014/main" id="{0A227F26-D776-1C19-83F7-FE1A5323C144}"/>
                </a:ext>
              </a:extLst>
            </p:cNvPr>
            <p:cNvSpPr/>
            <p:nvPr/>
          </p:nvSpPr>
          <p:spPr>
            <a:xfrm>
              <a:off x="6557409" y="7634764"/>
              <a:ext cx="978453" cy="2137126"/>
            </a:xfrm>
            <a:custGeom>
              <a:avLst/>
              <a:gdLst/>
              <a:ahLst/>
              <a:cxnLst/>
              <a:rect l="l" t="t" r="r" b="b"/>
              <a:pathLst>
                <a:path w="978453" h="2137126" extrusionOk="0">
                  <a:moveTo>
                    <a:pt x="0" y="0"/>
                  </a:moveTo>
                  <a:lnTo>
                    <a:pt x="978453" y="0"/>
                  </a:lnTo>
                  <a:cubicBezTo>
                    <a:pt x="978453" y="0"/>
                    <a:pt x="978453" y="798735"/>
                    <a:pt x="978453" y="798735"/>
                  </a:cubicBezTo>
                  <a:cubicBezTo>
                    <a:pt x="978453" y="1425837"/>
                    <a:pt x="567364" y="1956781"/>
                    <a:pt x="0" y="2137126"/>
                  </a:cubicBezTo>
                  <a:cubicBezTo>
                    <a:pt x="0" y="2137126"/>
                    <a:pt x="0" y="2137126"/>
                    <a:pt x="0" y="2137126"/>
                  </a:cubicBezTo>
                  <a:lnTo>
                    <a:pt x="0" y="0"/>
                  </a:lnTo>
                  <a:close/>
                </a:path>
              </a:pathLst>
            </a:custGeom>
            <a:solidFill>
              <a:schemeClr val="lt2">
                <a:alpha val="243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3" name="Google Shape;2164;p123">
            <a:extLst>
              <a:ext uri="{FF2B5EF4-FFF2-40B4-BE49-F238E27FC236}">
                <a16:creationId xmlns:a16="http://schemas.microsoft.com/office/drawing/2014/main" id="{65C12983-F980-65DB-DE43-800CA5CCB0EC}"/>
              </a:ext>
            </a:extLst>
          </p:cNvPr>
          <p:cNvGrpSpPr/>
          <p:nvPr/>
        </p:nvGrpSpPr>
        <p:grpSpPr>
          <a:xfrm>
            <a:off x="9994178" y="1755550"/>
            <a:ext cx="447587" cy="445959"/>
            <a:chOff x="1847259" y="4474380"/>
            <a:chExt cx="603050" cy="600962"/>
          </a:xfrm>
        </p:grpSpPr>
        <p:sp>
          <p:nvSpPr>
            <p:cNvPr id="144" name="Google Shape;2165;p123">
              <a:extLst>
                <a:ext uri="{FF2B5EF4-FFF2-40B4-BE49-F238E27FC236}">
                  <a16:creationId xmlns:a16="http://schemas.microsoft.com/office/drawing/2014/main" id="{9DC3F485-4BD4-87F2-031D-E7092DDFA6CE}"/>
                </a:ext>
              </a:extLst>
            </p:cNvPr>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5" name="Google Shape;2166;p123">
              <a:extLst>
                <a:ext uri="{FF2B5EF4-FFF2-40B4-BE49-F238E27FC236}">
                  <a16:creationId xmlns:a16="http://schemas.microsoft.com/office/drawing/2014/main" id="{99A642EF-6E3F-95FB-17BD-D4A47C9D8CC7}"/>
                </a:ext>
              </a:extLst>
            </p:cNvPr>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6" name="Google Shape;2167;p123">
              <a:extLst>
                <a:ext uri="{FF2B5EF4-FFF2-40B4-BE49-F238E27FC236}">
                  <a16:creationId xmlns:a16="http://schemas.microsoft.com/office/drawing/2014/main" id="{8FC0919C-8112-28F3-6D99-E42FF9273A66}"/>
                </a:ext>
              </a:extLst>
            </p:cNvPr>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7" name="Google Shape;2168;p123">
            <a:extLst>
              <a:ext uri="{FF2B5EF4-FFF2-40B4-BE49-F238E27FC236}">
                <a16:creationId xmlns:a16="http://schemas.microsoft.com/office/drawing/2014/main" id="{63E06952-FA82-5CDD-760D-AC87BA8D7297}"/>
              </a:ext>
            </a:extLst>
          </p:cNvPr>
          <p:cNvGrpSpPr/>
          <p:nvPr/>
        </p:nvGrpSpPr>
        <p:grpSpPr>
          <a:xfrm>
            <a:off x="10783705" y="1367461"/>
            <a:ext cx="313018" cy="312966"/>
            <a:chOff x="10848307" y="1427688"/>
            <a:chExt cx="391832" cy="391832"/>
          </a:xfrm>
        </p:grpSpPr>
        <p:grpSp>
          <p:nvGrpSpPr>
            <p:cNvPr id="148" name="Google Shape;2169;p123">
              <a:extLst>
                <a:ext uri="{FF2B5EF4-FFF2-40B4-BE49-F238E27FC236}">
                  <a16:creationId xmlns:a16="http://schemas.microsoft.com/office/drawing/2014/main" id="{AC122F0A-F924-C09E-9F19-5EC5517BC720}"/>
                </a:ext>
              </a:extLst>
            </p:cNvPr>
            <p:cNvGrpSpPr/>
            <p:nvPr/>
          </p:nvGrpSpPr>
          <p:grpSpPr>
            <a:xfrm>
              <a:off x="10848307" y="1427688"/>
              <a:ext cx="391832" cy="391832"/>
              <a:chOff x="-396256" y="3115798"/>
              <a:chExt cx="601800" cy="601800"/>
            </a:xfrm>
          </p:grpSpPr>
          <p:sp>
            <p:nvSpPr>
              <p:cNvPr id="152" name="Google Shape;2170;p123">
                <a:extLst>
                  <a:ext uri="{FF2B5EF4-FFF2-40B4-BE49-F238E27FC236}">
                    <a16:creationId xmlns:a16="http://schemas.microsoft.com/office/drawing/2014/main" id="{4BA40BD8-3997-BBC5-3C6B-634625E576DC}"/>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3" name="Google Shape;2171;p123">
                <a:extLst>
                  <a:ext uri="{FF2B5EF4-FFF2-40B4-BE49-F238E27FC236}">
                    <a16:creationId xmlns:a16="http://schemas.microsoft.com/office/drawing/2014/main" id="{C13EC27B-7E28-DA60-26FF-0A457E43EE8C}"/>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9" name="Google Shape;2172;p123">
              <a:extLst>
                <a:ext uri="{FF2B5EF4-FFF2-40B4-BE49-F238E27FC236}">
                  <a16:creationId xmlns:a16="http://schemas.microsoft.com/office/drawing/2014/main" id="{7CB05755-1468-EED0-67FB-EA8A90155E34}"/>
                </a:ext>
              </a:extLst>
            </p:cNvPr>
            <p:cNvGrpSpPr/>
            <p:nvPr/>
          </p:nvGrpSpPr>
          <p:grpSpPr>
            <a:xfrm>
              <a:off x="10951893" y="1486404"/>
              <a:ext cx="184697" cy="274487"/>
              <a:chOff x="911902" y="3187004"/>
              <a:chExt cx="184697" cy="274487"/>
            </a:xfrm>
          </p:grpSpPr>
          <p:sp>
            <p:nvSpPr>
              <p:cNvPr id="150" name="Google Shape;2173;p123">
                <a:extLst>
                  <a:ext uri="{FF2B5EF4-FFF2-40B4-BE49-F238E27FC236}">
                    <a16:creationId xmlns:a16="http://schemas.microsoft.com/office/drawing/2014/main" id="{FF06B9C3-0A11-FA3A-075E-EF004142A23D}"/>
                  </a:ext>
                </a:extLst>
              </p:cNvPr>
              <p:cNvSpPr/>
              <p:nvPr/>
            </p:nvSpPr>
            <p:spPr>
              <a:xfrm>
                <a:off x="911902" y="3187004"/>
                <a:ext cx="184697" cy="274487"/>
              </a:xfrm>
              <a:custGeom>
                <a:avLst/>
                <a:gdLst/>
                <a:ahLst/>
                <a:cxnLst/>
                <a:rect l="l" t="t" r="r" b="b"/>
                <a:pathLst>
                  <a:path w="184697"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5311" y="151790"/>
                      <a:pt x="170132" y="124595"/>
                      <a:pt x="146731" y="107518"/>
                    </a:cubicBezTo>
                    <a:close/>
                    <a:moveTo>
                      <a:pt x="54392" y="55656"/>
                    </a:moveTo>
                    <a:cubicBezTo>
                      <a:pt x="54392" y="34153"/>
                      <a:pt x="69571" y="16444"/>
                      <a:pt x="88544" y="16444"/>
                    </a:cubicBezTo>
                    <a:lnTo>
                      <a:pt x="96766" y="16444"/>
                    </a:lnTo>
                    <a:cubicBezTo>
                      <a:pt x="115740" y="16444"/>
                      <a:pt x="130919" y="34153"/>
                      <a:pt x="130919" y="55656"/>
                    </a:cubicBezTo>
                    <a:lnTo>
                      <a:pt x="130919" y="98664"/>
                    </a:lnTo>
                    <a:cubicBezTo>
                      <a:pt x="119535" y="93604"/>
                      <a:pt x="106253" y="90442"/>
                      <a:pt x="92339" y="90442"/>
                    </a:cubicBezTo>
                    <a:cubicBezTo>
                      <a:pt x="78425" y="90442"/>
                      <a:pt x="65776" y="93604"/>
                      <a:pt x="53759" y="98664"/>
                    </a:cubicBezTo>
                    <a:lnTo>
                      <a:pt x="53759" y="55656"/>
                    </a:lnTo>
                    <a:close/>
                    <a:moveTo>
                      <a:pt x="92972" y="259309"/>
                    </a:moveTo>
                    <a:cubicBezTo>
                      <a:pt x="50597" y="259309"/>
                      <a:pt x="16444" y="225156"/>
                      <a:pt x="16444" y="182781"/>
                    </a:cubicBezTo>
                    <a:cubicBezTo>
                      <a:pt x="16444" y="140406"/>
                      <a:pt x="50597" y="106253"/>
                      <a:pt x="92972" y="106253"/>
                    </a:cubicBezTo>
                    <a:cubicBezTo>
                      <a:pt x="135346" y="106253"/>
                      <a:pt x="169499" y="140406"/>
                      <a:pt x="169499" y="182781"/>
                    </a:cubicBezTo>
                    <a:cubicBezTo>
                      <a:pt x="169499" y="224523"/>
                      <a:pt x="134714" y="259309"/>
                      <a:pt x="92972" y="25930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1" name="Google Shape;2174;p123">
                <a:extLst>
                  <a:ext uri="{FF2B5EF4-FFF2-40B4-BE49-F238E27FC236}">
                    <a16:creationId xmlns:a16="http://schemas.microsoft.com/office/drawing/2014/main" id="{F4756B0F-1610-44C6-D9F8-71AE3E6426FF}"/>
                  </a:ext>
                </a:extLst>
              </p:cNvPr>
              <p:cNvSpPr/>
              <p:nvPr/>
            </p:nvSpPr>
            <p:spPr>
              <a:xfrm>
                <a:off x="989695" y="3345119"/>
                <a:ext cx="29765" cy="48066"/>
              </a:xfrm>
              <a:custGeom>
                <a:avLst/>
                <a:gdLst/>
                <a:ahLst/>
                <a:cxnLst/>
                <a:rect l="l" t="t" r="r" b="b"/>
                <a:pathLst>
                  <a:path w="29765" h="48066" extrusionOk="0">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54" name="Google Shape;2175;p123">
            <a:extLst>
              <a:ext uri="{FF2B5EF4-FFF2-40B4-BE49-F238E27FC236}">
                <a16:creationId xmlns:a16="http://schemas.microsoft.com/office/drawing/2014/main" id="{D95437CB-3025-596A-6664-DE096DE0E2CD}"/>
              </a:ext>
            </a:extLst>
          </p:cNvPr>
          <p:cNvGrpSpPr/>
          <p:nvPr/>
        </p:nvGrpSpPr>
        <p:grpSpPr>
          <a:xfrm>
            <a:off x="9106820" y="2271510"/>
            <a:ext cx="313018" cy="312966"/>
            <a:chOff x="10848307" y="1427688"/>
            <a:chExt cx="391832" cy="391832"/>
          </a:xfrm>
        </p:grpSpPr>
        <p:grpSp>
          <p:nvGrpSpPr>
            <p:cNvPr id="155" name="Google Shape;2176;p123">
              <a:extLst>
                <a:ext uri="{FF2B5EF4-FFF2-40B4-BE49-F238E27FC236}">
                  <a16:creationId xmlns:a16="http://schemas.microsoft.com/office/drawing/2014/main" id="{039CBD69-7114-D1E9-443D-2390369BA0F9}"/>
                </a:ext>
              </a:extLst>
            </p:cNvPr>
            <p:cNvGrpSpPr/>
            <p:nvPr/>
          </p:nvGrpSpPr>
          <p:grpSpPr>
            <a:xfrm>
              <a:off x="10848307" y="1427688"/>
              <a:ext cx="391832" cy="391832"/>
              <a:chOff x="-396256" y="3115798"/>
              <a:chExt cx="601800" cy="601800"/>
            </a:xfrm>
          </p:grpSpPr>
          <p:sp>
            <p:nvSpPr>
              <p:cNvPr id="159" name="Google Shape;2177;p123">
                <a:extLst>
                  <a:ext uri="{FF2B5EF4-FFF2-40B4-BE49-F238E27FC236}">
                    <a16:creationId xmlns:a16="http://schemas.microsoft.com/office/drawing/2014/main" id="{2EDA0518-BFFF-F566-1F1B-2D9E11D2758F}"/>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60" name="Google Shape;2178;p123">
                <a:extLst>
                  <a:ext uri="{FF2B5EF4-FFF2-40B4-BE49-F238E27FC236}">
                    <a16:creationId xmlns:a16="http://schemas.microsoft.com/office/drawing/2014/main" id="{519DA85D-D548-C896-1371-CAE042314928}"/>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56" name="Google Shape;2179;p123">
              <a:extLst>
                <a:ext uri="{FF2B5EF4-FFF2-40B4-BE49-F238E27FC236}">
                  <a16:creationId xmlns:a16="http://schemas.microsoft.com/office/drawing/2014/main" id="{75DD68D3-E226-6673-E684-E1294F01D90E}"/>
                </a:ext>
              </a:extLst>
            </p:cNvPr>
            <p:cNvGrpSpPr/>
            <p:nvPr/>
          </p:nvGrpSpPr>
          <p:grpSpPr>
            <a:xfrm>
              <a:off x="10951893" y="1486404"/>
              <a:ext cx="184697" cy="274487"/>
              <a:chOff x="911902" y="3187004"/>
              <a:chExt cx="184697" cy="274487"/>
            </a:xfrm>
          </p:grpSpPr>
          <p:sp>
            <p:nvSpPr>
              <p:cNvPr id="157" name="Google Shape;2180;p123">
                <a:extLst>
                  <a:ext uri="{FF2B5EF4-FFF2-40B4-BE49-F238E27FC236}">
                    <a16:creationId xmlns:a16="http://schemas.microsoft.com/office/drawing/2014/main" id="{72BC8C42-020D-BE8B-B754-F7439A1BB392}"/>
                  </a:ext>
                </a:extLst>
              </p:cNvPr>
              <p:cNvSpPr/>
              <p:nvPr/>
            </p:nvSpPr>
            <p:spPr>
              <a:xfrm>
                <a:off x="911902" y="3187004"/>
                <a:ext cx="184697" cy="274487"/>
              </a:xfrm>
              <a:custGeom>
                <a:avLst/>
                <a:gdLst/>
                <a:ahLst/>
                <a:cxnLst/>
                <a:rect l="l" t="t" r="r" b="b"/>
                <a:pathLst>
                  <a:path w="184697"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5311" y="151790"/>
                      <a:pt x="170132" y="124595"/>
                      <a:pt x="146731" y="107518"/>
                    </a:cubicBezTo>
                    <a:close/>
                    <a:moveTo>
                      <a:pt x="54392" y="55656"/>
                    </a:moveTo>
                    <a:cubicBezTo>
                      <a:pt x="54392" y="34153"/>
                      <a:pt x="69571" y="16444"/>
                      <a:pt x="88544" y="16444"/>
                    </a:cubicBezTo>
                    <a:lnTo>
                      <a:pt x="96766" y="16444"/>
                    </a:lnTo>
                    <a:cubicBezTo>
                      <a:pt x="115740" y="16444"/>
                      <a:pt x="130919" y="34153"/>
                      <a:pt x="130919" y="55656"/>
                    </a:cubicBezTo>
                    <a:lnTo>
                      <a:pt x="130919" y="98664"/>
                    </a:lnTo>
                    <a:cubicBezTo>
                      <a:pt x="119535" y="93604"/>
                      <a:pt x="106253" y="90442"/>
                      <a:pt x="92339" y="90442"/>
                    </a:cubicBezTo>
                    <a:cubicBezTo>
                      <a:pt x="78425" y="90442"/>
                      <a:pt x="65776" y="93604"/>
                      <a:pt x="53759" y="98664"/>
                    </a:cubicBezTo>
                    <a:lnTo>
                      <a:pt x="53759" y="55656"/>
                    </a:lnTo>
                    <a:close/>
                    <a:moveTo>
                      <a:pt x="92972" y="259309"/>
                    </a:moveTo>
                    <a:cubicBezTo>
                      <a:pt x="50597" y="259309"/>
                      <a:pt x="16444" y="225156"/>
                      <a:pt x="16444" y="182781"/>
                    </a:cubicBezTo>
                    <a:cubicBezTo>
                      <a:pt x="16444" y="140406"/>
                      <a:pt x="50597" y="106253"/>
                      <a:pt x="92972" y="106253"/>
                    </a:cubicBezTo>
                    <a:cubicBezTo>
                      <a:pt x="135346" y="106253"/>
                      <a:pt x="169499" y="140406"/>
                      <a:pt x="169499" y="182781"/>
                    </a:cubicBezTo>
                    <a:cubicBezTo>
                      <a:pt x="169499" y="224523"/>
                      <a:pt x="134714" y="259309"/>
                      <a:pt x="92972" y="25930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8" name="Google Shape;2181;p123">
                <a:extLst>
                  <a:ext uri="{FF2B5EF4-FFF2-40B4-BE49-F238E27FC236}">
                    <a16:creationId xmlns:a16="http://schemas.microsoft.com/office/drawing/2014/main" id="{A18024FD-B4A2-6A9E-2B32-41ACF41DE7E6}"/>
                  </a:ext>
                </a:extLst>
              </p:cNvPr>
              <p:cNvSpPr/>
              <p:nvPr/>
            </p:nvSpPr>
            <p:spPr>
              <a:xfrm>
                <a:off x="989695" y="3345119"/>
                <a:ext cx="29765" cy="48066"/>
              </a:xfrm>
              <a:custGeom>
                <a:avLst/>
                <a:gdLst/>
                <a:ahLst/>
                <a:cxnLst/>
                <a:rect l="l" t="t" r="r" b="b"/>
                <a:pathLst>
                  <a:path w="29765" h="48066" extrusionOk="0">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sp>
        <p:nvSpPr>
          <p:cNvPr id="161" name="Google Shape;2182;p123">
            <a:extLst>
              <a:ext uri="{FF2B5EF4-FFF2-40B4-BE49-F238E27FC236}">
                <a16:creationId xmlns:a16="http://schemas.microsoft.com/office/drawing/2014/main" id="{0A358E16-855B-4F0C-771E-2BA8DE3D9868}"/>
              </a:ext>
            </a:extLst>
          </p:cNvPr>
          <p:cNvSpPr/>
          <p:nvPr/>
        </p:nvSpPr>
        <p:spPr>
          <a:xfrm>
            <a:off x="9347995" y="1966150"/>
            <a:ext cx="165957" cy="165957"/>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2" name="Google Shape;2183;p123">
            <a:extLst>
              <a:ext uri="{FF2B5EF4-FFF2-40B4-BE49-F238E27FC236}">
                <a16:creationId xmlns:a16="http://schemas.microsoft.com/office/drawing/2014/main" id="{2A1EDFAA-9513-452A-2ECE-A8796C56EA9C}"/>
              </a:ext>
            </a:extLst>
          </p:cNvPr>
          <p:cNvSpPr/>
          <p:nvPr/>
        </p:nvSpPr>
        <p:spPr>
          <a:xfrm>
            <a:off x="9498673" y="1676874"/>
            <a:ext cx="165957" cy="165957"/>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3" name="Google Shape;2184;p123">
            <a:extLst>
              <a:ext uri="{FF2B5EF4-FFF2-40B4-BE49-F238E27FC236}">
                <a16:creationId xmlns:a16="http://schemas.microsoft.com/office/drawing/2014/main" id="{BE216D9D-5CFA-44A6-D599-018C67EE6638}"/>
              </a:ext>
            </a:extLst>
          </p:cNvPr>
          <p:cNvSpPr/>
          <p:nvPr/>
        </p:nvSpPr>
        <p:spPr>
          <a:xfrm>
            <a:off x="11227846" y="1592335"/>
            <a:ext cx="118369" cy="118369"/>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4" name="Google Shape;2185;p123">
            <a:extLst>
              <a:ext uri="{FF2B5EF4-FFF2-40B4-BE49-F238E27FC236}">
                <a16:creationId xmlns:a16="http://schemas.microsoft.com/office/drawing/2014/main" id="{95BFE170-848F-7996-9477-9E5768BD4888}"/>
              </a:ext>
            </a:extLst>
          </p:cNvPr>
          <p:cNvSpPr/>
          <p:nvPr/>
        </p:nvSpPr>
        <p:spPr>
          <a:xfrm>
            <a:off x="9565549" y="2270310"/>
            <a:ext cx="118369" cy="118369"/>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5" name="Google Shape;2186;p123">
            <a:extLst>
              <a:ext uri="{FF2B5EF4-FFF2-40B4-BE49-F238E27FC236}">
                <a16:creationId xmlns:a16="http://schemas.microsoft.com/office/drawing/2014/main" id="{F1220E7C-5A6E-5C1E-F56D-3F7E76EE417E}"/>
              </a:ext>
            </a:extLst>
          </p:cNvPr>
          <p:cNvSpPr txBox="1"/>
          <p:nvPr/>
        </p:nvSpPr>
        <p:spPr>
          <a:xfrm>
            <a:off x="9550344" y="2751164"/>
            <a:ext cx="1677563"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Secure and</a:t>
            </a:r>
            <a:br>
              <a:rPr lang="en" sz="1600">
                <a:solidFill>
                  <a:schemeClr val="lt1"/>
                </a:solidFill>
                <a:latin typeface="Arial"/>
                <a:ea typeface="Arial"/>
                <a:cs typeface="Arial"/>
                <a:sym typeface="Arial"/>
              </a:rPr>
            </a:br>
            <a:r>
              <a:rPr lang="en" sz="1600">
                <a:solidFill>
                  <a:schemeClr val="lt1"/>
                </a:solidFill>
                <a:latin typeface="Arial"/>
                <a:ea typeface="Arial"/>
                <a:cs typeface="Arial"/>
                <a:sym typeface="Arial"/>
              </a:rPr>
              <a:t>Resilient Platform</a:t>
            </a:r>
            <a:endParaRPr sz="1466">
              <a:solidFill>
                <a:srgbClr val="000000"/>
              </a:solidFill>
              <a:latin typeface="Arial"/>
              <a:ea typeface="Arial"/>
              <a:cs typeface="Arial"/>
              <a:sym typeface="Arial"/>
            </a:endParaRPr>
          </a:p>
        </p:txBody>
      </p:sp>
      <p:grpSp>
        <p:nvGrpSpPr>
          <p:cNvPr id="166" name="Google Shape;2187;p123">
            <a:extLst>
              <a:ext uri="{FF2B5EF4-FFF2-40B4-BE49-F238E27FC236}">
                <a16:creationId xmlns:a16="http://schemas.microsoft.com/office/drawing/2014/main" id="{C34C8BB1-6AB2-7A50-D462-A672B5218DAD}"/>
              </a:ext>
            </a:extLst>
          </p:cNvPr>
          <p:cNvGrpSpPr/>
          <p:nvPr/>
        </p:nvGrpSpPr>
        <p:grpSpPr>
          <a:xfrm>
            <a:off x="2188423" y="4482862"/>
            <a:ext cx="568089" cy="567845"/>
            <a:chOff x="579815" y="2820551"/>
            <a:chExt cx="912000" cy="912000"/>
          </a:xfrm>
        </p:grpSpPr>
        <p:sp>
          <p:nvSpPr>
            <p:cNvPr id="167" name="Google Shape;2188;p123">
              <a:extLst>
                <a:ext uri="{FF2B5EF4-FFF2-40B4-BE49-F238E27FC236}">
                  <a16:creationId xmlns:a16="http://schemas.microsoft.com/office/drawing/2014/main" id="{B0A52631-AB3D-9B4B-5CBD-434705402F0E}"/>
                </a:ext>
              </a:extLst>
            </p:cNvPr>
            <p:cNvSpPr/>
            <p:nvPr/>
          </p:nvSpPr>
          <p:spPr>
            <a:xfrm>
              <a:off x="579815" y="2820551"/>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168" name="Google Shape;2189;p123" descr="Integrate Automate&#10;">
              <a:extLst>
                <a:ext uri="{FF2B5EF4-FFF2-40B4-BE49-F238E27FC236}">
                  <a16:creationId xmlns:a16="http://schemas.microsoft.com/office/drawing/2014/main" id="{FC905574-7DED-E0E0-08B9-A781A5D62499}"/>
                </a:ext>
              </a:extLst>
            </p:cNvPr>
            <p:cNvSpPr/>
            <p:nvPr/>
          </p:nvSpPr>
          <p:spPr>
            <a:xfrm>
              <a:off x="750942" y="2992309"/>
              <a:ext cx="569846" cy="568581"/>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69" name="Google Shape;2190;p123">
            <a:extLst>
              <a:ext uri="{FF2B5EF4-FFF2-40B4-BE49-F238E27FC236}">
                <a16:creationId xmlns:a16="http://schemas.microsoft.com/office/drawing/2014/main" id="{35ED72A7-67E0-91A7-A144-78B6E5CA714F}"/>
              </a:ext>
            </a:extLst>
          </p:cNvPr>
          <p:cNvGrpSpPr/>
          <p:nvPr/>
        </p:nvGrpSpPr>
        <p:grpSpPr>
          <a:xfrm>
            <a:off x="2188423" y="5427792"/>
            <a:ext cx="568089" cy="567845"/>
            <a:chOff x="579815" y="4022405"/>
            <a:chExt cx="912000" cy="912000"/>
          </a:xfrm>
        </p:grpSpPr>
        <p:sp>
          <p:nvSpPr>
            <p:cNvPr id="170" name="Google Shape;2191;p123">
              <a:extLst>
                <a:ext uri="{FF2B5EF4-FFF2-40B4-BE49-F238E27FC236}">
                  <a16:creationId xmlns:a16="http://schemas.microsoft.com/office/drawing/2014/main" id="{363CA294-65B8-498E-2E33-FBD5E8621E51}"/>
                </a:ext>
              </a:extLst>
            </p:cNvPr>
            <p:cNvSpPr/>
            <p:nvPr/>
          </p:nvSpPr>
          <p:spPr>
            <a:xfrm>
              <a:off x="579815" y="4022405"/>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nvGrpSpPr>
            <p:cNvPr id="171" name="Google Shape;2192;p123">
              <a:extLst>
                <a:ext uri="{FF2B5EF4-FFF2-40B4-BE49-F238E27FC236}">
                  <a16:creationId xmlns:a16="http://schemas.microsoft.com/office/drawing/2014/main" id="{C10C7642-E9F6-07B4-9280-8CB4E943D2EC}"/>
                </a:ext>
              </a:extLst>
            </p:cNvPr>
            <p:cNvGrpSpPr/>
            <p:nvPr/>
          </p:nvGrpSpPr>
          <p:grpSpPr>
            <a:xfrm>
              <a:off x="797018" y="4287848"/>
              <a:ext cx="534422" cy="408163"/>
              <a:chOff x="1838171" y="5616069"/>
              <a:chExt cx="652849" cy="498611"/>
            </a:xfrm>
          </p:grpSpPr>
          <p:sp>
            <p:nvSpPr>
              <p:cNvPr id="172" name="Google Shape;2193;p123">
                <a:extLst>
                  <a:ext uri="{FF2B5EF4-FFF2-40B4-BE49-F238E27FC236}">
                    <a16:creationId xmlns:a16="http://schemas.microsoft.com/office/drawing/2014/main" id="{D87A82DB-1749-C137-3DF3-0AD66B48594D}"/>
                  </a:ext>
                </a:extLst>
              </p:cNvPr>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3" name="Google Shape;2194;p123">
                <a:extLst>
                  <a:ext uri="{FF2B5EF4-FFF2-40B4-BE49-F238E27FC236}">
                    <a16:creationId xmlns:a16="http://schemas.microsoft.com/office/drawing/2014/main" id="{A765183F-329C-3183-6E79-C43B90339727}"/>
                  </a:ext>
                </a:extLst>
              </p:cNvPr>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4" name="Google Shape;2195;p123">
                <a:extLst>
                  <a:ext uri="{FF2B5EF4-FFF2-40B4-BE49-F238E27FC236}">
                    <a16:creationId xmlns:a16="http://schemas.microsoft.com/office/drawing/2014/main" id="{650CDA7C-0244-B268-5C25-AD1E4A0DD606}"/>
                  </a:ext>
                </a:extLst>
              </p:cNvPr>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5" name="Google Shape;2196;p123">
                <a:extLst>
                  <a:ext uri="{FF2B5EF4-FFF2-40B4-BE49-F238E27FC236}">
                    <a16:creationId xmlns:a16="http://schemas.microsoft.com/office/drawing/2014/main" id="{1FD6577F-FC9A-BA06-CC47-DE6B9083A83C}"/>
                  </a:ext>
                </a:extLst>
              </p:cNvPr>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6" name="Google Shape;2197;p123">
                <a:extLst>
                  <a:ext uri="{FF2B5EF4-FFF2-40B4-BE49-F238E27FC236}">
                    <a16:creationId xmlns:a16="http://schemas.microsoft.com/office/drawing/2014/main" id="{40A5E963-84E5-6C42-FA42-55E47AB759BF}"/>
                  </a:ext>
                </a:extLst>
              </p:cNvPr>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7" name="Google Shape;2198;p123">
                <a:extLst>
                  <a:ext uri="{FF2B5EF4-FFF2-40B4-BE49-F238E27FC236}">
                    <a16:creationId xmlns:a16="http://schemas.microsoft.com/office/drawing/2014/main" id="{48A25E7A-53D1-3FA7-8974-DD5F375FFCA0}"/>
                  </a:ext>
                </a:extLst>
              </p:cNvPr>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8" name="Google Shape;2199;p123">
                <a:extLst>
                  <a:ext uri="{FF2B5EF4-FFF2-40B4-BE49-F238E27FC236}">
                    <a16:creationId xmlns:a16="http://schemas.microsoft.com/office/drawing/2014/main" id="{BBD306EE-1EA1-8C4B-FB38-5AE5B8E19454}"/>
                  </a:ext>
                </a:extLst>
              </p:cNvPr>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9" name="Google Shape;2200;p123">
                <a:extLst>
                  <a:ext uri="{FF2B5EF4-FFF2-40B4-BE49-F238E27FC236}">
                    <a16:creationId xmlns:a16="http://schemas.microsoft.com/office/drawing/2014/main" id="{B6DBDB86-A17D-370C-E88E-8C152B50EC87}"/>
                  </a:ext>
                </a:extLst>
              </p:cNvPr>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0" name="Google Shape;2201;p123">
                <a:extLst>
                  <a:ext uri="{FF2B5EF4-FFF2-40B4-BE49-F238E27FC236}">
                    <a16:creationId xmlns:a16="http://schemas.microsoft.com/office/drawing/2014/main" id="{FA2B648B-7305-6520-BC07-4A42BCF13E39}"/>
                  </a:ext>
                </a:extLst>
              </p:cNvPr>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1" name="Google Shape;2202;p123">
                <a:extLst>
                  <a:ext uri="{FF2B5EF4-FFF2-40B4-BE49-F238E27FC236}">
                    <a16:creationId xmlns:a16="http://schemas.microsoft.com/office/drawing/2014/main" id="{1006594E-DDAD-5A6D-47DE-1DE2569FF1B9}"/>
                  </a:ext>
                </a:extLst>
              </p:cNvPr>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82" name="Google Shape;2203;p123">
            <a:extLst>
              <a:ext uri="{FF2B5EF4-FFF2-40B4-BE49-F238E27FC236}">
                <a16:creationId xmlns:a16="http://schemas.microsoft.com/office/drawing/2014/main" id="{FEAF0074-D15B-A021-8C1A-516FD2AEFFDD}"/>
              </a:ext>
            </a:extLst>
          </p:cNvPr>
          <p:cNvGrpSpPr/>
          <p:nvPr/>
        </p:nvGrpSpPr>
        <p:grpSpPr>
          <a:xfrm>
            <a:off x="2188423" y="3537931"/>
            <a:ext cx="568089" cy="567845"/>
            <a:chOff x="579815" y="1618697"/>
            <a:chExt cx="912000" cy="912000"/>
          </a:xfrm>
        </p:grpSpPr>
        <p:sp>
          <p:nvSpPr>
            <p:cNvPr id="183" name="Google Shape;2204;p123">
              <a:extLst>
                <a:ext uri="{FF2B5EF4-FFF2-40B4-BE49-F238E27FC236}">
                  <a16:creationId xmlns:a16="http://schemas.microsoft.com/office/drawing/2014/main" id="{DBCDB3EB-ED06-0B47-495E-0A7190239128}"/>
                </a:ext>
              </a:extLst>
            </p:cNvPr>
            <p:cNvSpPr/>
            <p:nvPr/>
          </p:nvSpPr>
          <p:spPr>
            <a:xfrm>
              <a:off x="579815" y="1618697"/>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nvGrpSpPr>
            <p:cNvPr id="184" name="Google Shape;2205;p123">
              <a:extLst>
                <a:ext uri="{FF2B5EF4-FFF2-40B4-BE49-F238E27FC236}">
                  <a16:creationId xmlns:a16="http://schemas.microsoft.com/office/drawing/2014/main" id="{232748CF-BFB4-0F16-0882-C3024CFFC56A}"/>
                </a:ext>
              </a:extLst>
            </p:cNvPr>
            <p:cNvGrpSpPr/>
            <p:nvPr/>
          </p:nvGrpSpPr>
          <p:grpSpPr>
            <a:xfrm>
              <a:off x="776394" y="1817566"/>
              <a:ext cx="517956" cy="513901"/>
              <a:chOff x="9761462" y="4416832"/>
              <a:chExt cx="607146" cy="602392"/>
            </a:xfrm>
          </p:grpSpPr>
          <p:sp>
            <p:nvSpPr>
              <p:cNvPr id="185" name="Google Shape;2206;p123">
                <a:extLst>
                  <a:ext uri="{FF2B5EF4-FFF2-40B4-BE49-F238E27FC236}">
                    <a16:creationId xmlns:a16="http://schemas.microsoft.com/office/drawing/2014/main" id="{C9E91EEA-1E18-BC44-29BD-598D00D94345}"/>
                  </a:ext>
                </a:extLst>
              </p:cNvPr>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6" name="Google Shape;2207;p123">
                <a:extLst>
                  <a:ext uri="{FF2B5EF4-FFF2-40B4-BE49-F238E27FC236}">
                    <a16:creationId xmlns:a16="http://schemas.microsoft.com/office/drawing/2014/main" id="{C00A9699-A287-775B-8552-F2A14947B975}"/>
                  </a:ext>
                </a:extLst>
              </p:cNvPr>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87" name="Google Shape;2208;p123">
            <a:extLst>
              <a:ext uri="{FF2B5EF4-FFF2-40B4-BE49-F238E27FC236}">
                <a16:creationId xmlns:a16="http://schemas.microsoft.com/office/drawing/2014/main" id="{CBA7AA78-461D-68DA-D065-DD831848E46F}"/>
              </a:ext>
            </a:extLst>
          </p:cNvPr>
          <p:cNvGrpSpPr/>
          <p:nvPr/>
        </p:nvGrpSpPr>
        <p:grpSpPr>
          <a:xfrm>
            <a:off x="1465284" y="3527545"/>
            <a:ext cx="534113" cy="2467757"/>
            <a:chOff x="1465274" y="3561607"/>
            <a:chExt cx="534109" cy="2468400"/>
          </a:xfrm>
        </p:grpSpPr>
        <p:sp>
          <p:nvSpPr>
            <p:cNvPr id="188" name="Google Shape;2209;p123">
              <a:extLst>
                <a:ext uri="{FF2B5EF4-FFF2-40B4-BE49-F238E27FC236}">
                  <a16:creationId xmlns:a16="http://schemas.microsoft.com/office/drawing/2014/main" id="{8FA4A598-F29F-64ED-EC7C-0E58B1A37B60}"/>
                </a:ext>
              </a:extLst>
            </p:cNvPr>
            <p:cNvSpPr/>
            <p:nvPr/>
          </p:nvSpPr>
          <p:spPr>
            <a:xfrm>
              <a:off x="1679583" y="3561607"/>
              <a:ext cx="319800" cy="2468400"/>
            </a:xfrm>
            <a:prstGeom prst="leftBracket">
              <a:avLst>
                <a:gd name="adj" fmla="val 0"/>
              </a:avLst>
            </a:prstGeom>
            <a:noFill/>
            <a:ln w="15875" cap="flat" cmpd="sng">
              <a:solidFill>
                <a:srgbClr val="53565A">
                  <a:alpha val="49410"/>
                </a:srgbClr>
              </a:solidFill>
              <a:prstDash val="dot"/>
              <a:miter lim="800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cxnSp>
          <p:nvCxnSpPr>
            <p:cNvPr id="189" name="Google Shape;2210;p123">
              <a:extLst>
                <a:ext uri="{FF2B5EF4-FFF2-40B4-BE49-F238E27FC236}">
                  <a16:creationId xmlns:a16="http://schemas.microsoft.com/office/drawing/2014/main" id="{16461A85-538D-9482-45D2-DB1E17A8FEA1}"/>
                </a:ext>
              </a:extLst>
            </p:cNvPr>
            <p:cNvCxnSpPr/>
            <p:nvPr/>
          </p:nvCxnSpPr>
          <p:spPr>
            <a:xfrm rot="10800000">
              <a:off x="1465274" y="4800636"/>
              <a:ext cx="429600" cy="0"/>
            </a:xfrm>
            <a:prstGeom prst="straightConnector1">
              <a:avLst/>
            </a:prstGeom>
            <a:noFill/>
            <a:ln w="15875" cap="flat" cmpd="sng">
              <a:solidFill>
                <a:srgbClr val="53565A">
                  <a:alpha val="49410"/>
                </a:srgbClr>
              </a:solidFill>
              <a:prstDash val="dot"/>
              <a:miter lim="800000"/>
              <a:headEnd type="none" w="sm" len="sm"/>
              <a:tailEnd type="none" w="sm" len="sm"/>
            </a:ln>
          </p:spPr>
        </p:cxnSp>
      </p:grpSp>
      <p:grpSp>
        <p:nvGrpSpPr>
          <p:cNvPr id="190" name="Google Shape;2211;p123">
            <a:extLst>
              <a:ext uri="{FF2B5EF4-FFF2-40B4-BE49-F238E27FC236}">
                <a16:creationId xmlns:a16="http://schemas.microsoft.com/office/drawing/2014/main" id="{41F0A7C7-7FE7-07C8-B4AF-C32CFFBE3109}"/>
              </a:ext>
            </a:extLst>
          </p:cNvPr>
          <p:cNvGrpSpPr/>
          <p:nvPr/>
        </p:nvGrpSpPr>
        <p:grpSpPr>
          <a:xfrm>
            <a:off x="5479284" y="3537878"/>
            <a:ext cx="567904" cy="567752"/>
            <a:chOff x="5479250" y="3537905"/>
            <a:chExt cx="567900" cy="567900"/>
          </a:xfrm>
        </p:grpSpPr>
        <p:sp>
          <p:nvSpPr>
            <p:cNvPr id="191" name="Google Shape;2212;p123">
              <a:extLst>
                <a:ext uri="{FF2B5EF4-FFF2-40B4-BE49-F238E27FC236}">
                  <a16:creationId xmlns:a16="http://schemas.microsoft.com/office/drawing/2014/main" id="{94F79974-5A62-4DF3-F48E-FE9E3972A2E9}"/>
                </a:ext>
              </a:extLst>
            </p:cNvPr>
            <p:cNvSpPr/>
            <p:nvPr/>
          </p:nvSpPr>
          <p:spPr>
            <a:xfrm>
              <a:off x="5479250" y="3537905"/>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192" name="Google Shape;2213;p123">
              <a:extLst>
                <a:ext uri="{FF2B5EF4-FFF2-40B4-BE49-F238E27FC236}">
                  <a16:creationId xmlns:a16="http://schemas.microsoft.com/office/drawing/2014/main" id="{8DE048F4-BC5D-0E6E-E283-17AC684B4F2C}"/>
                </a:ext>
              </a:extLst>
            </p:cNvPr>
            <p:cNvGrpSpPr/>
            <p:nvPr/>
          </p:nvGrpSpPr>
          <p:grpSpPr>
            <a:xfrm>
              <a:off x="5606811" y="3675658"/>
              <a:ext cx="313108" cy="292038"/>
              <a:chOff x="1854219" y="4375174"/>
              <a:chExt cx="543307" cy="506834"/>
            </a:xfrm>
          </p:grpSpPr>
          <p:sp>
            <p:nvSpPr>
              <p:cNvPr id="193" name="Google Shape;2214;p123">
                <a:extLst>
                  <a:ext uri="{FF2B5EF4-FFF2-40B4-BE49-F238E27FC236}">
                    <a16:creationId xmlns:a16="http://schemas.microsoft.com/office/drawing/2014/main" id="{832C494F-E6C9-A520-41FF-5E3AB9C37B2A}"/>
                  </a:ext>
                </a:extLst>
              </p:cNvPr>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4" name="Google Shape;2215;p123">
                <a:extLst>
                  <a:ext uri="{FF2B5EF4-FFF2-40B4-BE49-F238E27FC236}">
                    <a16:creationId xmlns:a16="http://schemas.microsoft.com/office/drawing/2014/main" id="{6E3FE144-155C-DC08-8912-BE79E322BCAA}"/>
                  </a:ext>
                </a:extLst>
              </p:cNvPr>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5" name="Google Shape;2216;p123">
                <a:extLst>
                  <a:ext uri="{FF2B5EF4-FFF2-40B4-BE49-F238E27FC236}">
                    <a16:creationId xmlns:a16="http://schemas.microsoft.com/office/drawing/2014/main" id="{51C3C425-AB2D-51DC-F3A4-AC0C9E7C6A5C}"/>
                  </a:ext>
                </a:extLst>
              </p:cNvPr>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6" name="Google Shape;2217;p123">
                <a:extLst>
                  <a:ext uri="{FF2B5EF4-FFF2-40B4-BE49-F238E27FC236}">
                    <a16:creationId xmlns:a16="http://schemas.microsoft.com/office/drawing/2014/main" id="{A69A890F-53FD-A578-B9AF-4C4BF8BF0C96}"/>
                  </a:ext>
                </a:extLst>
              </p:cNvPr>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7" name="Google Shape;2218;p123">
                <a:extLst>
                  <a:ext uri="{FF2B5EF4-FFF2-40B4-BE49-F238E27FC236}">
                    <a16:creationId xmlns:a16="http://schemas.microsoft.com/office/drawing/2014/main" id="{F7D6D6E3-F925-4DF3-A121-BED4F3021861}"/>
                  </a:ext>
                </a:extLst>
              </p:cNvPr>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8" name="Google Shape;2219;p123">
                <a:extLst>
                  <a:ext uri="{FF2B5EF4-FFF2-40B4-BE49-F238E27FC236}">
                    <a16:creationId xmlns:a16="http://schemas.microsoft.com/office/drawing/2014/main" id="{423D65F6-B948-A9E9-8524-F03EF841E668}"/>
                  </a:ext>
                </a:extLst>
              </p:cNvPr>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99" name="Google Shape;2220;p123">
            <a:extLst>
              <a:ext uri="{FF2B5EF4-FFF2-40B4-BE49-F238E27FC236}">
                <a16:creationId xmlns:a16="http://schemas.microsoft.com/office/drawing/2014/main" id="{71E1250E-E15C-CC45-EB79-B1015A38B36F}"/>
              </a:ext>
            </a:extLst>
          </p:cNvPr>
          <p:cNvGrpSpPr/>
          <p:nvPr/>
        </p:nvGrpSpPr>
        <p:grpSpPr>
          <a:xfrm>
            <a:off x="5479284" y="4477550"/>
            <a:ext cx="567904" cy="567752"/>
            <a:chOff x="5479250" y="4477822"/>
            <a:chExt cx="567900" cy="567900"/>
          </a:xfrm>
        </p:grpSpPr>
        <p:sp>
          <p:nvSpPr>
            <p:cNvPr id="200" name="Google Shape;2221;p123">
              <a:extLst>
                <a:ext uri="{FF2B5EF4-FFF2-40B4-BE49-F238E27FC236}">
                  <a16:creationId xmlns:a16="http://schemas.microsoft.com/office/drawing/2014/main" id="{B7CCE162-27BE-0985-C320-C51C80101849}"/>
                </a:ext>
              </a:extLst>
            </p:cNvPr>
            <p:cNvSpPr/>
            <p:nvPr/>
          </p:nvSpPr>
          <p:spPr>
            <a:xfrm>
              <a:off x="5479250" y="4477822"/>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pic>
          <p:nvPicPr>
            <p:cNvPr id="201" name="Google Shape;2222;p123">
              <a:extLst>
                <a:ext uri="{FF2B5EF4-FFF2-40B4-BE49-F238E27FC236}">
                  <a16:creationId xmlns:a16="http://schemas.microsoft.com/office/drawing/2014/main" id="{B7D29335-5DC8-35F4-CF1D-E09CE1AB1C69}"/>
                </a:ext>
              </a:extLst>
            </p:cNvPr>
            <p:cNvPicPr preferRelativeResize="0"/>
            <p:nvPr/>
          </p:nvPicPr>
          <p:blipFill rotWithShape="1">
            <a:blip r:embed="rId4">
              <a:alphaModFix/>
            </a:blip>
            <a:srcRect/>
            <a:stretch/>
          </p:blipFill>
          <p:spPr>
            <a:xfrm>
              <a:off x="5572130" y="4565862"/>
              <a:ext cx="382264" cy="391942"/>
            </a:xfrm>
            <a:prstGeom prst="rect">
              <a:avLst/>
            </a:prstGeom>
            <a:noFill/>
            <a:ln>
              <a:noFill/>
            </a:ln>
          </p:spPr>
        </p:pic>
      </p:grpSp>
      <p:grpSp>
        <p:nvGrpSpPr>
          <p:cNvPr id="202" name="Google Shape;2223;p123">
            <a:extLst>
              <a:ext uri="{FF2B5EF4-FFF2-40B4-BE49-F238E27FC236}">
                <a16:creationId xmlns:a16="http://schemas.microsoft.com/office/drawing/2014/main" id="{EF779639-E926-5E7C-B70B-BBFDF6AFD606}"/>
              </a:ext>
            </a:extLst>
          </p:cNvPr>
          <p:cNvGrpSpPr/>
          <p:nvPr/>
        </p:nvGrpSpPr>
        <p:grpSpPr>
          <a:xfrm>
            <a:off x="5479284" y="5427659"/>
            <a:ext cx="567904" cy="567752"/>
            <a:chOff x="5479250" y="5428179"/>
            <a:chExt cx="567900" cy="567900"/>
          </a:xfrm>
        </p:grpSpPr>
        <p:sp>
          <p:nvSpPr>
            <p:cNvPr id="203" name="Google Shape;2224;p123">
              <a:extLst>
                <a:ext uri="{FF2B5EF4-FFF2-40B4-BE49-F238E27FC236}">
                  <a16:creationId xmlns:a16="http://schemas.microsoft.com/office/drawing/2014/main" id="{7BB3963C-EF6C-9BD2-CFE7-96DD955C33AE}"/>
                </a:ext>
              </a:extLst>
            </p:cNvPr>
            <p:cNvSpPr/>
            <p:nvPr/>
          </p:nvSpPr>
          <p:spPr>
            <a:xfrm>
              <a:off x="5479250" y="5428179"/>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04" name="Google Shape;2225;p123">
              <a:extLst>
                <a:ext uri="{FF2B5EF4-FFF2-40B4-BE49-F238E27FC236}">
                  <a16:creationId xmlns:a16="http://schemas.microsoft.com/office/drawing/2014/main" id="{0220EAB7-0022-1EF6-FC9E-9D080DC8B8E9}"/>
                </a:ext>
              </a:extLst>
            </p:cNvPr>
            <p:cNvGrpSpPr/>
            <p:nvPr/>
          </p:nvGrpSpPr>
          <p:grpSpPr>
            <a:xfrm>
              <a:off x="5553328" y="5502846"/>
              <a:ext cx="419380" cy="418627"/>
              <a:chOff x="7127525" y="722042"/>
              <a:chExt cx="598687" cy="597612"/>
            </a:xfrm>
          </p:grpSpPr>
          <p:sp>
            <p:nvSpPr>
              <p:cNvPr id="205" name="Google Shape;2226;p123">
                <a:extLst>
                  <a:ext uri="{FF2B5EF4-FFF2-40B4-BE49-F238E27FC236}">
                    <a16:creationId xmlns:a16="http://schemas.microsoft.com/office/drawing/2014/main" id="{FD82E7F3-1B10-7464-AF25-AE09A6A17829}"/>
                  </a:ext>
                </a:extLst>
              </p:cNvPr>
              <p:cNvSpPr/>
              <p:nvPr/>
            </p:nvSpPr>
            <p:spPr>
              <a:xfrm>
                <a:off x="7205318"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6" name="Google Shape;2227;p123">
                <a:extLst>
                  <a:ext uri="{FF2B5EF4-FFF2-40B4-BE49-F238E27FC236}">
                    <a16:creationId xmlns:a16="http://schemas.microsoft.com/office/drawing/2014/main" id="{BD1D4B55-1550-16ED-EEF5-60896114C3B2}"/>
                  </a:ext>
                </a:extLst>
              </p:cNvPr>
              <p:cNvSpPr/>
              <p:nvPr/>
            </p:nvSpPr>
            <p:spPr>
              <a:xfrm>
                <a:off x="7585173"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7" name="Google Shape;2228;p123">
                <a:extLst>
                  <a:ext uri="{FF2B5EF4-FFF2-40B4-BE49-F238E27FC236}">
                    <a16:creationId xmlns:a16="http://schemas.microsoft.com/office/drawing/2014/main" id="{BB212C6C-70CA-4F7E-0034-AE615A369C6A}"/>
                  </a:ext>
                </a:extLst>
              </p:cNvPr>
              <p:cNvSpPr/>
              <p:nvPr/>
            </p:nvSpPr>
            <p:spPr>
              <a:xfrm>
                <a:off x="7205318"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8" name="Google Shape;2229;p123">
                <a:extLst>
                  <a:ext uri="{FF2B5EF4-FFF2-40B4-BE49-F238E27FC236}">
                    <a16:creationId xmlns:a16="http://schemas.microsoft.com/office/drawing/2014/main" id="{3FA65522-B502-2554-9481-9FB97B19E611}"/>
                  </a:ext>
                </a:extLst>
              </p:cNvPr>
              <p:cNvSpPr/>
              <p:nvPr/>
            </p:nvSpPr>
            <p:spPr>
              <a:xfrm>
                <a:off x="7585173"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9" name="Google Shape;2230;p123">
                <a:extLst>
                  <a:ext uri="{FF2B5EF4-FFF2-40B4-BE49-F238E27FC236}">
                    <a16:creationId xmlns:a16="http://schemas.microsoft.com/office/drawing/2014/main" id="{ED36C83B-CA77-FB1D-831C-AA22ACEAC1F0}"/>
                  </a:ext>
                </a:extLst>
              </p:cNvPr>
              <p:cNvSpPr/>
              <p:nvPr/>
            </p:nvSpPr>
            <p:spPr>
              <a:xfrm>
                <a:off x="7127525"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0" name="Google Shape;2231;p123">
                <a:extLst>
                  <a:ext uri="{FF2B5EF4-FFF2-40B4-BE49-F238E27FC236}">
                    <a16:creationId xmlns:a16="http://schemas.microsoft.com/office/drawing/2014/main" id="{4AA9F0FE-699C-3883-45FD-70B5DB98D648}"/>
                  </a:ext>
                </a:extLst>
              </p:cNvPr>
              <p:cNvSpPr/>
              <p:nvPr/>
            </p:nvSpPr>
            <p:spPr>
              <a:xfrm>
                <a:off x="7662966"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1" name="Google Shape;2232;p123">
                <a:extLst>
                  <a:ext uri="{FF2B5EF4-FFF2-40B4-BE49-F238E27FC236}">
                    <a16:creationId xmlns:a16="http://schemas.microsoft.com/office/drawing/2014/main" id="{47D11205-43D0-18C6-D994-C2E8D61841DA}"/>
                  </a:ext>
                </a:extLst>
              </p:cNvPr>
              <p:cNvSpPr/>
              <p:nvPr/>
            </p:nvSpPr>
            <p:spPr>
              <a:xfrm>
                <a:off x="7394929" y="1256408"/>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2" name="Google Shape;2233;p123">
                <a:extLst>
                  <a:ext uri="{FF2B5EF4-FFF2-40B4-BE49-F238E27FC236}">
                    <a16:creationId xmlns:a16="http://schemas.microsoft.com/office/drawing/2014/main" id="{6B59BC66-7D1E-9C31-4E93-54ACB13BBE5A}"/>
                  </a:ext>
                </a:extLst>
              </p:cNvPr>
              <p:cNvSpPr/>
              <p:nvPr/>
            </p:nvSpPr>
            <p:spPr>
              <a:xfrm>
                <a:off x="7394929" y="722042"/>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3" name="Google Shape;2234;p123">
                <a:extLst>
                  <a:ext uri="{FF2B5EF4-FFF2-40B4-BE49-F238E27FC236}">
                    <a16:creationId xmlns:a16="http://schemas.microsoft.com/office/drawing/2014/main" id="{E4F79F14-CF79-F3F4-24F2-D915EF043A53}"/>
                  </a:ext>
                </a:extLst>
              </p:cNvPr>
              <p:cNvSpPr/>
              <p:nvPr/>
            </p:nvSpPr>
            <p:spPr>
              <a:xfrm>
                <a:off x="7268690" y="750187"/>
                <a:ext cx="112135" cy="58312"/>
              </a:xfrm>
              <a:custGeom>
                <a:avLst/>
                <a:gdLst/>
                <a:ahLst/>
                <a:cxnLst/>
                <a:rect l="l" t="t" r="r" b="b"/>
                <a:pathLst>
                  <a:path w="112135" h="58312" extrusionOk="0">
                    <a:moveTo>
                      <a:pt x="0" y="46043"/>
                    </a:moveTo>
                    <a:lnTo>
                      <a:pt x="2530" y="48320"/>
                    </a:lnTo>
                    <a:cubicBezTo>
                      <a:pt x="5487" y="51289"/>
                      <a:pt x="8019" y="54652"/>
                      <a:pt x="10056" y="58313"/>
                    </a:cubicBezTo>
                    <a:cubicBezTo>
                      <a:pt x="40607" y="36953"/>
                      <a:pt x="75439" y="22493"/>
                      <a:pt x="112135" y="15938"/>
                    </a:cubicBezTo>
                    <a:cubicBezTo>
                      <a:pt x="111002" y="11817"/>
                      <a:pt x="110428" y="7562"/>
                      <a:pt x="110428" y="3289"/>
                    </a:cubicBezTo>
                    <a:cubicBezTo>
                      <a:pt x="110363" y="2193"/>
                      <a:pt x="110363" y="1095"/>
                      <a:pt x="110428" y="0"/>
                    </a:cubicBezTo>
                    <a:cubicBezTo>
                      <a:pt x="70670" y="7005"/>
                      <a:pt x="32957" y="22729"/>
                      <a:pt x="0" y="4604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4" name="Google Shape;2235;p123">
                <a:extLst>
                  <a:ext uri="{FF2B5EF4-FFF2-40B4-BE49-F238E27FC236}">
                    <a16:creationId xmlns:a16="http://schemas.microsoft.com/office/drawing/2014/main" id="{08094081-6B3B-8283-7C66-CBB2CE7BED69}"/>
                  </a:ext>
                </a:extLst>
              </p:cNvPr>
              <p:cNvSpPr/>
              <p:nvPr/>
            </p:nvSpPr>
            <p:spPr>
              <a:xfrm>
                <a:off x="7211643" y="849926"/>
                <a:ext cx="12649" cy="10372"/>
              </a:xfrm>
              <a:custGeom>
                <a:avLst/>
                <a:gdLst/>
                <a:ahLst/>
                <a:cxnLst/>
                <a:rect l="l" t="t" r="r" b="b"/>
                <a:pathLst>
                  <a:path w="12649" h="10372" extrusionOk="0">
                    <a:moveTo>
                      <a:pt x="12270" y="10372"/>
                    </a:moveTo>
                    <a:lnTo>
                      <a:pt x="12649" y="9866"/>
                    </a:lnTo>
                    <a:lnTo>
                      <a:pt x="0" y="0"/>
                    </a:lnTo>
                    <a:lnTo>
                      <a:pt x="0" y="0"/>
                    </a:lnTo>
                    <a:cubicBezTo>
                      <a:pt x="1080" y="1589"/>
                      <a:pt x="2308" y="3071"/>
                      <a:pt x="3668" y="4427"/>
                    </a:cubicBezTo>
                    <a:cubicBezTo>
                      <a:pt x="6185" y="6872"/>
                      <a:pt x="9092" y="8882"/>
                      <a:pt x="12270" y="1037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5" name="Google Shape;2236;p123">
                <a:extLst>
                  <a:ext uri="{FF2B5EF4-FFF2-40B4-BE49-F238E27FC236}">
                    <a16:creationId xmlns:a16="http://schemas.microsoft.com/office/drawing/2014/main" id="{B19C9FB3-F06F-877A-56B5-0334CFF8DA99}"/>
                  </a:ext>
                </a:extLst>
              </p:cNvPr>
              <p:cNvSpPr/>
              <p:nvPr/>
            </p:nvSpPr>
            <p:spPr>
              <a:xfrm>
                <a:off x="7256800" y="1222445"/>
                <a:ext cx="10625" cy="13344"/>
              </a:xfrm>
              <a:custGeom>
                <a:avLst/>
                <a:gdLst/>
                <a:ahLst/>
                <a:cxnLst/>
                <a:rect l="l" t="t" r="r" b="b"/>
                <a:pathLst>
                  <a:path w="10625" h="13344" extrusionOk="0">
                    <a:moveTo>
                      <a:pt x="9803" y="0"/>
                    </a:moveTo>
                    <a:lnTo>
                      <a:pt x="0" y="12649"/>
                    </a:lnTo>
                    <a:cubicBezTo>
                      <a:pt x="0" y="12649"/>
                      <a:pt x="632" y="13092"/>
                      <a:pt x="949" y="13345"/>
                    </a:cubicBezTo>
                    <a:cubicBezTo>
                      <a:pt x="2124" y="12490"/>
                      <a:pt x="3244" y="11561"/>
                      <a:pt x="4301" y="10562"/>
                    </a:cubicBezTo>
                    <a:cubicBezTo>
                      <a:pt x="6979" y="7772"/>
                      <a:pt x="9123" y="4513"/>
                      <a:pt x="10625" y="94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6" name="Google Shape;2237;p123">
                <a:extLst>
                  <a:ext uri="{FF2B5EF4-FFF2-40B4-BE49-F238E27FC236}">
                    <a16:creationId xmlns:a16="http://schemas.microsoft.com/office/drawing/2014/main" id="{2859D663-A089-52D8-C9DB-69FA52E260F2}"/>
                  </a:ext>
                </a:extLst>
              </p:cNvPr>
              <p:cNvSpPr/>
              <p:nvPr/>
            </p:nvSpPr>
            <p:spPr>
              <a:xfrm>
                <a:off x="7156492" y="863144"/>
                <a:ext cx="57680" cy="112261"/>
              </a:xfrm>
              <a:custGeom>
                <a:avLst/>
                <a:gdLst/>
                <a:ahLst/>
                <a:cxnLst/>
                <a:rect l="l" t="t" r="r" b="b"/>
                <a:pathLst>
                  <a:path w="57680" h="112261" extrusionOk="0">
                    <a:moveTo>
                      <a:pt x="3099" y="110491"/>
                    </a:moveTo>
                    <a:cubicBezTo>
                      <a:pt x="7377" y="110498"/>
                      <a:pt x="11633" y="111094"/>
                      <a:pt x="15748" y="112262"/>
                    </a:cubicBezTo>
                    <a:cubicBezTo>
                      <a:pt x="22172" y="75562"/>
                      <a:pt x="36478" y="40692"/>
                      <a:pt x="57680" y="10056"/>
                    </a:cubicBezTo>
                    <a:cubicBezTo>
                      <a:pt x="54008" y="7982"/>
                      <a:pt x="50627" y="5430"/>
                      <a:pt x="47624" y="2467"/>
                    </a:cubicBezTo>
                    <a:cubicBezTo>
                      <a:pt x="46865" y="1708"/>
                      <a:pt x="46170" y="822"/>
                      <a:pt x="45411" y="0"/>
                    </a:cubicBezTo>
                    <a:cubicBezTo>
                      <a:pt x="22310" y="33077"/>
                      <a:pt x="6804" y="70850"/>
                      <a:pt x="0" y="11061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7" name="Google Shape;2238;p123">
                <a:extLst>
                  <a:ext uri="{FF2B5EF4-FFF2-40B4-BE49-F238E27FC236}">
                    <a16:creationId xmlns:a16="http://schemas.microsoft.com/office/drawing/2014/main" id="{51FAFA5A-6E66-31A5-7863-EF5EC9F0F531}"/>
                  </a:ext>
                </a:extLst>
              </p:cNvPr>
              <p:cNvSpPr/>
              <p:nvPr/>
            </p:nvSpPr>
            <p:spPr>
              <a:xfrm>
                <a:off x="7456721" y="752021"/>
                <a:ext cx="1224" cy="10309"/>
              </a:xfrm>
              <a:custGeom>
                <a:avLst/>
                <a:gdLst/>
                <a:ahLst/>
                <a:cxnLst/>
                <a:rect l="l" t="t" r="r" b="b"/>
                <a:pathLst>
                  <a:path w="1224" h="10309" extrusionOk="0">
                    <a:moveTo>
                      <a:pt x="1202" y="1644"/>
                    </a:moveTo>
                    <a:cubicBezTo>
                      <a:pt x="1233" y="1097"/>
                      <a:pt x="1233" y="548"/>
                      <a:pt x="1202" y="0"/>
                    </a:cubicBezTo>
                    <a:lnTo>
                      <a:pt x="0" y="10309"/>
                    </a:lnTo>
                    <a:cubicBezTo>
                      <a:pt x="813" y="7493"/>
                      <a:pt x="1217" y="4575"/>
                      <a:pt x="1202" y="1644"/>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8" name="Google Shape;2239;p123">
                <a:extLst>
                  <a:ext uri="{FF2B5EF4-FFF2-40B4-BE49-F238E27FC236}">
                    <a16:creationId xmlns:a16="http://schemas.microsoft.com/office/drawing/2014/main" id="{128DEBE5-08C6-BCCC-69D2-7C21759EF7B5}"/>
                  </a:ext>
                </a:extLst>
              </p:cNvPr>
              <p:cNvSpPr/>
              <p:nvPr/>
            </p:nvSpPr>
            <p:spPr>
              <a:xfrm>
                <a:off x="7154342" y="1049720"/>
                <a:ext cx="15811" cy="3162"/>
              </a:xfrm>
              <a:custGeom>
                <a:avLst/>
                <a:gdLst/>
                <a:ahLst/>
                <a:cxnLst/>
                <a:rect l="l" t="t" r="r" b="b"/>
                <a:pathLst>
                  <a:path w="15811" h="3162" extrusionOk="0">
                    <a:moveTo>
                      <a:pt x="15812" y="1012"/>
                    </a:moveTo>
                    <a:lnTo>
                      <a:pt x="15812" y="0"/>
                    </a:lnTo>
                    <a:lnTo>
                      <a:pt x="0" y="1961"/>
                    </a:lnTo>
                    <a:cubicBezTo>
                      <a:pt x="0" y="1961"/>
                      <a:pt x="0" y="2403"/>
                      <a:pt x="0" y="2656"/>
                    </a:cubicBezTo>
                    <a:cubicBezTo>
                      <a:pt x="1735" y="2956"/>
                      <a:pt x="3489" y="3126"/>
                      <a:pt x="5249" y="3162"/>
                    </a:cubicBezTo>
                    <a:cubicBezTo>
                      <a:pt x="8869" y="3068"/>
                      <a:pt x="12444" y="2340"/>
                      <a:pt x="15812" y="101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9" name="Google Shape;2240;p123">
                <a:extLst>
                  <a:ext uri="{FF2B5EF4-FFF2-40B4-BE49-F238E27FC236}">
                    <a16:creationId xmlns:a16="http://schemas.microsoft.com/office/drawing/2014/main" id="{A3483145-CD13-49F1-B8C7-E9EAA2C7708F}"/>
                  </a:ext>
                </a:extLst>
              </p:cNvPr>
              <p:cNvSpPr/>
              <p:nvPr/>
            </p:nvSpPr>
            <p:spPr>
              <a:xfrm>
                <a:off x="7629256" y="851444"/>
                <a:ext cx="10625" cy="8664"/>
              </a:xfrm>
              <a:custGeom>
                <a:avLst/>
                <a:gdLst/>
                <a:ahLst/>
                <a:cxnLst/>
                <a:rect l="l" t="t" r="r" b="b"/>
                <a:pathLst>
                  <a:path w="10625" h="8664" extrusionOk="0">
                    <a:moveTo>
                      <a:pt x="0" y="8665"/>
                    </a:moveTo>
                    <a:cubicBezTo>
                      <a:pt x="3227" y="7065"/>
                      <a:pt x="6158" y="4926"/>
                      <a:pt x="8665" y="2340"/>
                    </a:cubicBezTo>
                    <a:cubicBezTo>
                      <a:pt x="9360" y="1581"/>
                      <a:pt x="9930" y="759"/>
                      <a:pt x="10625"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0" name="Google Shape;2241;p123">
                <a:extLst>
                  <a:ext uri="{FF2B5EF4-FFF2-40B4-BE49-F238E27FC236}">
                    <a16:creationId xmlns:a16="http://schemas.microsoft.com/office/drawing/2014/main" id="{D9E7D22E-1CC4-D216-3FFC-0AB685D45798}"/>
                  </a:ext>
                </a:extLst>
              </p:cNvPr>
              <p:cNvSpPr/>
              <p:nvPr/>
            </p:nvSpPr>
            <p:spPr>
              <a:xfrm>
                <a:off x="7472216" y="750566"/>
                <a:ext cx="111818" cy="58249"/>
              </a:xfrm>
              <a:custGeom>
                <a:avLst/>
                <a:gdLst/>
                <a:ahLst/>
                <a:cxnLst/>
                <a:rect l="l" t="t" r="r" b="b"/>
                <a:pathLst>
                  <a:path w="111818" h="58249" extrusionOk="0">
                    <a:moveTo>
                      <a:pt x="1771" y="3099"/>
                    </a:moveTo>
                    <a:cubicBezTo>
                      <a:pt x="1775" y="7378"/>
                      <a:pt x="1179" y="11635"/>
                      <a:pt x="0" y="15748"/>
                    </a:cubicBezTo>
                    <a:cubicBezTo>
                      <a:pt x="36649" y="22339"/>
                      <a:pt x="71421" y="36843"/>
                      <a:pt x="101889" y="58250"/>
                    </a:cubicBezTo>
                    <a:cubicBezTo>
                      <a:pt x="104049" y="54416"/>
                      <a:pt x="106707" y="50885"/>
                      <a:pt x="109795" y="47751"/>
                    </a:cubicBezTo>
                    <a:lnTo>
                      <a:pt x="111819" y="45917"/>
                    </a:lnTo>
                    <a:cubicBezTo>
                      <a:pt x="78910" y="22668"/>
                      <a:pt x="41264" y="6987"/>
                      <a:pt x="1581" y="0"/>
                    </a:cubicBezTo>
                    <a:cubicBezTo>
                      <a:pt x="1644" y="949"/>
                      <a:pt x="1771" y="2024"/>
                      <a:pt x="1771" y="309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1" name="Google Shape;2242;p123">
                <a:extLst>
                  <a:ext uri="{FF2B5EF4-FFF2-40B4-BE49-F238E27FC236}">
                    <a16:creationId xmlns:a16="http://schemas.microsoft.com/office/drawing/2014/main" id="{CB48B359-6A83-5A69-BDBA-0838D500557A}"/>
                  </a:ext>
                </a:extLst>
              </p:cNvPr>
              <p:cNvSpPr/>
              <p:nvPr/>
            </p:nvSpPr>
            <p:spPr>
              <a:xfrm>
                <a:off x="7638427" y="863397"/>
                <a:ext cx="57553" cy="111818"/>
              </a:xfrm>
              <a:custGeom>
                <a:avLst/>
                <a:gdLst/>
                <a:ahLst/>
                <a:cxnLst/>
                <a:rect l="l" t="t" r="r" b="b"/>
                <a:pathLst>
                  <a:path w="57553" h="111818" extrusionOk="0">
                    <a:moveTo>
                      <a:pt x="10689" y="1897"/>
                    </a:moveTo>
                    <a:cubicBezTo>
                      <a:pt x="7506" y="5029"/>
                      <a:pt x="3910" y="7710"/>
                      <a:pt x="0" y="9866"/>
                    </a:cubicBezTo>
                    <a:cubicBezTo>
                      <a:pt x="21168" y="40421"/>
                      <a:pt x="35453" y="75206"/>
                      <a:pt x="41869" y="111819"/>
                    </a:cubicBezTo>
                    <a:cubicBezTo>
                      <a:pt x="46296" y="110466"/>
                      <a:pt x="50900" y="109784"/>
                      <a:pt x="55530" y="109795"/>
                    </a:cubicBezTo>
                    <a:lnTo>
                      <a:pt x="57554" y="109795"/>
                    </a:lnTo>
                    <a:cubicBezTo>
                      <a:pt x="50749" y="70325"/>
                      <a:pt x="35329" y="32838"/>
                      <a:pt x="12396"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2" name="Google Shape;2243;p123">
                <a:extLst>
                  <a:ext uri="{FF2B5EF4-FFF2-40B4-BE49-F238E27FC236}">
                    <a16:creationId xmlns:a16="http://schemas.microsoft.com/office/drawing/2014/main" id="{1C8D58C9-B817-832D-A5C9-78FFA754DB6C}"/>
                  </a:ext>
                </a:extLst>
              </p:cNvPr>
              <p:cNvSpPr/>
              <p:nvPr/>
            </p:nvSpPr>
            <p:spPr>
              <a:xfrm>
                <a:off x="7156808" y="1066670"/>
                <a:ext cx="58755" cy="112451"/>
              </a:xfrm>
              <a:custGeom>
                <a:avLst/>
                <a:gdLst/>
                <a:ahLst/>
                <a:cxnLst/>
                <a:rect l="l" t="t" r="r" b="b"/>
                <a:pathLst>
                  <a:path w="58755" h="112451" extrusionOk="0">
                    <a:moveTo>
                      <a:pt x="48130" y="110428"/>
                    </a:moveTo>
                    <a:cubicBezTo>
                      <a:pt x="51295" y="107303"/>
                      <a:pt x="54870" y="104622"/>
                      <a:pt x="58756" y="102459"/>
                    </a:cubicBezTo>
                    <a:cubicBezTo>
                      <a:pt x="37017" y="71873"/>
                      <a:pt x="22231" y="36903"/>
                      <a:pt x="15432" y="0"/>
                    </a:cubicBezTo>
                    <a:cubicBezTo>
                      <a:pt x="11316" y="1170"/>
                      <a:pt x="7062" y="1787"/>
                      <a:pt x="2783" y="1834"/>
                    </a:cubicBezTo>
                    <a:lnTo>
                      <a:pt x="0" y="1834"/>
                    </a:lnTo>
                    <a:cubicBezTo>
                      <a:pt x="7107" y="41728"/>
                      <a:pt x="23056" y="79525"/>
                      <a:pt x="46676" y="112451"/>
                    </a:cubicBezTo>
                    <a:cubicBezTo>
                      <a:pt x="47245" y="111503"/>
                      <a:pt x="47751" y="111060"/>
                      <a:pt x="48130" y="110428"/>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3" name="Google Shape;2244;p123">
                <a:extLst>
                  <a:ext uri="{FF2B5EF4-FFF2-40B4-BE49-F238E27FC236}">
                    <a16:creationId xmlns:a16="http://schemas.microsoft.com/office/drawing/2014/main" id="{18D8F269-7BEA-7C9A-9A5D-ED2DEBE2D70C}"/>
                  </a:ext>
                </a:extLst>
              </p:cNvPr>
              <p:cNvSpPr/>
              <p:nvPr/>
            </p:nvSpPr>
            <p:spPr>
              <a:xfrm>
                <a:off x="7682509" y="1049910"/>
                <a:ext cx="15748" cy="2340"/>
              </a:xfrm>
              <a:custGeom>
                <a:avLst/>
                <a:gdLst/>
                <a:ahLst/>
                <a:cxnLst/>
                <a:rect l="l" t="t" r="r" b="b"/>
                <a:pathLst>
                  <a:path w="15748" h="2340" extrusionOk="0">
                    <a:moveTo>
                      <a:pt x="63" y="126"/>
                    </a:moveTo>
                    <a:cubicBezTo>
                      <a:pt x="3687" y="1575"/>
                      <a:pt x="7545" y="2327"/>
                      <a:pt x="11448" y="2340"/>
                    </a:cubicBezTo>
                    <a:cubicBezTo>
                      <a:pt x="12889" y="2248"/>
                      <a:pt x="14332" y="2058"/>
                      <a:pt x="15748" y="1771"/>
                    </a:cubicBezTo>
                    <a:cubicBezTo>
                      <a:pt x="15748" y="1771"/>
                      <a:pt x="15748" y="1771"/>
                      <a:pt x="15748" y="1771"/>
                    </a:cubicBezTo>
                    <a:lnTo>
                      <a:pt x="0" y="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4" name="Google Shape;2245;p123">
                <a:extLst>
                  <a:ext uri="{FF2B5EF4-FFF2-40B4-BE49-F238E27FC236}">
                    <a16:creationId xmlns:a16="http://schemas.microsoft.com/office/drawing/2014/main" id="{68BC5E6F-8BBD-7420-5E85-5FACEEA7AF0B}"/>
                  </a:ext>
                </a:extLst>
              </p:cNvPr>
              <p:cNvSpPr/>
              <p:nvPr/>
            </p:nvSpPr>
            <p:spPr>
              <a:xfrm>
                <a:off x="7587767" y="1223836"/>
                <a:ext cx="7905" cy="9929"/>
              </a:xfrm>
              <a:custGeom>
                <a:avLst/>
                <a:gdLst/>
                <a:ahLst/>
                <a:cxnLst/>
                <a:rect l="l" t="t" r="r" b="b"/>
                <a:pathLst>
                  <a:path w="7905" h="9929" extrusionOk="0">
                    <a:moveTo>
                      <a:pt x="5755" y="8159"/>
                    </a:moveTo>
                    <a:cubicBezTo>
                      <a:pt x="6388" y="8791"/>
                      <a:pt x="7147" y="9297"/>
                      <a:pt x="7906" y="9930"/>
                    </a:cubicBezTo>
                    <a:lnTo>
                      <a:pt x="0" y="0"/>
                    </a:lnTo>
                    <a:cubicBezTo>
                      <a:pt x="1486" y="3000"/>
                      <a:pt x="3427" y="5752"/>
                      <a:pt x="5755" y="815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5" name="Google Shape;2246;p123">
                <a:extLst>
                  <a:ext uri="{FF2B5EF4-FFF2-40B4-BE49-F238E27FC236}">
                    <a16:creationId xmlns:a16="http://schemas.microsoft.com/office/drawing/2014/main" id="{30BEBAF8-4711-27A3-7EEB-49DEE6C5663B}"/>
                  </a:ext>
                </a:extLst>
              </p:cNvPr>
              <p:cNvSpPr/>
              <p:nvPr/>
            </p:nvSpPr>
            <p:spPr>
              <a:xfrm>
                <a:off x="7637857" y="1065974"/>
                <a:ext cx="57996" cy="111249"/>
              </a:xfrm>
              <a:custGeom>
                <a:avLst/>
                <a:gdLst/>
                <a:ahLst/>
                <a:cxnLst/>
                <a:rect l="l" t="t" r="r" b="b"/>
                <a:pathLst>
                  <a:path w="57996" h="111249" extrusionOk="0">
                    <a:moveTo>
                      <a:pt x="56099" y="2087"/>
                    </a:moveTo>
                    <a:cubicBezTo>
                      <a:pt x="51425" y="2077"/>
                      <a:pt x="46777" y="1374"/>
                      <a:pt x="42312" y="0"/>
                    </a:cubicBezTo>
                    <a:cubicBezTo>
                      <a:pt x="35731" y="36542"/>
                      <a:pt x="21295" y="71220"/>
                      <a:pt x="0" y="101636"/>
                    </a:cubicBezTo>
                    <a:cubicBezTo>
                      <a:pt x="4269" y="103852"/>
                      <a:pt x="8173" y="106711"/>
                      <a:pt x="11574" y="110111"/>
                    </a:cubicBezTo>
                    <a:lnTo>
                      <a:pt x="12586" y="111250"/>
                    </a:lnTo>
                    <a:cubicBezTo>
                      <a:pt x="35529" y="78577"/>
                      <a:pt x="51033" y="41272"/>
                      <a:pt x="57997" y="1961"/>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6" name="Google Shape;2247;p123">
                <a:extLst>
                  <a:ext uri="{FF2B5EF4-FFF2-40B4-BE49-F238E27FC236}">
                    <a16:creationId xmlns:a16="http://schemas.microsoft.com/office/drawing/2014/main" id="{163A4910-6BD8-B645-BDF8-162370531D9A}"/>
                  </a:ext>
                </a:extLst>
              </p:cNvPr>
              <p:cNvSpPr/>
              <p:nvPr/>
            </p:nvSpPr>
            <p:spPr>
              <a:xfrm>
                <a:off x="7271157" y="1233007"/>
                <a:ext cx="110996" cy="56731"/>
              </a:xfrm>
              <a:custGeom>
                <a:avLst/>
                <a:gdLst/>
                <a:ahLst/>
                <a:cxnLst/>
                <a:rect l="l" t="t" r="r" b="b"/>
                <a:pathLst>
                  <a:path w="110996" h="56731" extrusionOk="0">
                    <a:moveTo>
                      <a:pt x="108846" y="55467"/>
                    </a:moveTo>
                    <a:cubicBezTo>
                      <a:pt x="108841" y="50622"/>
                      <a:pt x="109566" y="45803"/>
                      <a:pt x="110997" y="41173"/>
                    </a:cubicBezTo>
                    <a:cubicBezTo>
                      <a:pt x="74663" y="34871"/>
                      <a:pt x="40108" y="20829"/>
                      <a:pt x="9677" y="0"/>
                    </a:cubicBezTo>
                    <a:cubicBezTo>
                      <a:pt x="7483" y="4137"/>
                      <a:pt x="4668" y="7913"/>
                      <a:pt x="1328" y="11195"/>
                    </a:cubicBezTo>
                    <a:lnTo>
                      <a:pt x="0" y="12459"/>
                    </a:lnTo>
                    <a:cubicBezTo>
                      <a:pt x="32732" y="34986"/>
                      <a:pt x="69987" y="50097"/>
                      <a:pt x="109163" y="56732"/>
                    </a:cubicBezTo>
                    <a:cubicBezTo>
                      <a:pt x="109032" y="56314"/>
                      <a:pt x="108926" y="55897"/>
                      <a:pt x="108846" y="5546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7" name="Google Shape;2248;p123">
                <a:extLst>
                  <a:ext uri="{FF2B5EF4-FFF2-40B4-BE49-F238E27FC236}">
                    <a16:creationId xmlns:a16="http://schemas.microsoft.com/office/drawing/2014/main" id="{0E0DEC18-1FB3-C2FE-E102-99BCDB941D03}"/>
                  </a:ext>
                </a:extLst>
              </p:cNvPr>
              <p:cNvSpPr/>
              <p:nvPr/>
            </p:nvSpPr>
            <p:spPr>
              <a:xfrm>
                <a:off x="7472659" y="1231615"/>
                <a:ext cx="110806" cy="57870"/>
              </a:xfrm>
              <a:custGeom>
                <a:avLst/>
                <a:gdLst/>
                <a:ahLst/>
                <a:cxnLst/>
                <a:rect l="l" t="t" r="r" b="b"/>
                <a:pathLst>
                  <a:path w="110806" h="57870" extrusionOk="0">
                    <a:moveTo>
                      <a:pt x="110807" y="12586"/>
                    </a:moveTo>
                    <a:lnTo>
                      <a:pt x="109669" y="11574"/>
                    </a:lnTo>
                    <a:cubicBezTo>
                      <a:pt x="106277" y="8165"/>
                      <a:pt x="103420" y="4263"/>
                      <a:pt x="101194" y="0"/>
                    </a:cubicBezTo>
                    <a:cubicBezTo>
                      <a:pt x="70911" y="21228"/>
                      <a:pt x="36387" y="35642"/>
                      <a:pt x="0" y="42248"/>
                    </a:cubicBezTo>
                    <a:cubicBezTo>
                      <a:pt x="1524" y="46966"/>
                      <a:pt x="2314" y="51900"/>
                      <a:pt x="2340" y="56858"/>
                    </a:cubicBezTo>
                    <a:cubicBezTo>
                      <a:pt x="2340" y="56858"/>
                      <a:pt x="2340" y="57554"/>
                      <a:pt x="2340" y="57870"/>
                    </a:cubicBezTo>
                    <a:cubicBezTo>
                      <a:pt x="41360" y="50850"/>
                      <a:pt x="78378" y="35394"/>
                      <a:pt x="110807" y="1258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8" name="Google Shape;2249;p123">
                <a:extLst>
                  <a:ext uri="{FF2B5EF4-FFF2-40B4-BE49-F238E27FC236}">
                    <a16:creationId xmlns:a16="http://schemas.microsoft.com/office/drawing/2014/main" id="{978C4450-CFEF-9CB3-FF18-03BA9233BAF0}"/>
                  </a:ext>
                </a:extLst>
              </p:cNvPr>
              <p:cNvSpPr/>
              <p:nvPr/>
            </p:nvSpPr>
            <p:spPr>
              <a:xfrm>
                <a:off x="7456658" y="1276520"/>
                <a:ext cx="2156" cy="15495"/>
              </a:xfrm>
              <a:custGeom>
                <a:avLst/>
                <a:gdLst/>
                <a:ahLst/>
                <a:cxnLst/>
                <a:rect l="l" t="t" r="r" b="b"/>
                <a:pathLst>
                  <a:path w="2156" h="15495" extrusionOk="0">
                    <a:moveTo>
                      <a:pt x="0" y="0"/>
                    </a:moveTo>
                    <a:lnTo>
                      <a:pt x="1771" y="15495"/>
                    </a:lnTo>
                    <a:lnTo>
                      <a:pt x="1771" y="15495"/>
                    </a:lnTo>
                    <a:cubicBezTo>
                      <a:pt x="1963" y="14344"/>
                      <a:pt x="2090" y="13180"/>
                      <a:pt x="2150" y="12017"/>
                    </a:cubicBezTo>
                    <a:cubicBezTo>
                      <a:pt x="2231" y="7906"/>
                      <a:pt x="1500" y="3826"/>
                      <a:pt x="0"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9" name="Google Shape;2250;p123">
                <a:extLst>
                  <a:ext uri="{FF2B5EF4-FFF2-40B4-BE49-F238E27FC236}">
                    <a16:creationId xmlns:a16="http://schemas.microsoft.com/office/drawing/2014/main" id="{258EEFEB-399A-977C-5664-72E64A46B53F}"/>
                  </a:ext>
                </a:extLst>
              </p:cNvPr>
              <p:cNvSpPr/>
              <p:nvPr/>
            </p:nvSpPr>
            <p:spPr>
              <a:xfrm>
                <a:off x="7418647" y="804831"/>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0" name="Google Shape;2251;p123">
                <a:extLst>
                  <a:ext uri="{FF2B5EF4-FFF2-40B4-BE49-F238E27FC236}">
                    <a16:creationId xmlns:a16="http://schemas.microsoft.com/office/drawing/2014/main" id="{A52950E0-147F-C031-5A74-079605CDAA83}"/>
                  </a:ext>
                </a:extLst>
              </p:cNvPr>
              <p:cNvSpPr/>
              <p:nvPr/>
            </p:nvSpPr>
            <p:spPr>
              <a:xfrm>
                <a:off x="7418647" y="1180892"/>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1" name="Google Shape;2252;p123">
                <a:extLst>
                  <a:ext uri="{FF2B5EF4-FFF2-40B4-BE49-F238E27FC236}">
                    <a16:creationId xmlns:a16="http://schemas.microsoft.com/office/drawing/2014/main" id="{B72F0442-965A-A232-560E-E57BD17A674B}"/>
                  </a:ext>
                </a:extLst>
              </p:cNvPr>
              <p:cNvSpPr/>
              <p:nvPr/>
            </p:nvSpPr>
            <p:spPr>
              <a:xfrm>
                <a:off x="7582391"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2" name="Google Shape;2253;p123">
                <a:extLst>
                  <a:ext uri="{FF2B5EF4-FFF2-40B4-BE49-F238E27FC236}">
                    <a16:creationId xmlns:a16="http://schemas.microsoft.com/office/drawing/2014/main" id="{1BC8EAA6-024F-CBF8-F257-92C17E1D5EE7}"/>
                  </a:ext>
                </a:extLst>
              </p:cNvPr>
              <p:cNvSpPr/>
              <p:nvPr/>
            </p:nvSpPr>
            <p:spPr>
              <a:xfrm>
                <a:off x="7215943"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3" name="Google Shape;2254;p123">
                <a:extLst>
                  <a:ext uri="{FF2B5EF4-FFF2-40B4-BE49-F238E27FC236}">
                    <a16:creationId xmlns:a16="http://schemas.microsoft.com/office/drawing/2014/main" id="{BBB59B92-CD84-0ACA-A61F-0F8F2220F976}"/>
                  </a:ext>
                </a:extLst>
              </p:cNvPr>
              <p:cNvSpPr/>
              <p:nvPr/>
            </p:nvSpPr>
            <p:spPr>
              <a:xfrm rot="-2700000">
                <a:off x="7532082" y="879109"/>
                <a:ext cx="54295" cy="15820"/>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4" name="Google Shape;2255;p123">
                <a:extLst>
                  <a:ext uri="{FF2B5EF4-FFF2-40B4-BE49-F238E27FC236}">
                    <a16:creationId xmlns:a16="http://schemas.microsoft.com/office/drawing/2014/main" id="{86E1ABB5-1CE4-32CA-5160-FF932A4B828B}"/>
                  </a:ext>
                </a:extLst>
              </p:cNvPr>
              <p:cNvSpPr/>
              <p:nvPr/>
            </p:nvSpPr>
            <p:spPr>
              <a:xfrm rot="-2700000">
                <a:off x="7266196" y="1145018"/>
                <a:ext cx="54295" cy="15820"/>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5" name="Google Shape;2256;p123">
                <a:extLst>
                  <a:ext uri="{FF2B5EF4-FFF2-40B4-BE49-F238E27FC236}">
                    <a16:creationId xmlns:a16="http://schemas.microsoft.com/office/drawing/2014/main" id="{29FA5D53-DEE9-2184-85C6-B5B8765E90F8}"/>
                  </a:ext>
                </a:extLst>
              </p:cNvPr>
              <p:cNvSpPr/>
              <p:nvPr/>
            </p:nvSpPr>
            <p:spPr>
              <a:xfrm rot="-2700000">
                <a:off x="7546874" y="1123567"/>
                <a:ext cx="15820" cy="54295"/>
              </a:xfrm>
              <a:custGeom>
                <a:avLst/>
                <a:gdLst/>
                <a:ahLst/>
                <a:cxnLst/>
                <a:rect l="l" t="t" r="r" b="b"/>
                <a:pathLst>
                  <a:path w="15811" h="54265" extrusionOk="0">
                    <a:moveTo>
                      <a:pt x="0" y="0"/>
                    </a:moveTo>
                    <a:lnTo>
                      <a:pt x="15811" y="0"/>
                    </a:lnTo>
                    <a:lnTo>
                      <a:pt x="15811"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6" name="Google Shape;2257;p123">
                <a:extLst>
                  <a:ext uri="{FF2B5EF4-FFF2-40B4-BE49-F238E27FC236}">
                    <a16:creationId xmlns:a16="http://schemas.microsoft.com/office/drawing/2014/main" id="{D05D4670-D3D5-CC55-28C5-9BB7E45E1876}"/>
                  </a:ext>
                </a:extLst>
              </p:cNvPr>
              <p:cNvSpPr/>
              <p:nvPr/>
            </p:nvSpPr>
            <p:spPr>
              <a:xfrm rot="-2700000">
                <a:off x="7287709" y="864340"/>
                <a:ext cx="15820" cy="5429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7" name="Google Shape;2258;p123">
                <a:extLst>
                  <a:ext uri="{FF2B5EF4-FFF2-40B4-BE49-F238E27FC236}">
                    <a16:creationId xmlns:a16="http://schemas.microsoft.com/office/drawing/2014/main" id="{495CF1EE-824E-FA5A-2FED-5970FF319D41}"/>
                  </a:ext>
                </a:extLst>
              </p:cNvPr>
              <p:cNvSpPr/>
              <p:nvPr/>
            </p:nvSpPr>
            <p:spPr>
              <a:xfrm>
                <a:off x="7360207" y="991154"/>
                <a:ext cx="45031" cy="43449"/>
              </a:xfrm>
              <a:custGeom>
                <a:avLst/>
                <a:gdLst/>
                <a:ahLst/>
                <a:cxnLst/>
                <a:rect l="l" t="t" r="r" b="b"/>
                <a:pathLst>
                  <a:path w="45031" h="43449" extrusionOk="0">
                    <a:moveTo>
                      <a:pt x="33520" y="34596"/>
                    </a:moveTo>
                    <a:lnTo>
                      <a:pt x="10878" y="34596"/>
                    </a:lnTo>
                    <a:lnTo>
                      <a:pt x="7084" y="43450"/>
                    </a:lnTo>
                    <a:lnTo>
                      <a:pt x="0" y="43450"/>
                    </a:lnTo>
                    <a:lnTo>
                      <a:pt x="18974" y="0"/>
                    </a:lnTo>
                    <a:lnTo>
                      <a:pt x="26057" y="0"/>
                    </a:lnTo>
                    <a:lnTo>
                      <a:pt x="45031" y="43450"/>
                    </a:lnTo>
                    <a:lnTo>
                      <a:pt x="37315" y="43450"/>
                    </a:lnTo>
                    <a:close/>
                    <a:moveTo>
                      <a:pt x="31054" y="28903"/>
                    </a:moveTo>
                    <a:lnTo>
                      <a:pt x="22199" y="8285"/>
                    </a:lnTo>
                    <a:lnTo>
                      <a:pt x="13345" y="28903"/>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8" name="Google Shape;2259;p123">
                <a:extLst>
                  <a:ext uri="{FF2B5EF4-FFF2-40B4-BE49-F238E27FC236}">
                    <a16:creationId xmlns:a16="http://schemas.microsoft.com/office/drawing/2014/main" id="{71DF5D39-0BA0-3F07-D503-1796F6E4DB8B}"/>
                  </a:ext>
                </a:extLst>
              </p:cNvPr>
              <p:cNvSpPr/>
              <p:nvPr/>
            </p:nvSpPr>
            <p:spPr>
              <a:xfrm>
                <a:off x="7412891"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1" y="19608"/>
                      <a:pt x="27891" y="14485"/>
                    </a:cubicBezTo>
                    <a:cubicBezTo>
                      <a:pt x="27891" y="9362"/>
                      <a:pt x="23654" y="6263"/>
                      <a:pt x="17393" y="6263"/>
                    </a:cubicBezTo>
                    <a:lnTo>
                      <a:pt x="6388" y="6263"/>
                    </a:lnTo>
                    <a:lnTo>
                      <a:pt x="6388" y="227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9" name="Google Shape;2260;p123">
                <a:extLst>
                  <a:ext uri="{FF2B5EF4-FFF2-40B4-BE49-F238E27FC236}">
                    <a16:creationId xmlns:a16="http://schemas.microsoft.com/office/drawing/2014/main" id="{E83BE11A-3EE8-5841-331F-35A3D7CF7CF8}"/>
                  </a:ext>
                </a:extLst>
              </p:cNvPr>
              <p:cNvSpPr/>
              <p:nvPr/>
            </p:nvSpPr>
            <p:spPr>
              <a:xfrm>
                <a:off x="7455835"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2" y="19608"/>
                      <a:pt x="27892" y="14485"/>
                    </a:cubicBezTo>
                    <a:cubicBezTo>
                      <a:pt x="27892" y="9362"/>
                      <a:pt x="23654" y="6263"/>
                      <a:pt x="17393" y="6263"/>
                    </a:cubicBezTo>
                    <a:lnTo>
                      <a:pt x="6388" y="6263"/>
                    </a:lnTo>
                    <a:lnTo>
                      <a:pt x="6388" y="227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0" name="Google Shape;2261;p123">
                <a:extLst>
                  <a:ext uri="{FF2B5EF4-FFF2-40B4-BE49-F238E27FC236}">
                    <a16:creationId xmlns:a16="http://schemas.microsoft.com/office/drawing/2014/main" id="{36DCC7E6-798F-F874-698A-DD8A45E55E4C}"/>
                  </a:ext>
                </a:extLst>
              </p:cNvPr>
              <p:cNvSpPr/>
              <p:nvPr/>
            </p:nvSpPr>
            <p:spPr>
              <a:xfrm>
                <a:off x="7331431" y="921900"/>
                <a:ext cx="189738" cy="189738"/>
              </a:xfrm>
              <a:custGeom>
                <a:avLst/>
                <a:gdLst/>
                <a:ahLst/>
                <a:cxnLst/>
                <a:rect l="l" t="t" r="r" b="b"/>
                <a:pathLst>
                  <a:path w="189738" h="189738" extrusionOk="0">
                    <a:moveTo>
                      <a:pt x="168551" y="189738"/>
                    </a:moveTo>
                    <a:lnTo>
                      <a:pt x="21187" y="189738"/>
                    </a:lnTo>
                    <a:cubicBezTo>
                      <a:pt x="9486" y="189738"/>
                      <a:pt x="0" y="180252"/>
                      <a:pt x="0" y="168551"/>
                    </a:cubicBezTo>
                    <a:lnTo>
                      <a:pt x="0" y="21187"/>
                    </a:lnTo>
                    <a:cubicBezTo>
                      <a:pt x="0" y="9486"/>
                      <a:pt x="9486" y="0"/>
                      <a:pt x="21187" y="0"/>
                    </a:cubicBezTo>
                    <a:lnTo>
                      <a:pt x="168551" y="0"/>
                    </a:lnTo>
                    <a:cubicBezTo>
                      <a:pt x="180252" y="0"/>
                      <a:pt x="189738" y="9486"/>
                      <a:pt x="189738" y="21187"/>
                    </a:cubicBezTo>
                    <a:lnTo>
                      <a:pt x="189738" y="168551"/>
                    </a:lnTo>
                    <a:cubicBezTo>
                      <a:pt x="189738" y="180252"/>
                      <a:pt x="180252" y="189738"/>
                      <a:pt x="168551" y="189738"/>
                    </a:cubicBezTo>
                    <a:close/>
                    <a:moveTo>
                      <a:pt x="21187" y="15938"/>
                    </a:moveTo>
                    <a:cubicBezTo>
                      <a:pt x="18219" y="15938"/>
                      <a:pt x="15812" y="18345"/>
                      <a:pt x="15812" y="21314"/>
                    </a:cubicBezTo>
                    <a:lnTo>
                      <a:pt x="15812" y="168677"/>
                    </a:lnTo>
                    <a:cubicBezTo>
                      <a:pt x="15812" y="171646"/>
                      <a:pt x="18219" y="174053"/>
                      <a:pt x="21187" y="174053"/>
                    </a:cubicBezTo>
                    <a:lnTo>
                      <a:pt x="168551" y="174053"/>
                    </a:lnTo>
                    <a:cubicBezTo>
                      <a:pt x="171519" y="174053"/>
                      <a:pt x="173927" y="171646"/>
                      <a:pt x="173927" y="168677"/>
                    </a:cubicBezTo>
                    <a:lnTo>
                      <a:pt x="173927" y="21187"/>
                    </a:lnTo>
                    <a:cubicBezTo>
                      <a:pt x="173927" y="18219"/>
                      <a:pt x="171519" y="15812"/>
                      <a:pt x="168551" y="1581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41" name="Google Shape;2262;p123">
            <a:extLst>
              <a:ext uri="{FF2B5EF4-FFF2-40B4-BE49-F238E27FC236}">
                <a16:creationId xmlns:a16="http://schemas.microsoft.com/office/drawing/2014/main" id="{D5423B9C-23F0-3C4C-FF61-5959237D6DFE}"/>
              </a:ext>
            </a:extLst>
          </p:cNvPr>
          <p:cNvGrpSpPr/>
          <p:nvPr/>
        </p:nvGrpSpPr>
        <p:grpSpPr>
          <a:xfrm>
            <a:off x="8740330" y="4477550"/>
            <a:ext cx="567904" cy="567752"/>
            <a:chOff x="8740276" y="4477822"/>
            <a:chExt cx="567900" cy="567900"/>
          </a:xfrm>
        </p:grpSpPr>
        <p:sp>
          <p:nvSpPr>
            <p:cNvPr id="242" name="Google Shape;2263;p123">
              <a:extLst>
                <a:ext uri="{FF2B5EF4-FFF2-40B4-BE49-F238E27FC236}">
                  <a16:creationId xmlns:a16="http://schemas.microsoft.com/office/drawing/2014/main" id="{308DDB22-D0FE-C227-C85F-90051C80D618}"/>
                </a:ext>
              </a:extLst>
            </p:cNvPr>
            <p:cNvSpPr/>
            <p:nvPr/>
          </p:nvSpPr>
          <p:spPr>
            <a:xfrm>
              <a:off x="8740276" y="4477822"/>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43" name="Google Shape;2264;p123">
              <a:extLst>
                <a:ext uri="{FF2B5EF4-FFF2-40B4-BE49-F238E27FC236}">
                  <a16:creationId xmlns:a16="http://schemas.microsoft.com/office/drawing/2014/main" id="{28164BFD-88F8-E700-9350-83D19838EFDE}"/>
                </a:ext>
              </a:extLst>
            </p:cNvPr>
            <p:cNvGrpSpPr/>
            <p:nvPr/>
          </p:nvGrpSpPr>
          <p:grpSpPr>
            <a:xfrm>
              <a:off x="8882400" y="4620405"/>
              <a:ext cx="283735" cy="282753"/>
              <a:chOff x="1847259" y="4474380"/>
              <a:chExt cx="603050" cy="600962"/>
            </a:xfrm>
          </p:grpSpPr>
          <p:sp>
            <p:nvSpPr>
              <p:cNvPr id="244" name="Google Shape;2265;p123">
                <a:extLst>
                  <a:ext uri="{FF2B5EF4-FFF2-40B4-BE49-F238E27FC236}">
                    <a16:creationId xmlns:a16="http://schemas.microsoft.com/office/drawing/2014/main" id="{D51E3FAC-F4C2-729D-678F-AF33BDAFDBB5}"/>
                  </a:ext>
                </a:extLst>
              </p:cNvPr>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5" name="Google Shape;2266;p123">
                <a:extLst>
                  <a:ext uri="{FF2B5EF4-FFF2-40B4-BE49-F238E27FC236}">
                    <a16:creationId xmlns:a16="http://schemas.microsoft.com/office/drawing/2014/main" id="{A8423544-9349-C439-B16D-23F5A28EE60E}"/>
                  </a:ext>
                </a:extLst>
              </p:cNvPr>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6" name="Google Shape;2267;p123">
                <a:extLst>
                  <a:ext uri="{FF2B5EF4-FFF2-40B4-BE49-F238E27FC236}">
                    <a16:creationId xmlns:a16="http://schemas.microsoft.com/office/drawing/2014/main" id="{7115CCE9-2D0B-C6B1-3E93-FBCE9910A102}"/>
                  </a:ext>
                </a:extLst>
              </p:cNvPr>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47" name="Google Shape;2268;p123">
            <a:extLst>
              <a:ext uri="{FF2B5EF4-FFF2-40B4-BE49-F238E27FC236}">
                <a16:creationId xmlns:a16="http://schemas.microsoft.com/office/drawing/2014/main" id="{520A4FBD-6E1C-0307-75F8-A510738D37DB}"/>
              </a:ext>
            </a:extLst>
          </p:cNvPr>
          <p:cNvGrpSpPr/>
          <p:nvPr/>
        </p:nvGrpSpPr>
        <p:grpSpPr>
          <a:xfrm>
            <a:off x="8740330" y="3537878"/>
            <a:ext cx="567904" cy="567752"/>
            <a:chOff x="8740276" y="3537905"/>
            <a:chExt cx="567900" cy="567900"/>
          </a:xfrm>
        </p:grpSpPr>
        <p:sp>
          <p:nvSpPr>
            <p:cNvPr id="248" name="Google Shape;2269;p123">
              <a:extLst>
                <a:ext uri="{FF2B5EF4-FFF2-40B4-BE49-F238E27FC236}">
                  <a16:creationId xmlns:a16="http://schemas.microsoft.com/office/drawing/2014/main" id="{EB930D79-5C8C-DCD2-A764-05D64584EAB1}"/>
                </a:ext>
              </a:extLst>
            </p:cNvPr>
            <p:cNvSpPr/>
            <p:nvPr/>
          </p:nvSpPr>
          <p:spPr>
            <a:xfrm>
              <a:off x="8740276" y="3537905"/>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49" name="Google Shape;2270;p123">
              <a:extLst>
                <a:ext uri="{FF2B5EF4-FFF2-40B4-BE49-F238E27FC236}">
                  <a16:creationId xmlns:a16="http://schemas.microsoft.com/office/drawing/2014/main" id="{25E0EA2B-EF22-CF6E-930C-5BFD6BA60E39}"/>
                </a:ext>
              </a:extLst>
            </p:cNvPr>
            <p:cNvGrpSpPr/>
            <p:nvPr/>
          </p:nvGrpSpPr>
          <p:grpSpPr>
            <a:xfrm>
              <a:off x="8868547" y="3645159"/>
              <a:ext cx="311443" cy="365859"/>
              <a:chOff x="1893239" y="713314"/>
              <a:chExt cx="510395" cy="599572"/>
            </a:xfrm>
          </p:grpSpPr>
          <p:sp>
            <p:nvSpPr>
              <p:cNvPr id="250" name="Google Shape;2271;p123">
                <a:extLst>
                  <a:ext uri="{FF2B5EF4-FFF2-40B4-BE49-F238E27FC236}">
                    <a16:creationId xmlns:a16="http://schemas.microsoft.com/office/drawing/2014/main" id="{2F119381-0DDB-F1D2-C1CB-B89DDF5A01F3}"/>
                  </a:ext>
                </a:extLst>
              </p:cNvPr>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1" name="Google Shape;2272;p123">
                <a:extLst>
                  <a:ext uri="{FF2B5EF4-FFF2-40B4-BE49-F238E27FC236}">
                    <a16:creationId xmlns:a16="http://schemas.microsoft.com/office/drawing/2014/main" id="{4F76C8CE-7FC5-9968-AC7D-D87B4F120FCE}"/>
                  </a:ext>
                </a:extLst>
              </p:cNvPr>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52" name="Google Shape;2273;p123">
            <a:extLst>
              <a:ext uri="{FF2B5EF4-FFF2-40B4-BE49-F238E27FC236}">
                <a16:creationId xmlns:a16="http://schemas.microsoft.com/office/drawing/2014/main" id="{A36459C2-987A-F10E-F77A-9C78E1804D6F}"/>
              </a:ext>
            </a:extLst>
          </p:cNvPr>
          <p:cNvGrpSpPr/>
          <p:nvPr/>
        </p:nvGrpSpPr>
        <p:grpSpPr>
          <a:xfrm>
            <a:off x="8740330" y="5427659"/>
            <a:ext cx="567904" cy="567752"/>
            <a:chOff x="8740276" y="5428179"/>
            <a:chExt cx="567900" cy="567900"/>
          </a:xfrm>
        </p:grpSpPr>
        <p:sp>
          <p:nvSpPr>
            <p:cNvPr id="253" name="Google Shape;2274;p123">
              <a:extLst>
                <a:ext uri="{FF2B5EF4-FFF2-40B4-BE49-F238E27FC236}">
                  <a16:creationId xmlns:a16="http://schemas.microsoft.com/office/drawing/2014/main" id="{661C504C-A614-3E80-5197-D7E699458217}"/>
                </a:ext>
              </a:extLst>
            </p:cNvPr>
            <p:cNvSpPr/>
            <p:nvPr/>
          </p:nvSpPr>
          <p:spPr>
            <a:xfrm>
              <a:off x="8740276" y="5428179"/>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54" name="Google Shape;2275;p123">
              <a:extLst>
                <a:ext uri="{FF2B5EF4-FFF2-40B4-BE49-F238E27FC236}">
                  <a16:creationId xmlns:a16="http://schemas.microsoft.com/office/drawing/2014/main" id="{8DACE74C-0D06-BBE2-3F8B-44CF14EA0EB1}"/>
                </a:ext>
              </a:extLst>
            </p:cNvPr>
            <p:cNvGrpSpPr/>
            <p:nvPr/>
          </p:nvGrpSpPr>
          <p:grpSpPr>
            <a:xfrm>
              <a:off x="8898803" y="5516183"/>
              <a:ext cx="250852" cy="365473"/>
              <a:chOff x="5912431" y="1949843"/>
              <a:chExt cx="411098" cy="598939"/>
            </a:xfrm>
          </p:grpSpPr>
          <p:sp>
            <p:nvSpPr>
              <p:cNvPr id="255" name="Google Shape;2276;p123">
                <a:extLst>
                  <a:ext uri="{FF2B5EF4-FFF2-40B4-BE49-F238E27FC236}">
                    <a16:creationId xmlns:a16="http://schemas.microsoft.com/office/drawing/2014/main" id="{697F2FA6-0EE8-BCB4-74BE-58489B918268}"/>
                  </a:ext>
                </a:extLst>
              </p:cNvPr>
              <p:cNvSpPr/>
              <p:nvPr/>
            </p:nvSpPr>
            <p:spPr>
              <a:xfrm>
                <a:off x="5958601" y="2179426"/>
                <a:ext cx="166336" cy="166336"/>
              </a:xfrm>
              <a:custGeom>
                <a:avLst/>
                <a:gdLst/>
                <a:ahLst/>
                <a:cxnLst/>
                <a:rect l="l" t="t" r="r" b="b"/>
                <a:pathLst>
                  <a:path w="166336" h="166336" extrusionOk="0">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56" name="Google Shape;2277;p123">
                <a:extLst>
                  <a:ext uri="{FF2B5EF4-FFF2-40B4-BE49-F238E27FC236}">
                    <a16:creationId xmlns:a16="http://schemas.microsoft.com/office/drawing/2014/main" id="{4C4A3BF5-DE43-5FD6-1912-4E637A3AFB1E}"/>
                  </a:ext>
                </a:extLst>
              </p:cNvPr>
              <p:cNvGrpSpPr/>
              <p:nvPr/>
            </p:nvGrpSpPr>
            <p:grpSpPr>
              <a:xfrm>
                <a:off x="5912431" y="1949843"/>
                <a:ext cx="411098" cy="598939"/>
                <a:chOff x="5912431" y="1949843"/>
                <a:chExt cx="411098" cy="598939"/>
              </a:xfrm>
            </p:grpSpPr>
            <p:sp>
              <p:nvSpPr>
                <p:cNvPr id="257" name="Google Shape;2278;p123">
                  <a:extLst>
                    <a:ext uri="{FF2B5EF4-FFF2-40B4-BE49-F238E27FC236}">
                      <a16:creationId xmlns:a16="http://schemas.microsoft.com/office/drawing/2014/main" id="{770000B5-D72D-3D94-69CC-12D27AEC43A3}"/>
                    </a:ext>
                  </a:extLst>
                </p:cNvPr>
                <p:cNvSpPr/>
                <p:nvPr/>
              </p:nvSpPr>
              <p:spPr>
                <a:xfrm>
                  <a:off x="5912431" y="1949843"/>
                  <a:ext cx="411098" cy="598939"/>
                </a:xfrm>
                <a:custGeom>
                  <a:avLst/>
                  <a:gdLst/>
                  <a:ahLst/>
                  <a:cxnLst/>
                  <a:rect l="l" t="t" r="r" b="b"/>
                  <a:pathLst>
                    <a:path w="411098" h="598939" extrusionOk="0">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8" name="Google Shape;2279;p123">
                  <a:extLst>
                    <a:ext uri="{FF2B5EF4-FFF2-40B4-BE49-F238E27FC236}">
                      <a16:creationId xmlns:a16="http://schemas.microsoft.com/office/drawing/2014/main" id="{BD215586-5D38-535A-FC3B-8EDF53FFA1C1}"/>
                    </a:ext>
                  </a:extLst>
                </p:cNvPr>
                <p:cNvSpPr/>
                <p:nvPr/>
              </p:nvSpPr>
              <p:spPr>
                <a:xfrm>
                  <a:off x="6084460" y="2289474"/>
                  <a:ext cx="67673" cy="106253"/>
                </a:xfrm>
                <a:custGeom>
                  <a:avLst/>
                  <a:gdLst/>
                  <a:ahLst/>
                  <a:cxnLst/>
                  <a:rect l="l" t="t" r="r" b="b"/>
                  <a:pathLst>
                    <a:path w="67673" h="106253" extrusionOk="0">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spTree>
    <p:extLst>
      <p:ext uri="{BB962C8B-B14F-4D97-AF65-F5344CB8AC3E}">
        <p14:creationId xmlns:p14="http://schemas.microsoft.com/office/powerpoint/2010/main" val="1200643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sp>
        <p:nvSpPr>
          <p:cNvPr id="1759" name="Google Shape;1759;p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Modernize Infrastructure</a:t>
            </a:r>
            <a:endParaRPr/>
          </a:p>
        </p:txBody>
      </p:sp>
      <p:sp>
        <p:nvSpPr>
          <p:cNvPr id="1760" name="Google Shape;1760;p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Infrastructure transformation and modernization</a:t>
            </a:r>
            <a:endParaRPr/>
          </a:p>
          <a:p>
            <a:pPr marL="0" lvl="0" indent="0" algn="l" rtl="0">
              <a:lnSpc>
                <a:spcPct val="100000"/>
              </a:lnSpc>
              <a:spcBef>
                <a:spcPts val="600"/>
              </a:spcBef>
              <a:spcAft>
                <a:spcPts val="600"/>
              </a:spcAft>
              <a:buSzPts val="1800"/>
              <a:buNone/>
            </a:pPr>
            <a:endParaRPr/>
          </a:p>
        </p:txBody>
      </p:sp>
      <p:sp>
        <p:nvSpPr>
          <p:cNvPr id="1761" name="Google Shape;1761;p5"/>
          <p:cNvSpPr txBox="1"/>
          <p:nvPr/>
        </p:nvSpPr>
        <p:spPr>
          <a:xfrm>
            <a:off x="1726438" y="1797746"/>
            <a:ext cx="350750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5"/>
                </a:solidFill>
                <a:latin typeface="Arial"/>
                <a:ea typeface="Arial"/>
                <a:cs typeface="Arial"/>
                <a:sym typeface="Arial"/>
              </a:rPr>
              <a:t>Build</a:t>
            </a:r>
            <a:r>
              <a:rPr lang="en-US" sz="2000">
                <a:solidFill>
                  <a:schemeClr val="dk1"/>
                </a:solidFill>
                <a:latin typeface="Arial"/>
                <a:ea typeface="Arial"/>
                <a:cs typeface="Arial"/>
                <a:sym typeface="Arial"/>
              </a:rPr>
              <a:t> or </a:t>
            </a:r>
            <a:r>
              <a:rPr lang="en-US" sz="2000">
                <a:solidFill>
                  <a:schemeClr val="accent5"/>
                </a:solidFill>
                <a:latin typeface="Arial"/>
                <a:ea typeface="Arial"/>
                <a:cs typeface="Arial"/>
                <a:sym typeface="Arial"/>
              </a:rPr>
              <a:t>modernize</a:t>
            </a:r>
            <a:r>
              <a:rPr lang="en-US" sz="2000">
                <a:solidFill>
                  <a:schemeClr val="dk1"/>
                </a:solidFill>
                <a:latin typeface="Arial"/>
                <a:ea typeface="Arial"/>
                <a:cs typeface="Arial"/>
                <a:sym typeface="Arial"/>
              </a:rPr>
              <a:t> a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private cloud infrastructure</a:t>
            </a:r>
            <a:endParaRPr/>
          </a:p>
        </p:txBody>
      </p:sp>
      <p:sp>
        <p:nvSpPr>
          <p:cNvPr id="1762" name="Google Shape;1762;p5"/>
          <p:cNvSpPr txBox="1"/>
          <p:nvPr/>
        </p:nvSpPr>
        <p:spPr>
          <a:xfrm>
            <a:off x="1726439" y="2999600"/>
            <a:ext cx="3464463"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dirty="0">
                <a:solidFill>
                  <a:schemeClr val="accent5"/>
                </a:solidFill>
                <a:latin typeface="Arial"/>
                <a:ea typeface="Arial"/>
                <a:cs typeface="Arial"/>
                <a:sym typeface="Arial"/>
              </a:rPr>
              <a:t>Automate</a:t>
            </a:r>
            <a:r>
              <a:rPr lang="en-US" sz="2000" dirty="0">
                <a:solidFill>
                  <a:schemeClr val="dk1"/>
                </a:solidFill>
                <a:latin typeface="Arial"/>
                <a:ea typeface="Arial"/>
                <a:cs typeface="Arial"/>
                <a:sym typeface="Arial"/>
              </a:rPr>
              <a:t> to provide </a:t>
            </a:r>
            <a:r>
              <a:rPr lang="en-US" sz="2000" dirty="0">
                <a:solidFill>
                  <a:schemeClr val="accent5"/>
                </a:solidFill>
                <a:latin typeface="Arial"/>
                <a:ea typeface="Arial"/>
                <a:cs typeface="Arial"/>
                <a:sym typeface="Arial"/>
              </a:rPr>
              <a:t>IaaS</a:t>
            </a:r>
            <a:r>
              <a:rPr lang="en-US" sz="2000" dirty="0">
                <a:solidFill>
                  <a:schemeClr val="dk1"/>
                </a:solidFill>
                <a:latin typeface="Arial"/>
                <a:ea typeface="Arial"/>
                <a:cs typeface="Arial"/>
                <a:sym typeface="Arial"/>
              </a:rPr>
              <a:t> via a self-service catalog</a:t>
            </a:r>
            <a:endParaRPr dirty="0"/>
          </a:p>
        </p:txBody>
      </p:sp>
      <p:sp>
        <p:nvSpPr>
          <p:cNvPr id="1763" name="Google Shape;1763;p5"/>
          <p:cNvSpPr txBox="1"/>
          <p:nvPr/>
        </p:nvSpPr>
        <p:spPr>
          <a:xfrm>
            <a:off x="1726439" y="4201454"/>
            <a:ext cx="3080315"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5"/>
                </a:solidFill>
                <a:latin typeface="Arial"/>
                <a:ea typeface="Arial"/>
                <a:cs typeface="Arial"/>
                <a:sym typeface="Arial"/>
              </a:rPr>
              <a:t>Extend</a:t>
            </a:r>
            <a:r>
              <a:rPr lang="en-US" sz="2000">
                <a:solidFill>
                  <a:schemeClr val="dk1"/>
                </a:solidFill>
                <a:latin typeface="Arial"/>
                <a:ea typeface="Arial"/>
                <a:cs typeface="Arial"/>
                <a:sym typeface="Arial"/>
              </a:rPr>
              <a:t> your data center into the cloud</a:t>
            </a:r>
            <a:endParaRPr/>
          </a:p>
        </p:txBody>
      </p:sp>
      <p:sp>
        <p:nvSpPr>
          <p:cNvPr id="1764" name="Google Shape;1764;p5"/>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1765" name="Google Shape;1765;p5"/>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66" name="Google Shape;1766;p5"/>
          <p:cNvSpPr/>
          <p:nvPr/>
        </p:nvSpPr>
        <p:spPr>
          <a:xfrm>
            <a:off x="4930707"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5"/>
              </a:gs>
              <a:gs pos="52999">
                <a:schemeClr val="accent5"/>
              </a:gs>
              <a:gs pos="100000">
                <a:schemeClr val="accent2"/>
              </a:gs>
            </a:gsLst>
            <a:lin ang="189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pic>
        <p:nvPicPr>
          <p:cNvPr id="1767" name="Google Shape;1767;p5"/>
          <p:cNvPicPr preferRelativeResize="0"/>
          <p:nvPr/>
        </p:nvPicPr>
        <p:blipFill rotWithShape="1">
          <a:blip r:embed="rId3">
            <a:alphaModFix/>
          </a:blip>
          <a:srcRect/>
          <a:stretch/>
        </p:blipFill>
        <p:spPr>
          <a:xfrm>
            <a:off x="8616820" y="2853120"/>
            <a:ext cx="2892032" cy="1134516"/>
          </a:xfrm>
          <a:prstGeom prst="rect">
            <a:avLst/>
          </a:prstGeom>
          <a:noFill/>
          <a:ln>
            <a:noFill/>
          </a:ln>
        </p:spPr>
      </p:pic>
      <p:grpSp>
        <p:nvGrpSpPr>
          <p:cNvPr id="1768" name="Google Shape;1768;p5"/>
          <p:cNvGrpSpPr/>
          <p:nvPr/>
        </p:nvGrpSpPr>
        <p:grpSpPr>
          <a:xfrm>
            <a:off x="5966224" y="4557571"/>
            <a:ext cx="4591363" cy="1482880"/>
            <a:chOff x="2244725" y="4130892"/>
            <a:chExt cx="5212079" cy="1683353"/>
          </a:xfrm>
        </p:grpSpPr>
        <p:grpSp>
          <p:nvGrpSpPr>
            <p:cNvPr id="1769" name="Google Shape;1769;p5"/>
            <p:cNvGrpSpPr/>
            <p:nvPr/>
          </p:nvGrpSpPr>
          <p:grpSpPr>
            <a:xfrm>
              <a:off x="2244725" y="4130892"/>
              <a:ext cx="1634585" cy="1683353"/>
              <a:chOff x="2244725" y="4130892"/>
              <a:chExt cx="1634585" cy="1683353"/>
            </a:xfrm>
          </p:grpSpPr>
          <p:sp>
            <p:nvSpPr>
              <p:cNvPr id="1770" name="Google Shape;1770;p5"/>
              <p:cNvSpPr/>
              <p:nvPr/>
            </p:nvSpPr>
            <p:spPr>
              <a:xfrm>
                <a:off x="2288825"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1" name="Google Shape;1771;p5"/>
              <p:cNvSpPr/>
              <p:nvPr/>
            </p:nvSpPr>
            <p:spPr>
              <a:xfrm>
                <a:off x="2244725"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72" name="Google Shape;1772;p5"/>
              <p:cNvGrpSpPr/>
              <p:nvPr/>
            </p:nvGrpSpPr>
            <p:grpSpPr>
              <a:xfrm>
                <a:off x="2496375" y="4130892"/>
                <a:ext cx="201358" cy="1683352"/>
                <a:chOff x="2496375" y="4130892"/>
                <a:chExt cx="201358" cy="1683352"/>
              </a:xfrm>
            </p:grpSpPr>
            <p:sp>
              <p:nvSpPr>
                <p:cNvPr id="1773" name="Google Shape;1773;p5"/>
                <p:cNvSpPr/>
                <p:nvPr/>
              </p:nvSpPr>
              <p:spPr>
                <a:xfrm>
                  <a:off x="249637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4" name="Google Shape;1774;p5"/>
                <p:cNvSpPr/>
                <p:nvPr/>
              </p:nvSpPr>
              <p:spPr>
                <a:xfrm>
                  <a:off x="249637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5" name="Google Shape;1775;p5"/>
                <p:cNvSpPr/>
                <p:nvPr/>
              </p:nvSpPr>
              <p:spPr>
                <a:xfrm>
                  <a:off x="249637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776" name="Google Shape;1776;p5"/>
            <p:cNvGrpSpPr/>
            <p:nvPr/>
          </p:nvGrpSpPr>
          <p:grpSpPr>
            <a:xfrm>
              <a:off x="4033520" y="4130892"/>
              <a:ext cx="1634585" cy="1683353"/>
              <a:chOff x="4033520" y="4130892"/>
              <a:chExt cx="1634585" cy="1683353"/>
            </a:xfrm>
          </p:grpSpPr>
          <p:sp>
            <p:nvSpPr>
              <p:cNvPr id="1777" name="Google Shape;1777;p5"/>
              <p:cNvSpPr/>
              <p:nvPr/>
            </p:nvSpPr>
            <p:spPr>
              <a:xfrm>
                <a:off x="40776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8" name="Google Shape;1778;p5"/>
              <p:cNvSpPr/>
              <p:nvPr/>
            </p:nvSpPr>
            <p:spPr>
              <a:xfrm>
                <a:off x="4033520"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79" name="Google Shape;1779;p5"/>
              <p:cNvGrpSpPr/>
              <p:nvPr/>
            </p:nvGrpSpPr>
            <p:grpSpPr>
              <a:xfrm>
                <a:off x="4285170" y="4130892"/>
                <a:ext cx="201358" cy="1683352"/>
                <a:chOff x="4285170" y="4130892"/>
                <a:chExt cx="201358" cy="1683352"/>
              </a:xfrm>
            </p:grpSpPr>
            <p:sp>
              <p:nvSpPr>
                <p:cNvPr id="1780" name="Google Shape;1780;p5"/>
                <p:cNvSpPr/>
                <p:nvPr/>
              </p:nvSpPr>
              <p:spPr>
                <a:xfrm>
                  <a:off x="4285170"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1" name="Google Shape;1781;p5"/>
                <p:cNvSpPr/>
                <p:nvPr/>
              </p:nvSpPr>
              <p:spPr>
                <a:xfrm>
                  <a:off x="4285170"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2" name="Google Shape;1782;p5"/>
                <p:cNvSpPr/>
                <p:nvPr/>
              </p:nvSpPr>
              <p:spPr>
                <a:xfrm>
                  <a:off x="4285170"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783" name="Google Shape;1783;p5"/>
            <p:cNvGrpSpPr/>
            <p:nvPr/>
          </p:nvGrpSpPr>
          <p:grpSpPr>
            <a:xfrm>
              <a:off x="5822219" y="4130892"/>
              <a:ext cx="1634585" cy="1683353"/>
              <a:chOff x="5822219" y="4130892"/>
              <a:chExt cx="1634585" cy="1683353"/>
            </a:xfrm>
          </p:grpSpPr>
          <p:sp>
            <p:nvSpPr>
              <p:cNvPr id="1784" name="Google Shape;1784;p5"/>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5" name="Google Shape;1785;p5"/>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86" name="Google Shape;1786;p5"/>
              <p:cNvGrpSpPr/>
              <p:nvPr/>
            </p:nvGrpSpPr>
            <p:grpSpPr>
              <a:xfrm>
                <a:off x="6073965" y="4130892"/>
                <a:ext cx="201358" cy="1683352"/>
                <a:chOff x="6073965" y="4130892"/>
                <a:chExt cx="201358" cy="1683352"/>
              </a:xfrm>
            </p:grpSpPr>
            <p:sp>
              <p:nvSpPr>
                <p:cNvPr id="1787" name="Google Shape;1787;p5"/>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8" name="Google Shape;1788;p5"/>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9" name="Google Shape;1789;p5"/>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pic>
        <p:nvPicPr>
          <p:cNvPr id="1790" name="Google Shape;1790;p5"/>
          <p:cNvPicPr preferRelativeResize="0"/>
          <p:nvPr/>
        </p:nvPicPr>
        <p:blipFill rotWithShape="1">
          <a:blip r:embed="rId4">
            <a:alphaModFix/>
          </a:blip>
          <a:srcRect/>
          <a:stretch/>
        </p:blipFill>
        <p:spPr>
          <a:xfrm>
            <a:off x="5233948" y="5392722"/>
            <a:ext cx="1627562" cy="665821"/>
          </a:xfrm>
          <a:prstGeom prst="rect">
            <a:avLst/>
          </a:prstGeom>
          <a:noFill/>
          <a:ln>
            <a:noFill/>
          </a:ln>
        </p:spPr>
      </p:pic>
      <p:grpSp>
        <p:nvGrpSpPr>
          <p:cNvPr id="1791" name="Google Shape;1791;p5"/>
          <p:cNvGrpSpPr/>
          <p:nvPr/>
        </p:nvGrpSpPr>
        <p:grpSpPr>
          <a:xfrm>
            <a:off x="8925770" y="2315331"/>
            <a:ext cx="1447097" cy="557185"/>
            <a:chOff x="3640242" y="1177275"/>
            <a:chExt cx="2915109" cy="1122424"/>
          </a:xfrm>
        </p:grpSpPr>
        <p:sp>
          <p:nvSpPr>
            <p:cNvPr id="1792" name="Google Shape;1792;p5"/>
            <p:cNvSpPr/>
            <p:nvPr/>
          </p:nvSpPr>
          <p:spPr>
            <a:xfrm>
              <a:off x="4764703" y="1177275"/>
              <a:ext cx="1790648" cy="633985"/>
            </a:xfrm>
            <a:custGeom>
              <a:avLst/>
              <a:gdLst/>
              <a:ahLst/>
              <a:cxnLst/>
              <a:rect l="l" t="t" r="r" b="b"/>
              <a:pathLst>
                <a:path w="1790648" h="633985" extrusionOk="0">
                  <a:moveTo>
                    <a:pt x="1390669" y="295609"/>
                  </a:moveTo>
                  <a:cubicBezTo>
                    <a:pt x="1320856" y="295609"/>
                    <a:pt x="1255179" y="313238"/>
                    <a:pt x="1197839" y="344294"/>
                  </a:cubicBezTo>
                  <a:cubicBezTo>
                    <a:pt x="1092641" y="139881"/>
                    <a:pt x="879701" y="0"/>
                    <a:pt x="633985" y="0"/>
                  </a:cubicBezTo>
                  <a:cubicBezTo>
                    <a:pt x="283836" y="0"/>
                    <a:pt x="0" y="283836"/>
                    <a:pt x="0" y="633985"/>
                  </a:cubicBezTo>
                  <a:lnTo>
                    <a:pt x="1790648" y="633985"/>
                  </a:lnTo>
                  <a:cubicBezTo>
                    <a:pt x="1758574" y="441982"/>
                    <a:pt x="1591772" y="295609"/>
                    <a:pt x="1390669" y="295609"/>
                  </a:cubicBezTo>
                  <a:close/>
                </a:path>
              </a:pathLst>
            </a:custGeom>
            <a:no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3" name="Google Shape;1793;p5"/>
            <p:cNvSpPr/>
            <p:nvPr/>
          </p:nvSpPr>
          <p:spPr>
            <a:xfrm>
              <a:off x="5302464" y="2047556"/>
              <a:ext cx="114807" cy="114807"/>
            </a:xfrm>
            <a:custGeom>
              <a:avLst/>
              <a:gdLst/>
              <a:ahLst/>
              <a:cxnLst/>
              <a:rect l="l" t="t" r="r" b="b"/>
              <a:pathLst>
                <a:path w="114807" h="114807" extrusionOk="0">
                  <a:moveTo>
                    <a:pt x="114807" y="57404"/>
                  </a:moveTo>
                  <a:cubicBezTo>
                    <a:pt x="114807" y="89107"/>
                    <a:pt x="89107" y="114807"/>
                    <a:pt x="57404" y="114807"/>
                  </a:cubicBezTo>
                  <a:cubicBezTo>
                    <a:pt x="25700" y="114807"/>
                    <a:pt x="0" y="89107"/>
                    <a:pt x="0" y="57404"/>
                  </a:cubicBezTo>
                  <a:cubicBezTo>
                    <a:pt x="0" y="25700"/>
                    <a:pt x="25700" y="0"/>
                    <a:pt x="57404" y="0"/>
                  </a:cubicBezTo>
                  <a:cubicBezTo>
                    <a:pt x="89107" y="0"/>
                    <a:pt x="114807" y="25700"/>
                    <a:pt x="114807" y="57404"/>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4" name="Google Shape;1794;p5"/>
            <p:cNvSpPr/>
            <p:nvPr/>
          </p:nvSpPr>
          <p:spPr>
            <a:xfrm>
              <a:off x="3949756" y="1376594"/>
              <a:ext cx="114807" cy="114807"/>
            </a:xfrm>
            <a:custGeom>
              <a:avLst/>
              <a:gdLst/>
              <a:ahLst/>
              <a:cxnLst/>
              <a:rect l="l" t="t" r="r" b="b"/>
              <a:pathLst>
                <a:path w="114807" h="114807" extrusionOk="0">
                  <a:moveTo>
                    <a:pt x="114807" y="57404"/>
                  </a:moveTo>
                  <a:cubicBezTo>
                    <a:pt x="114807" y="89107"/>
                    <a:pt x="89107" y="114807"/>
                    <a:pt x="57404" y="114807"/>
                  </a:cubicBezTo>
                  <a:cubicBezTo>
                    <a:pt x="25701" y="114807"/>
                    <a:pt x="0" y="89107"/>
                    <a:pt x="0" y="57404"/>
                  </a:cubicBezTo>
                  <a:cubicBezTo>
                    <a:pt x="0" y="25700"/>
                    <a:pt x="25701" y="0"/>
                    <a:pt x="57404" y="0"/>
                  </a:cubicBezTo>
                  <a:cubicBezTo>
                    <a:pt x="89107" y="0"/>
                    <a:pt x="114807" y="25700"/>
                    <a:pt x="114807" y="57404"/>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95" name="Google Shape;1795;p5"/>
            <p:cNvGrpSpPr/>
            <p:nvPr/>
          </p:nvGrpSpPr>
          <p:grpSpPr>
            <a:xfrm>
              <a:off x="3640242" y="1369787"/>
              <a:ext cx="1583244" cy="929912"/>
              <a:chOff x="3640242" y="1369787"/>
              <a:chExt cx="1583244" cy="929912"/>
            </a:xfrm>
          </p:grpSpPr>
          <p:sp>
            <p:nvSpPr>
              <p:cNvPr id="1796" name="Google Shape;1796;p5"/>
              <p:cNvSpPr/>
              <p:nvPr/>
            </p:nvSpPr>
            <p:spPr>
              <a:xfrm>
                <a:off x="3640242" y="2047556"/>
                <a:ext cx="252143" cy="252143"/>
              </a:xfrm>
              <a:custGeom>
                <a:avLst/>
                <a:gdLst/>
                <a:ahLst/>
                <a:cxnLst/>
                <a:rect l="l" t="t" r="r" b="b"/>
                <a:pathLst>
                  <a:path w="252143" h="252143" extrusionOk="0">
                    <a:moveTo>
                      <a:pt x="252143" y="126071"/>
                    </a:moveTo>
                    <a:cubicBezTo>
                      <a:pt x="252143" y="195699"/>
                      <a:pt x="195699" y="252143"/>
                      <a:pt x="126072" y="252143"/>
                    </a:cubicBezTo>
                    <a:cubicBezTo>
                      <a:pt x="56444" y="252143"/>
                      <a:pt x="0" y="195699"/>
                      <a:pt x="0" y="126071"/>
                    </a:cubicBezTo>
                    <a:cubicBezTo>
                      <a:pt x="0" y="56444"/>
                      <a:pt x="56444" y="0"/>
                      <a:pt x="126072" y="0"/>
                    </a:cubicBezTo>
                    <a:cubicBezTo>
                      <a:pt x="195699" y="0"/>
                      <a:pt x="252143" y="56444"/>
                      <a:pt x="252143" y="12607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7" name="Google Shape;1797;p5"/>
              <p:cNvSpPr/>
              <p:nvPr/>
            </p:nvSpPr>
            <p:spPr>
              <a:xfrm>
                <a:off x="4288674" y="1369787"/>
                <a:ext cx="305982" cy="305982"/>
              </a:xfrm>
              <a:custGeom>
                <a:avLst/>
                <a:gdLst/>
                <a:ahLst/>
                <a:cxnLst/>
                <a:rect l="l" t="t" r="r" b="b"/>
                <a:pathLst>
                  <a:path w="305982" h="305982" extrusionOk="0">
                    <a:moveTo>
                      <a:pt x="305983" y="152991"/>
                    </a:moveTo>
                    <a:cubicBezTo>
                      <a:pt x="305983" y="237486"/>
                      <a:pt x="237486" y="305983"/>
                      <a:pt x="152991" y="305983"/>
                    </a:cubicBezTo>
                    <a:cubicBezTo>
                      <a:pt x="68497" y="305983"/>
                      <a:pt x="0" y="237486"/>
                      <a:pt x="0" y="152991"/>
                    </a:cubicBezTo>
                    <a:cubicBezTo>
                      <a:pt x="0" y="68497"/>
                      <a:pt x="68496" y="0"/>
                      <a:pt x="152991" y="0"/>
                    </a:cubicBezTo>
                    <a:cubicBezTo>
                      <a:pt x="237486" y="0"/>
                      <a:pt x="305983" y="68497"/>
                      <a:pt x="305983" y="15299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8" name="Google Shape;1798;p5"/>
              <p:cNvSpPr/>
              <p:nvPr/>
            </p:nvSpPr>
            <p:spPr>
              <a:xfrm>
                <a:off x="4596820" y="1522778"/>
                <a:ext cx="432054" cy="6364"/>
              </a:xfrm>
              <a:custGeom>
                <a:avLst/>
                <a:gdLst/>
                <a:ahLst/>
                <a:cxnLst/>
                <a:rect l="l" t="t" r="r" b="b"/>
                <a:pathLst>
                  <a:path w="432054" h="6364" extrusionOk="0">
                    <a:moveTo>
                      <a:pt x="432054" y="0"/>
                    </a:moveTo>
                    <a:lnTo>
                      <a:pt x="0" y="0"/>
                    </a:lnTo>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9" name="Google Shape;1799;p5"/>
              <p:cNvSpPr/>
              <p:nvPr/>
            </p:nvSpPr>
            <p:spPr>
              <a:xfrm>
                <a:off x="5028874" y="1425472"/>
                <a:ext cx="194612" cy="194612"/>
              </a:xfrm>
              <a:custGeom>
                <a:avLst/>
                <a:gdLst/>
                <a:ahLst/>
                <a:cxnLst/>
                <a:rect l="l" t="t" r="r" b="b"/>
                <a:pathLst>
                  <a:path w="194612" h="194612" extrusionOk="0">
                    <a:moveTo>
                      <a:pt x="194612" y="97306"/>
                    </a:moveTo>
                    <a:cubicBezTo>
                      <a:pt x="194612" y="151047"/>
                      <a:pt x="151047" y="194612"/>
                      <a:pt x="97306" y="194612"/>
                    </a:cubicBezTo>
                    <a:cubicBezTo>
                      <a:pt x="43565" y="194612"/>
                      <a:pt x="0" y="151047"/>
                      <a:pt x="0" y="97306"/>
                    </a:cubicBezTo>
                    <a:cubicBezTo>
                      <a:pt x="0" y="43565"/>
                      <a:pt x="43566" y="0"/>
                      <a:pt x="97306" y="0"/>
                    </a:cubicBezTo>
                    <a:cubicBezTo>
                      <a:pt x="151047" y="0"/>
                      <a:pt x="194612" y="43565"/>
                      <a:pt x="194612" y="97306"/>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0" name="Google Shape;1800;p5"/>
              <p:cNvSpPr/>
              <p:nvPr/>
            </p:nvSpPr>
            <p:spPr>
              <a:xfrm>
                <a:off x="3857319" y="1620020"/>
                <a:ext cx="466356" cy="466356"/>
              </a:xfrm>
              <a:custGeom>
                <a:avLst/>
                <a:gdLst/>
                <a:ahLst/>
                <a:cxnLst/>
                <a:rect l="l" t="t" r="r" b="b"/>
                <a:pathLst>
                  <a:path w="466356" h="466356" extrusionOk="0">
                    <a:moveTo>
                      <a:pt x="466356" y="0"/>
                    </a:moveTo>
                    <a:lnTo>
                      <a:pt x="0" y="466356"/>
                    </a:lnTo>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801" name="Google Shape;1801;p5"/>
          <p:cNvGrpSpPr/>
          <p:nvPr/>
        </p:nvGrpSpPr>
        <p:grpSpPr>
          <a:xfrm>
            <a:off x="8128703" y="3559168"/>
            <a:ext cx="1437234" cy="1402664"/>
            <a:chOff x="3040750" y="2725962"/>
            <a:chExt cx="1090095" cy="1063875"/>
          </a:xfrm>
        </p:grpSpPr>
        <p:sp>
          <p:nvSpPr>
            <p:cNvPr id="1802" name="Google Shape;1802;p5"/>
            <p:cNvSpPr/>
            <p:nvPr/>
          </p:nvSpPr>
          <p:spPr>
            <a:xfrm>
              <a:off x="3067033" y="371881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3" name="Google Shape;1803;p5"/>
            <p:cNvSpPr/>
            <p:nvPr/>
          </p:nvSpPr>
          <p:spPr>
            <a:xfrm>
              <a:off x="3040750" y="35754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4" name="Google Shape;1804;p5"/>
            <p:cNvSpPr/>
            <p:nvPr/>
          </p:nvSpPr>
          <p:spPr>
            <a:xfrm>
              <a:off x="3177322" y="360846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5" name="Google Shape;1805;p5"/>
            <p:cNvSpPr/>
            <p:nvPr/>
          </p:nvSpPr>
          <p:spPr>
            <a:xfrm>
              <a:off x="3287611" y="349817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6" name="Google Shape;1806;p5"/>
            <p:cNvSpPr/>
            <p:nvPr/>
          </p:nvSpPr>
          <p:spPr>
            <a:xfrm>
              <a:off x="3431184" y="3515866"/>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7" name="Google Shape;1807;p5"/>
            <p:cNvSpPr/>
            <p:nvPr/>
          </p:nvSpPr>
          <p:spPr>
            <a:xfrm>
              <a:off x="3397963" y="338788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8" name="Google Shape;1808;p5"/>
            <p:cNvSpPr/>
            <p:nvPr/>
          </p:nvSpPr>
          <p:spPr>
            <a:xfrm>
              <a:off x="3508252" y="32775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9" name="Google Shape;1809;p5"/>
            <p:cNvSpPr/>
            <p:nvPr/>
          </p:nvSpPr>
          <p:spPr>
            <a:xfrm>
              <a:off x="3618604" y="316724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0" name="Google Shape;1810;p5"/>
            <p:cNvSpPr/>
            <p:nvPr/>
          </p:nvSpPr>
          <p:spPr>
            <a:xfrm>
              <a:off x="3460013" y="314293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1" name="Google Shape;1811;p5"/>
            <p:cNvSpPr/>
            <p:nvPr/>
          </p:nvSpPr>
          <p:spPr>
            <a:xfrm>
              <a:off x="3728893" y="305689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2" name="Google Shape;1812;p5"/>
            <p:cNvSpPr/>
            <p:nvPr/>
          </p:nvSpPr>
          <p:spPr>
            <a:xfrm>
              <a:off x="3839182" y="294660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3" name="Google Shape;1813;p5"/>
            <p:cNvSpPr/>
            <p:nvPr/>
          </p:nvSpPr>
          <p:spPr>
            <a:xfrm>
              <a:off x="3857065" y="307674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4" name="Google Shape;1814;p5"/>
            <p:cNvSpPr/>
            <p:nvPr/>
          </p:nvSpPr>
          <p:spPr>
            <a:xfrm>
              <a:off x="3949534" y="283631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5" name="Google Shape;1815;p5"/>
            <p:cNvSpPr/>
            <p:nvPr/>
          </p:nvSpPr>
          <p:spPr>
            <a:xfrm>
              <a:off x="3969517" y="295105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6" name="Google Shape;1816;p5"/>
            <p:cNvSpPr/>
            <p:nvPr/>
          </p:nvSpPr>
          <p:spPr>
            <a:xfrm>
              <a:off x="4059823" y="272596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17" name="Google Shape;1817;p5"/>
          <p:cNvGrpSpPr/>
          <p:nvPr/>
        </p:nvGrpSpPr>
        <p:grpSpPr>
          <a:xfrm>
            <a:off x="7407915" y="2996837"/>
            <a:ext cx="1266988" cy="1280160"/>
            <a:chOff x="2251864" y="2357930"/>
            <a:chExt cx="960969" cy="970960"/>
          </a:xfrm>
        </p:grpSpPr>
        <p:sp>
          <p:nvSpPr>
            <p:cNvPr id="1818" name="Google Shape;1818;p5"/>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9" name="Google Shape;1819;p5"/>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0" name="Google Shape;1820;p5"/>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1" name="Google Shape;1821;p5"/>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2" name="Google Shape;1822;p5"/>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3" name="Google Shape;1823;p5"/>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4" name="Google Shape;1824;p5"/>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5" name="Google Shape;1825;p5"/>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6" name="Google Shape;1826;p5"/>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7" name="Google Shape;1827;p5"/>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8" name="Google Shape;1828;p5"/>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9" name="Google Shape;1829;p5"/>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0" name="Google Shape;1830;p5"/>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1" name="Google Shape;1831;p5"/>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2" name="Google Shape;1832;p5"/>
          <p:cNvGrpSpPr/>
          <p:nvPr/>
        </p:nvGrpSpPr>
        <p:grpSpPr>
          <a:xfrm>
            <a:off x="10602605" y="1870925"/>
            <a:ext cx="659869" cy="659869"/>
            <a:chOff x="-396256" y="3115798"/>
            <a:chExt cx="601858" cy="601858"/>
          </a:xfrm>
        </p:grpSpPr>
        <p:sp>
          <p:nvSpPr>
            <p:cNvPr id="1833" name="Google Shape;1833;p5"/>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4" name="Google Shape;1834;p5"/>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5" name="Google Shape;1835;p5"/>
          <p:cNvGrpSpPr/>
          <p:nvPr/>
        </p:nvGrpSpPr>
        <p:grpSpPr>
          <a:xfrm>
            <a:off x="11083178" y="1261750"/>
            <a:ext cx="487024" cy="487024"/>
            <a:chOff x="42069" y="2560177"/>
            <a:chExt cx="444208" cy="444208"/>
          </a:xfrm>
        </p:grpSpPr>
        <p:sp>
          <p:nvSpPr>
            <p:cNvPr id="1836" name="Google Shape;1836;p5"/>
            <p:cNvSpPr/>
            <p:nvPr/>
          </p:nvSpPr>
          <p:spPr>
            <a:xfrm>
              <a:off x="42069" y="2560177"/>
              <a:ext cx="444208" cy="44420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7" name="Google Shape;1837;p5"/>
            <p:cNvSpPr/>
            <p:nvPr/>
          </p:nvSpPr>
          <p:spPr>
            <a:xfrm>
              <a:off x="42069" y="2560178"/>
              <a:ext cx="345644" cy="34564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8" name="Google Shape;1838;p5"/>
          <p:cNvGrpSpPr/>
          <p:nvPr/>
        </p:nvGrpSpPr>
        <p:grpSpPr>
          <a:xfrm>
            <a:off x="579815" y="2820551"/>
            <a:ext cx="912101" cy="912097"/>
            <a:chOff x="579815" y="2820551"/>
            <a:chExt cx="912101" cy="912097"/>
          </a:xfrm>
        </p:grpSpPr>
        <p:sp>
          <p:nvSpPr>
            <p:cNvPr id="1839" name="Google Shape;1839;p5"/>
            <p:cNvSpPr/>
            <p:nvPr/>
          </p:nvSpPr>
          <p:spPr>
            <a:xfrm>
              <a:off x="579815" y="2820551"/>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840" name="Google Shape;1840;p5" descr="Integrate Automate&#10;"/>
            <p:cNvSpPr/>
            <p:nvPr/>
          </p:nvSpPr>
          <p:spPr>
            <a:xfrm>
              <a:off x="750942" y="2992309"/>
              <a:ext cx="569846" cy="568581"/>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41" name="Google Shape;1841;p5"/>
          <p:cNvGrpSpPr/>
          <p:nvPr/>
        </p:nvGrpSpPr>
        <p:grpSpPr>
          <a:xfrm>
            <a:off x="579815" y="4022405"/>
            <a:ext cx="912101" cy="912097"/>
            <a:chOff x="579815" y="4022405"/>
            <a:chExt cx="912101" cy="912097"/>
          </a:xfrm>
        </p:grpSpPr>
        <p:sp>
          <p:nvSpPr>
            <p:cNvPr id="1842" name="Google Shape;1842;p5"/>
            <p:cNvSpPr/>
            <p:nvPr/>
          </p:nvSpPr>
          <p:spPr>
            <a:xfrm>
              <a:off x="579815" y="4022405"/>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nvGrpSpPr>
            <p:cNvPr id="1843" name="Google Shape;1843;p5"/>
            <p:cNvGrpSpPr/>
            <p:nvPr/>
          </p:nvGrpSpPr>
          <p:grpSpPr>
            <a:xfrm>
              <a:off x="796959" y="4287668"/>
              <a:ext cx="534401" cy="408147"/>
              <a:chOff x="1838171" y="5616069"/>
              <a:chExt cx="652849" cy="498611"/>
            </a:xfrm>
          </p:grpSpPr>
          <p:sp>
            <p:nvSpPr>
              <p:cNvPr id="1844" name="Google Shape;1844;p5"/>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5" name="Google Shape;1845;p5"/>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6" name="Google Shape;1846;p5"/>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7" name="Google Shape;1847;p5"/>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8" name="Google Shape;1848;p5"/>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9" name="Google Shape;1849;p5"/>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0" name="Google Shape;1850;p5"/>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1" name="Google Shape;1851;p5"/>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2" name="Google Shape;1852;p5"/>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3" name="Google Shape;1853;p5"/>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854" name="Google Shape;1854;p5"/>
          <p:cNvGrpSpPr/>
          <p:nvPr/>
        </p:nvGrpSpPr>
        <p:grpSpPr>
          <a:xfrm>
            <a:off x="579815" y="1618697"/>
            <a:ext cx="912101" cy="912097"/>
            <a:chOff x="579815" y="1618697"/>
            <a:chExt cx="912101" cy="912097"/>
          </a:xfrm>
        </p:grpSpPr>
        <p:sp>
          <p:nvSpPr>
            <p:cNvPr id="1855" name="Google Shape;1855;p5"/>
            <p:cNvSpPr/>
            <p:nvPr/>
          </p:nvSpPr>
          <p:spPr>
            <a:xfrm>
              <a:off x="579815" y="1618697"/>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nvGrpSpPr>
            <p:cNvPr id="1856" name="Google Shape;1856;p5"/>
            <p:cNvGrpSpPr/>
            <p:nvPr/>
          </p:nvGrpSpPr>
          <p:grpSpPr>
            <a:xfrm>
              <a:off x="776872" y="1817781"/>
              <a:ext cx="517986" cy="513930"/>
              <a:chOff x="9761462" y="4416832"/>
              <a:chExt cx="607146" cy="602392"/>
            </a:xfrm>
          </p:grpSpPr>
          <p:sp>
            <p:nvSpPr>
              <p:cNvPr id="1857" name="Google Shape;1857;p5"/>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8" name="Google Shape;1858;p5"/>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859" name="Google Shape;1859;p5"/>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0" name="Google Shape;1860;p5"/>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1861" name="Google Shape;1861;p5"/>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1862" name="Google Shape;1862;p5"/>
          <p:cNvGrpSpPr/>
          <p:nvPr/>
        </p:nvGrpSpPr>
        <p:grpSpPr>
          <a:xfrm>
            <a:off x="265625" y="6323271"/>
            <a:ext cx="1249222" cy="369649"/>
            <a:chOff x="265625" y="6323271"/>
            <a:chExt cx="1249222" cy="369649"/>
          </a:xfrm>
        </p:grpSpPr>
        <p:grpSp>
          <p:nvGrpSpPr>
            <p:cNvPr id="1863" name="Google Shape;1863;p5"/>
            <p:cNvGrpSpPr/>
            <p:nvPr/>
          </p:nvGrpSpPr>
          <p:grpSpPr>
            <a:xfrm>
              <a:off x="745455" y="6594444"/>
              <a:ext cx="722663" cy="98476"/>
              <a:chOff x="745455" y="6594444"/>
              <a:chExt cx="722663" cy="98476"/>
            </a:xfrm>
          </p:grpSpPr>
          <p:sp>
            <p:nvSpPr>
              <p:cNvPr id="1864" name="Google Shape;1864;p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5" name="Google Shape;1865;p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6" name="Google Shape;1866;p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7" name="Google Shape;1867;p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8" name="Google Shape;1868;p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9" name="Google Shape;1869;p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0" name="Google Shape;1870;p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1" name="Google Shape;1871;p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2" name="Google Shape;1872;p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3" name="Google Shape;1873;p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74" name="Google Shape;1874;p5"/>
            <p:cNvGrpSpPr/>
            <p:nvPr/>
          </p:nvGrpSpPr>
          <p:grpSpPr>
            <a:xfrm>
              <a:off x="265625" y="6323271"/>
              <a:ext cx="1249222" cy="190348"/>
              <a:chOff x="265625" y="6323271"/>
              <a:chExt cx="1249222" cy="190348"/>
            </a:xfrm>
          </p:grpSpPr>
          <p:sp>
            <p:nvSpPr>
              <p:cNvPr id="1875" name="Google Shape;1875;p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6" name="Google Shape;1876;p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7" name="Google Shape;1877;p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8" name="Google Shape;1878;p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9" name="Google Shape;1879;p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0" name="Google Shape;1880;p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1" name="Google Shape;1881;p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882" name="Google Shape;1882;p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9</a:t>
            </a:fld>
            <a:endParaRPr sz="800">
              <a:solidFill>
                <a:schemeClr val="dk2"/>
              </a:solidFill>
              <a:latin typeface="Arial"/>
              <a:ea typeface="Arial"/>
              <a:cs typeface="Arial"/>
              <a:sym typeface="Arial"/>
            </a:endParaRPr>
          </a:p>
        </p:txBody>
      </p:sp>
      <p:grpSp>
        <p:nvGrpSpPr>
          <p:cNvPr id="6" name="Google Shape;1856;p5">
            <a:extLst>
              <a:ext uri="{FF2B5EF4-FFF2-40B4-BE49-F238E27FC236}">
                <a16:creationId xmlns:a16="http://schemas.microsoft.com/office/drawing/2014/main" id="{A62C6669-A1A7-C611-8F48-B7B07FAF69C2}"/>
              </a:ext>
            </a:extLst>
          </p:cNvPr>
          <p:cNvGrpSpPr/>
          <p:nvPr/>
        </p:nvGrpSpPr>
        <p:grpSpPr>
          <a:xfrm>
            <a:off x="-164384" y="678736"/>
            <a:ext cx="517986" cy="513930"/>
            <a:chOff x="9761462" y="4416832"/>
            <a:chExt cx="607146" cy="602392"/>
          </a:xfrm>
        </p:grpSpPr>
        <p:sp>
          <p:nvSpPr>
            <p:cNvPr id="7" name="Google Shape;1857;p5">
              <a:extLst>
                <a:ext uri="{FF2B5EF4-FFF2-40B4-BE49-F238E27FC236}">
                  <a16:creationId xmlns:a16="http://schemas.microsoft.com/office/drawing/2014/main" id="{C51CA19B-62D9-F963-E3C7-716501C47A1E}"/>
                </a:ext>
              </a:extLst>
            </p:cNvPr>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 name="Google Shape;1858;p5">
              <a:extLst>
                <a:ext uri="{FF2B5EF4-FFF2-40B4-BE49-F238E27FC236}">
                  <a16:creationId xmlns:a16="http://schemas.microsoft.com/office/drawing/2014/main" id="{B512FD93-1587-5508-5581-9A7A22BE4150}"/>
                </a:ext>
              </a:extLst>
            </p:cNvPr>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66"/>
                                        </p:tgtEl>
                                        <p:attrNameLst>
                                          <p:attrName>style.visibility</p:attrName>
                                        </p:attrNameLst>
                                      </p:cBhvr>
                                      <p:to>
                                        <p:strVal val="visible"/>
                                      </p:to>
                                    </p:set>
                                    <p:animEffect transition="in" filter="fade">
                                      <p:cBhvr>
                                        <p:cTn id="7" dur="250"/>
                                        <p:tgtEl>
                                          <p:spTgt spid="1766"/>
                                        </p:tgtEl>
                                      </p:cBhvr>
                                    </p:animEffect>
                                  </p:childTnLst>
                                </p:cTn>
                              </p:par>
                              <p:par>
                                <p:cTn id="8" presetID="10" presetClass="entr" presetSubtype="0" fill="hold" nodeType="withEffect">
                                  <p:stCondLst>
                                    <p:cond delay="250"/>
                                  </p:stCondLst>
                                  <p:childTnLst>
                                    <p:set>
                                      <p:cBhvr>
                                        <p:cTn id="9" dur="1" fill="hold">
                                          <p:stCondLst>
                                            <p:cond delay="0"/>
                                          </p:stCondLst>
                                        </p:cTn>
                                        <p:tgtEl>
                                          <p:spTgt spid="1768"/>
                                        </p:tgtEl>
                                        <p:attrNameLst>
                                          <p:attrName>style.visibility</p:attrName>
                                        </p:attrNameLst>
                                      </p:cBhvr>
                                      <p:to>
                                        <p:strVal val="visible"/>
                                      </p:to>
                                    </p:set>
                                    <p:animEffect transition="in" filter="fade">
                                      <p:cBhvr>
                                        <p:cTn id="10" dur="250"/>
                                        <p:tgtEl>
                                          <p:spTgt spid="1768"/>
                                        </p:tgtEl>
                                      </p:cBhvr>
                                    </p:animEffect>
                                  </p:childTnLst>
                                </p:cTn>
                              </p:par>
                            </p:childTnLst>
                          </p:cTn>
                        </p:par>
                        <p:par>
                          <p:cTn id="11" fill="hold">
                            <p:stCondLst>
                              <p:cond delay="250"/>
                            </p:stCondLst>
                            <p:childTnLst>
                              <p:par>
                                <p:cTn id="12" presetID="10" presetClass="entr" presetSubtype="0" fill="hold" nodeType="afterEffect">
                                  <p:stCondLst>
                                    <p:cond delay="500"/>
                                  </p:stCondLst>
                                  <p:childTnLst>
                                    <p:set>
                                      <p:cBhvr>
                                        <p:cTn id="13" dur="1" fill="hold">
                                          <p:stCondLst>
                                            <p:cond delay="0"/>
                                          </p:stCondLst>
                                        </p:cTn>
                                        <p:tgtEl>
                                          <p:spTgt spid="1817"/>
                                        </p:tgtEl>
                                        <p:attrNameLst>
                                          <p:attrName>style.visibility</p:attrName>
                                        </p:attrNameLst>
                                      </p:cBhvr>
                                      <p:to>
                                        <p:strVal val="visible"/>
                                      </p:to>
                                    </p:set>
                                    <p:animEffect transition="in" filter="fade">
                                      <p:cBhvr>
                                        <p:cTn id="14" dur="500"/>
                                        <p:tgtEl>
                                          <p:spTgt spid="1817"/>
                                        </p:tgtEl>
                                      </p:cBhvr>
                                    </p:animEffect>
                                  </p:childTnLst>
                                </p:cTn>
                              </p:par>
                              <p:par>
                                <p:cTn id="15" presetID="10" presetClass="entr" presetSubtype="0" fill="hold" nodeType="withEffect">
                                  <p:stCondLst>
                                    <p:cond delay="250"/>
                                  </p:stCondLst>
                                  <p:childTnLst>
                                    <p:set>
                                      <p:cBhvr>
                                        <p:cTn id="16" dur="1" fill="hold">
                                          <p:stCondLst>
                                            <p:cond delay="0"/>
                                          </p:stCondLst>
                                        </p:cTn>
                                        <p:tgtEl>
                                          <p:spTgt spid="1801"/>
                                        </p:tgtEl>
                                        <p:attrNameLst>
                                          <p:attrName>style.visibility</p:attrName>
                                        </p:attrNameLst>
                                      </p:cBhvr>
                                      <p:to>
                                        <p:strVal val="visible"/>
                                      </p:to>
                                    </p:set>
                                    <p:animEffect transition="in" filter="fade">
                                      <p:cBhvr>
                                        <p:cTn id="17" dur="500"/>
                                        <p:tgtEl>
                                          <p:spTgt spid="1801"/>
                                        </p:tgtEl>
                                      </p:cBhvr>
                                    </p:animEffect>
                                  </p:childTnLst>
                                </p:cTn>
                              </p:par>
                              <p:par>
                                <p:cTn id="18" presetID="10" presetClass="entr" presetSubtype="0" fill="hold" nodeType="withEffect">
                                  <p:stCondLst>
                                    <p:cond delay="0"/>
                                  </p:stCondLst>
                                  <p:childTnLst>
                                    <p:set>
                                      <p:cBhvr>
                                        <p:cTn id="19" dur="1" fill="hold">
                                          <p:stCondLst>
                                            <p:cond delay="0"/>
                                          </p:stCondLst>
                                        </p:cTn>
                                        <p:tgtEl>
                                          <p:spTgt spid="1767"/>
                                        </p:tgtEl>
                                        <p:attrNameLst>
                                          <p:attrName>style.visibility</p:attrName>
                                        </p:attrNameLst>
                                      </p:cBhvr>
                                      <p:to>
                                        <p:strVal val="visible"/>
                                      </p:to>
                                    </p:set>
                                    <p:animEffect transition="in" filter="fade">
                                      <p:cBhvr>
                                        <p:cTn id="20" dur="250"/>
                                        <p:tgtEl>
                                          <p:spTgt spid="1767"/>
                                        </p:tgtEl>
                                      </p:cBhvr>
                                    </p:animEffect>
                                  </p:childTnLst>
                                </p:cTn>
                              </p:par>
                              <p:par>
                                <p:cTn id="21" presetID="10" presetClass="entr" presetSubtype="0" fill="hold" nodeType="withEffect">
                                  <p:stCondLst>
                                    <p:cond delay="100"/>
                                  </p:stCondLst>
                                  <p:childTnLst>
                                    <p:set>
                                      <p:cBhvr>
                                        <p:cTn id="22" dur="1" fill="hold">
                                          <p:stCondLst>
                                            <p:cond delay="0"/>
                                          </p:stCondLst>
                                        </p:cTn>
                                        <p:tgtEl>
                                          <p:spTgt spid="1832"/>
                                        </p:tgtEl>
                                        <p:attrNameLst>
                                          <p:attrName>style.visibility</p:attrName>
                                        </p:attrNameLst>
                                      </p:cBhvr>
                                      <p:to>
                                        <p:strVal val="visible"/>
                                      </p:to>
                                    </p:set>
                                    <p:animEffect transition="in" filter="fade">
                                      <p:cBhvr>
                                        <p:cTn id="23" dur="250"/>
                                        <p:tgtEl>
                                          <p:spTgt spid="1832"/>
                                        </p:tgtEl>
                                      </p:cBhvr>
                                    </p:animEffect>
                                  </p:childTnLst>
                                </p:cTn>
                              </p:par>
                            </p:childTnLst>
                          </p:cTn>
                        </p:par>
                        <p:par>
                          <p:cTn id="24" fill="hold">
                            <p:stCondLst>
                              <p:cond delay="750"/>
                            </p:stCondLst>
                            <p:childTnLst>
                              <p:par>
                                <p:cTn id="25" presetID="10" presetClass="entr" presetSubtype="0" fill="hold" nodeType="afterEffect">
                                  <p:stCondLst>
                                    <p:cond delay="250"/>
                                  </p:stCondLst>
                                  <p:childTnLst>
                                    <p:set>
                                      <p:cBhvr>
                                        <p:cTn id="26" dur="1" fill="hold">
                                          <p:stCondLst>
                                            <p:cond delay="0"/>
                                          </p:stCondLst>
                                        </p:cTn>
                                        <p:tgtEl>
                                          <p:spTgt spid="1835"/>
                                        </p:tgtEl>
                                        <p:attrNameLst>
                                          <p:attrName>style.visibility</p:attrName>
                                        </p:attrNameLst>
                                      </p:cBhvr>
                                      <p:to>
                                        <p:strVal val="visible"/>
                                      </p:to>
                                    </p:set>
                                    <p:animEffect transition="in" filter="fade">
                                      <p:cBhvr>
                                        <p:cTn id="27" dur="250"/>
                                        <p:tgtEl>
                                          <p:spTgt spid="1835"/>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791"/>
                                        </p:tgtEl>
                                        <p:attrNameLst>
                                          <p:attrName>style.visibility</p:attrName>
                                        </p:attrNameLst>
                                      </p:cBhvr>
                                      <p:to>
                                        <p:strVal val="visible"/>
                                      </p:to>
                                    </p:set>
                                    <p:animEffect transition="in" filter="fade">
                                      <p:cBhvr>
                                        <p:cTn id="31" dur="250"/>
                                        <p:tgtEl>
                                          <p:spTgt spid="1791"/>
                                        </p:tgtEl>
                                      </p:cBhvr>
                                    </p:animEffect>
                                  </p:childTnLst>
                                </p:cTn>
                              </p:par>
                              <p:par>
                                <p:cTn id="32" presetID="10" presetClass="entr" presetSubtype="0" fill="hold" nodeType="withEffect">
                                  <p:stCondLst>
                                    <p:cond delay="250"/>
                                  </p:stCondLst>
                                  <p:childTnLst>
                                    <p:set>
                                      <p:cBhvr>
                                        <p:cTn id="33" dur="1" fill="hold">
                                          <p:stCondLst>
                                            <p:cond delay="0"/>
                                          </p:stCondLst>
                                        </p:cTn>
                                        <p:tgtEl>
                                          <p:spTgt spid="1790"/>
                                        </p:tgtEl>
                                        <p:attrNameLst>
                                          <p:attrName>style.visibility</p:attrName>
                                        </p:attrNameLst>
                                      </p:cBhvr>
                                      <p:to>
                                        <p:strVal val="visible"/>
                                      </p:to>
                                    </p:set>
                                    <p:animEffect transition="in" filter="fade">
                                      <p:cBhvr>
                                        <p:cTn id="34" dur="250"/>
                                        <p:tgtEl>
                                          <p:spTgt spid="1790"/>
                                        </p:tgtEl>
                                      </p:cBhvr>
                                    </p:animEffect>
                                  </p:childTnLst>
                                </p:cTn>
                              </p:par>
                            </p:childTnLst>
                          </p:cTn>
                        </p:par>
                        <p:par>
                          <p:cTn id="35" fill="hold">
                            <p:stCondLst>
                              <p:cond delay="1250"/>
                            </p:stCondLst>
                            <p:childTnLst>
                              <p:par>
                                <p:cTn id="36" presetID="10" presetClass="entr" presetSubtype="0" fill="hold" nodeType="afterEffect">
                                  <p:stCondLst>
                                    <p:cond delay="100"/>
                                  </p:stCondLst>
                                  <p:childTnLst>
                                    <p:set>
                                      <p:cBhvr>
                                        <p:cTn id="37" dur="1" fill="hold">
                                          <p:stCondLst>
                                            <p:cond delay="0"/>
                                          </p:stCondLst>
                                        </p:cTn>
                                        <p:tgtEl>
                                          <p:spTgt spid="1854"/>
                                        </p:tgtEl>
                                        <p:attrNameLst>
                                          <p:attrName>style.visibility</p:attrName>
                                        </p:attrNameLst>
                                      </p:cBhvr>
                                      <p:to>
                                        <p:strVal val="visible"/>
                                      </p:to>
                                    </p:set>
                                    <p:animEffect transition="in" filter="fade">
                                      <p:cBhvr>
                                        <p:cTn id="38" dur="750"/>
                                        <p:tgtEl>
                                          <p:spTgt spid="1854"/>
                                        </p:tgtEl>
                                      </p:cBhvr>
                                    </p:animEffect>
                                  </p:childTnLst>
                                </p:cTn>
                              </p:par>
                              <p:par>
                                <p:cTn id="39" presetID="10" presetClass="entr" presetSubtype="0" fill="hold" nodeType="withEffect">
                                  <p:stCondLst>
                                    <p:cond delay="200"/>
                                  </p:stCondLst>
                                  <p:childTnLst>
                                    <p:set>
                                      <p:cBhvr>
                                        <p:cTn id="40" dur="1" fill="hold">
                                          <p:stCondLst>
                                            <p:cond delay="0"/>
                                          </p:stCondLst>
                                        </p:cTn>
                                        <p:tgtEl>
                                          <p:spTgt spid="1838"/>
                                        </p:tgtEl>
                                        <p:attrNameLst>
                                          <p:attrName>style.visibility</p:attrName>
                                        </p:attrNameLst>
                                      </p:cBhvr>
                                      <p:to>
                                        <p:strVal val="visible"/>
                                      </p:to>
                                    </p:set>
                                    <p:animEffect transition="in" filter="fade">
                                      <p:cBhvr>
                                        <p:cTn id="41" dur="750"/>
                                        <p:tgtEl>
                                          <p:spTgt spid="1838"/>
                                        </p:tgtEl>
                                      </p:cBhvr>
                                    </p:animEffect>
                                  </p:childTnLst>
                                </p:cTn>
                              </p:par>
                              <p:par>
                                <p:cTn id="42" presetID="10" presetClass="entr" presetSubtype="0" fill="hold" nodeType="withEffect">
                                  <p:stCondLst>
                                    <p:cond delay="300"/>
                                  </p:stCondLst>
                                  <p:childTnLst>
                                    <p:set>
                                      <p:cBhvr>
                                        <p:cTn id="43" dur="1" fill="hold">
                                          <p:stCondLst>
                                            <p:cond delay="0"/>
                                          </p:stCondLst>
                                        </p:cTn>
                                        <p:tgtEl>
                                          <p:spTgt spid="1841"/>
                                        </p:tgtEl>
                                        <p:attrNameLst>
                                          <p:attrName>style.visibility</p:attrName>
                                        </p:attrNameLst>
                                      </p:cBhvr>
                                      <p:to>
                                        <p:strVal val="visible"/>
                                      </p:to>
                                    </p:set>
                                    <p:animEffect transition="in" filter="fade">
                                      <p:cBhvr>
                                        <p:cTn id="44" dur="750"/>
                                        <p:tgtEl>
                                          <p:spTgt spid="1841"/>
                                        </p:tgtEl>
                                      </p:cBhvr>
                                    </p:animEffect>
                                  </p:childTnLst>
                                </p:cTn>
                              </p:par>
                              <p:par>
                                <p:cTn id="45" presetID="10" presetClass="entr" presetSubtype="0" fill="hold" nodeType="withEffect">
                                  <p:stCondLst>
                                    <p:cond delay="100"/>
                                  </p:stCondLst>
                                  <p:childTnLst>
                                    <p:set>
                                      <p:cBhvr>
                                        <p:cTn id="46" dur="1" fill="hold">
                                          <p:stCondLst>
                                            <p:cond delay="0"/>
                                          </p:stCondLst>
                                        </p:cTn>
                                        <p:tgtEl>
                                          <p:spTgt spid="1761"/>
                                        </p:tgtEl>
                                        <p:attrNameLst>
                                          <p:attrName>style.visibility</p:attrName>
                                        </p:attrNameLst>
                                      </p:cBhvr>
                                      <p:to>
                                        <p:strVal val="visible"/>
                                      </p:to>
                                    </p:set>
                                    <p:animEffect transition="in" filter="fade">
                                      <p:cBhvr>
                                        <p:cTn id="47" dur="250"/>
                                        <p:tgtEl>
                                          <p:spTgt spid="1761"/>
                                        </p:tgtEl>
                                      </p:cBhvr>
                                    </p:animEffect>
                                  </p:childTnLst>
                                </p:cTn>
                              </p:par>
                            </p:childTnLst>
                          </p:cTn>
                        </p:par>
                        <p:par>
                          <p:cTn id="48" fill="hold">
                            <p:stCondLst>
                              <p:cond delay="2000"/>
                            </p:stCondLst>
                            <p:childTnLst>
                              <p:par>
                                <p:cTn id="49" presetID="10" presetClass="entr" presetSubtype="0" fill="hold" nodeType="afterEffect">
                                  <p:stCondLst>
                                    <p:cond delay="200"/>
                                  </p:stCondLst>
                                  <p:childTnLst>
                                    <p:set>
                                      <p:cBhvr>
                                        <p:cTn id="50" dur="1" fill="hold">
                                          <p:stCondLst>
                                            <p:cond delay="0"/>
                                          </p:stCondLst>
                                        </p:cTn>
                                        <p:tgtEl>
                                          <p:spTgt spid="1762"/>
                                        </p:tgtEl>
                                        <p:attrNameLst>
                                          <p:attrName>style.visibility</p:attrName>
                                        </p:attrNameLst>
                                      </p:cBhvr>
                                      <p:to>
                                        <p:strVal val="visible"/>
                                      </p:to>
                                    </p:set>
                                    <p:animEffect transition="in" filter="fade">
                                      <p:cBhvr>
                                        <p:cTn id="51" dur="250"/>
                                        <p:tgtEl>
                                          <p:spTgt spid="1762"/>
                                        </p:tgtEl>
                                      </p:cBhvr>
                                    </p:animEffect>
                                  </p:childTnLst>
                                </p:cTn>
                              </p:par>
                            </p:childTnLst>
                          </p:cTn>
                        </p:par>
                        <p:par>
                          <p:cTn id="52" fill="hold">
                            <p:stCondLst>
                              <p:cond delay="2250"/>
                            </p:stCondLst>
                            <p:childTnLst>
                              <p:par>
                                <p:cTn id="53" presetID="10" presetClass="entr" presetSubtype="0" fill="hold" nodeType="afterEffect">
                                  <p:stCondLst>
                                    <p:cond delay="300"/>
                                  </p:stCondLst>
                                  <p:childTnLst>
                                    <p:set>
                                      <p:cBhvr>
                                        <p:cTn id="54" dur="1" fill="hold">
                                          <p:stCondLst>
                                            <p:cond delay="0"/>
                                          </p:stCondLst>
                                        </p:cTn>
                                        <p:tgtEl>
                                          <p:spTgt spid="1763"/>
                                        </p:tgtEl>
                                        <p:attrNameLst>
                                          <p:attrName>style.visibility</p:attrName>
                                        </p:attrNameLst>
                                      </p:cBhvr>
                                      <p:to>
                                        <p:strVal val="visible"/>
                                      </p:to>
                                    </p:set>
                                    <p:animEffect transition="in" filter="fade">
                                      <p:cBhvr>
                                        <p:cTn id="55" dur="250"/>
                                        <p:tgtEl>
                                          <p:spTgt spid="1763"/>
                                        </p:tgtEl>
                                      </p:cBhvr>
                                    </p:animEffect>
                                  </p:childTnLst>
                                </p:cTn>
                              </p:par>
                            </p:childTnLst>
                          </p:cTn>
                        </p:par>
                        <p:par>
                          <p:cTn id="56" fill="hold">
                            <p:stCondLst>
                              <p:cond delay="2500"/>
                            </p:stCondLst>
                            <p:childTnLst>
                              <p:par>
                                <p:cTn id="57" presetID="10" presetClass="entr" presetSubtype="0" fill="hold" nodeType="afterEffect">
                                  <p:stCondLst>
                                    <p:cond delay="300"/>
                                  </p:stCondLst>
                                  <p:childTnLst>
                                    <p:set>
                                      <p:cBhvr>
                                        <p:cTn id="58" dur="1" fill="hold">
                                          <p:stCondLst>
                                            <p:cond delay="0"/>
                                          </p:stCondLst>
                                        </p:cTn>
                                        <p:tgtEl>
                                          <p:spTgt spid="1859"/>
                                        </p:tgtEl>
                                        <p:attrNameLst>
                                          <p:attrName>style.visibility</p:attrName>
                                        </p:attrNameLst>
                                      </p:cBhvr>
                                      <p:to>
                                        <p:strVal val="visible"/>
                                      </p:to>
                                    </p:set>
                                    <p:animEffect transition="in" filter="fade">
                                      <p:cBhvr>
                                        <p:cTn id="59" dur="500"/>
                                        <p:tgtEl>
                                          <p:spTgt spid="1859"/>
                                        </p:tgtEl>
                                      </p:cBhvr>
                                    </p:animEffect>
                                  </p:childTnLst>
                                </p:cTn>
                              </p:par>
                              <p:par>
                                <p:cTn id="60" presetID="10" presetClass="entr" presetSubtype="0" fill="hold" nodeType="withEffect">
                                  <p:stCondLst>
                                    <p:cond delay="750"/>
                                  </p:stCondLst>
                                  <p:childTnLst>
                                    <p:set>
                                      <p:cBhvr>
                                        <p:cTn id="61" dur="1" fill="hold">
                                          <p:stCondLst>
                                            <p:cond delay="0"/>
                                          </p:stCondLst>
                                        </p:cTn>
                                        <p:tgtEl>
                                          <p:spTgt spid="1765"/>
                                        </p:tgtEl>
                                        <p:attrNameLst>
                                          <p:attrName>style.visibility</p:attrName>
                                        </p:attrNameLst>
                                      </p:cBhvr>
                                      <p:to>
                                        <p:strVal val="visible"/>
                                      </p:to>
                                    </p:set>
                                    <p:animEffect transition="in" filter="fade">
                                      <p:cBhvr>
                                        <p:cTn id="62" dur="600"/>
                                        <p:tgtEl>
                                          <p:spTgt spid="1765"/>
                                        </p:tgtEl>
                                      </p:cBhvr>
                                    </p:animEffect>
                                  </p:childTnLst>
                                </p:cTn>
                              </p:par>
                              <p:par>
                                <p:cTn id="63" presetID="10" presetClass="exit" presetSubtype="0" fill="hold" nodeType="withEffect">
                                  <p:stCondLst>
                                    <p:cond delay="1250"/>
                                  </p:stCondLst>
                                  <p:childTnLst>
                                    <p:animEffect transition="out" filter="fade">
                                      <p:cBhvr>
                                        <p:cTn id="64" dur="500"/>
                                        <p:tgtEl>
                                          <p:spTgt spid="1765"/>
                                        </p:tgtEl>
                                      </p:cBhvr>
                                    </p:animEffect>
                                    <p:set>
                                      <p:cBhvr>
                                        <p:cTn id="65" dur="1" fill="hold">
                                          <p:stCondLst>
                                            <p:cond delay="500"/>
                                          </p:stCondLst>
                                        </p:cTn>
                                        <p:tgtEl>
                                          <p:spTgt spid="17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66"/>
        <p:cNvGrpSpPr/>
        <p:nvPr/>
      </p:nvGrpSpPr>
      <p:grpSpPr>
        <a:xfrm>
          <a:off x="0" y="0"/>
          <a:ext cx="0" cy="0"/>
          <a:chOff x="0" y="0"/>
          <a:chExt cx="0" cy="0"/>
        </a:xfrm>
      </p:grpSpPr>
      <p:sp>
        <p:nvSpPr>
          <p:cNvPr id="3667" name="Google Shape;3667;p14"/>
          <p:cNvSpPr/>
          <p:nvPr/>
        </p:nvSpPr>
        <p:spPr>
          <a:xfrm>
            <a:off x="4930706"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3"/>
              </a:gs>
              <a:gs pos="70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68" name="Google Shape;3668;p1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Cloud Experience for Developers</a:t>
            </a:r>
            <a:endParaRPr/>
          </a:p>
        </p:txBody>
      </p:sp>
      <p:sp>
        <p:nvSpPr>
          <p:cNvPr id="3669" name="Google Shape;3669;p1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Modern application support and Private AI</a:t>
            </a:r>
            <a:endParaRPr/>
          </a:p>
          <a:p>
            <a:pPr marL="0" lvl="0" indent="0" algn="l" rtl="0">
              <a:lnSpc>
                <a:spcPct val="100000"/>
              </a:lnSpc>
              <a:spcBef>
                <a:spcPts val="600"/>
              </a:spcBef>
              <a:spcAft>
                <a:spcPts val="600"/>
              </a:spcAft>
              <a:buSzPts val="1800"/>
              <a:buNone/>
            </a:pPr>
            <a:endParaRPr/>
          </a:p>
        </p:txBody>
      </p:sp>
      <p:sp>
        <p:nvSpPr>
          <p:cNvPr id="3670" name="Google Shape;3670;p14"/>
          <p:cNvSpPr txBox="1"/>
          <p:nvPr/>
        </p:nvSpPr>
        <p:spPr>
          <a:xfrm>
            <a:off x="1726438" y="1797746"/>
            <a:ext cx="274965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dirty="0">
                <a:solidFill>
                  <a:schemeClr val="dk1"/>
                </a:solidFill>
                <a:latin typeface="Arial"/>
                <a:ea typeface="Arial"/>
                <a:cs typeface="Arial"/>
                <a:sym typeface="Arial"/>
              </a:rPr>
              <a:t>Deliver </a:t>
            </a:r>
            <a:r>
              <a:rPr lang="en-US" sz="2000" dirty="0">
                <a:solidFill>
                  <a:schemeClr val="accent3"/>
                </a:solidFill>
                <a:latin typeface="Arial"/>
                <a:ea typeface="Arial"/>
                <a:cs typeface="Arial"/>
                <a:sym typeface="Arial"/>
              </a:rPr>
              <a:t>Infrastructure-as-Code</a:t>
            </a:r>
            <a:endParaRPr dirty="0"/>
          </a:p>
        </p:txBody>
      </p:sp>
      <p:sp>
        <p:nvSpPr>
          <p:cNvPr id="3671" name="Google Shape;3671;p14"/>
          <p:cNvSpPr txBox="1"/>
          <p:nvPr/>
        </p:nvSpPr>
        <p:spPr>
          <a:xfrm>
            <a:off x="1726439" y="2861100"/>
            <a:ext cx="3464463"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Run business critical and </a:t>
            </a:r>
            <a:r>
              <a:rPr lang="en-US" sz="2000">
                <a:solidFill>
                  <a:schemeClr val="accent3"/>
                </a:solidFill>
                <a:latin typeface="Arial"/>
                <a:ea typeface="Arial"/>
                <a:cs typeface="Arial"/>
                <a:sym typeface="Arial"/>
              </a:rPr>
              <a:t>modern workloads </a:t>
            </a:r>
            <a:r>
              <a:rPr lang="en-US" sz="2000">
                <a:solidFill>
                  <a:schemeClr val="dk1"/>
                </a:solidFill>
                <a:latin typeface="Arial"/>
                <a:ea typeface="Arial"/>
                <a:cs typeface="Arial"/>
                <a:sym typeface="Arial"/>
              </a:rPr>
              <a:t>in production</a:t>
            </a:r>
            <a:endParaRPr/>
          </a:p>
        </p:txBody>
      </p:sp>
      <p:sp>
        <p:nvSpPr>
          <p:cNvPr id="3672" name="Google Shape;3672;p14"/>
          <p:cNvSpPr txBox="1"/>
          <p:nvPr/>
        </p:nvSpPr>
        <p:spPr>
          <a:xfrm>
            <a:off x="1726439" y="4062954"/>
            <a:ext cx="3380798"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Implement </a:t>
            </a:r>
            <a:r>
              <a:rPr lang="en-US" sz="2000">
                <a:solidFill>
                  <a:schemeClr val="accent3"/>
                </a:solidFill>
                <a:latin typeface="Arial"/>
                <a:ea typeface="Arial"/>
                <a:cs typeface="Arial"/>
                <a:sym typeface="Arial"/>
              </a:rPr>
              <a:t>Private AI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with NVIDIA (Private AI Foundation with NVIDIA)</a:t>
            </a:r>
            <a:endParaRPr/>
          </a:p>
        </p:txBody>
      </p:sp>
      <p:sp>
        <p:nvSpPr>
          <p:cNvPr id="3673" name="Google Shape;3673;p14"/>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3674" name="Google Shape;3674;p14"/>
          <p:cNvPicPr preferRelativeResize="0"/>
          <p:nvPr/>
        </p:nvPicPr>
        <p:blipFill rotWithShape="1">
          <a:blip r:embed="rId3">
            <a:alphaModFix/>
          </a:blip>
          <a:srcRect/>
          <a:stretch/>
        </p:blipFill>
        <p:spPr>
          <a:xfrm>
            <a:off x="8824463" y="2369183"/>
            <a:ext cx="3042236" cy="1193440"/>
          </a:xfrm>
          <a:prstGeom prst="rect">
            <a:avLst/>
          </a:prstGeom>
          <a:noFill/>
          <a:ln>
            <a:noFill/>
          </a:ln>
        </p:spPr>
      </p:pic>
      <p:grpSp>
        <p:nvGrpSpPr>
          <p:cNvPr id="3675" name="Google Shape;3675;p14"/>
          <p:cNvGrpSpPr/>
          <p:nvPr/>
        </p:nvGrpSpPr>
        <p:grpSpPr>
          <a:xfrm>
            <a:off x="6022889" y="4458329"/>
            <a:ext cx="1266988" cy="1280160"/>
            <a:chOff x="2251864" y="2357930"/>
            <a:chExt cx="960969" cy="970960"/>
          </a:xfrm>
        </p:grpSpPr>
        <p:sp>
          <p:nvSpPr>
            <p:cNvPr id="3676" name="Google Shape;3676;p14"/>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7" name="Google Shape;3677;p14"/>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8" name="Google Shape;3678;p14"/>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9" name="Google Shape;3679;p14"/>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0" name="Google Shape;3680;p14"/>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1" name="Google Shape;3681;p14"/>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2" name="Google Shape;3682;p14"/>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3" name="Google Shape;3683;p14"/>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4" name="Google Shape;3684;p14"/>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5" name="Google Shape;3685;p14"/>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6" name="Google Shape;3686;p14"/>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7" name="Google Shape;3687;p14"/>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8" name="Google Shape;3688;p14"/>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9" name="Google Shape;3689;p14"/>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90" name="Google Shape;3690;p14"/>
          <p:cNvGrpSpPr/>
          <p:nvPr/>
        </p:nvGrpSpPr>
        <p:grpSpPr>
          <a:xfrm>
            <a:off x="7099794" y="3439249"/>
            <a:ext cx="3327833" cy="2602031"/>
            <a:chOff x="7099794" y="3439249"/>
            <a:chExt cx="3327833" cy="2602031"/>
          </a:xfrm>
        </p:grpSpPr>
        <p:grpSp>
          <p:nvGrpSpPr>
            <p:cNvPr id="3691" name="Google Shape;3691;p14"/>
            <p:cNvGrpSpPr/>
            <p:nvPr/>
          </p:nvGrpSpPr>
          <p:grpSpPr>
            <a:xfrm>
              <a:off x="7831949" y="5717323"/>
              <a:ext cx="1858111" cy="323957"/>
              <a:chOff x="5493826" y="4735334"/>
              <a:chExt cx="1401453" cy="244341"/>
            </a:xfrm>
          </p:grpSpPr>
          <p:sp>
            <p:nvSpPr>
              <p:cNvPr id="3692" name="Google Shape;3692;p14"/>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gradFill>
                <a:gsLst>
                  <a:gs pos="0">
                    <a:schemeClr val="accent2"/>
                  </a:gs>
                  <a:gs pos="22000">
                    <a:schemeClr val="accent2"/>
                  </a:gs>
                  <a:gs pos="100000">
                    <a:schemeClr val="dk2"/>
                  </a:gs>
                </a:gsLst>
                <a:lin ang="162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3693" name="Google Shape;3693;p14"/>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gradFill>
                <a:gsLst>
                  <a:gs pos="0">
                    <a:schemeClr val="accent2"/>
                  </a:gs>
                  <a:gs pos="22000">
                    <a:schemeClr val="accent2"/>
                  </a:gs>
                  <a:gs pos="100000">
                    <a:schemeClr val="dk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sp>
          <p:nvSpPr>
            <p:cNvPr id="3694" name="Google Shape;3694;p14"/>
            <p:cNvSpPr/>
            <p:nvPr/>
          </p:nvSpPr>
          <p:spPr>
            <a:xfrm>
              <a:off x="7099794" y="3439249"/>
              <a:ext cx="3327833" cy="2288688"/>
            </a:xfrm>
            <a:prstGeom prst="roundRect">
              <a:avLst>
                <a:gd name="adj" fmla="val 2649"/>
              </a:avLst>
            </a:prstGeom>
            <a:gradFill>
              <a:gsLst>
                <a:gs pos="0">
                  <a:schemeClr val="accent1"/>
                </a:gs>
                <a:gs pos="15000">
                  <a:schemeClr val="accent1"/>
                </a:gs>
                <a:gs pos="100000">
                  <a:schemeClr val="accent2"/>
                </a:gs>
              </a:gsLst>
              <a:lin ang="81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5" name="Google Shape;3695;p14"/>
            <p:cNvSpPr/>
            <p:nvPr/>
          </p:nvSpPr>
          <p:spPr>
            <a:xfrm>
              <a:off x="8991888" y="3536080"/>
              <a:ext cx="1344062" cy="1301771"/>
            </a:xfrm>
            <a:prstGeom prst="roundRect">
              <a:avLst>
                <a:gd name="adj" fmla="val 4797"/>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6" name="Google Shape;3696;p14"/>
            <p:cNvSpPr/>
            <p:nvPr/>
          </p:nvSpPr>
          <p:spPr>
            <a:xfrm>
              <a:off x="8991889" y="4892852"/>
              <a:ext cx="1343962" cy="717604"/>
            </a:xfrm>
            <a:prstGeom prst="roundRect">
              <a:avLst>
                <a:gd name="adj" fmla="val 8447"/>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7" name="Google Shape;3697;p14"/>
            <p:cNvSpPr/>
            <p:nvPr/>
          </p:nvSpPr>
          <p:spPr>
            <a:xfrm>
              <a:off x="7191472" y="3536080"/>
              <a:ext cx="1742258" cy="2074375"/>
            </a:xfrm>
            <a:prstGeom prst="roundRect">
              <a:avLst>
                <a:gd name="adj" fmla="val 3526"/>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98" name="Google Shape;3698;p14"/>
          <p:cNvGrpSpPr/>
          <p:nvPr/>
        </p:nvGrpSpPr>
        <p:grpSpPr>
          <a:xfrm>
            <a:off x="9261335" y="3770594"/>
            <a:ext cx="808034" cy="808030"/>
            <a:chOff x="9261335" y="3770594"/>
            <a:chExt cx="808034" cy="808030"/>
          </a:xfrm>
        </p:grpSpPr>
        <p:sp>
          <p:nvSpPr>
            <p:cNvPr id="3699" name="Google Shape;3699;p14"/>
            <p:cNvSpPr/>
            <p:nvPr/>
          </p:nvSpPr>
          <p:spPr>
            <a:xfrm>
              <a:off x="9261335" y="3770594"/>
              <a:ext cx="808034" cy="808030"/>
            </a:xfrm>
            <a:custGeom>
              <a:avLst/>
              <a:gdLst/>
              <a:ahLst/>
              <a:cxnLst/>
              <a:rect l="l" t="t" r="r" b="b"/>
              <a:pathLst>
                <a:path w="960200" h="960200" extrusionOk="0">
                  <a:moveTo>
                    <a:pt x="960200" y="480100"/>
                  </a:moveTo>
                  <a:cubicBezTo>
                    <a:pt x="960200" y="745252"/>
                    <a:pt x="745252" y="960200"/>
                    <a:pt x="480100" y="960200"/>
                  </a:cubicBezTo>
                  <a:cubicBezTo>
                    <a:pt x="214948" y="960200"/>
                    <a:pt x="0" y="745252"/>
                    <a:pt x="0" y="480100"/>
                  </a:cubicBezTo>
                  <a:cubicBezTo>
                    <a:pt x="0" y="214948"/>
                    <a:pt x="214948" y="0"/>
                    <a:pt x="480100" y="0"/>
                  </a:cubicBezTo>
                  <a:cubicBezTo>
                    <a:pt x="745252" y="0"/>
                    <a:pt x="960200" y="214948"/>
                    <a:pt x="960200" y="480100"/>
                  </a:cubicBezTo>
                  <a:close/>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0" name="Google Shape;3700;p14"/>
            <p:cNvSpPr/>
            <p:nvPr/>
          </p:nvSpPr>
          <p:spPr>
            <a:xfrm>
              <a:off x="9665352" y="3770673"/>
              <a:ext cx="7939" cy="79627"/>
            </a:xfrm>
            <a:custGeom>
              <a:avLst/>
              <a:gdLst/>
              <a:ahLst/>
              <a:cxnLst/>
              <a:rect l="l" t="t" r="r" b="b"/>
              <a:pathLst>
                <a:path w="9434" h="94623" extrusionOk="0">
                  <a:moveTo>
                    <a:pt x="0" y="0"/>
                  </a:moveTo>
                  <a:lnTo>
                    <a:pt x="0" y="94624"/>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1" name="Google Shape;3701;p14"/>
            <p:cNvSpPr/>
            <p:nvPr/>
          </p:nvSpPr>
          <p:spPr>
            <a:xfrm>
              <a:off x="9527372" y="3794966"/>
              <a:ext cx="27230" cy="74864"/>
            </a:xfrm>
            <a:custGeom>
              <a:avLst/>
              <a:gdLst/>
              <a:ahLst/>
              <a:cxnLst/>
              <a:rect l="l" t="t" r="r" b="b"/>
              <a:pathLst>
                <a:path w="32358" h="88963" extrusionOk="0">
                  <a:moveTo>
                    <a:pt x="0" y="0"/>
                  </a:moveTo>
                  <a:lnTo>
                    <a:pt x="32359" y="88963"/>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2" name="Google Shape;3702;p14"/>
            <p:cNvSpPr/>
            <p:nvPr/>
          </p:nvSpPr>
          <p:spPr>
            <a:xfrm>
              <a:off x="9405984" y="3865068"/>
              <a:ext cx="51206" cy="60971"/>
            </a:xfrm>
            <a:custGeom>
              <a:avLst/>
              <a:gdLst/>
              <a:ahLst/>
              <a:cxnLst/>
              <a:rect l="l" t="t" r="r" b="b"/>
              <a:pathLst>
                <a:path w="60849" h="72453" extrusionOk="0">
                  <a:moveTo>
                    <a:pt x="0" y="0"/>
                  </a:moveTo>
                  <a:lnTo>
                    <a:pt x="60850" y="72454"/>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03" name="Google Shape;3703;p14"/>
            <p:cNvGrpSpPr/>
            <p:nvPr/>
          </p:nvGrpSpPr>
          <p:grpSpPr>
            <a:xfrm>
              <a:off x="9315876" y="3972403"/>
              <a:ext cx="698952" cy="403459"/>
              <a:chOff x="4098256" y="828402"/>
              <a:chExt cx="830576" cy="479439"/>
            </a:xfrm>
          </p:grpSpPr>
          <p:sp>
            <p:nvSpPr>
              <p:cNvPr id="3704" name="Google Shape;3704;p14"/>
              <p:cNvSpPr/>
              <p:nvPr/>
            </p:nvSpPr>
            <p:spPr>
              <a:xfrm>
                <a:off x="4098256" y="828402"/>
                <a:ext cx="81982" cy="47359"/>
              </a:xfrm>
              <a:custGeom>
                <a:avLst/>
                <a:gdLst/>
                <a:ahLst/>
                <a:cxnLst/>
                <a:rect l="l" t="t" r="r" b="b"/>
                <a:pathLst>
                  <a:path w="81982" h="47359" extrusionOk="0">
                    <a:moveTo>
                      <a:pt x="0" y="0"/>
                    </a:moveTo>
                    <a:lnTo>
                      <a:pt x="81982" y="47359"/>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5" name="Google Shape;3705;p14"/>
              <p:cNvSpPr/>
              <p:nvPr/>
            </p:nvSpPr>
            <p:spPr>
              <a:xfrm>
                <a:off x="4846850" y="1260577"/>
                <a:ext cx="81982" cy="47264"/>
              </a:xfrm>
              <a:custGeom>
                <a:avLst/>
                <a:gdLst/>
                <a:ahLst/>
                <a:cxnLst/>
                <a:rect l="l" t="t" r="r" b="b"/>
                <a:pathLst>
                  <a:path w="81982" h="47264" extrusionOk="0">
                    <a:moveTo>
                      <a:pt x="0" y="0"/>
                    </a:moveTo>
                    <a:lnTo>
                      <a:pt x="81982" y="4726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06" name="Google Shape;3706;p14"/>
            <p:cNvGrpSpPr/>
            <p:nvPr/>
          </p:nvGrpSpPr>
          <p:grpSpPr>
            <a:xfrm>
              <a:off x="9268004" y="4104110"/>
              <a:ext cx="794696" cy="140123"/>
              <a:chOff x="4041369" y="984913"/>
              <a:chExt cx="944350" cy="166511"/>
            </a:xfrm>
          </p:grpSpPr>
          <p:sp>
            <p:nvSpPr>
              <p:cNvPr id="3707" name="Google Shape;3707;p14"/>
              <p:cNvSpPr/>
              <p:nvPr/>
            </p:nvSpPr>
            <p:spPr>
              <a:xfrm>
                <a:off x="4041369" y="984913"/>
                <a:ext cx="93208" cy="16415"/>
              </a:xfrm>
              <a:custGeom>
                <a:avLst/>
                <a:gdLst/>
                <a:ahLst/>
                <a:cxnLst/>
                <a:rect l="l" t="t" r="r" b="b"/>
                <a:pathLst>
                  <a:path w="93208" h="16415" extrusionOk="0">
                    <a:moveTo>
                      <a:pt x="0" y="0"/>
                    </a:moveTo>
                    <a:lnTo>
                      <a:pt x="93209" y="1641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8" name="Google Shape;3708;p14"/>
              <p:cNvSpPr/>
              <p:nvPr/>
            </p:nvSpPr>
            <p:spPr>
              <a:xfrm>
                <a:off x="4892511" y="1135009"/>
                <a:ext cx="93208" cy="16415"/>
              </a:xfrm>
              <a:custGeom>
                <a:avLst/>
                <a:gdLst/>
                <a:ahLst/>
                <a:cxnLst/>
                <a:rect l="l" t="t" r="r" b="b"/>
                <a:pathLst>
                  <a:path w="93208" h="16415" extrusionOk="0">
                    <a:moveTo>
                      <a:pt x="0" y="0"/>
                    </a:moveTo>
                    <a:lnTo>
                      <a:pt x="93208" y="1641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09" name="Google Shape;3709;p14"/>
            <p:cNvGrpSpPr/>
            <p:nvPr/>
          </p:nvGrpSpPr>
          <p:grpSpPr>
            <a:xfrm>
              <a:off x="9268004" y="4104110"/>
              <a:ext cx="794696" cy="140123"/>
              <a:chOff x="4041369" y="984913"/>
              <a:chExt cx="944350" cy="166511"/>
            </a:xfrm>
          </p:grpSpPr>
          <p:sp>
            <p:nvSpPr>
              <p:cNvPr id="3710" name="Google Shape;3710;p14"/>
              <p:cNvSpPr/>
              <p:nvPr/>
            </p:nvSpPr>
            <p:spPr>
              <a:xfrm>
                <a:off x="4041369" y="1135009"/>
                <a:ext cx="93208" cy="16415"/>
              </a:xfrm>
              <a:custGeom>
                <a:avLst/>
                <a:gdLst/>
                <a:ahLst/>
                <a:cxnLst/>
                <a:rect l="l" t="t" r="r" b="b"/>
                <a:pathLst>
                  <a:path w="93208" h="16415" extrusionOk="0">
                    <a:moveTo>
                      <a:pt x="0" y="16415"/>
                    </a:moveTo>
                    <a:lnTo>
                      <a:pt x="93209"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1" name="Google Shape;3711;p14"/>
              <p:cNvSpPr/>
              <p:nvPr/>
            </p:nvSpPr>
            <p:spPr>
              <a:xfrm>
                <a:off x="4892511" y="984913"/>
                <a:ext cx="93208" cy="16415"/>
              </a:xfrm>
              <a:custGeom>
                <a:avLst/>
                <a:gdLst/>
                <a:ahLst/>
                <a:cxnLst/>
                <a:rect l="l" t="t" r="r" b="b"/>
                <a:pathLst>
                  <a:path w="93208" h="16415" extrusionOk="0">
                    <a:moveTo>
                      <a:pt x="0" y="16415"/>
                    </a:moveTo>
                    <a:lnTo>
                      <a:pt x="93208"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12" name="Google Shape;3712;p14"/>
            <p:cNvGrpSpPr/>
            <p:nvPr/>
          </p:nvGrpSpPr>
          <p:grpSpPr>
            <a:xfrm>
              <a:off x="9315876" y="3972403"/>
              <a:ext cx="698952" cy="403459"/>
              <a:chOff x="4098256" y="828402"/>
              <a:chExt cx="830576" cy="479439"/>
            </a:xfrm>
          </p:grpSpPr>
          <p:sp>
            <p:nvSpPr>
              <p:cNvPr id="3713" name="Google Shape;3713;p14"/>
              <p:cNvSpPr/>
              <p:nvPr/>
            </p:nvSpPr>
            <p:spPr>
              <a:xfrm>
                <a:off x="4098256" y="1260577"/>
                <a:ext cx="81982" cy="47264"/>
              </a:xfrm>
              <a:custGeom>
                <a:avLst/>
                <a:gdLst/>
                <a:ahLst/>
                <a:cxnLst/>
                <a:rect l="l" t="t" r="r" b="b"/>
                <a:pathLst>
                  <a:path w="81982" h="47264" extrusionOk="0">
                    <a:moveTo>
                      <a:pt x="0" y="47265"/>
                    </a:moveTo>
                    <a:lnTo>
                      <a:pt x="81982"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4" name="Google Shape;3714;p14"/>
              <p:cNvSpPr/>
              <p:nvPr/>
            </p:nvSpPr>
            <p:spPr>
              <a:xfrm>
                <a:off x="4846850" y="828402"/>
                <a:ext cx="81982" cy="47359"/>
              </a:xfrm>
              <a:custGeom>
                <a:avLst/>
                <a:gdLst/>
                <a:ahLst/>
                <a:cxnLst/>
                <a:rect l="l" t="t" r="r" b="b"/>
                <a:pathLst>
                  <a:path w="81982" h="47359" extrusionOk="0">
                    <a:moveTo>
                      <a:pt x="0" y="47359"/>
                    </a:moveTo>
                    <a:lnTo>
                      <a:pt x="81982"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15" name="Google Shape;3715;p14"/>
            <p:cNvSpPr/>
            <p:nvPr/>
          </p:nvSpPr>
          <p:spPr>
            <a:xfrm>
              <a:off x="9873513" y="3865068"/>
              <a:ext cx="51206" cy="60971"/>
            </a:xfrm>
            <a:custGeom>
              <a:avLst/>
              <a:gdLst/>
              <a:ahLst/>
              <a:cxnLst/>
              <a:rect l="l" t="t" r="r" b="b"/>
              <a:pathLst>
                <a:path w="60849" h="72453" extrusionOk="0">
                  <a:moveTo>
                    <a:pt x="0" y="72454"/>
                  </a:moveTo>
                  <a:lnTo>
                    <a:pt x="60850"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6" name="Google Shape;3716;p14"/>
            <p:cNvSpPr/>
            <p:nvPr/>
          </p:nvSpPr>
          <p:spPr>
            <a:xfrm>
              <a:off x="9776101" y="3794966"/>
              <a:ext cx="27230" cy="74864"/>
            </a:xfrm>
            <a:custGeom>
              <a:avLst/>
              <a:gdLst/>
              <a:ahLst/>
              <a:cxnLst/>
              <a:rect l="l" t="t" r="r" b="b"/>
              <a:pathLst>
                <a:path w="32358" h="88963" extrusionOk="0">
                  <a:moveTo>
                    <a:pt x="0" y="88963"/>
                  </a:moveTo>
                  <a:lnTo>
                    <a:pt x="32359"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17" name="Google Shape;3717;p14"/>
          <p:cNvSpPr/>
          <p:nvPr/>
        </p:nvSpPr>
        <p:spPr>
          <a:xfrm>
            <a:off x="9187541" y="5028021"/>
            <a:ext cx="887010" cy="414870"/>
          </a:xfrm>
          <a:custGeom>
            <a:avLst/>
            <a:gdLst/>
            <a:ahLst/>
            <a:cxnLst/>
            <a:rect l="l" t="t" r="r" b="b"/>
            <a:pathLst>
              <a:path w="603945" h="282476" extrusionOk="0">
                <a:moveTo>
                  <a:pt x="0" y="263129"/>
                </a:moveTo>
                <a:lnTo>
                  <a:pt x="177553" y="263129"/>
                </a:lnTo>
                <a:lnTo>
                  <a:pt x="177553" y="282476"/>
                </a:lnTo>
                <a:lnTo>
                  <a:pt x="0" y="282476"/>
                </a:lnTo>
                <a:close/>
                <a:moveTo>
                  <a:pt x="459433" y="40482"/>
                </a:moveTo>
                <a:lnTo>
                  <a:pt x="603945" y="101501"/>
                </a:lnTo>
                <a:lnTo>
                  <a:pt x="603945" y="126504"/>
                </a:lnTo>
                <a:lnTo>
                  <a:pt x="459433" y="188268"/>
                </a:lnTo>
                <a:lnTo>
                  <a:pt x="459433" y="161628"/>
                </a:lnTo>
                <a:lnTo>
                  <a:pt x="573882" y="114152"/>
                </a:lnTo>
                <a:lnTo>
                  <a:pt x="459433" y="67122"/>
                </a:lnTo>
                <a:close/>
                <a:moveTo>
                  <a:pt x="337245" y="40482"/>
                </a:moveTo>
                <a:lnTo>
                  <a:pt x="337245" y="67122"/>
                </a:lnTo>
                <a:lnTo>
                  <a:pt x="222647" y="114152"/>
                </a:lnTo>
                <a:lnTo>
                  <a:pt x="337245" y="161628"/>
                </a:lnTo>
                <a:lnTo>
                  <a:pt x="337245" y="188268"/>
                </a:lnTo>
                <a:lnTo>
                  <a:pt x="192733" y="126504"/>
                </a:lnTo>
                <a:lnTo>
                  <a:pt x="192733" y="101501"/>
                </a:lnTo>
                <a:close/>
                <a:moveTo>
                  <a:pt x="420291" y="0"/>
                </a:moveTo>
                <a:lnTo>
                  <a:pt x="441722" y="0"/>
                </a:lnTo>
                <a:lnTo>
                  <a:pt x="378619" y="225624"/>
                </a:lnTo>
                <a:lnTo>
                  <a:pt x="357039" y="225624"/>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endParaRPr sz="2400">
              <a:solidFill>
                <a:schemeClr val="accent6"/>
              </a:solidFill>
              <a:latin typeface="Arial"/>
              <a:ea typeface="Arial"/>
              <a:cs typeface="Arial"/>
              <a:sym typeface="Arial"/>
            </a:endParaRPr>
          </a:p>
        </p:txBody>
      </p:sp>
      <p:grpSp>
        <p:nvGrpSpPr>
          <p:cNvPr id="3718" name="Google Shape;3718;p14"/>
          <p:cNvGrpSpPr/>
          <p:nvPr/>
        </p:nvGrpSpPr>
        <p:grpSpPr>
          <a:xfrm>
            <a:off x="7494699" y="3681858"/>
            <a:ext cx="1165288" cy="1165284"/>
            <a:chOff x="6443823" y="2047452"/>
            <a:chExt cx="566712" cy="566710"/>
          </a:xfrm>
        </p:grpSpPr>
        <p:grpSp>
          <p:nvGrpSpPr>
            <p:cNvPr id="3719" name="Google Shape;3719;p14"/>
            <p:cNvGrpSpPr/>
            <p:nvPr/>
          </p:nvGrpSpPr>
          <p:grpSpPr>
            <a:xfrm>
              <a:off x="6443823" y="2047452"/>
              <a:ext cx="566712" cy="566710"/>
              <a:chOff x="-396256" y="3115798"/>
              <a:chExt cx="601858" cy="601858"/>
            </a:xfrm>
          </p:grpSpPr>
          <p:sp>
            <p:nvSpPr>
              <p:cNvPr id="3720" name="Google Shape;3720;p14"/>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1" name="Google Shape;3721;p14"/>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22" name="Google Shape;3722;p14"/>
            <p:cNvGrpSpPr/>
            <p:nvPr/>
          </p:nvGrpSpPr>
          <p:grpSpPr>
            <a:xfrm>
              <a:off x="6551426" y="2142244"/>
              <a:ext cx="351505" cy="377126"/>
              <a:chOff x="7986227" y="2894842"/>
              <a:chExt cx="960388" cy="1030389"/>
            </a:xfrm>
          </p:grpSpPr>
          <p:grpSp>
            <p:nvGrpSpPr>
              <p:cNvPr id="3723" name="Google Shape;3723;p14"/>
              <p:cNvGrpSpPr/>
              <p:nvPr/>
            </p:nvGrpSpPr>
            <p:grpSpPr>
              <a:xfrm>
                <a:off x="7986227" y="2894842"/>
                <a:ext cx="498307" cy="1030389"/>
                <a:chOff x="7986227" y="2894842"/>
                <a:chExt cx="498307" cy="1030389"/>
              </a:xfrm>
            </p:grpSpPr>
            <p:sp>
              <p:nvSpPr>
                <p:cNvPr id="3724" name="Google Shape;3724;p14"/>
                <p:cNvSpPr/>
                <p:nvPr/>
              </p:nvSpPr>
              <p:spPr>
                <a:xfrm>
                  <a:off x="8063020" y="2894842"/>
                  <a:ext cx="421514" cy="1030389"/>
                </a:xfrm>
                <a:custGeom>
                  <a:avLst/>
                  <a:gdLst/>
                  <a:ahLst/>
                  <a:cxnLst/>
                  <a:rect l="l" t="t" r="r" b="b"/>
                  <a:pathLst>
                    <a:path w="421514" h="1030389" extrusionOk="0">
                      <a:moveTo>
                        <a:pt x="25378" y="366042"/>
                      </a:moveTo>
                      <a:cubicBezTo>
                        <a:pt x="9340" y="342363"/>
                        <a:pt x="0" y="313683"/>
                        <a:pt x="0" y="282928"/>
                      </a:cubicBezTo>
                      <a:cubicBezTo>
                        <a:pt x="0" y="200852"/>
                        <a:pt x="66510" y="134247"/>
                        <a:pt x="148681" y="134247"/>
                      </a:cubicBezTo>
                      <a:cubicBezTo>
                        <a:pt x="155002" y="134247"/>
                        <a:pt x="161323" y="134624"/>
                        <a:pt x="167455" y="135379"/>
                      </a:cubicBezTo>
                      <a:cubicBezTo>
                        <a:pt x="174153" y="59529"/>
                        <a:pt x="237928" y="0"/>
                        <a:pt x="315476" y="0"/>
                      </a:cubicBezTo>
                      <a:cubicBezTo>
                        <a:pt x="356986" y="0"/>
                        <a:pt x="394533" y="17076"/>
                        <a:pt x="421514" y="44529"/>
                      </a:cubicBezTo>
                      <a:lnTo>
                        <a:pt x="421514" y="959540"/>
                      </a:lnTo>
                      <a:cubicBezTo>
                        <a:pt x="396420" y="1001993"/>
                        <a:pt x="350193" y="1030390"/>
                        <a:pt x="297268" y="1030390"/>
                      </a:cubicBezTo>
                      <a:cubicBezTo>
                        <a:pt x="217550" y="1030390"/>
                        <a:pt x="153021" y="965766"/>
                        <a:pt x="153021" y="886143"/>
                      </a:cubicBezTo>
                      <a:cubicBezTo>
                        <a:pt x="153021" y="806425"/>
                        <a:pt x="217644" y="741896"/>
                        <a:pt x="297268" y="741896"/>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5" name="Google Shape;3725;p14"/>
                <p:cNvSpPr/>
                <p:nvPr/>
              </p:nvSpPr>
              <p:spPr>
                <a:xfrm>
                  <a:off x="8304627" y="3102391"/>
                  <a:ext cx="179719" cy="63585"/>
                </a:xfrm>
                <a:custGeom>
                  <a:avLst/>
                  <a:gdLst/>
                  <a:ahLst/>
                  <a:cxnLst/>
                  <a:rect l="l" t="t" r="r" b="b"/>
                  <a:pathLst>
                    <a:path w="179719" h="63585" extrusionOk="0">
                      <a:moveTo>
                        <a:pt x="0" y="0"/>
                      </a:moveTo>
                      <a:cubicBezTo>
                        <a:pt x="23962" y="38208"/>
                        <a:pt x="66510" y="63586"/>
                        <a:pt x="115001" y="63586"/>
                      </a:cubicBezTo>
                      <a:cubicBezTo>
                        <a:pt x="138398" y="63586"/>
                        <a:pt x="160473" y="57642"/>
                        <a:pt x="179719" y="47170"/>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6" name="Google Shape;3726;p14"/>
                <p:cNvSpPr/>
                <p:nvPr/>
              </p:nvSpPr>
              <p:spPr>
                <a:xfrm>
                  <a:off x="8206513" y="3331262"/>
                  <a:ext cx="153775" cy="70189"/>
                </a:xfrm>
                <a:custGeom>
                  <a:avLst/>
                  <a:gdLst/>
                  <a:ahLst/>
                  <a:cxnLst/>
                  <a:rect l="l" t="t" r="r" b="b"/>
                  <a:pathLst>
                    <a:path w="153775" h="70189" extrusionOk="0">
                      <a:moveTo>
                        <a:pt x="153775" y="189"/>
                      </a:moveTo>
                      <a:cubicBezTo>
                        <a:pt x="150945" y="94"/>
                        <a:pt x="148210" y="0"/>
                        <a:pt x="145379" y="0"/>
                      </a:cubicBezTo>
                      <a:cubicBezTo>
                        <a:pt x="86510" y="0"/>
                        <a:pt x="33962" y="27453"/>
                        <a:pt x="0" y="70189"/>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7" name="Google Shape;3727;p14"/>
                <p:cNvSpPr/>
                <p:nvPr/>
              </p:nvSpPr>
              <p:spPr>
                <a:xfrm>
                  <a:off x="7986227" y="3251544"/>
                  <a:ext cx="297078" cy="529628"/>
                </a:xfrm>
                <a:custGeom>
                  <a:avLst/>
                  <a:gdLst/>
                  <a:ahLst/>
                  <a:cxnLst/>
                  <a:rect l="l" t="t" r="r" b="b"/>
                  <a:pathLst>
                    <a:path w="297078" h="529628" extrusionOk="0">
                      <a:moveTo>
                        <a:pt x="297079" y="94435"/>
                      </a:moveTo>
                      <a:cubicBezTo>
                        <a:pt x="273588" y="38963"/>
                        <a:pt x="218682" y="0"/>
                        <a:pt x="154624" y="0"/>
                      </a:cubicBezTo>
                      <a:cubicBezTo>
                        <a:pt x="69246" y="0"/>
                        <a:pt x="0" y="69246"/>
                        <a:pt x="0" y="154624"/>
                      </a:cubicBezTo>
                      <a:cubicBezTo>
                        <a:pt x="0" y="218587"/>
                        <a:pt x="38868" y="273588"/>
                        <a:pt x="94341" y="297079"/>
                      </a:cubicBezTo>
                      <a:cubicBezTo>
                        <a:pt x="78019" y="320947"/>
                        <a:pt x="68491" y="349815"/>
                        <a:pt x="68491" y="380948"/>
                      </a:cubicBezTo>
                      <a:cubicBezTo>
                        <a:pt x="68491" y="463024"/>
                        <a:pt x="135002" y="529629"/>
                        <a:pt x="217172" y="529629"/>
                      </a:cubicBezTo>
                      <a:cubicBezTo>
                        <a:pt x="221417" y="529629"/>
                        <a:pt x="225757" y="529440"/>
                        <a:pt x="229908" y="529063"/>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8" name="Google Shape;3728;p14"/>
                <p:cNvSpPr/>
                <p:nvPr/>
              </p:nvSpPr>
              <p:spPr>
                <a:xfrm>
                  <a:off x="8271042" y="3561737"/>
                  <a:ext cx="15523" cy="105850"/>
                </a:xfrm>
                <a:custGeom>
                  <a:avLst/>
                  <a:gdLst/>
                  <a:ahLst/>
                  <a:cxnLst/>
                  <a:rect l="l" t="t" r="r" b="b"/>
                  <a:pathLst>
                    <a:path w="15523" h="105850" extrusionOk="0">
                      <a:moveTo>
                        <a:pt x="0" y="105850"/>
                      </a:moveTo>
                      <a:cubicBezTo>
                        <a:pt x="18585" y="72548"/>
                        <a:pt x="20095" y="33585"/>
                        <a:pt x="6604" y="0"/>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29" name="Google Shape;3729;p14"/>
              <p:cNvSpPr/>
              <p:nvPr/>
            </p:nvSpPr>
            <p:spPr>
              <a:xfrm>
                <a:off x="8484346" y="2905596"/>
                <a:ext cx="462269" cy="1008974"/>
              </a:xfrm>
              <a:custGeom>
                <a:avLst/>
                <a:gdLst/>
                <a:ahLst/>
                <a:cxnLst/>
                <a:rect l="l" t="t" r="r" b="b"/>
                <a:pathLst>
                  <a:path w="462269" h="1008974" extrusionOk="0">
                    <a:moveTo>
                      <a:pt x="462270" y="504534"/>
                    </a:moveTo>
                    <a:cubicBezTo>
                      <a:pt x="462270" y="535290"/>
                      <a:pt x="437364" y="560195"/>
                      <a:pt x="406608" y="560195"/>
                    </a:cubicBezTo>
                    <a:cubicBezTo>
                      <a:pt x="375853" y="560195"/>
                      <a:pt x="350948" y="535290"/>
                      <a:pt x="350948" y="504534"/>
                    </a:cubicBezTo>
                    <a:cubicBezTo>
                      <a:pt x="350948" y="473779"/>
                      <a:pt x="375853" y="448873"/>
                      <a:pt x="406608" y="448873"/>
                    </a:cubicBezTo>
                    <a:cubicBezTo>
                      <a:pt x="437364" y="448873"/>
                      <a:pt x="462270" y="473779"/>
                      <a:pt x="462270" y="504534"/>
                    </a:cubicBezTo>
                    <a:close/>
                    <a:moveTo>
                      <a:pt x="351042" y="504534"/>
                    </a:moveTo>
                    <a:lnTo>
                      <a:pt x="0" y="504534"/>
                    </a:lnTo>
                    <a:moveTo>
                      <a:pt x="180285" y="55661"/>
                    </a:moveTo>
                    <a:cubicBezTo>
                      <a:pt x="180285" y="86416"/>
                      <a:pt x="155379" y="111322"/>
                      <a:pt x="124624" y="111322"/>
                    </a:cubicBezTo>
                    <a:cubicBezTo>
                      <a:pt x="93869" y="111322"/>
                      <a:pt x="68963" y="86416"/>
                      <a:pt x="68963" y="55661"/>
                    </a:cubicBezTo>
                    <a:cubicBezTo>
                      <a:pt x="68963" y="24906"/>
                      <a:pt x="93869" y="0"/>
                      <a:pt x="124624" y="0"/>
                    </a:cubicBezTo>
                    <a:cubicBezTo>
                      <a:pt x="155379" y="0"/>
                      <a:pt x="180285" y="24906"/>
                      <a:pt x="180285" y="55661"/>
                    </a:cubicBezTo>
                    <a:close/>
                    <a:moveTo>
                      <a:pt x="359815" y="185568"/>
                    </a:moveTo>
                    <a:cubicBezTo>
                      <a:pt x="381514" y="207267"/>
                      <a:pt x="381514" y="242456"/>
                      <a:pt x="359815" y="264249"/>
                    </a:cubicBezTo>
                    <a:cubicBezTo>
                      <a:pt x="338117" y="285947"/>
                      <a:pt x="302928" y="285947"/>
                      <a:pt x="281135" y="264249"/>
                    </a:cubicBezTo>
                    <a:cubicBezTo>
                      <a:pt x="259437" y="242550"/>
                      <a:pt x="259437" y="207361"/>
                      <a:pt x="281135" y="185568"/>
                    </a:cubicBezTo>
                    <a:cubicBezTo>
                      <a:pt x="302834" y="163870"/>
                      <a:pt x="338023" y="163870"/>
                      <a:pt x="359815" y="185568"/>
                    </a:cubicBezTo>
                    <a:close/>
                    <a:moveTo>
                      <a:pt x="281135" y="264154"/>
                    </a:moveTo>
                    <a:lnTo>
                      <a:pt x="193776" y="351514"/>
                    </a:lnTo>
                    <a:lnTo>
                      <a:pt x="283" y="351514"/>
                    </a:lnTo>
                    <a:moveTo>
                      <a:pt x="124624" y="1008974"/>
                    </a:moveTo>
                    <a:cubicBezTo>
                      <a:pt x="93869" y="1008974"/>
                      <a:pt x="68963" y="984068"/>
                      <a:pt x="68963" y="953313"/>
                    </a:cubicBezTo>
                    <a:cubicBezTo>
                      <a:pt x="68963" y="922558"/>
                      <a:pt x="93869" y="897653"/>
                      <a:pt x="124624" y="897653"/>
                    </a:cubicBezTo>
                    <a:cubicBezTo>
                      <a:pt x="155379" y="897653"/>
                      <a:pt x="180285" y="922558"/>
                      <a:pt x="180285" y="953313"/>
                    </a:cubicBezTo>
                    <a:cubicBezTo>
                      <a:pt x="180285" y="984068"/>
                      <a:pt x="155379" y="1008974"/>
                      <a:pt x="124624" y="1008974"/>
                    </a:cubicBezTo>
                    <a:close/>
                    <a:moveTo>
                      <a:pt x="281135" y="823501"/>
                    </a:moveTo>
                    <a:cubicBezTo>
                      <a:pt x="259437" y="801802"/>
                      <a:pt x="259437" y="766613"/>
                      <a:pt x="281135" y="744820"/>
                    </a:cubicBezTo>
                    <a:cubicBezTo>
                      <a:pt x="302834" y="723122"/>
                      <a:pt x="338023" y="723122"/>
                      <a:pt x="359815" y="744820"/>
                    </a:cubicBezTo>
                    <a:cubicBezTo>
                      <a:pt x="381608" y="766519"/>
                      <a:pt x="381514" y="801708"/>
                      <a:pt x="359815" y="823501"/>
                    </a:cubicBezTo>
                    <a:cubicBezTo>
                      <a:pt x="338117" y="845199"/>
                      <a:pt x="302928" y="845199"/>
                      <a:pt x="281135" y="823501"/>
                    </a:cubicBezTo>
                    <a:close/>
                    <a:moveTo>
                      <a:pt x="188" y="657461"/>
                    </a:moveTo>
                    <a:lnTo>
                      <a:pt x="193681" y="657461"/>
                    </a:lnTo>
                    <a:lnTo>
                      <a:pt x="281041" y="744820"/>
                    </a:lnTo>
                    <a:moveTo>
                      <a:pt x="124624" y="111228"/>
                    </a:moveTo>
                    <a:lnTo>
                      <a:pt x="124624" y="351514"/>
                    </a:lnTo>
                    <a:moveTo>
                      <a:pt x="124624" y="897747"/>
                    </a:moveTo>
                    <a:lnTo>
                      <a:pt x="124624" y="657461"/>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30" name="Google Shape;3730;p14"/>
          <p:cNvGrpSpPr/>
          <p:nvPr/>
        </p:nvGrpSpPr>
        <p:grpSpPr>
          <a:xfrm>
            <a:off x="7494697" y="5028021"/>
            <a:ext cx="1165286" cy="367410"/>
            <a:chOff x="7320983" y="2710198"/>
            <a:chExt cx="482734" cy="199468"/>
          </a:xfrm>
        </p:grpSpPr>
        <p:sp>
          <p:nvSpPr>
            <p:cNvPr id="3731" name="Google Shape;3731;p14"/>
            <p:cNvSpPr/>
            <p:nvPr/>
          </p:nvSpPr>
          <p:spPr>
            <a:xfrm>
              <a:off x="7320983" y="2710198"/>
              <a:ext cx="431331" cy="27718"/>
            </a:xfrm>
            <a:custGeom>
              <a:avLst/>
              <a:gdLst/>
              <a:ahLst/>
              <a:cxnLst/>
              <a:rect l="l" t="t" r="r" b="b"/>
              <a:pathLst>
                <a:path w="602882" h="38507" extrusionOk="0">
                  <a:moveTo>
                    <a:pt x="0" y="0"/>
                  </a:moveTo>
                  <a:lnTo>
                    <a:pt x="602883" y="0"/>
                  </a:lnTo>
                  <a:lnTo>
                    <a:pt x="602883"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2" name="Google Shape;3732;p14"/>
            <p:cNvSpPr/>
            <p:nvPr/>
          </p:nvSpPr>
          <p:spPr>
            <a:xfrm>
              <a:off x="7320983" y="2767448"/>
              <a:ext cx="482734" cy="27718"/>
            </a:xfrm>
            <a:custGeom>
              <a:avLst/>
              <a:gdLst/>
              <a:ahLst/>
              <a:cxnLst/>
              <a:rect l="l" t="t" r="r" b="b"/>
              <a:pathLst>
                <a:path w="674729" h="38507" extrusionOk="0">
                  <a:moveTo>
                    <a:pt x="0" y="0"/>
                  </a:moveTo>
                  <a:lnTo>
                    <a:pt x="674730" y="0"/>
                  </a:lnTo>
                  <a:lnTo>
                    <a:pt x="674730"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3" name="Google Shape;3733;p14"/>
            <p:cNvSpPr/>
            <p:nvPr/>
          </p:nvSpPr>
          <p:spPr>
            <a:xfrm>
              <a:off x="7320983" y="2824698"/>
              <a:ext cx="359458" cy="27718"/>
            </a:xfrm>
            <a:custGeom>
              <a:avLst/>
              <a:gdLst/>
              <a:ahLst/>
              <a:cxnLst/>
              <a:rect l="l" t="t" r="r" b="b"/>
              <a:pathLst>
                <a:path w="502423" h="38507" extrusionOk="0">
                  <a:moveTo>
                    <a:pt x="0" y="0"/>
                  </a:moveTo>
                  <a:lnTo>
                    <a:pt x="502423" y="0"/>
                  </a:lnTo>
                  <a:lnTo>
                    <a:pt x="502423"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4" name="Google Shape;3734;p14"/>
            <p:cNvSpPr/>
            <p:nvPr/>
          </p:nvSpPr>
          <p:spPr>
            <a:xfrm>
              <a:off x="7320983" y="2881948"/>
              <a:ext cx="426507" cy="27718"/>
            </a:xfrm>
            <a:custGeom>
              <a:avLst/>
              <a:gdLst/>
              <a:ahLst/>
              <a:cxnLst/>
              <a:rect l="l" t="t" r="r" b="b"/>
              <a:pathLst>
                <a:path w="596139" h="38507" extrusionOk="0">
                  <a:moveTo>
                    <a:pt x="0" y="0"/>
                  </a:moveTo>
                  <a:lnTo>
                    <a:pt x="596140" y="0"/>
                  </a:lnTo>
                  <a:lnTo>
                    <a:pt x="596140"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35" name="Google Shape;3735;p14"/>
          <p:cNvGrpSpPr/>
          <p:nvPr/>
        </p:nvGrpSpPr>
        <p:grpSpPr>
          <a:xfrm>
            <a:off x="9410941" y="3921680"/>
            <a:ext cx="505858" cy="505858"/>
            <a:chOff x="9410941" y="3921680"/>
            <a:chExt cx="505858" cy="505858"/>
          </a:xfrm>
        </p:grpSpPr>
        <p:sp>
          <p:nvSpPr>
            <p:cNvPr id="3736" name="Google Shape;3736;p14"/>
            <p:cNvSpPr/>
            <p:nvPr/>
          </p:nvSpPr>
          <p:spPr>
            <a:xfrm>
              <a:off x="9410941" y="3921680"/>
              <a:ext cx="505858" cy="505858"/>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nvGrpSpPr>
            <p:cNvPr id="3737" name="Google Shape;3737;p14"/>
            <p:cNvGrpSpPr/>
            <p:nvPr/>
          </p:nvGrpSpPr>
          <p:grpSpPr>
            <a:xfrm>
              <a:off x="9614013" y="3997410"/>
              <a:ext cx="227506" cy="227055"/>
              <a:chOff x="9614013" y="3997410"/>
              <a:chExt cx="227506" cy="227055"/>
            </a:xfrm>
          </p:grpSpPr>
          <p:sp>
            <p:nvSpPr>
              <p:cNvPr id="3738" name="Google Shape;3738;p14"/>
              <p:cNvSpPr/>
              <p:nvPr/>
            </p:nvSpPr>
            <p:spPr>
              <a:xfrm>
                <a:off x="9614013" y="4124752"/>
                <a:ext cx="99713" cy="99713"/>
              </a:xfrm>
              <a:custGeom>
                <a:avLst/>
                <a:gdLst/>
                <a:ahLst/>
                <a:cxnLst/>
                <a:rect l="l" t="t" r="r" b="b"/>
                <a:pathLst>
                  <a:path w="118491" h="118491" extrusionOk="0">
                    <a:moveTo>
                      <a:pt x="118492" y="59246"/>
                    </a:moveTo>
                    <a:cubicBezTo>
                      <a:pt x="118492" y="91967"/>
                      <a:pt x="91967" y="118492"/>
                      <a:pt x="59246" y="118492"/>
                    </a:cubicBezTo>
                    <a:cubicBezTo>
                      <a:pt x="26525" y="118492"/>
                      <a:pt x="0" y="91967"/>
                      <a:pt x="0" y="59246"/>
                    </a:cubicBezTo>
                    <a:cubicBezTo>
                      <a:pt x="0" y="26525"/>
                      <a:pt x="26525" y="0"/>
                      <a:pt x="59246" y="0"/>
                    </a:cubicBezTo>
                    <a:cubicBezTo>
                      <a:pt x="91967" y="0"/>
                      <a:pt x="118492" y="26525"/>
                      <a:pt x="118492" y="59246"/>
                    </a:cubicBezTo>
                    <a:close/>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9" name="Google Shape;3739;p14"/>
              <p:cNvSpPr/>
              <p:nvPr/>
            </p:nvSpPr>
            <p:spPr>
              <a:xfrm>
                <a:off x="9700046" y="3997410"/>
                <a:ext cx="141473" cy="141473"/>
              </a:xfrm>
              <a:custGeom>
                <a:avLst/>
                <a:gdLst/>
                <a:ahLst/>
                <a:cxnLst/>
                <a:rect l="l" t="t" r="r" b="b"/>
                <a:pathLst>
                  <a:path w="168115" h="168115" extrusionOk="0">
                    <a:moveTo>
                      <a:pt x="0" y="168115"/>
                    </a:moveTo>
                    <a:lnTo>
                      <a:pt x="168115"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740" name="Google Shape;3740;p14"/>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3"/>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1" name="Google Shape;3741;p14"/>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2"/>
              </a:gs>
              <a:gs pos="32000">
                <a:schemeClr val="accent3"/>
              </a:gs>
              <a:gs pos="100000">
                <a:schemeClr val="accent3"/>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42" name="Google Shape;3742;p14"/>
          <p:cNvGrpSpPr/>
          <p:nvPr/>
        </p:nvGrpSpPr>
        <p:grpSpPr>
          <a:xfrm>
            <a:off x="579815" y="1618697"/>
            <a:ext cx="912101" cy="912097"/>
            <a:chOff x="579815" y="1618697"/>
            <a:chExt cx="912101" cy="912097"/>
          </a:xfrm>
        </p:grpSpPr>
        <p:sp>
          <p:nvSpPr>
            <p:cNvPr id="3743" name="Google Shape;3743;p14"/>
            <p:cNvSpPr/>
            <p:nvPr/>
          </p:nvSpPr>
          <p:spPr>
            <a:xfrm>
              <a:off x="579815" y="1618697"/>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3744" name="Google Shape;3744;p14"/>
            <p:cNvGrpSpPr/>
            <p:nvPr/>
          </p:nvGrpSpPr>
          <p:grpSpPr>
            <a:xfrm>
              <a:off x="799900" y="1854621"/>
              <a:ext cx="471930" cy="440248"/>
              <a:chOff x="1854219" y="4375174"/>
              <a:chExt cx="543307" cy="506834"/>
            </a:xfrm>
          </p:grpSpPr>
          <p:sp>
            <p:nvSpPr>
              <p:cNvPr id="3745" name="Google Shape;3745;p14"/>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6" name="Google Shape;3746;p14"/>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7" name="Google Shape;3747;p14"/>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8" name="Google Shape;3748;p14"/>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9" name="Google Shape;3749;p14"/>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0" name="Google Shape;3750;p14"/>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51" name="Google Shape;3751;p14"/>
          <p:cNvGrpSpPr/>
          <p:nvPr/>
        </p:nvGrpSpPr>
        <p:grpSpPr>
          <a:xfrm>
            <a:off x="579815" y="2820551"/>
            <a:ext cx="912101" cy="912097"/>
            <a:chOff x="579815" y="2820551"/>
            <a:chExt cx="912101" cy="912097"/>
          </a:xfrm>
        </p:grpSpPr>
        <p:sp>
          <p:nvSpPr>
            <p:cNvPr id="3752" name="Google Shape;3752;p14"/>
            <p:cNvSpPr/>
            <p:nvPr/>
          </p:nvSpPr>
          <p:spPr>
            <a:xfrm>
              <a:off x="579815" y="2820551"/>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53" name="Google Shape;3753;p14"/>
            <p:cNvGrpSpPr/>
            <p:nvPr/>
          </p:nvGrpSpPr>
          <p:grpSpPr>
            <a:xfrm>
              <a:off x="732457" y="2973737"/>
              <a:ext cx="606818" cy="605726"/>
              <a:chOff x="7127525" y="722042"/>
              <a:chExt cx="598687" cy="597612"/>
            </a:xfrm>
          </p:grpSpPr>
          <p:sp>
            <p:nvSpPr>
              <p:cNvPr id="3754" name="Google Shape;3754;p14"/>
              <p:cNvSpPr/>
              <p:nvPr/>
            </p:nvSpPr>
            <p:spPr>
              <a:xfrm>
                <a:off x="7205318"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5" name="Google Shape;3755;p14"/>
              <p:cNvSpPr/>
              <p:nvPr/>
            </p:nvSpPr>
            <p:spPr>
              <a:xfrm>
                <a:off x="7585173"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6" name="Google Shape;3756;p14"/>
              <p:cNvSpPr/>
              <p:nvPr/>
            </p:nvSpPr>
            <p:spPr>
              <a:xfrm>
                <a:off x="7205318"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7" name="Google Shape;3757;p14"/>
              <p:cNvSpPr/>
              <p:nvPr/>
            </p:nvSpPr>
            <p:spPr>
              <a:xfrm>
                <a:off x="7585173"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8" name="Google Shape;3758;p14"/>
              <p:cNvSpPr/>
              <p:nvPr/>
            </p:nvSpPr>
            <p:spPr>
              <a:xfrm>
                <a:off x="7127525"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9" name="Google Shape;3759;p14"/>
              <p:cNvSpPr/>
              <p:nvPr/>
            </p:nvSpPr>
            <p:spPr>
              <a:xfrm>
                <a:off x="7662966"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0" name="Google Shape;3760;p14"/>
              <p:cNvSpPr/>
              <p:nvPr/>
            </p:nvSpPr>
            <p:spPr>
              <a:xfrm>
                <a:off x="7394929" y="1256408"/>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1" name="Google Shape;3761;p14"/>
              <p:cNvSpPr/>
              <p:nvPr/>
            </p:nvSpPr>
            <p:spPr>
              <a:xfrm>
                <a:off x="7394929" y="722042"/>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2" name="Google Shape;3762;p14"/>
              <p:cNvSpPr/>
              <p:nvPr/>
            </p:nvSpPr>
            <p:spPr>
              <a:xfrm>
                <a:off x="7268690" y="750187"/>
                <a:ext cx="112135" cy="58312"/>
              </a:xfrm>
              <a:custGeom>
                <a:avLst/>
                <a:gdLst/>
                <a:ahLst/>
                <a:cxnLst/>
                <a:rect l="l" t="t" r="r" b="b"/>
                <a:pathLst>
                  <a:path w="112135" h="58312" extrusionOk="0">
                    <a:moveTo>
                      <a:pt x="0" y="46043"/>
                    </a:moveTo>
                    <a:lnTo>
                      <a:pt x="2530" y="48320"/>
                    </a:lnTo>
                    <a:cubicBezTo>
                      <a:pt x="5487" y="51289"/>
                      <a:pt x="8019" y="54652"/>
                      <a:pt x="10056" y="58313"/>
                    </a:cubicBezTo>
                    <a:cubicBezTo>
                      <a:pt x="40607" y="36953"/>
                      <a:pt x="75439" y="22493"/>
                      <a:pt x="112135" y="15938"/>
                    </a:cubicBezTo>
                    <a:cubicBezTo>
                      <a:pt x="111002" y="11817"/>
                      <a:pt x="110428" y="7562"/>
                      <a:pt x="110428" y="3289"/>
                    </a:cubicBezTo>
                    <a:cubicBezTo>
                      <a:pt x="110363" y="2193"/>
                      <a:pt x="110363" y="1095"/>
                      <a:pt x="110428" y="0"/>
                    </a:cubicBezTo>
                    <a:cubicBezTo>
                      <a:pt x="70670" y="7005"/>
                      <a:pt x="32957" y="22729"/>
                      <a:pt x="0" y="460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3" name="Google Shape;3763;p14"/>
              <p:cNvSpPr/>
              <p:nvPr/>
            </p:nvSpPr>
            <p:spPr>
              <a:xfrm>
                <a:off x="7211643" y="849926"/>
                <a:ext cx="12649" cy="10372"/>
              </a:xfrm>
              <a:custGeom>
                <a:avLst/>
                <a:gdLst/>
                <a:ahLst/>
                <a:cxnLst/>
                <a:rect l="l" t="t" r="r" b="b"/>
                <a:pathLst>
                  <a:path w="12649" h="10372" extrusionOk="0">
                    <a:moveTo>
                      <a:pt x="12270" y="10372"/>
                    </a:moveTo>
                    <a:lnTo>
                      <a:pt x="12649" y="9866"/>
                    </a:lnTo>
                    <a:lnTo>
                      <a:pt x="0" y="0"/>
                    </a:lnTo>
                    <a:lnTo>
                      <a:pt x="0" y="0"/>
                    </a:lnTo>
                    <a:cubicBezTo>
                      <a:pt x="1080" y="1589"/>
                      <a:pt x="2308" y="3071"/>
                      <a:pt x="3668" y="4427"/>
                    </a:cubicBezTo>
                    <a:cubicBezTo>
                      <a:pt x="6185" y="6872"/>
                      <a:pt x="9092" y="8882"/>
                      <a:pt x="12270" y="103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4" name="Google Shape;3764;p14"/>
              <p:cNvSpPr/>
              <p:nvPr/>
            </p:nvSpPr>
            <p:spPr>
              <a:xfrm>
                <a:off x="7256800" y="1222445"/>
                <a:ext cx="10625" cy="13344"/>
              </a:xfrm>
              <a:custGeom>
                <a:avLst/>
                <a:gdLst/>
                <a:ahLst/>
                <a:cxnLst/>
                <a:rect l="l" t="t" r="r" b="b"/>
                <a:pathLst>
                  <a:path w="10625" h="13344" extrusionOk="0">
                    <a:moveTo>
                      <a:pt x="9803" y="0"/>
                    </a:moveTo>
                    <a:lnTo>
                      <a:pt x="0" y="12649"/>
                    </a:lnTo>
                    <a:cubicBezTo>
                      <a:pt x="0" y="12649"/>
                      <a:pt x="632" y="13092"/>
                      <a:pt x="949" y="13345"/>
                    </a:cubicBezTo>
                    <a:cubicBezTo>
                      <a:pt x="2124" y="12490"/>
                      <a:pt x="3244" y="11561"/>
                      <a:pt x="4301" y="10562"/>
                    </a:cubicBezTo>
                    <a:cubicBezTo>
                      <a:pt x="6979" y="7772"/>
                      <a:pt x="9123" y="4513"/>
                      <a:pt x="10625" y="9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5" name="Google Shape;3765;p14"/>
              <p:cNvSpPr/>
              <p:nvPr/>
            </p:nvSpPr>
            <p:spPr>
              <a:xfrm>
                <a:off x="7156492" y="863144"/>
                <a:ext cx="57680" cy="112261"/>
              </a:xfrm>
              <a:custGeom>
                <a:avLst/>
                <a:gdLst/>
                <a:ahLst/>
                <a:cxnLst/>
                <a:rect l="l" t="t" r="r" b="b"/>
                <a:pathLst>
                  <a:path w="57680" h="112261" extrusionOk="0">
                    <a:moveTo>
                      <a:pt x="3099" y="110491"/>
                    </a:moveTo>
                    <a:cubicBezTo>
                      <a:pt x="7377" y="110498"/>
                      <a:pt x="11633" y="111094"/>
                      <a:pt x="15748" y="112262"/>
                    </a:cubicBezTo>
                    <a:cubicBezTo>
                      <a:pt x="22172" y="75562"/>
                      <a:pt x="36478" y="40692"/>
                      <a:pt x="57680" y="10056"/>
                    </a:cubicBezTo>
                    <a:cubicBezTo>
                      <a:pt x="54008" y="7982"/>
                      <a:pt x="50627" y="5430"/>
                      <a:pt x="47624" y="2467"/>
                    </a:cubicBezTo>
                    <a:cubicBezTo>
                      <a:pt x="46865" y="1708"/>
                      <a:pt x="46170" y="822"/>
                      <a:pt x="45411" y="0"/>
                    </a:cubicBezTo>
                    <a:cubicBezTo>
                      <a:pt x="22310" y="33077"/>
                      <a:pt x="6804" y="70850"/>
                      <a:pt x="0" y="1106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6" name="Google Shape;3766;p14"/>
              <p:cNvSpPr/>
              <p:nvPr/>
            </p:nvSpPr>
            <p:spPr>
              <a:xfrm>
                <a:off x="7456721" y="752021"/>
                <a:ext cx="1224" cy="10309"/>
              </a:xfrm>
              <a:custGeom>
                <a:avLst/>
                <a:gdLst/>
                <a:ahLst/>
                <a:cxnLst/>
                <a:rect l="l" t="t" r="r" b="b"/>
                <a:pathLst>
                  <a:path w="1224" h="10309" extrusionOk="0">
                    <a:moveTo>
                      <a:pt x="1202" y="1644"/>
                    </a:moveTo>
                    <a:cubicBezTo>
                      <a:pt x="1233" y="1097"/>
                      <a:pt x="1233" y="548"/>
                      <a:pt x="1202" y="0"/>
                    </a:cubicBezTo>
                    <a:lnTo>
                      <a:pt x="0" y="10309"/>
                    </a:lnTo>
                    <a:cubicBezTo>
                      <a:pt x="813" y="7493"/>
                      <a:pt x="1217" y="4575"/>
                      <a:pt x="1202" y="164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7" name="Google Shape;3767;p14"/>
              <p:cNvSpPr/>
              <p:nvPr/>
            </p:nvSpPr>
            <p:spPr>
              <a:xfrm>
                <a:off x="7154342" y="1049720"/>
                <a:ext cx="15811" cy="3162"/>
              </a:xfrm>
              <a:custGeom>
                <a:avLst/>
                <a:gdLst/>
                <a:ahLst/>
                <a:cxnLst/>
                <a:rect l="l" t="t" r="r" b="b"/>
                <a:pathLst>
                  <a:path w="15811" h="3162" extrusionOk="0">
                    <a:moveTo>
                      <a:pt x="15812" y="1012"/>
                    </a:moveTo>
                    <a:lnTo>
                      <a:pt x="15812" y="0"/>
                    </a:lnTo>
                    <a:lnTo>
                      <a:pt x="0" y="1961"/>
                    </a:lnTo>
                    <a:cubicBezTo>
                      <a:pt x="0" y="1961"/>
                      <a:pt x="0" y="2403"/>
                      <a:pt x="0" y="2656"/>
                    </a:cubicBezTo>
                    <a:cubicBezTo>
                      <a:pt x="1735" y="2956"/>
                      <a:pt x="3489" y="3126"/>
                      <a:pt x="5249" y="3162"/>
                    </a:cubicBezTo>
                    <a:cubicBezTo>
                      <a:pt x="8869" y="3068"/>
                      <a:pt x="12444" y="2340"/>
                      <a:pt x="15812" y="10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8" name="Google Shape;3768;p14"/>
              <p:cNvSpPr/>
              <p:nvPr/>
            </p:nvSpPr>
            <p:spPr>
              <a:xfrm>
                <a:off x="7629256" y="851444"/>
                <a:ext cx="10625" cy="8664"/>
              </a:xfrm>
              <a:custGeom>
                <a:avLst/>
                <a:gdLst/>
                <a:ahLst/>
                <a:cxnLst/>
                <a:rect l="l" t="t" r="r" b="b"/>
                <a:pathLst>
                  <a:path w="10625" h="8664" extrusionOk="0">
                    <a:moveTo>
                      <a:pt x="0" y="8665"/>
                    </a:moveTo>
                    <a:cubicBezTo>
                      <a:pt x="3227" y="7065"/>
                      <a:pt x="6158" y="4926"/>
                      <a:pt x="8665" y="2340"/>
                    </a:cubicBezTo>
                    <a:cubicBezTo>
                      <a:pt x="9360" y="1581"/>
                      <a:pt x="9930" y="759"/>
                      <a:pt x="1062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9" name="Google Shape;3769;p14"/>
              <p:cNvSpPr/>
              <p:nvPr/>
            </p:nvSpPr>
            <p:spPr>
              <a:xfrm>
                <a:off x="7472216" y="750566"/>
                <a:ext cx="111818" cy="58249"/>
              </a:xfrm>
              <a:custGeom>
                <a:avLst/>
                <a:gdLst/>
                <a:ahLst/>
                <a:cxnLst/>
                <a:rect l="l" t="t" r="r" b="b"/>
                <a:pathLst>
                  <a:path w="111818" h="58249" extrusionOk="0">
                    <a:moveTo>
                      <a:pt x="1771" y="3099"/>
                    </a:moveTo>
                    <a:cubicBezTo>
                      <a:pt x="1775" y="7378"/>
                      <a:pt x="1179" y="11635"/>
                      <a:pt x="0" y="15748"/>
                    </a:cubicBezTo>
                    <a:cubicBezTo>
                      <a:pt x="36649" y="22339"/>
                      <a:pt x="71421" y="36843"/>
                      <a:pt x="101889" y="58250"/>
                    </a:cubicBezTo>
                    <a:cubicBezTo>
                      <a:pt x="104049" y="54416"/>
                      <a:pt x="106707" y="50885"/>
                      <a:pt x="109795" y="47751"/>
                    </a:cubicBezTo>
                    <a:lnTo>
                      <a:pt x="111819" y="45917"/>
                    </a:lnTo>
                    <a:cubicBezTo>
                      <a:pt x="78910" y="22668"/>
                      <a:pt x="41264" y="6987"/>
                      <a:pt x="1581" y="0"/>
                    </a:cubicBezTo>
                    <a:cubicBezTo>
                      <a:pt x="1644" y="949"/>
                      <a:pt x="1771" y="2024"/>
                      <a:pt x="1771" y="30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0" name="Google Shape;3770;p14"/>
              <p:cNvSpPr/>
              <p:nvPr/>
            </p:nvSpPr>
            <p:spPr>
              <a:xfrm>
                <a:off x="7638427" y="863397"/>
                <a:ext cx="57553" cy="111818"/>
              </a:xfrm>
              <a:custGeom>
                <a:avLst/>
                <a:gdLst/>
                <a:ahLst/>
                <a:cxnLst/>
                <a:rect l="l" t="t" r="r" b="b"/>
                <a:pathLst>
                  <a:path w="57553" h="111818" extrusionOk="0">
                    <a:moveTo>
                      <a:pt x="10689" y="1897"/>
                    </a:moveTo>
                    <a:cubicBezTo>
                      <a:pt x="7506" y="5029"/>
                      <a:pt x="3910" y="7710"/>
                      <a:pt x="0" y="9866"/>
                    </a:cubicBezTo>
                    <a:cubicBezTo>
                      <a:pt x="21168" y="40421"/>
                      <a:pt x="35453" y="75206"/>
                      <a:pt x="41869" y="111819"/>
                    </a:cubicBezTo>
                    <a:cubicBezTo>
                      <a:pt x="46296" y="110466"/>
                      <a:pt x="50900" y="109784"/>
                      <a:pt x="55530" y="109795"/>
                    </a:cubicBezTo>
                    <a:lnTo>
                      <a:pt x="57554" y="109795"/>
                    </a:lnTo>
                    <a:cubicBezTo>
                      <a:pt x="50749" y="70325"/>
                      <a:pt x="35329" y="32838"/>
                      <a:pt x="12396"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1" name="Google Shape;3771;p14"/>
              <p:cNvSpPr/>
              <p:nvPr/>
            </p:nvSpPr>
            <p:spPr>
              <a:xfrm>
                <a:off x="7156808" y="1066670"/>
                <a:ext cx="58755" cy="112451"/>
              </a:xfrm>
              <a:custGeom>
                <a:avLst/>
                <a:gdLst/>
                <a:ahLst/>
                <a:cxnLst/>
                <a:rect l="l" t="t" r="r" b="b"/>
                <a:pathLst>
                  <a:path w="58755" h="112451" extrusionOk="0">
                    <a:moveTo>
                      <a:pt x="48130" y="110428"/>
                    </a:moveTo>
                    <a:cubicBezTo>
                      <a:pt x="51295" y="107303"/>
                      <a:pt x="54870" y="104622"/>
                      <a:pt x="58756" y="102459"/>
                    </a:cubicBezTo>
                    <a:cubicBezTo>
                      <a:pt x="37017" y="71873"/>
                      <a:pt x="22231" y="36903"/>
                      <a:pt x="15432" y="0"/>
                    </a:cubicBezTo>
                    <a:cubicBezTo>
                      <a:pt x="11316" y="1170"/>
                      <a:pt x="7062" y="1787"/>
                      <a:pt x="2783" y="1834"/>
                    </a:cubicBezTo>
                    <a:lnTo>
                      <a:pt x="0" y="1834"/>
                    </a:lnTo>
                    <a:cubicBezTo>
                      <a:pt x="7107" y="41728"/>
                      <a:pt x="23056" y="79525"/>
                      <a:pt x="46676" y="112451"/>
                    </a:cubicBezTo>
                    <a:cubicBezTo>
                      <a:pt x="47245" y="111503"/>
                      <a:pt x="47751" y="111060"/>
                      <a:pt x="48130" y="11042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2" name="Google Shape;3772;p14"/>
              <p:cNvSpPr/>
              <p:nvPr/>
            </p:nvSpPr>
            <p:spPr>
              <a:xfrm>
                <a:off x="7682509" y="1049910"/>
                <a:ext cx="15748" cy="2340"/>
              </a:xfrm>
              <a:custGeom>
                <a:avLst/>
                <a:gdLst/>
                <a:ahLst/>
                <a:cxnLst/>
                <a:rect l="l" t="t" r="r" b="b"/>
                <a:pathLst>
                  <a:path w="15748" h="2340" extrusionOk="0">
                    <a:moveTo>
                      <a:pt x="63" y="126"/>
                    </a:moveTo>
                    <a:cubicBezTo>
                      <a:pt x="3687" y="1575"/>
                      <a:pt x="7545" y="2327"/>
                      <a:pt x="11448" y="2340"/>
                    </a:cubicBezTo>
                    <a:cubicBezTo>
                      <a:pt x="12889" y="2248"/>
                      <a:pt x="14332" y="2058"/>
                      <a:pt x="15748" y="1771"/>
                    </a:cubicBezTo>
                    <a:cubicBezTo>
                      <a:pt x="15748" y="1771"/>
                      <a:pt x="15748" y="1771"/>
                      <a:pt x="15748" y="1771"/>
                    </a:cubicBez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3" name="Google Shape;3773;p14"/>
              <p:cNvSpPr/>
              <p:nvPr/>
            </p:nvSpPr>
            <p:spPr>
              <a:xfrm>
                <a:off x="7587767" y="1223836"/>
                <a:ext cx="7905" cy="9929"/>
              </a:xfrm>
              <a:custGeom>
                <a:avLst/>
                <a:gdLst/>
                <a:ahLst/>
                <a:cxnLst/>
                <a:rect l="l" t="t" r="r" b="b"/>
                <a:pathLst>
                  <a:path w="7905" h="9929" extrusionOk="0">
                    <a:moveTo>
                      <a:pt x="5755" y="8159"/>
                    </a:moveTo>
                    <a:cubicBezTo>
                      <a:pt x="6388" y="8791"/>
                      <a:pt x="7147" y="9297"/>
                      <a:pt x="7906" y="9930"/>
                    </a:cubicBezTo>
                    <a:lnTo>
                      <a:pt x="0" y="0"/>
                    </a:lnTo>
                    <a:cubicBezTo>
                      <a:pt x="1486" y="3000"/>
                      <a:pt x="3427" y="5752"/>
                      <a:pt x="5755" y="8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4" name="Google Shape;3774;p14"/>
              <p:cNvSpPr/>
              <p:nvPr/>
            </p:nvSpPr>
            <p:spPr>
              <a:xfrm>
                <a:off x="7637857" y="1065974"/>
                <a:ext cx="57996" cy="111249"/>
              </a:xfrm>
              <a:custGeom>
                <a:avLst/>
                <a:gdLst/>
                <a:ahLst/>
                <a:cxnLst/>
                <a:rect l="l" t="t" r="r" b="b"/>
                <a:pathLst>
                  <a:path w="57996" h="111249" extrusionOk="0">
                    <a:moveTo>
                      <a:pt x="56099" y="2087"/>
                    </a:moveTo>
                    <a:cubicBezTo>
                      <a:pt x="51425" y="2077"/>
                      <a:pt x="46777" y="1374"/>
                      <a:pt x="42312" y="0"/>
                    </a:cubicBezTo>
                    <a:cubicBezTo>
                      <a:pt x="35731" y="36542"/>
                      <a:pt x="21295" y="71220"/>
                      <a:pt x="0" y="101636"/>
                    </a:cubicBezTo>
                    <a:cubicBezTo>
                      <a:pt x="4269" y="103852"/>
                      <a:pt x="8173" y="106711"/>
                      <a:pt x="11574" y="110111"/>
                    </a:cubicBezTo>
                    <a:lnTo>
                      <a:pt x="12586" y="111250"/>
                    </a:lnTo>
                    <a:cubicBezTo>
                      <a:pt x="35529" y="78577"/>
                      <a:pt x="51033" y="41272"/>
                      <a:pt x="57997" y="196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5" name="Google Shape;3775;p14"/>
              <p:cNvSpPr/>
              <p:nvPr/>
            </p:nvSpPr>
            <p:spPr>
              <a:xfrm>
                <a:off x="7271157" y="1233007"/>
                <a:ext cx="110996" cy="56731"/>
              </a:xfrm>
              <a:custGeom>
                <a:avLst/>
                <a:gdLst/>
                <a:ahLst/>
                <a:cxnLst/>
                <a:rect l="l" t="t" r="r" b="b"/>
                <a:pathLst>
                  <a:path w="110996" h="56731" extrusionOk="0">
                    <a:moveTo>
                      <a:pt x="108846" y="55467"/>
                    </a:moveTo>
                    <a:cubicBezTo>
                      <a:pt x="108841" y="50622"/>
                      <a:pt x="109566" y="45803"/>
                      <a:pt x="110997" y="41173"/>
                    </a:cubicBezTo>
                    <a:cubicBezTo>
                      <a:pt x="74663" y="34871"/>
                      <a:pt x="40108" y="20829"/>
                      <a:pt x="9677" y="0"/>
                    </a:cubicBezTo>
                    <a:cubicBezTo>
                      <a:pt x="7483" y="4137"/>
                      <a:pt x="4668" y="7913"/>
                      <a:pt x="1328" y="11195"/>
                    </a:cubicBezTo>
                    <a:lnTo>
                      <a:pt x="0" y="12459"/>
                    </a:lnTo>
                    <a:cubicBezTo>
                      <a:pt x="32732" y="34986"/>
                      <a:pt x="69987" y="50097"/>
                      <a:pt x="109163" y="56732"/>
                    </a:cubicBezTo>
                    <a:cubicBezTo>
                      <a:pt x="109032" y="56314"/>
                      <a:pt x="108926" y="55897"/>
                      <a:pt x="108846" y="5546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6" name="Google Shape;3776;p14"/>
              <p:cNvSpPr/>
              <p:nvPr/>
            </p:nvSpPr>
            <p:spPr>
              <a:xfrm>
                <a:off x="7472659" y="1231615"/>
                <a:ext cx="110806" cy="57870"/>
              </a:xfrm>
              <a:custGeom>
                <a:avLst/>
                <a:gdLst/>
                <a:ahLst/>
                <a:cxnLst/>
                <a:rect l="l" t="t" r="r" b="b"/>
                <a:pathLst>
                  <a:path w="110806" h="57870" extrusionOk="0">
                    <a:moveTo>
                      <a:pt x="110807" y="12586"/>
                    </a:moveTo>
                    <a:lnTo>
                      <a:pt x="109669" y="11574"/>
                    </a:lnTo>
                    <a:cubicBezTo>
                      <a:pt x="106277" y="8165"/>
                      <a:pt x="103420" y="4263"/>
                      <a:pt x="101194" y="0"/>
                    </a:cubicBezTo>
                    <a:cubicBezTo>
                      <a:pt x="70911" y="21228"/>
                      <a:pt x="36387" y="35642"/>
                      <a:pt x="0" y="42248"/>
                    </a:cubicBezTo>
                    <a:cubicBezTo>
                      <a:pt x="1524" y="46966"/>
                      <a:pt x="2314" y="51900"/>
                      <a:pt x="2340" y="56858"/>
                    </a:cubicBezTo>
                    <a:cubicBezTo>
                      <a:pt x="2340" y="56858"/>
                      <a:pt x="2340" y="57554"/>
                      <a:pt x="2340" y="57870"/>
                    </a:cubicBezTo>
                    <a:cubicBezTo>
                      <a:pt x="41360" y="50850"/>
                      <a:pt x="78378" y="35394"/>
                      <a:pt x="110807" y="125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7" name="Google Shape;3777;p14"/>
              <p:cNvSpPr/>
              <p:nvPr/>
            </p:nvSpPr>
            <p:spPr>
              <a:xfrm>
                <a:off x="7456658" y="1276520"/>
                <a:ext cx="2156" cy="15495"/>
              </a:xfrm>
              <a:custGeom>
                <a:avLst/>
                <a:gdLst/>
                <a:ahLst/>
                <a:cxnLst/>
                <a:rect l="l" t="t" r="r" b="b"/>
                <a:pathLst>
                  <a:path w="2156" h="15495" extrusionOk="0">
                    <a:moveTo>
                      <a:pt x="0" y="0"/>
                    </a:moveTo>
                    <a:lnTo>
                      <a:pt x="1771" y="15495"/>
                    </a:lnTo>
                    <a:lnTo>
                      <a:pt x="1771" y="15495"/>
                    </a:lnTo>
                    <a:cubicBezTo>
                      <a:pt x="1963" y="14344"/>
                      <a:pt x="2090" y="13180"/>
                      <a:pt x="2150" y="12017"/>
                    </a:cubicBezTo>
                    <a:cubicBezTo>
                      <a:pt x="2231" y="7906"/>
                      <a:pt x="1500" y="3826"/>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8" name="Google Shape;3778;p14"/>
              <p:cNvSpPr/>
              <p:nvPr/>
            </p:nvSpPr>
            <p:spPr>
              <a:xfrm>
                <a:off x="7418647" y="804831"/>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9" name="Google Shape;3779;p14"/>
              <p:cNvSpPr/>
              <p:nvPr/>
            </p:nvSpPr>
            <p:spPr>
              <a:xfrm>
                <a:off x="7418647" y="1180892"/>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0" name="Google Shape;3780;p14"/>
              <p:cNvSpPr/>
              <p:nvPr/>
            </p:nvSpPr>
            <p:spPr>
              <a:xfrm>
                <a:off x="7582391"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1" name="Google Shape;3781;p14"/>
              <p:cNvSpPr/>
              <p:nvPr/>
            </p:nvSpPr>
            <p:spPr>
              <a:xfrm>
                <a:off x="7215943"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2" name="Google Shape;3782;p14"/>
              <p:cNvSpPr/>
              <p:nvPr/>
            </p:nvSpPr>
            <p:spPr>
              <a:xfrm rot="-2700000">
                <a:off x="7532083" y="879121"/>
                <a:ext cx="54265" cy="15811"/>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3" name="Google Shape;3783;p14"/>
              <p:cNvSpPr/>
              <p:nvPr/>
            </p:nvSpPr>
            <p:spPr>
              <a:xfrm rot="-2700000">
                <a:off x="7266197" y="1145030"/>
                <a:ext cx="54265" cy="15811"/>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4" name="Google Shape;3784;p14"/>
              <p:cNvSpPr/>
              <p:nvPr/>
            </p:nvSpPr>
            <p:spPr>
              <a:xfrm rot="-2700000">
                <a:off x="7546865" y="1123575"/>
                <a:ext cx="15811" cy="54265"/>
              </a:xfrm>
              <a:custGeom>
                <a:avLst/>
                <a:gdLst/>
                <a:ahLst/>
                <a:cxnLst/>
                <a:rect l="l" t="t" r="r" b="b"/>
                <a:pathLst>
                  <a:path w="15811" h="54265" extrusionOk="0">
                    <a:moveTo>
                      <a:pt x="0" y="0"/>
                    </a:moveTo>
                    <a:lnTo>
                      <a:pt x="15811" y="0"/>
                    </a:lnTo>
                    <a:lnTo>
                      <a:pt x="15811"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5" name="Google Shape;3785;p14"/>
              <p:cNvSpPr/>
              <p:nvPr/>
            </p:nvSpPr>
            <p:spPr>
              <a:xfrm rot="-2700000">
                <a:off x="7287700" y="864348"/>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6" name="Google Shape;3786;p14"/>
              <p:cNvSpPr/>
              <p:nvPr/>
            </p:nvSpPr>
            <p:spPr>
              <a:xfrm>
                <a:off x="7360207" y="991154"/>
                <a:ext cx="45031" cy="43449"/>
              </a:xfrm>
              <a:custGeom>
                <a:avLst/>
                <a:gdLst/>
                <a:ahLst/>
                <a:cxnLst/>
                <a:rect l="l" t="t" r="r" b="b"/>
                <a:pathLst>
                  <a:path w="45031" h="43449" extrusionOk="0">
                    <a:moveTo>
                      <a:pt x="33520" y="34596"/>
                    </a:moveTo>
                    <a:lnTo>
                      <a:pt x="10878" y="34596"/>
                    </a:lnTo>
                    <a:lnTo>
                      <a:pt x="7084" y="43450"/>
                    </a:lnTo>
                    <a:lnTo>
                      <a:pt x="0" y="43450"/>
                    </a:lnTo>
                    <a:lnTo>
                      <a:pt x="18974" y="0"/>
                    </a:lnTo>
                    <a:lnTo>
                      <a:pt x="26057" y="0"/>
                    </a:lnTo>
                    <a:lnTo>
                      <a:pt x="45031" y="43450"/>
                    </a:lnTo>
                    <a:lnTo>
                      <a:pt x="37315" y="43450"/>
                    </a:lnTo>
                    <a:close/>
                    <a:moveTo>
                      <a:pt x="31054" y="28903"/>
                    </a:moveTo>
                    <a:lnTo>
                      <a:pt x="22199" y="8285"/>
                    </a:lnTo>
                    <a:lnTo>
                      <a:pt x="13345" y="2890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7" name="Google Shape;3787;p14"/>
              <p:cNvSpPr/>
              <p:nvPr/>
            </p:nvSpPr>
            <p:spPr>
              <a:xfrm>
                <a:off x="7412891"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1" y="19608"/>
                      <a:pt x="27891" y="14485"/>
                    </a:cubicBezTo>
                    <a:cubicBezTo>
                      <a:pt x="27891" y="9362"/>
                      <a:pt x="23654" y="6263"/>
                      <a:pt x="17393" y="6263"/>
                    </a:cubicBezTo>
                    <a:lnTo>
                      <a:pt x="6388" y="6263"/>
                    </a:lnTo>
                    <a:lnTo>
                      <a:pt x="6388" y="227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8" name="Google Shape;3788;p14"/>
              <p:cNvSpPr/>
              <p:nvPr/>
            </p:nvSpPr>
            <p:spPr>
              <a:xfrm>
                <a:off x="7455835"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2" y="19608"/>
                      <a:pt x="27892" y="14485"/>
                    </a:cubicBezTo>
                    <a:cubicBezTo>
                      <a:pt x="27892" y="9362"/>
                      <a:pt x="23654" y="6263"/>
                      <a:pt x="17393" y="6263"/>
                    </a:cubicBezTo>
                    <a:lnTo>
                      <a:pt x="6388" y="6263"/>
                    </a:lnTo>
                    <a:lnTo>
                      <a:pt x="6388" y="227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9" name="Google Shape;3789;p14"/>
              <p:cNvSpPr/>
              <p:nvPr/>
            </p:nvSpPr>
            <p:spPr>
              <a:xfrm>
                <a:off x="7331431" y="921900"/>
                <a:ext cx="189738" cy="189738"/>
              </a:xfrm>
              <a:custGeom>
                <a:avLst/>
                <a:gdLst/>
                <a:ahLst/>
                <a:cxnLst/>
                <a:rect l="l" t="t" r="r" b="b"/>
                <a:pathLst>
                  <a:path w="189738" h="189738" extrusionOk="0">
                    <a:moveTo>
                      <a:pt x="168551" y="189738"/>
                    </a:moveTo>
                    <a:lnTo>
                      <a:pt x="21187" y="189738"/>
                    </a:lnTo>
                    <a:cubicBezTo>
                      <a:pt x="9486" y="189738"/>
                      <a:pt x="0" y="180252"/>
                      <a:pt x="0" y="168551"/>
                    </a:cubicBezTo>
                    <a:lnTo>
                      <a:pt x="0" y="21187"/>
                    </a:lnTo>
                    <a:cubicBezTo>
                      <a:pt x="0" y="9486"/>
                      <a:pt x="9486" y="0"/>
                      <a:pt x="21187" y="0"/>
                    </a:cubicBezTo>
                    <a:lnTo>
                      <a:pt x="168551" y="0"/>
                    </a:lnTo>
                    <a:cubicBezTo>
                      <a:pt x="180252" y="0"/>
                      <a:pt x="189738" y="9486"/>
                      <a:pt x="189738" y="21187"/>
                    </a:cubicBezTo>
                    <a:lnTo>
                      <a:pt x="189738" y="168551"/>
                    </a:lnTo>
                    <a:cubicBezTo>
                      <a:pt x="189738" y="180252"/>
                      <a:pt x="180252" y="189738"/>
                      <a:pt x="168551" y="189738"/>
                    </a:cubicBezTo>
                    <a:close/>
                    <a:moveTo>
                      <a:pt x="21187" y="15938"/>
                    </a:moveTo>
                    <a:cubicBezTo>
                      <a:pt x="18219" y="15938"/>
                      <a:pt x="15812" y="18345"/>
                      <a:pt x="15812" y="21314"/>
                    </a:cubicBezTo>
                    <a:lnTo>
                      <a:pt x="15812" y="168677"/>
                    </a:lnTo>
                    <a:cubicBezTo>
                      <a:pt x="15812" y="171646"/>
                      <a:pt x="18219" y="174053"/>
                      <a:pt x="21187" y="174053"/>
                    </a:cubicBezTo>
                    <a:lnTo>
                      <a:pt x="168551" y="174053"/>
                    </a:lnTo>
                    <a:cubicBezTo>
                      <a:pt x="171519" y="174053"/>
                      <a:pt x="173927" y="171646"/>
                      <a:pt x="173927" y="168677"/>
                    </a:cubicBezTo>
                    <a:lnTo>
                      <a:pt x="173927" y="21187"/>
                    </a:lnTo>
                    <a:cubicBezTo>
                      <a:pt x="173927" y="18219"/>
                      <a:pt x="171519" y="15812"/>
                      <a:pt x="168551" y="158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90" name="Google Shape;3790;p14"/>
          <p:cNvGrpSpPr/>
          <p:nvPr/>
        </p:nvGrpSpPr>
        <p:grpSpPr>
          <a:xfrm>
            <a:off x="579815" y="4022405"/>
            <a:ext cx="912101" cy="912097"/>
            <a:chOff x="579815" y="4022405"/>
            <a:chExt cx="912101" cy="912097"/>
          </a:xfrm>
        </p:grpSpPr>
        <p:sp>
          <p:nvSpPr>
            <p:cNvPr id="3791" name="Google Shape;3791;p14"/>
            <p:cNvSpPr/>
            <p:nvPr/>
          </p:nvSpPr>
          <p:spPr>
            <a:xfrm>
              <a:off x="579815" y="4022405"/>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3792" name="Google Shape;3792;p14"/>
            <p:cNvPicPr preferRelativeResize="0"/>
            <p:nvPr/>
          </p:nvPicPr>
          <p:blipFill rotWithShape="1">
            <a:blip r:embed="rId4">
              <a:alphaModFix/>
            </a:blip>
            <a:srcRect/>
            <a:stretch/>
          </p:blipFill>
          <p:spPr>
            <a:xfrm>
              <a:off x="775202" y="4211191"/>
              <a:ext cx="521327" cy="534525"/>
            </a:xfrm>
            <a:prstGeom prst="rect">
              <a:avLst/>
            </a:prstGeom>
            <a:noFill/>
            <a:ln>
              <a:noFill/>
            </a:ln>
          </p:spPr>
        </p:pic>
      </p:grpSp>
      <p:sp>
        <p:nvSpPr>
          <p:cNvPr id="3793" name="Google Shape;3793;p14"/>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3794" name="Google Shape;3794;p14"/>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3795" name="Google Shape;3795;p14"/>
          <p:cNvGrpSpPr/>
          <p:nvPr/>
        </p:nvGrpSpPr>
        <p:grpSpPr>
          <a:xfrm>
            <a:off x="265625" y="6323271"/>
            <a:ext cx="1249222" cy="369649"/>
            <a:chOff x="265625" y="6323271"/>
            <a:chExt cx="1249222" cy="369649"/>
          </a:xfrm>
        </p:grpSpPr>
        <p:grpSp>
          <p:nvGrpSpPr>
            <p:cNvPr id="3796" name="Google Shape;3796;p14"/>
            <p:cNvGrpSpPr/>
            <p:nvPr/>
          </p:nvGrpSpPr>
          <p:grpSpPr>
            <a:xfrm>
              <a:off x="745455" y="6594444"/>
              <a:ext cx="722663" cy="98476"/>
              <a:chOff x="745455" y="6594444"/>
              <a:chExt cx="722663" cy="98476"/>
            </a:xfrm>
          </p:grpSpPr>
          <p:sp>
            <p:nvSpPr>
              <p:cNvPr id="3797" name="Google Shape;3797;p1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8" name="Google Shape;3798;p1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9" name="Google Shape;3799;p1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0" name="Google Shape;3800;p1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1" name="Google Shape;3801;p1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2" name="Google Shape;3802;p1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3" name="Google Shape;3803;p1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4" name="Google Shape;3804;p1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5" name="Google Shape;3805;p1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6" name="Google Shape;3806;p1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807" name="Google Shape;3807;p14"/>
            <p:cNvGrpSpPr/>
            <p:nvPr/>
          </p:nvGrpSpPr>
          <p:grpSpPr>
            <a:xfrm>
              <a:off x="265625" y="6323271"/>
              <a:ext cx="1249222" cy="190348"/>
              <a:chOff x="265625" y="6323271"/>
              <a:chExt cx="1249222" cy="190348"/>
            </a:xfrm>
          </p:grpSpPr>
          <p:sp>
            <p:nvSpPr>
              <p:cNvPr id="3808" name="Google Shape;3808;p1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9" name="Google Shape;3809;p1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0" name="Google Shape;3810;p1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1" name="Google Shape;3811;p1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2" name="Google Shape;3812;p1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3" name="Google Shape;3813;p1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4" name="Google Shape;3814;p1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815" name="Google Shape;3815;p1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10</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67"/>
                                        </p:tgtEl>
                                        <p:attrNameLst>
                                          <p:attrName>style.visibility</p:attrName>
                                        </p:attrNameLst>
                                      </p:cBhvr>
                                      <p:to>
                                        <p:strVal val="visible"/>
                                      </p:to>
                                    </p:set>
                                    <p:animEffect transition="in" filter="fade">
                                      <p:cBhvr>
                                        <p:cTn id="7" dur="250"/>
                                        <p:tgtEl>
                                          <p:spTgt spid="3667"/>
                                        </p:tgtEl>
                                      </p:cBhvr>
                                    </p:animEffect>
                                  </p:childTnLst>
                                </p:cTn>
                              </p:par>
                              <p:par>
                                <p:cTn id="8" presetID="10" presetClass="entr" presetSubtype="0" fill="hold" nodeType="withEffect">
                                  <p:stCondLst>
                                    <p:cond delay="250"/>
                                  </p:stCondLst>
                                  <p:childTnLst>
                                    <p:set>
                                      <p:cBhvr>
                                        <p:cTn id="9" dur="1" fill="hold">
                                          <p:stCondLst>
                                            <p:cond delay="0"/>
                                          </p:stCondLst>
                                        </p:cTn>
                                        <p:tgtEl>
                                          <p:spTgt spid="3674"/>
                                        </p:tgtEl>
                                        <p:attrNameLst>
                                          <p:attrName>style.visibility</p:attrName>
                                        </p:attrNameLst>
                                      </p:cBhvr>
                                      <p:to>
                                        <p:strVal val="visible"/>
                                      </p:to>
                                    </p:set>
                                    <p:animEffect transition="in" filter="fade">
                                      <p:cBhvr>
                                        <p:cTn id="10" dur="250"/>
                                        <p:tgtEl>
                                          <p:spTgt spid="3674"/>
                                        </p:tgtEl>
                                      </p:cBhvr>
                                    </p:animEffect>
                                  </p:childTnLst>
                                </p:cTn>
                              </p:par>
                            </p:childTnLst>
                          </p:cTn>
                        </p:par>
                        <p:par>
                          <p:cTn id="11" fill="hold">
                            <p:stCondLst>
                              <p:cond delay="250"/>
                            </p:stCondLst>
                            <p:childTnLst>
                              <p:par>
                                <p:cTn id="12" presetID="10" presetClass="entr" presetSubtype="0" fill="hold" nodeType="afterEffect">
                                  <p:stCondLst>
                                    <p:cond delay="250"/>
                                  </p:stCondLst>
                                  <p:childTnLst>
                                    <p:set>
                                      <p:cBhvr>
                                        <p:cTn id="13" dur="1" fill="hold">
                                          <p:stCondLst>
                                            <p:cond delay="0"/>
                                          </p:stCondLst>
                                        </p:cTn>
                                        <p:tgtEl>
                                          <p:spTgt spid="3690"/>
                                        </p:tgtEl>
                                        <p:attrNameLst>
                                          <p:attrName>style.visibility</p:attrName>
                                        </p:attrNameLst>
                                      </p:cBhvr>
                                      <p:to>
                                        <p:strVal val="visible"/>
                                      </p:to>
                                    </p:set>
                                    <p:animEffect transition="in" filter="fade">
                                      <p:cBhvr>
                                        <p:cTn id="14" dur="500"/>
                                        <p:tgtEl>
                                          <p:spTgt spid="3690"/>
                                        </p:tgtEl>
                                      </p:cBhvr>
                                    </p:animEffect>
                                  </p:childTnLst>
                                </p:cTn>
                              </p:par>
                              <p:par>
                                <p:cTn id="15" presetID="10" presetClass="entr" presetSubtype="0" fill="hold" nodeType="withEffect">
                                  <p:stCondLst>
                                    <p:cond delay="500"/>
                                  </p:stCondLst>
                                  <p:childTnLst>
                                    <p:set>
                                      <p:cBhvr>
                                        <p:cTn id="16" dur="1" fill="hold">
                                          <p:stCondLst>
                                            <p:cond delay="0"/>
                                          </p:stCondLst>
                                        </p:cTn>
                                        <p:tgtEl>
                                          <p:spTgt spid="3717"/>
                                        </p:tgtEl>
                                        <p:attrNameLst>
                                          <p:attrName>style.visibility</p:attrName>
                                        </p:attrNameLst>
                                      </p:cBhvr>
                                      <p:to>
                                        <p:strVal val="visible"/>
                                      </p:to>
                                    </p:set>
                                    <p:animEffect transition="in" filter="fade">
                                      <p:cBhvr>
                                        <p:cTn id="17" dur="500"/>
                                        <p:tgtEl>
                                          <p:spTgt spid="3717"/>
                                        </p:tgtEl>
                                      </p:cBhvr>
                                    </p:animEffect>
                                  </p:childTnLst>
                                </p:cTn>
                              </p:par>
                              <p:par>
                                <p:cTn id="18" presetID="10" presetClass="entr" presetSubtype="0" fill="hold" nodeType="withEffect">
                                  <p:stCondLst>
                                    <p:cond delay="250"/>
                                  </p:stCondLst>
                                  <p:childTnLst>
                                    <p:set>
                                      <p:cBhvr>
                                        <p:cTn id="19" dur="1" fill="hold">
                                          <p:stCondLst>
                                            <p:cond delay="0"/>
                                          </p:stCondLst>
                                        </p:cTn>
                                        <p:tgtEl>
                                          <p:spTgt spid="3730"/>
                                        </p:tgtEl>
                                        <p:attrNameLst>
                                          <p:attrName>style.visibility</p:attrName>
                                        </p:attrNameLst>
                                      </p:cBhvr>
                                      <p:to>
                                        <p:strVal val="visible"/>
                                      </p:to>
                                    </p:set>
                                    <p:animEffect transition="in" filter="fade">
                                      <p:cBhvr>
                                        <p:cTn id="20" dur="500"/>
                                        <p:tgtEl>
                                          <p:spTgt spid="3730"/>
                                        </p:tgtEl>
                                      </p:cBhvr>
                                    </p:animEffect>
                                  </p:childTnLst>
                                </p:cTn>
                              </p:par>
                              <p:par>
                                <p:cTn id="21" presetID="10" presetClass="entr" presetSubtype="0" fill="hold" nodeType="withEffect">
                                  <p:stCondLst>
                                    <p:cond delay="250"/>
                                  </p:stCondLst>
                                  <p:childTnLst>
                                    <p:set>
                                      <p:cBhvr>
                                        <p:cTn id="22" dur="1" fill="hold">
                                          <p:stCondLst>
                                            <p:cond delay="0"/>
                                          </p:stCondLst>
                                        </p:cTn>
                                        <p:tgtEl>
                                          <p:spTgt spid="3718"/>
                                        </p:tgtEl>
                                        <p:attrNameLst>
                                          <p:attrName>style.visibility</p:attrName>
                                        </p:attrNameLst>
                                      </p:cBhvr>
                                      <p:to>
                                        <p:strVal val="visible"/>
                                      </p:to>
                                    </p:set>
                                    <p:animEffect transition="in" filter="fade">
                                      <p:cBhvr>
                                        <p:cTn id="23" dur="750"/>
                                        <p:tgtEl>
                                          <p:spTgt spid="3718"/>
                                        </p:tgtEl>
                                      </p:cBhvr>
                                    </p:animEffect>
                                  </p:childTnLst>
                                </p:cTn>
                              </p:par>
                              <p:par>
                                <p:cTn id="24" presetID="10" presetClass="entr" presetSubtype="0" fill="hold" nodeType="withEffect">
                                  <p:stCondLst>
                                    <p:cond delay="500"/>
                                  </p:stCondLst>
                                  <p:childTnLst>
                                    <p:set>
                                      <p:cBhvr>
                                        <p:cTn id="25" dur="1" fill="hold">
                                          <p:stCondLst>
                                            <p:cond delay="0"/>
                                          </p:stCondLst>
                                        </p:cTn>
                                        <p:tgtEl>
                                          <p:spTgt spid="3698"/>
                                        </p:tgtEl>
                                        <p:attrNameLst>
                                          <p:attrName>style.visibility</p:attrName>
                                        </p:attrNameLst>
                                      </p:cBhvr>
                                      <p:to>
                                        <p:strVal val="visible"/>
                                      </p:to>
                                    </p:set>
                                    <p:animEffect transition="in" filter="fade">
                                      <p:cBhvr>
                                        <p:cTn id="26" dur="500"/>
                                        <p:tgtEl>
                                          <p:spTgt spid="3698"/>
                                        </p:tgtEl>
                                      </p:cBhvr>
                                    </p:animEffect>
                                  </p:childTnLst>
                                </p:cTn>
                              </p:par>
                              <p:par>
                                <p:cTn id="27" presetID="10" presetClass="entr" presetSubtype="0" fill="hold" nodeType="withEffect">
                                  <p:stCondLst>
                                    <p:cond delay="500"/>
                                  </p:stCondLst>
                                  <p:childTnLst>
                                    <p:set>
                                      <p:cBhvr>
                                        <p:cTn id="28" dur="1" fill="hold">
                                          <p:stCondLst>
                                            <p:cond delay="0"/>
                                          </p:stCondLst>
                                        </p:cTn>
                                        <p:tgtEl>
                                          <p:spTgt spid="3735"/>
                                        </p:tgtEl>
                                        <p:attrNameLst>
                                          <p:attrName>style.visibility</p:attrName>
                                        </p:attrNameLst>
                                      </p:cBhvr>
                                      <p:to>
                                        <p:strVal val="visible"/>
                                      </p:to>
                                    </p:set>
                                    <p:animEffect transition="in" filter="fade">
                                      <p:cBhvr>
                                        <p:cTn id="29" dur="500"/>
                                        <p:tgtEl>
                                          <p:spTgt spid="3735"/>
                                        </p:tgtEl>
                                      </p:cBhvr>
                                    </p:animEffect>
                                  </p:childTnLst>
                                </p:cTn>
                              </p:par>
                              <p:par>
                                <p:cTn id="30" presetID="8" presetClass="emph" presetSubtype="0" fill="hold" nodeType="withEffect">
                                  <p:stCondLst>
                                    <p:cond delay="500"/>
                                  </p:stCondLst>
                                  <p:childTnLst>
                                    <p:animRot by="-21600000">
                                      <p:cBhvr>
                                        <p:cTn id="31" dur="750" fill="hold"/>
                                        <p:tgtEl>
                                          <p:spTgt spid="3735"/>
                                        </p:tgtEl>
                                        <p:attrNameLst>
                                          <p:attrName>r</p:attrName>
                                        </p:attrNameLst>
                                      </p:cBhvr>
                                    </p:animRot>
                                  </p:childTnLst>
                                </p:cTn>
                              </p:par>
                              <p:par>
                                <p:cTn id="32" presetID="10" presetClass="entr" presetSubtype="0" fill="hold" nodeType="withEffect">
                                  <p:stCondLst>
                                    <p:cond delay="750"/>
                                  </p:stCondLst>
                                  <p:childTnLst>
                                    <p:set>
                                      <p:cBhvr>
                                        <p:cTn id="33" dur="1" fill="hold">
                                          <p:stCondLst>
                                            <p:cond delay="0"/>
                                          </p:stCondLst>
                                        </p:cTn>
                                        <p:tgtEl>
                                          <p:spTgt spid="3675"/>
                                        </p:tgtEl>
                                        <p:attrNameLst>
                                          <p:attrName>style.visibility</p:attrName>
                                        </p:attrNameLst>
                                      </p:cBhvr>
                                      <p:to>
                                        <p:strVal val="visible"/>
                                      </p:to>
                                    </p:set>
                                    <p:animEffect transition="in" filter="fade">
                                      <p:cBhvr>
                                        <p:cTn id="34" dur="500"/>
                                        <p:tgtEl>
                                          <p:spTgt spid="3675"/>
                                        </p:tgtEl>
                                      </p:cBhvr>
                                    </p:animEffect>
                                  </p:childTnLst>
                                </p:cTn>
                              </p:par>
                              <p:par>
                                <p:cTn id="35" presetID="10" presetClass="entr" presetSubtype="0" fill="hold" nodeType="withEffect">
                                  <p:stCondLst>
                                    <p:cond delay="100"/>
                                  </p:stCondLst>
                                  <p:childTnLst>
                                    <p:set>
                                      <p:cBhvr>
                                        <p:cTn id="36" dur="1" fill="hold">
                                          <p:stCondLst>
                                            <p:cond delay="0"/>
                                          </p:stCondLst>
                                        </p:cTn>
                                        <p:tgtEl>
                                          <p:spTgt spid="3742"/>
                                        </p:tgtEl>
                                        <p:attrNameLst>
                                          <p:attrName>style.visibility</p:attrName>
                                        </p:attrNameLst>
                                      </p:cBhvr>
                                      <p:to>
                                        <p:strVal val="visible"/>
                                      </p:to>
                                    </p:set>
                                    <p:animEffect transition="in" filter="fade">
                                      <p:cBhvr>
                                        <p:cTn id="37" dur="750"/>
                                        <p:tgtEl>
                                          <p:spTgt spid="3742"/>
                                        </p:tgtEl>
                                      </p:cBhvr>
                                    </p:animEffect>
                                  </p:childTnLst>
                                </p:cTn>
                              </p:par>
                              <p:par>
                                <p:cTn id="38" presetID="10" presetClass="entr" presetSubtype="0" fill="hold" nodeType="withEffect">
                                  <p:stCondLst>
                                    <p:cond delay="200"/>
                                  </p:stCondLst>
                                  <p:childTnLst>
                                    <p:set>
                                      <p:cBhvr>
                                        <p:cTn id="39" dur="1" fill="hold">
                                          <p:stCondLst>
                                            <p:cond delay="0"/>
                                          </p:stCondLst>
                                        </p:cTn>
                                        <p:tgtEl>
                                          <p:spTgt spid="3751"/>
                                        </p:tgtEl>
                                        <p:attrNameLst>
                                          <p:attrName>style.visibility</p:attrName>
                                        </p:attrNameLst>
                                      </p:cBhvr>
                                      <p:to>
                                        <p:strVal val="visible"/>
                                      </p:to>
                                    </p:set>
                                    <p:animEffect transition="in" filter="fade">
                                      <p:cBhvr>
                                        <p:cTn id="40" dur="750"/>
                                        <p:tgtEl>
                                          <p:spTgt spid="3751"/>
                                        </p:tgtEl>
                                      </p:cBhvr>
                                    </p:animEffect>
                                  </p:childTnLst>
                                </p:cTn>
                              </p:par>
                              <p:par>
                                <p:cTn id="41" presetID="10" presetClass="entr" presetSubtype="0" fill="hold" nodeType="withEffect">
                                  <p:stCondLst>
                                    <p:cond delay="300"/>
                                  </p:stCondLst>
                                  <p:childTnLst>
                                    <p:set>
                                      <p:cBhvr>
                                        <p:cTn id="42" dur="1" fill="hold">
                                          <p:stCondLst>
                                            <p:cond delay="0"/>
                                          </p:stCondLst>
                                        </p:cTn>
                                        <p:tgtEl>
                                          <p:spTgt spid="3790"/>
                                        </p:tgtEl>
                                        <p:attrNameLst>
                                          <p:attrName>style.visibility</p:attrName>
                                        </p:attrNameLst>
                                      </p:cBhvr>
                                      <p:to>
                                        <p:strVal val="visible"/>
                                      </p:to>
                                    </p:set>
                                    <p:animEffect transition="in" filter="fade">
                                      <p:cBhvr>
                                        <p:cTn id="43" dur="750"/>
                                        <p:tgtEl>
                                          <p:spTgt spid="3790"/>
                                        </p:tgtEl>
                                      </p:cBhvr>
                                    </p:animEffect>
                                  </p:childTnLst>
                                </p:cTn>
                              </p:par>
                              <p:par>
                                <p:cTn id="44" presetID="10" presetClass="entr" presetSubtype="0" fill="hold" nodeType="withEffect">
                                  <p:stCondLst>
                                    <p:cond delay="100"/>
                                  </p:stCondLst>
                                  <p:childTnLst>
                                    <p:set>
                                      <p:cBhvr>
                                        <p:cTn id="45" dur="1" fill="hold">
                                          <p:stCondLst>
                                            <p:cond delay="0"/>
                                          </p:stCondLst>
                                        </p:cTn>
                                        <p:tgtEl>
                                          <p:spTgt spid="3670"/>
                                        </p:tgtEl>
                                        <p:attrNameLst>
                                          <p:attrName>style.visibility</p:attrName>
                                        </p:attrNameLst>
                                      </p:cBhvr>
                                      <p:to>
                                        <p:strVal val="visible"/>
                                      </p:to>
                                    </p:set>
                                    <p:animEffect transition="in" filter="fade">
                                      <p:cBhvr>
                                        <p:cTn id="46" dur="250"/>
                                        <p:tgtEl>
                                          <p:spTgt spid="3670"/>
                                        </p:tgtEl>
                                      </p:cBhvr>
                                    </p:animEffect>
                                  </p:childTnLst>
                                </p:cTn>
                              </p:par>
                            </p:childTnLst>
                          </p:cTn>
                        </p:par>
                        <p:par>
                          <p:cTn id="47" fill="hold">
                            <p:stCondLst>
                              <p:cond delay="1000"/>
                            </p:stCondLst>
                            <p:childTnLst>
                              <p:par>
                                <p:cTn id="48" presetID="10" presetClass="entr" presetSubtype="0" fill="hold" nodeType="afterEffect">
                                  <p:stCondLst>
                                    <p:cond delay="200"/>
                                  </p:stCondLst>
                                  <p:childTnLst>
                                    <p:set>
                                      <p:cBhvr>
                                        <p:cTn id="49" dur="1" fill="hold">
                                          <p:stCondLst>
                                            <p:cond delay="0"/>
                                          </p:stCondLst>
                                        </p:cTn>
                                        <p:tgtEl>
                                          <p:spTgt spid="3671"/>
                                        </p:tgtEl>
                                        <p:attrNameLst>
                                          <p:attrName>style.visibility</p:attrName>
                                        </p:attrNameLst>
                                      </p:cBhvr>
                                      <p:to>
                                        <p:strVal val="visible"/>
                                      </p:to>
                                    </p:set>
                                    <p:animEffect transition="in" filter="fade">
                                      <p:cBhvr>
                                        <p:cTn id="50" dur="250"/>
                                        <p:tgtEl>
                                          <p:spTgt spid="3671"/>
                                        </p:tgtEl>
                                      </p:cBhvr>
                                    </p:animEffect>
                                  </p:childTnLst>
                                </p:cTn>
                              </p:par>
                            </p:childTnLst>
                          </p:cTn>
                        </p:par>
                        <p:par>
                          <p:cTn id="51" fill="hold">
                            <p:stCondLst>
                              <p:cond delay="1250"/>
                            </p:stCondLst>
                            <p:childTnLst>
                              <p:par>
                                <p:cTn id="52" presetID="10" presetClass="entr" presetSubtype="0" fill="hold" nodeType="afterEffect">
                                  <p:stCondLst>
                                    <p:cond delay="300"/>
                                  </p:stCondLst>
                                  <p:childTnLst>
                                    <p:set>
                                      <p:cBhvr>
                                        <p:cTn id="53" dur="1" fill="hold">
                                          <p:stCondLst>
                                            <p:cond delay="0"/>
                                          </p:stCondLst>
                                        </p:cTn>
                                        <p:tgtEl>
                                          <p:spTgt spid="3672"/>
                                        </p:tgtEl>
                                        <p:attrNameLst>
                                          <p:attrName>style.visibility</p:attrName>
                                        </p:attrNameLst>
                                      </p:cBhvr>
                                      <p:to>
                                        <p:strVal val="visible"/>
                                      </p:to>
                                    </p:set>
                                    <p:animEffect transition="in" filter="fade">
                                      <p:cBhvr>
                                        <p:cTn id="54" dur="250"/>
                                        <p:tgtEl>
                                          <p:spTgt spid="3672"/>
                                        </p:tgtEl>
                                      </p:cBhvr>
                                    </p:animEffect>
                                  </p:childTnLst>
                                </p:cTn>
                              </p:par>
                            </p:childTnLst>
                          </p:cTn>
                        </p:par>
                        <p:par>
                          <p:cTn id="55" fill="hold">
                            <p:stCondLst>
                              <p:cond delay="1500"/>
                            </p:stCondLst>
                            <p:childTnLst>
                              <p:par>
                                <p:cTn id="56" presetID="10" presetClass="entr" presetSubtype="0" fill="hold" nodeType="afterEffect">
                                  <p:stCondLst>
                                    <p:cond delay="300"/>
                                  </p:stCondLst>
                                  <p:childTnLst>
                                    <p:set>
                                      <p:cBhvr>
                                        <p:cTn id="57" dur="1" fill="hold">
                                          <p:stCondLst>
                                            <p:cond delay="0"/>
                                          </p:stCondLst>
                                        </p:cTn>
                                        <p:tgtEl>
                                          <p:spTgt spid="3741"/>
                                        </p:tgtEl>
                                        <p:attrNameLst>
                                          <p:attrName>style.visibility</p:attrName>
                                        </p:attrNameLst>
                                      </p:cBhvr>
                                      <p:to>
                                        <p:strVal val="visible"/>
                                      </p:to>
                                    </p:set>
                                    <p:animEffect transition="in" filter="fade">
                                      <p:cBhvr>
                                        <p:cTn id="58" dur="500"/>
                                        <p:tgtEl>
                                          <p:spTgt spid="3741"/>
                                        </p:tgtEl>
                                      </p:cBhvr>
                                    </p:animEffect>
                                  </p:childTnLst>
                                </p:cTn>
                              </p:par>
                              <p:par>
                                <p:cTn id="59" presetID="10" presetClass="entr" presetSubtype="0" fill="hold" nodeType="withEffect">
                                  <p:stCondLst>
                                    <p:cond delay="750"/>
                                  </p:stCondLst>
                                  <p:childTnLst>
                                    <p:set>
                                      <p:cBhvr>
                                        <p:cTn id="60" dur="1" fill="hold">
                                          <p:stCondLst>
                                            <p:cond delay="0"/>
                                          </p:stCondLst>
                                        </p:cTn>
                                        <p:tgtEl>
                                          <p:spTgt spid="3740"/>
                                        </p:tgtEl>
                                        <p:attrNameLst>
                                          <p:attrName>style.visibility</p:attrName>
                                        </p:attrNameLst>
                                      </p:cBhvr>
                                      <p:to>
                                        <p:strVal val="visible"/>
                                      </p:to>
                                    </p:set>
                                    <p:animEffect transition="in" filter="fade">
                                      <p:cBhvr>
                                        <p:cTn id="61" dur="600"/>
                                        <p:tgtEl>
                                          <p:spTgt spid="3740"/>
                                        </p:tgtEl>
                                      </p:cBhvr>
                                    </p:animEffect>
                                  </p:childTnLst>
                                </p:cTn>
                              </p:par>
                              <p:par>
                                <p:cTn id="62" presetID="10" presetClass="exit" presetSubtype="0" fill="hold" nodeType="withEffect">
                                  <p:stCondLst>
                                    <p:cond delay="1250"/>
                                  </p:stCondLst>
                                  <p:childTnLst>
                                    <p:animEffect transition="out" filter="fade">
                                      <p:cBhvr>
                                        <p:cTn id="63" dur="500"/>
                                        <p:tgtEl>
                                          <p:spTgt spid="3740"/>
                                        </p:tgtEl>
                                      </p:cBhvr>
                                    </p:animEffect>
                                    <p:set>
                                      <p:cBhvr>
                                        <p:cTn id="64" dur="1" fill="hold">
                                          <p:stCondLst>
                                            <p:cond delay="500"/>
                                          </p:stCondLst>
                                        </p:cTn>
                                        <p:tgtEl>
                                          <p:spTgt spid="37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64"/>
        <p:cNvGrpSpPr/>
        <p:nvPr/>
      </p:nvGrpSpPr>
      <p:grpSpPr>
        <a:xfrm>
          <a:off x="0" y="0"/>
          <a:ext cx="0" cy="0"/>
          <a:chOff x="0" y="0"/>
          <a:chExt cx="0" cy="0"/>
        </a:xfrm>
      </p:grpSpPr>
      <p:sp>
        <p:nvSpPr>
          <p:cNvPr id="5665" name="Google Shape;5665;p22"/>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666" name="Google Shape;5666;p22"/>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1"/>
              </a:gs>
              <a:gs pos="49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7" name="Google Shape;5667;p22"/>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8" name="Google Shape;5668;p22"/>
          <p:cNvSpPr/>
          <p:nvPr/>
        </p:nvSpPr>
        <p:spPr>
          <a:xfrm>
            <a:off x="4930706"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4"/>
              </a:gs>
              <a:gs pos="100000">
                <a:schemeClr val="accent1"/>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5669" name="Google Shape;5669;p22"/>
          <p:cNvPicPr preferRelativeResize="0"/>
          <p:nvPr/>
        </p:nvPicPr>
        <p:blipFill rotWithShape="1">
          <a:blip r:embed="rId3">
            <a:alphaModFix/>
          </a:blip>
          <a:srcRect/>
          <a:stretch/>
        </p:blipFill>
        <p:spPr>
          <a:xfrm>
            <a:off x="8361542" y="2504068"/>
            <a:ext cx="3042429" cy="1193516"/>
          </a:xfrm>
          <a:prstGeom prst="rect">
            <a:avLst/>
          </a:prstGeom>
          <a:noFill/>
          <a:ln>
            <a:noFill/>
          </a:ln>
        </p:spPr>
      </p:pic>
      <p:grpSp>
        <p:nvGrpSpPr>
          <p:cNvPr id="5670" name="Google Shape;5670;p22"/>
          <p:cNvGrpSpPr/>
          <p:nvPr/>
        </p:nvGrpSpPr>
        <p:grpSpPr>
          <a:xfrm>
            <a:off x="6496643" y="3401716"/>
            <a:ext cx="2604938" cy="2844838"/>
            <a:chOff x="5578956" y="7805643"/>
            <a:chExt cx="1956906" cy="2137126"/>
          </a:xfrm>
        </p:grpSpPr>
        <p:sp>
          <p:nvSpPr>
            <p:cNvPr id="5671" name="Google Shape;5671;p22"/>
            <p:cNvSpPr/>
            <p:nvPr/>
          </p:nvSpPr>
          <p:spPr>
            <a:xfrm>
              <a:off x="5578956" y="7805643"/>
              <a:ext cx="1956906" cy="2137126"/>
            </a:xfrm>
            <a:custGeom>
              <a:avLst/>
              <a:gdLst/>
              <a:ahLst/>
              <a:cxnLst/>
              <a:rect l="l" t="t" r="r" b="b"/>
              <a:pathLst>
                <a:path w="1956906" h="2137126" extrusionOk="0">
                  <a:moveTo>
                    <a:pt x="1956906" y="0"/>
                  </a:moveTo>
                  <a:lnTo>
                    <a:pt x="1956906" y="798735"/>
                  </a:lnTo>
                  <a:cubicBezTo>
                    <a:pt x="1956906" y="1425837"/>
                    <a:pt x="1545817" y="1956781"/>
                    <a:pt x="978453" y="2137126"/>
                  </a:cubicBezTo>
                  <a:cubicBezTo>
                    <a:pt x="411089" y="1956843"/>
                    <a:pt x="0" y="1425837"/>
                    <a:pt x="0" y="798735"/>
                  </a:cubicBezTo>
                  <a:lnTo>
                    <a:pt x="0" y="0"/>
                  </a:lnTo>
                  <a:cubicBezTo>
                    <a:pt x="0" y="0"/>
                    <a:pt x="1956906" y="0"/>
                    <a:pt x="1956906" y="0"/>
                  </a:cubicBezTo>
                  <a:close/>
                </a:path>
              </a:pathLst>
            </a:custGeom>
            <a:gradFill>
              <a:gsLst>
                <a:gs pos="0">
                  <a:schemeClr val="accent3"/>
                </a:gs>
                <a:gs pos="20000">
                  <a:schemeClr val="accent3"/>
                </a:gs>
                <a:gs pos="86000">
                  <a:schemeClr val="accent4"/>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72" name="Google Shape;5672;p22"/>
            <p:cNvSpPr/>
            <p:nvPr/>
          </p:nvSpPr>
          <p:spPr>
            <a:xfrm>
              <a:off x="6557409" y="7805643"/>
              <a:ext cx="978453" cy="2137126"/>
            </a:xfrm>
            <a:custGeom>
              <a:avLst/>
              <a:gdLst/>
              <a:ahLst/>
              <a:cxnLst/>
              <a:rect l="l" t="t" r="r" b="b"/>
              <a:pathLst>
                <a:path w="978453" h="2137126" extrusionOk="0">
                  <a:moveTo>
                    <a:pt x="0" y="0"/>
                  </a:moveTo>
                  <a:lnTo>
                    <a:pt x="978453" y="0"/>
                  </a:lnTo>
                  <a:cubicBezTo>
                    <a:pt x="978453" y="0"/>
                    <a:pt x="978453" y="798735"/>
                    <a:pt x="978453" y="798735"/>
                  </a:cubicBezTo>
                  <a:cubicBezTo>
                    <a:pt x="978453" y="1425837"/>
                    <a:pt x="567364" y="1956781"/>
                    <a:pt x="0" y="2137126"/>
                  </a:cubicBezTo>
                  <a:cubicBezTo>
                    <a:pt x="0" y="2137126"/>
                    <a:pt x="0" y="2137126"/>
                    <a:pt x="0" y="2137126"/>
                  </a:cubicBezTo>
                  <a:lnTo>
                    <a:pt x="0" y="0"/>
                  </a:lnTo>
                  <a:close/>
                </a:path>
              </a:pathLst>
            </a:custGeom>
            <a:solidFill>
              <a:schemeClr val="lt2">
                <a:alpha val="24705"/>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673" name="Google Shape;5673;p2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Security and Resilience</a:t>
            </a:r>
            <a:endParaRPr/>
          </a:p>
        </p:txBody>
      </p:sp>
      <p:sp>
        <p:nvSpPr>
          <p:cNvPr id="5674" name="Google Shape;5674;p2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Build, protect, and recover systems and data</a:t>
            </a:r>
            <a:endParaRPr/>
          </a:p>
          <a:p>
            <a:pPr marL="0" lvl="0" indent="0" algn="l" rtl="0">
              <a:lnSpc>
                <a:spcPct val="100000"/>
              </a:lnSpc>
              <a:spcBef>
                <a:spcPts val="600"/>
              </a:spcBef>
              <a:spcAft>
                <a:spcPts val="600"/>
              </a:spcAft>
              <a:buSzPts val="1800"/>
              <a:buNone/>
            </a:pPr>
            <a:endParaRPr/>
          </a:p>
        </p:txBody>
      </p:sp>
      <p:sp>
        <p:nvSpPr>
          <p:cNvPr id="5675" name="Google Shape;5675;p22"/>
          <p:cNvSpPr txBox="1"/>
          <p:nvPr/>
        </p:nvSpPr>
        <p:spPr>
          <a:xfrm>
            <a:off x="1726438" y="1797746"/>
            <a:ext cx="350750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4"/>
                </a:solidFill>
                <a:latin typeface="Arial"/>
                <a:ea typeface="Arial"/>
                <a:cs typeface="Arial"/>
                <a:sym typeface="Arial"/>
              </a:rPr>
              <a:t>Protect</a:t>
            </a:r>
            <a:r>
              <a:rPr lang="en-US" sz="2000">
                <a:solidFill>
                  <a:schemeClr val="dk1"/>
                </a:solidFill>
                <a:latin typeface="Arial"/>
                <a:ea typeface="Arial"/>
                <a:cs typeface="Arial"/>
                <a:sym typeface="Arial"/>
              </a:rPr>
              <a:t> and </a:t>
            </a:r>
            <a:r>
              <a:rPr lang="en-US" sz="2000">
                <a:solidFill>
                  <a:schemeClr val="accent4"/>
                </a:solidFill>
                <a:latin typeface="Arial"/>
                <a:ea typeface="Arial"/>
                <a:cs typeface="Arial"/>
                <a:sym typeface="Arial"/>
              </a:rPr>
              <a:t>recover</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from ransomware</a:t>
            </a:r>
            <a:endParaRPr/>
          </a:p>
        </p:txBody>
      </p:sp>
      <p:sp>
        <p:nvSpPr>
          <p:cNvPr id="5676" name="Google Shape;5676;p22"/>
          <p:cNvSpPr txBox="1"/>
          <p:nvPr/>
        </p:nvSpPr>
        <p:spPr>
          <a:xfrm>
            <a:off x="1726439" y="2999599"/>
            <a:ext cx="4245341"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Design and implement a </a:t>
            </a:r>
            <a:r>
              <a:rPr lang="en-US" sz="2000">
                <a:solidFill>
                  <a:schemeClr val="accent4"/>
                </a:solidFill>
                <a:latin typeface="Arial"/>
                <a:ea typeface="Arial"/>
                <a:cs typeface="Arial"/>
                <a:sym typeface="Arial"/>
              </a:rPr>
              <a:t>disaster recovery-ready</a:t>
            </a:r>
            <a:r>
              <a:rPr lang="en-US" sz="2000">
                <a:solidFill>
                  <a:schemeClr val="dk1"/>
                </a:solidFill>
                <a:latin typeface="Arial"/>
                <a:ea typeface="Arial"/>
                <a:cs typeface="Arial"/>
                <a:sym typeface="Arial"/>
              </a:rPr>
              <a:t> infrastructure</a:t>
            </a:r>
            <a:endParaRPr/>
          </a:p>
        </p:txBody>
      </p:sp>
      <p:sp>
        <p:nvSpPr>
          <p:cNvPr id="5677" name="Google Shape;5677;p22"/>
          <p:cNvSpPr txBox="1"/>
          <p:nvPr/>
        </p:nvSpPr>
        <p:spPr>
          <a:xfrm>
            <a:off x="1726440" y="4062954"/>
            <a:ext cx="2969744"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Build and integrate </a:t>
            </a:r>
            <a:r>
              <a:rPr lang="en-US" sz="2000">
                <a:solidFill>
                  <a:schemeClr val="accent4"/>
                </a:solidFill>
                <a:latin typeface="Arial"/>
                <a:ea typeface="Arial"/>
                <a:cs typeface="Arial"/>
                <a:sym typeface="Arial"/>
              </a:rPr>
              <a:t>security, compliance and resilience </a:t>
            </a:r>
            <a:r>
              <a:rPr lang="en-US" sz="2000">
                <a:solidFill>
                  <a:schemeClr val="dk1"/>
                </a:solidFill>
                <a:latin typeface="Arial"/>
                <a:ea typeface="Arial"/>
                <a:cs typeface="Arial"/>
                <a:sym typeface="Arial"/>
              </a:rPr>
              <a:t>into IT*</a:t>
            </a:r>
            <a:endParaRPr/>
          </a:p>
        </p:txBody>
      </p:sp>
      <p:grpSp>
        <p:nvGrpSpPr>
          <p:cNvPr id="5678" name="Google Shape;5678;p22"/>
          <p:cNvGrpSpPr/>
          <p:nvPr/>
        </p:nvGrpSpPr>
        <p:grpSpPr>
          <a:xfrm>
            <a:off x="5595481" y="4444337"/>
            <a:ext cx="1517163" cy="1491477"/>
            <a:chOff x="6991323" y="3563643"/>
            <a:chExt cx="1469292" cy="1444418"/>
          </a:xfrm>
        </p:grpSpPr>
        <p:sp>
          <p:nvSpPr>
            <p:cNvPr id="5679" name="Google Shape;5679;p22"/>
            <p:cNvSpPr/>
            <p:nvPr/>
          </p:nvSpPr>
          <p:spPr>
            <a:xfrm>
              <a:off x="7481702" y="4503136"/>
              <a:ext cx="133577" cy="273323"/>
            </a:xfrm>
            <a:custGeom>
              <a:avLst/>
              <a:gdLst/>
              <a:ahLst/>
              <a:cxnLst/>
              <a:rect l="l" t="t" r="r" b="b"/>
              <a:pathLst>
                <a:path w="190061" h="388898" extrusionOk="0">
                  <a:moveTo>
                    <a:pt x="189936" y="94968"/>
                  </a:moveTo>
                  <a:cubicBezTo>
                    <a:pt x="189936" y="42751"/>
                    <a:pt x="147185" y="0"/>
                    <a:pt x="94968" y="0"/>
                  </a:cubicBezTo>
                  <a:cubicBezTo>
                    <a:pt x="42751" y="0"/>
                    <a:pt x="0" y="42751"/>
                    <a:pt x="0" y="94968"/>
                  </a:cubicBezTo>
                  <a:cubicBezTo>
                    <a:pt x="0" y="129508"/>
                    <a:pt x="18743" y="159847"/>
                    <a:pt x="46575" y="176459"/>
                  </a:cubicBezTo>
                  <a:lnTo>
                    <a:pt x="46575" y="340443"/>
                  </a:lnTo>
                  <a:cubicBezTo>
                    <a:pt x="46575" y="367084"/>
                    <a:pt x="68389" y="388899"/>
                    <a:pt x="95031" y="388899"/>
                  </a:cubicBezTo>
                  <a:cubicBezTo>
                    <a:pt x="121672" y="388899"/>
                    <a:pt x="143486" y="367084"/>
                    <a:pt x="143486" y="340443"/>
                  </a:cubicBezTo>
                  <a:lnTo>
                    <a:pt x="143486" y="176459"/>
                  </a:lnTo>
                  <a:cubicBezTo>
                    <a:pt x="171256" y="159847"/>
                    <a:pt x="190062" y="129508"/>
                    <a:pt x="190062" y="94968"/>
                  </a:cubicBezTo>
                  <a:close/>
                </a:path>
              </a:pathLst>
            </a:custGeom>
            <a:solidFill>
              <a:schemeClr val="l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680" name="Google Shape;5680;p22"/>
            <p:cNvGrpSpPr/>
            <p:nvPr/>
          </p:nvGrpSpPr>
          <p:grpSpPr>
            <a:xfrm>
              <a:off x="6991323" y="3563643"/>
              <a:ext cx="1469292" cy="1444418"/>
              <a:chOff x="4533526" y="8289698"/>
              <a:chExt cx="1469292" cy="1444418"/>
            </a:xfrm>
          </p:grpSpPr>
          <p:sp>
            <p:nvSpPr>
              <p:cNvPr id="5681" name="Google Shape;5681;p22"/>
              <p:cNvSpPr/>
              <p:nvPr/>
            </p:nvSpPr>
            <p:spPr>
              <a:xfrm>
                <a:off x="4533526" y="9599891"/>
                <a:ext cx="64850" cy="64850"/>
              </a:xfrm>
              <a:custGeom>
                <a:avLst/>
                <a:gdLst/>
                <a:ahLst/>
                <a:cxnLst/>
                <a:rect l="l" t="t" r="r" b="b"/>
                <a:pathLst>
                  <a:path w="92272" h="92272" extrusionOk="0">
                    <a:moveTo>
                      <a:pt x="92272" y="46136"/>
                    </a:moveTo>
                    <a:cubicBezTo>
                      <a:pt x="92272" y="71587"/>
                      <a:pt x="71649" y="92273"/>
                      <a:pt x="46136" y="92273"/>
                    </a:cubicBezTo>
                    <a:cubicBezTo>
                      <a:pt x="20686" y="92273"/>
                      <a:pt x="0" y="71649"/>
                      <a:pt x="0" y="46136"/>
                    </a:cubicBezTo>
                    <a:cubicBezTo>
                      <a:pt x="0" y="20686"/>
                      <a:pt x="20623" y="0"/>
                      <a:pt x="46136" y="0"/>
                    </a:cubicBezTo>
                    <a:cubicBezTo>
                      <a:pt x="71586" y="0"/>
                      <a:pt x="92272" y="20623"/>
                      <a:pt x="92272" y="46136"/>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2" name="Google Shape;5682;p22"/>
              <p:cNvSpPr/>
              <p:nvPr/>
            </p:nvSpPr>
            <p:spPr>
              <a:xfrm>
                <a:off x="4897949" y="8741624"/>
                <a:ext cx="378925" cy="312224"/>
              </a:xfrm>
              <a:custGeom>
                <a:avLst/>
                <a:gdLst/>
                <a:ahLst/>
                <a:cxnLst/>
                <a:rect l="l" t="t" r="r" b="b"/>
                <a:pathLst>
                  <a:path w="539155" h="444249" extrusionOk="0">
                    <a:moveTo>
                      <a:pt x="0" y="444250"/>
                    </a:moveTo>
                    <a:lnTo>
                      <a:pt x="0" y="244911"/>
                    </a:lnTo>
                    <a:cubicBezTo>
                      <a:pt x="0" y="110201"/>
                      <a:pt x="110201" y="0"/>
                      <a:pt x="244911" y="0"/>
                    </a:cubicBezTo>
                    <a:lnTo>
                      <a:pt x="294244" y="0"/>
                    </a:lnTo>
                    <a:cubicBezTo>
                      <a:pt x="428955" y="0"/>
                      <a:pt x="539155" y="110201"/>
                      <a:pt x="539155" y="244911"/>
                    </a:cubicBezTo>
                    <a:lnTo>
                      <a:pt x="539155" y="44425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3" name="Google Shape;5683;p22"/>
              <p:cNvSpPr/>
              <p:nvPr/>
            </p:nvSpPr>
            <p:spPr>
              <a:xfrm>
                <a:off x="4985267" y="8824097"/>
                <a:ext cx="204331" cy="188163"/>
              </a:xfrm>
              <a:custGeom>
                <a:avLst/>
                <a:gdLst/>
                <a:ahLst/>
                <a:cxnLst/>
                <a:rect l="l" t="t" r="r" b="b"/>
                <a:pathLst>
                  <a:path w="290733" h="267728" extrusionOk="0">
                    <a:moveTo>
                      <a:pt x="0" y="267728"/>
                    </a:moveTo>
                    <a:lnTo>
                      <a:pt x="0" y="145367"/>
                    </a:lnTo>
                    <a:cubicBezTo>
                      <a:pt x="0" y="65443"/>
                      <a:pt x="65443" y="0"/>
                      <a:pt x="145367" y="0"/>
                    </a:cubicBezTo>
                    <a:lnTo>
                      <a:pt x="145367" y="0"/>
                    </a:lnTo>
                    <a:cubicBezTo>
                      <a:pt x="225291" y="0"/>
                      <a:pt x="290734" y="65443"/>
                      <a:pt x="290734" y="145367"/>
                    </a:cubicBezTo>
                    <a:lnTo>
                      <a:pt x="290734" y="267728"/>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4" name="Google Shape;5684;p22"/>
              <p:cNvSpPr/>
              <p:nvPr/>
            </p:nvSpPr>
            <p:spPr>
              <a:xfrm>
                <a:off x="4722385" y="8997589"/>
                <a:ext cx="736527" cy="736527"/>
              </a:xfrm>
              <a:custGeom>
                <a:avLst/>
                <a:gdLst/>
                <a:ahLst/>
                <a:cxnLst/>
                <a:rect l="l" t="t" r="r" b="b"/>
                <a:pathLst>
                  <a:path w="1047970" h="1047970" extrusionOk="0">
                    <a:moveTo>
                      <a:pt x="1047971" y="523985"/>
                    </a:moveTo>
                    <a:cubicBezTo>
                      <a:pt x="1047971" y="813375"/>
                      <a:pt x="813375" y="1047971"/>
                      <a:pt x="523985" y="1047971"/>
                    </a:cubicBezTo>
                    <a:cubicBezTo>
                      <a:pt x="234596" y="1047971"/>
                      <a:pt x="0" y="813375"/>
                      <a:pt x="0" y="523985"/>
                    </a:cubicBezTo>
                    <a:cubicBezTo>
                      <a:pt x="0" y="234596"/>
                      <a:pt x="234596" y="0"/>
                      <a:pt x="523985" y="0"/>
                    </a:cubicBezTo>
                    <a:cubicBezTo>
                      <a:pt x="813374" y="0"/>
                      <a:pt x="1047971" y="234596"/>
                      <a:pt x="1047971" y="52398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5" name="Google Shape;5685;p22"/>
              <p:cNvSpPr/>
              <p:nvPr/>
            </p:nvSpPr>
            <p:spPr>
              <a:xfrm>
                <a:off x="5705925" y="9197073"/>
                <a:ext cx="171510" cy="317026"/>
              </a:xfrm>
              <a:custGeom>
                <a:avLst/>
                <a:gdLst/>
                <a:ahLst/>
                <a:cxnLst/>
                <a:rect l="l" t="t" r="r" b="b"/>
                <a:pathLst>
                  <a:path w="244033" h="451082" extrusionOk="0">
                    <a:moveTo>
                      <a:pt x="207049" y="451083"/>
                    </a:moveTo>
                    <a:lnTo>
                      <a:pt x="0" y="244033"/>
                    </a:lnTo>
                    <a:lnTo>
                      <a:pt x="244033"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6" name="Google Shape;5686;p22"/>
              <p:cNvSpPr/>
              <p:nvPr/>
            </p:nvSpPr>
            <p:spPr>
              <a:xfrm>
                <a:off x="5829952" y="8768630"/>
                <a:ext cx="133049" cy="133049"/>
              </a:xfrm>
              <a:custGeom>
                <a:avLst/>
                <a:gdLst/>
                <a:ahLst/>
                <a:cxnLst/>
                <a:rect l="l" t="t" r="r" b="b"/>
                <a:pathLst>
                  <a:path w="189309" h="189309" extrusionOk="0">
                    <a:moveTo>
                      <a:pt x="189309" y="94655"/>
                    </a:moveTo>
                    <a:cubicBezTo>
                      <a:pt x="189309" y="146931"/>
                      <a:pt x="146931" y="189309"/>
                      <a:pt x="94655" y="189309"/>
                    </a:cubicBezTo>
                    <a:cubicBezTo>
                      <a:pt x="42378" y="189309"/>
                      <a:pt x="0" y="146931"/>
                      <a:pt x="0" y="94655"/>
                    </a:cubicBezTo>
                    <a:cubicBezTo>
                      <a:pt x="0" y="42378"/>
                      <a:pt x="42378"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7" name="Google Shape;5687;p22"/>
              <p:cNvSpPr/>
              <p:nvPr/>
            </p:nvSpPr>
            <p:spPr>
              <a:xfrm>
                <a:off x="5737258" y="8289698"/>
                <a:ext cx="133049" cy="133049"/>
              </a:xfrm>
              <a:custGeom>
                <a:avLst/>
                <a:gdLst/>
                <a:ahLst/>
                <a:cxnLst/>
                <a:rect l="l" t="t" r="r" b="b"/>
                <a:pathLst>
                  <a:path w="189309" h="189309" extrusionOk="0">
                    <a:moveTo>
                      <a:pt x="189309" y="94655"/>
                    </a:moveTo>
                    <a:cubicBezTo>
                      <a:pt x="189309" y="146931"/>
                      <a:pt x="146931" y="189309"/>
                      <a:pt x="94655" y="189309"/>
                    </a:cubicBezTo>
                    <a:cubicBezTo>
                      <a:pt x="42379" y="189309"/>
                      <a:pt x="0" y="146931"/>
                      <a:pt x="0" y="94655"/>
                    </a:cubicBezTo>
                    <a:cubicBezTo>
                      <a:pt x="0" y="42378"/>
                      <a:pt x="42379"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8" name="Google Shape;5688;p22"/>
              <p:cNvSpPr/>
              <p:nvPr/>
            </p:nvSpPr>
            <p:spPr>
              <a:xfrm>
                <a:off x="5869769" y="9071690"/>
                <a:ext cx="133049" cy="133049"/>
              </a:xfrm>
              <a:custGeom>
                <a:avLst/>
                <a:gdLst/>
                <a:ahLst/>
                <a:cxnLst/>
                <a:rect l="l" t="t" r="r" b="b"/>
                <a:pathLst>
                  <a:path w="189309" h="189309" extrusionOk="0">
                    <a:moveTo>
                      <a:pt x="189309" y="94655"/>
                    </a:moveTo>
                    <a:cubicBezTo>
                      <a:pt x="189309" y="146931"/>
                      <a:pt x="146931" y="189309"/>
                      <a:pt x="94655" y="189309"/>
                    </a:cubicBezTo>
                    <a:cubicBezTo>
                      <a:pt x="42379" y="189309"/>
                      <a:pt x="0" y="146931"/>
                      <a:pt x="0" y="94655"/>
                    </a:cubicBezTo>
                    <a:cubicBezTo>
                      <a:pt x="0" y="42378"/>
                      <a:pt x="42379"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9" name="Google Shape;5689;p22"/>
              <p:cNvSpPr/>
              <p:nvPr/>
            </p:nvSpPr>
            <p:spPr>
              <a:xfrm>
                <a:off x="5841223" y="9503879"/>
                <a:ext cx="69872" cy="69872"/>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0" name="Google Shape;5690;p22"/>
              <p:cNvSpPr/>
              <p:nvPr/>
            </p:nvSpPr>
            <p:spPr>
              <a:xfrm>
                <a:off x="5447898" y="8885907"/>
                <a:ext cx="409015" cy="404874"/>
              </a:xfrm>
              <a:custGeom>
                <a:avLst/>
                <a:gdLst/>
                <a:ahLst/>
                <a:cxnLst/>
                <a:rect l="l" t="t" r="r" b="b"/>
                <a:pathLst>
                  <a:path w="581969" h="576076" extrusionOk="0">
                    <a:moveTo>
                      <a:pt x="0" y="576077"/>
                    </a:moveTo>
                    <a:lnTo>
                      <a:pt x="581969"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1" name="Google Shape;5691;p22"/>
              <p:cNvSpPr/>
              <p:nvPr/>
            </p:nvSpPr>
            <p:spPr>
              <a:xfrm>
                <a:off x="5335688" y="8403142"/>
                <a:ext cx="601584" cy="687845"/>
              </a:xfrm>
              <a:custGeom>
                <a:avLst/>
                <a:gdLst/>
                <a:ahLst/>
                <a:cxnLst/>
                <a:rect l="l" t="t" r="r" b="b"/>
                <a:pathLst>
                  <a:path w="855966" h="978703" extrusionOk="0">
                    <a:moveTo>
                      <a:pt x="0" y="978704"/>
                    </a:moveTo>
                    <a:lnTo>
                      <a:pt x="855966" y="122800"/>
                    </a:lnTo>
                    <a:lnTo>
                      <a:pt x="733103"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692" name="Google Shape;5692;p22"/>
          <p:cNvSpPr/>
          <p:nvPr/>
        </p:nvSpPr>
        <p:spPr>
          <a:xfrm>
            <a:off x="8051549" y="4012438"/>
            <a:ext cx="393698" cy="393698"/>
          </a:xfrm>
          <a:prstGeom prst="ellipse">
            <a:avLst/>
          </a:pr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693" name="Google Shape;5693;p22"/>
          <p:cNvGrpSpPr/>
          <p:nvPr/>
        </p:nvGrpSpPr>
        <p:grpSpPr>
          <a:xfrm>
            <a:off x="8142936" y="4012423"/>
            <a:ext cx="346524" cy="266954"/>
            <a:chOff x="9364411" y="3768417"/>
            <a:chExt cx="298461" cy="229928"/>
          </a:xfrm>
        </p:grpSpPr>
        <p:cxnSp>
          <p:nvCxnSpPr>
            <p:cNvPr id="5694" name="Google Shape;5694;p22"/>
            <p:cNvCxnSpPr/>
            <p:nvPr/>
          </p:nvCxnSpPr>
          <p:spPr>
            <a:xfrm>
              <a:off x="9364411" y="3909775"/>
              <a:ext cx="77305" cy="88570"/>
            </a:xfrm>
            <a:prstGeom prst="straightConnector1">
              <a:avLst/>
            </a:prstGeom>
            <a:noFill/>
            <a:ln w="19050" cap="flat" cmpd="sng">
              <a:solidFill>
                <a:schemeClr val="lt1"/>
              </a:solidFill>
              <a:prstDash val="solid"/>
              <a:miter lim="8000"/>
              <a:headEnd type="none" w="sm" len="sm"/>
              <a:tailEnd type="none" w="sm" len="sm"/>
            </a:ln>
          </p:spPr>
        </p:cxnSp>
        <p:cxnSp>
          <p:nvCxnSpPr>
            <p:cNvPr id="5695" name="Google Shape;5695;p22"/>
            <p:cNvCxnSpPr/>
            <p:nvPr/>
          </p:nvCxnSpPr>
          <p:spPr>
            <a:xfrm rot="10800000" flipH="1">
              <a:off x="9434844" y="3768417"/>
              <a:ext cx="228028" cy="229928"/>
            </a:xfrm>
            <a:prstGeom prst="straightConnector1">
              <a:avLst/>
            </a:prstGeom>
            <a:noFill/>
            <a:ln w="19050" cap="flat" cmpd="sng">
              <a:solidFill>
                <a:schemeClr val="lt1"/>
              </a:solidFill>
              <a:prstDash val="solid"/>
              <a:miter lim="8000"/>
              <a:headEnd type="none" w="sm" len="sm"/>
              <a:tailEnd type="none" w="sm" len="sm"/>
            </a:ln>
          </p:spPr>
        </p:cxnSp>
      </p:grpSp>
      <p:sp>
        <p:nvSpPr>
          <p:cNvPr id="5696" name="Google Shape;5696;p22"/>
          <p:cNvSpPr/>
          <p:nvPr/>
        </p:nvSpPr>
        <p:spPr>
          <a:xfrm>
            <a:off x="8051549" y="4533800"/>
            <a:ext cx="393698" cy="393698"/>
          </a:xfrm>
          <a:prstGeom prst="ellipse">
            <a:avLst/>
          </a:pr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697" name="Google Shape;5697;p22"/>
          <p:cNvCxnSpPr/>
          <p:nvPr/>
        </p:nvCxnSpPr>
        <p:spPr>
          <a:xfrm>
            <a:off x="8544039" y="4667004"/>
            <a:ext cx="868131" cy="0"/>
          </a:xfrm>
          <a:prstGeom prst="straightConnector1">
            <a:avLst/>
          </a:prstGeom>
          <a:noFill/>
          <a:ln w="19050" cap="flat" cmpd="sng">
            <a:solidFill>
              <a:schemeClr val="lt1"/>
            </a:solidFill>
            <a:prstDash val="solid"/>
            <a:miter lim="8000"/>
            <a:headEnd type="none" w="sm" len="sm"/>
            <a:tailEnd type="none" w="sm" len="sm"/>
          </a:ln>
        </p:spPr>
      </p:cxnSp>
      <p:cxnSp>
        <p:nvCxnSpPr>
          <p:cNvPr id="5698" name="Google Shape;5698;p22"/>
          <p:cNvCxnSpPr/>
          <p:nvPr/>
        </p:nvCxnSpPr>
        <p:spPr>
          <a:xfrm>
            <a:off x="8544039" y="4775485"/>
            <a:ext cx="707915" cy="0"/>
          </a:xfrm>
          <a:prstGeom prst="straightConnector1">
            <a:avLst/>
          </a:prstGeom>
          <a:noFill/>
          <a:ln w="19050" cap="flat" cmpd="sng">
            <a:solidFill>
              <a:schemeClr val="lt1"/>
            </a:solidFill>
            <a:prstDash val="solid"/>
            <a:miter lim="8000"/>
            <a:headEnd type="none" w="sm" len="sm"/>
            <a:tailEnd type="none" w="sm" len="sm"/>
          </a:ln>
        </p:spPr>
      </p:cxnSp>
      <p:sp>
        <p:nvSpPr>
          <p:cNvPr id="5699" name="Google Shape;5699;p22"/>
          <p:cNvSpPr/>
          <p:nvPr/>
        </p:nvSpPr>
        <p:spPr>
          <a:xfrm>
            <a:off x="9060688" y="3893165"/>
            <a:ext cx="81124" cy="81124"/>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0" name="Google Shape;5700;p22"/>
          <p:cNvSpPr/>
          <p:nvPr/>
        </p:nvSpPr>
        <p:spPr>
          <a:xfrm>
            <a:off x="8439363" y="5351667"/>
            <a:ext cx="81124" cy="81124"/>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701" name="Google Shape;5701;p22"/>
          <p:cNvCxnSpPr/>
          <p:nvPr/>
        </p:nvCxnSpPr>
        <p:spPr>
          <a:xfrm rot="10800000" flipH="1">
            <a:off x="8544039" y="4155462"/>
            <a:ext cx="1285124" cy="3889"/>
          </a:xfrm>
          <a:prstGeom prst="straightConnector1">
            <a:avLst/>
          </a:prstGeom>
          <a:noFill/>
          <a:ln w="19050" cap="flat" cmpd="sng">
            <a:solidFill>
              <a:schemeClr val="lt1"/>
            </a:solidFill>
            <a:prstDash val="solid"/>
            <a:miter lim="8000"/>
            <a:headEnd type="none" w="sm" len="sm"/>
            <a:tailEnd type="none" w="sm" len="sm"/>
          </a:ln>
        </p:spPr>
      </p:cxnSp>
      <p:cxnSp>
        <p:nvCxnSpPr>
          <p:cNvPr id="5702" name="Google Shape;5702;p22"/>
          <p:cNvCxnSpPr/>
          <p:nvPr/>
        </p:nvCxnSpPr>
        <p:spPr>
          <a:xfrm rot="10800000" flipH="1">
            <a:off x="8544039" y="4263943"/>
            <a:ext cx="1285124" cy="3889"/>
          </a:xfrm>
          <a:prstGeom prst="straightConnector1">
            <a:avLst/>
          </a:prstGeom>
          <a:noFill/>
          <a:ln w="19050" cap="flat" cmpd="sng">
            <a:solidFill>
              <a:schemeClr val="lt1"/>
            </a:solidFill>
            <a:prstDash val="solid"/>
            <a:miter lim="8000"/>
            <a:headEnd type="none" w="sm" len="sm"/>
            <a:tailEnd type="none" w="sm" len="sm"/>
          </a:ln>
        </p:spPr>
      </p:cxnSp>
      <p:sp>
        <p:nvSpPr>
          <p:cNvPr id="5703" name="Google Shape;5703;p22"/>
          <p:cNvSpPr/>
          <p:nvPr/>
        </p:nvSpPr>
        <p:spPr>
          <a:xfrm>
            <a:off x="8739015" y="2474881"/>
            <a:ext cx="92128" cy="92128"/>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04" name="Google Shape;5704;p22"/>
          <p:cNvGrpSpPr/>
          <p:nvPr/>
        </p:nvGrpSpPr>
        <p:grpSpPr>
          <a:xfrm>
            <a:off x="9406091" y="1523565"/>
            <a:ext cx="806773" cy="806773"/>
            <a:chOff x="-396256" y="3115798"/>
            <a:chExt cx="601858" cy="601858"/>
          </a:xfrm>
        </p:grpSpPr>
        <p:sp>
          <p:nvSpPr>
            <p:cNvPr id="5705" name="Google Shape;5705;p22"/>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6" name="Google Shape;5706;p22"/>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07" name="Google Shape;5707;p22"/>
          <p:cNvGrpSpPr/>
          <p:nvPr/>
        </p:nvGrpSpPr>
        <p:grpSpPr>
          <a:xfrm>
            <a:off x="9195135" y="2467454"/>
            <a:ext cx="595449" cy="595448"/>
            <a:chOff x="-553631" y="3819946"/>
            <a:chExt cx="444209" cy="444208"/>
          </a:xfrm>
        </p:grpSpPr>
        <p:sp>
          <p:nvSpPr>
            <p:cNvPr id="5708" name="Google Shape;5708;p22"/>
            <p:cNvSpPr/>
            <p:nvPr/>
          </p:nvSpPr>
          <p:spPr>
            <a:xfrm>
              <a:off x="-553630" y="3819946"/>
              <a:ext cx="444208" cy="44420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9" name="Google Shape;5709;p22"/>
            <p:cNvSpPr/>
            <p:nvPr/>
          </p:nvSpPr>
          <p:spPr>
            <a:xfrm>
              <a:off x="-553631" y="3819950"/>
              <a:ext cx="345643" cy="34564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710" name="Google Shape;5710;p22"/>
          <p:cNvSpPr txBox="1"/>
          <p:nvPr/>
        </p:nvSpPr>
        <p:spPr>
          <a:xfrm>
            <a:off x="581848" y="5432791"/>
            <a:ext cx="3358434"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 Presales use case only, no discrete deliverable.  Outcome leads back to cloud infrastructure capabilities relevant to security, compliance and resilience, also needs external mapping to ANS for any non-VCF Division security considerations (microseg, DFW, etc.)</a:t>
            </a:r>
            <a:endParaRPr/>
          </a:p>
        </p:txBody>
      </p:sp>
      <p:grpSp>
        <p:nvGrpSpPr>
          <p:cNvPr id="5711" name="Google Shape;5711;p22"/>
          <p:cNvGrpSpPr/>
          <p:nvPr/>
        </p:nvGrpSpPr>
        <p:grpSpPr>
          <a:xfrm>
            <a:off x="579815" y="1618697"/>
            <a:ext cx="912101" cy="912097"/>
            <a:chOff x="579815" y="1618697"/>
            <a:chExt cx="912101" cy="912097"/>
          </a:xfrm>
        </p:grpSpPr>
        <p:sp>
          <p:nvSpPr>
            <p:cNvPr id="5712" name="Google Shape;5712;p22"/>
            <p:cNvSpPr/>
            <p:nvPr/>
          </p:nvSpPr>
          <p:spPr>
            <a:xfrm>
              <a:off x="579815" y="1618697"/>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13" name="Google Shape;5713;p22"/>
            <p:cNvGrpSpPr/>
            <p:nvPr/>
          </p:nvGrpSpPr>
          <p:grpSpPr>
            <a:xfrm>
              <a:off x="798135" y="1795479"/>
              <a:ext cx="475460" cy="558533"/>
              <a:chOff x="1893239" y="713314"/>
              <a:chExt cx="510395" cy="599572"/>
            </a:xfrm>
          </p:grpSpPr>
          <p:sp>
            <p:nvSpPr>
              <p:cNvPr id="5714" name="Google Shape;5714;p22"/>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15" name="Google Shape;5715;p22"/>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5716" name="Google Shape;5716;p22"/>
          <p:cNvGrpSpPr/>
          <p:nvPr/>
        </p:nvGrpSpPr>
        <p:grpSpPr>
          <a:xfrm>
            <a:off x="579815" y="2820551"/>
            <a:ext cx="912101" cy="912097"/>
            <a:chOff x="579815" y="2820551"/>
            <a:chExt cx="912101" cy="912097"/>
          </a:xfrm>
        </p:grpSpPr>
        <p:sp>
          <p:nvSpPr>
            <p:cNvPr id="5717" name="Google Shape;5717;p22"/>
            <p:cNvSpPr/>
            <p:nvPr/>
          </p:nvSpPr>
          <p:spPr>
            <a:xfrm>
              <a:off x="579815" y="2820551"/>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18" name="Google Shape;5718;p22"/>
            <p:cNvGrpSpPr/>
            <p:nvPr/>
          </p:nvGrpSpPr>
          <p:grpSpPr>
            <a:xfrm>
              <a:off x="789590" y="3031177"/>
              <a:ext cx="492550" cy="490845"/>
              <a:chOff x="1847259" y="4474380"/>
              <a:chExt cx="603050" cy="600962"/>
            </a:xfrm>
          </p:grpSpPr>
          <p:sp>
            <p:nvSpPr>
              <p:cNvPr id="5719" name="Google Shape;5719;p22"/>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0" name="Google Shape;5720;p22"/>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1" name="Google Shape;5721;p22"/>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5722" name="Google Shape;5722;p22"/>
          <p:cNvGrpSpPr/>
          <p:nvPr/>
        </p:nvGrpSpPr>
        <p:grpSpPr>
          <a:xfrm>
            <a:off x="10628594" y="2312549"/>
            <a:ext cx="613485" cy="416791"/>
            <a:chOff x="533691" y="5814442"/>
            <a:chExt cx="613485" cy="416791"/>
          </a:xfrm>
        </p:grpSpPr>
        <p:sp>
          <p:nvSpPr>
            <p:cNvPr id="5723" name="Google Shape;5723;p22"/>
            <p:cNvSpPr/>
            <p:nvPr/>
          </p:nvSpPr>
          <p:spPr>
            <a:xfrm>
              <a:off x="677259" y="5947259"/>
              <a:ext cx="241599" cy="234010"/>
            </a:xfrm>
            <a:custGeom>
              <a:avLst/>
              <a:gdLst/>
              <a:ahLst/>
              <a:cxnLst/>
              <a:rect l="l" t="t" r="r" b="b"/>
              <a:pathLst>
                <a:path w="241599" h="234010" extrusionOk="0">
                  <a:moveTo>
                    <a:pt x="0" y="117005"/>
                  </a:moveTo>
                  <a:cubicBezTo>
                    <a:pt x="0" y="181516"/>
                    <a:pt x="54392" y="234010"/>
                    <a:pt x="120800" y="234010"/>
                  </a:cubicBezTo>
                  <a:cubicBezTo>
                    <a:pt x="187208" y="234010"/>
                    <a:pt x="241600" y="181516"/>
                    <a:pt x="241600" y="117005"/>
                  </a:cubicBezTo>
                  <a:cubicBezTo>
                    <a:pt x="241600" y="52494"/>
                    <a:pt x="187208" y="0"/>
                    <a:pt x="120800" y="0"/>
                  </a:cubicBezTo>
                  <a:cubicBezTo>
                    <a:pt x="54392" y="0"/>
                    <a:pt x="0" y="52494"/>
                    <a:pt x="0" y="117005"/>
                  </a:cubicBezTo>
                  <a:close/>
                  <a:moveTo>
                    <a:pt x="226421" y="117005"/>
                  </a:moveTo>
                  <a:cubicBezTo>
                    <a:pt x="226421" y="172662"/>
                    <a:pt x="178986" y="218199"/>
                    <a:pt x="121432" y="218199"/>
                  </a:cubicBezTo>
                  <a:cubicBezTo>
                    <a:pt x="63878" y="218199"/>
                    <a:pt x="16444" y="172662"/>
                    <a:pt x="16444" y="117005"/>
                  </a:cubicBezTo>
                  <a:cubicBezTo>
                    <a:pt x="16444" y="61349"/>
                    <a:pt x="63878" y="15812"/>
                    <a:pt x="121432" y="15812"/>
                  </a:cubicBezTo>
                  <a:cubicBezTo>
                    <a:pt x="178986" y="15812"/>
                    <a:pt x="226421" y="61349"/>
                    <a:pt x="226421" y="11700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4" name="Google Shape;5724;p22"/>
            <p:cNvSpPr/>
            <p:nvPr/>
          </p:nvSpPr>
          <p:spPr>
            <a:xfrm>
              <a:off x="736711" y="6003548"/>
              <a:ext cx="122697" cy="118902"/>
            </a:xfrm>
            <a:custGeom>
              <a:avLst/>
              <a:gdLst/>
              <a:ahLst/>
              <a:cxnLst/>
              <a:rect l="l" t="t" r="r" b="b"/>
              <a:pathLst>
                <a:path w="122697" h="118902" extrusionOk="0">
                  <a:moveTo>
                    <a:pt x="0" y="60084"/>
                  </a:moveTo>
                  <a:lnTo>
                    <a:pt x="15812" y="60084"/>
                  </a:lnTo>
                  <a:cubicBezTo>
                    <a:pt x="15812" y="36050"/>
                    <a:pt x="36683" y="16444"/>
                    <a:pt x="61349" y="16444"/>
                  </a:cubicBezTo>
                  <a:cubicBezTo>
                    <a:pt x="86647" y="16444"/>
                    <a:pt x="106886" y="36050"/>
                    <a:pt x="106886" y="60084"/>
                  </a:cubicBezTo>
                  <a:cubicBezTo>
                    <a:pt x="106886" y="84117"/>
                    <a:pt x="86647" y="103723"/>
                    <a:pt x="61349" y="103723"/>
                  </a:cubicBezTo>
                  <a:cubicBezTo>
                    <a:pt x="59451" y="103723"/>
                    <a:pt x="56921" y="103723"/>
                    <a:pt x="55024" y="103091"/>
                  </a:cubicBezTo>
                  <a:lnTo>
                    <a:pt x="55024" y="118902"/>
                  </a:lnTo>
                  <a:cubicBezTo>
                    <a:pt x="56921" y="118902"/>
                    <a:pt x="59451" y="118902"/>
                    <a:pt x="61349" y="118902"/>
                  </a:cubicBezTo>
                  <a:cubicBezTo>
                    <a:pt x="95501" y="118902"/>
                    <a:pt x="122697" y="92339"/>
                    <a:pt x="122697" y="59451"/>
                  </a:cubicBezTo>
                  <a:cubicBezTo>
                    <a:pt x="122697" y="26563"/>
                    <a:pt x="94869" y="0"/>
                    <a:pt x="61349" y="0"/>
                  </a:cubicBezTo>
                  <a:cubicBezTo>
                    <a:pt x="27828" y="1265"/>
                    <a:pt x="0" y="27828"/>
                    <a:pt x="0" y="600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5" name="Google Shape;5725;p22"/>
            <p:cNvSpPr/>
            <p:nvPr/>
          </p:nvSpPr>
          <p:spPr>
            <a:xfrm>
              <a:off x="533691" y="5897927"/>
              <a:ext cx="533163" cy="333306"/>
            </a:xfrm>
            <a:custGeom>
              <a:avLst/>
              <a:gdLst/>
              <a:ahLst/>
              <a:cxnLst/>
              <a:rect l="l" t="t" r="r" b="b"/>
              <a:pathLst>
                <a:path w="533163" h="333306" extrusionOk="0">
                  <a:moveTo>
                    <a:pt x="524309" y="126492"/>
                  </a:moveTo>
                  <a:cubicBezTo>
                    <a:pt x="521780" y="126492"/>
                    <a:pt x="519250" y="126492"/>
                    <a:pt x="516720" y="125860"/>
                  </a:cubicBezTo>
                  <a:lnTo>
                    <a:pt x="516720" y="317495"/>
                  </a:lnTo>
                  <a:lnTo>
                    <a:pt x="15812" y="317495"/>
                  </a:lnTo>
                  <a:lnTo>
                    <a:pt x="15812" y="15812"/>
                  </a:lnTo>
                  <a:lnTo>
                    <a:pt x="404774" y="15812"/>
                  </a:lnTo>
                  <a:cubicBezTo>
                    <a:pt x="404774" y="12649"/>
                    <a:pt x="404142" y="9487"/>
                    <a:pt x="404142" y="5692"/>
                  </a:cubicBezTo>
                  <a:cubicBezTo>
                    <a:pt x="404142" y="3795"/>
                    <a:pt x="404142" y="1897"/>
                    <a:pt x="404142" y="0"/>
                  </a:cubicBezTo>
                  <a:lnTo>
                    <a:pt x="10119" y="0"/>
                  </a:lnTo>
                  <a:cubicBezTo>
                    <a:pt x="4427" y="0"/>
                    <a:pt x="0" y="4427"/>
                    <a:pt x="0" y="10119"/>
                  </a:cubicBezTo>
                  <a:lnTo>
                    <a:pt x="0" y="323187"/>
                  </a:lnTo>
                  <a:cubicBezTo>
                    <a:pt x="0" y="328879"/>
                    <a:pt x="4427" y="333306"/>
                    <a:pt x="10119" y="333306"/>
                  </a:cubicBezTo>
                  <a:lnTo>
                    <a:pt x="523044" y="333306"/>
                  </a:lnTo>
                  <a:cubicBezTo>
                    <a:pt x="528737" y="333306"/>
                    <a:pt x="533164" y="328879"/>
                    <a:pt x="533164" y="323187"/>
                  </a:cubicBezTo>
                  <a:lnTo>
                    <a:pt x="533164" y="125860"/>
                  </a:lnTo>
                  <a:cubicBezTo>
                    <a:pt x="530002" y="126492"/>
                    <a:pt x="527472" y="126492"/>
                    <a:pt x="524309" y="1264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6" name="Google Shape;5726;p22"/>
            <p:cNvSpPr/>
            <p:nvPr/>
          </p:nvSpPr>
          <p:spPr>
            <a:xfrm>
              <a:off x="968823" y="5814442"/>
              <a:ext cx="178353" cy="178353"/>
            </a:xfrm>
            <a:custGeom>
              <a:avLst/>
              <a:gdLst/>
              <a:ahLst/>
              <a:cxnLst/>
              <a:rect l="l" t="t" r="r" b="b"/>
              <a:pathLst>
                <a:path w="178353" h="178353" extrusionOk="0">
                  <a:moveTo>
                    <a:pt x="89177" y="15812"/>
                  </a:moveTo>
                  <a:cubicBezTo>
                    <a:pt x="129654" y="15812"/>
                    <a:pt x="162542" y="48699"/>
                    <a:pt x="162542" y="89177"/>
                  </a:cubicBezTo>
                  <a:cubicBezTo>
                    <a:pt x="162542" y="129654"/>
                    <a:pt x="129654" y="162542"/>
                    <a:pt x="89177" y="162542"/>
                  </a:cubicBezTo>
                  <a:cubicBezTo>
                    <a:pt x="48699" y="162542"/>
                    <a:pt x="15812" y="129654"/>
                    <a:pt x="15812" y="89177"/>
                  </a:cubicBezTo>
                  <a:cubicBezTo>
                    <a:pt x="15812" y="48699"/>
                    <a:pt x="48699" y="15812"/>
                    <a:pt x="89177" y="15812"/>
                  </a:cubicBezTo>
                  <a:moveTo>
                    <a:pt x="89177" y="0"/>
                  </a:moveTo>
                  <a:cubicBezTo>
                    <a:pt x="39845" y="0"/>
                    <a:pt x="0" y="39845"/>
                    <a:pt x="0" y="89177"/>
                  </a:cubicBezTo>
                  <a:cubicBezTo>
                    <a:pt x="0" y="138509"/>
                    <a:pt x="40477" y="178354"/>
                    <a:pt x="89177" y="178354"/>
                  </a:cubicBezTo>
                  <a:cubicBezTo>
                    <a:pt x="138509" y="178354"/>
                    <a:pt x="178354" y="138509"/>
                    <a:pt x="178354" y="89177"/>
                  </a:cubicBezTo>
                  <a:cubicBezTo>
                    <a:pt x="178354" y="39845"/>
                    <a:pt x="138509" y="0"/>
                    <a:pt x="89177" y="0"/>
                  </a:cubicBezTo>
                  <a:lnTo>
                    <a:pt x="89177"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7" name="Google Shape;5727;p22"/>
            <p:cNvSpPr/>
            <p:nvPr/>
          </p:nvSpPr>
          <p:spPr>
            <a:xfrm>
              <a:off x="1050411" y="5854287"/>
              <a:ext cx="39844" cy="59451"/>
            </a:xfrm>
            <a:custGeom>
              <a:avLst/>
              <a:gdLst/>
              <a:ahLst/>
              <a:cxnLst/>
              <a:rect l="l" t="t" r="r" b="b"/>
              <a:pathLst>
                <a:path w="39844" h="59451" extrusionOk="0">
                  <a:moveTo>
                    <a:pt x="32888" y="59451"/>
                  </a:moveTo>
                  <a:lnTo>
                    <a:pt x="0" y="59451"/>
                  </a:lnTo>
                  <a:lnTo>
                    <a:pt x="0" y="7590"/>
                  </a:lnTo>
                  <a:cubicBezTo>
                    <a:pt x="0" y="3162"/>
                    <a:pt x="3795" y="0"/>
                    <a:pt x="7590" y="0"/>
                  </a:cubicBezTo>
                  <a:cubicBezTo>
                    <a:pt x="11384" y="0"/>
                    <a:pt x="15179" y="3795"/>
                    <a:pt x="15179" y="7590"/>
                  </a:cubicBezTo>
                  <a:lnTo>
                    <a:pt x="15179" y="43640"/>
                  </a:lnTo>
                  <a:lnTo>
                    <a:pt x="32255" y="43640"/>
                  </a:lnTo>
                  <a:cubicBezTo>
                    <a:pt x="36683" y="43640"/>
                    <a:pt x="39845" y="47435"/>
                    <a:pt x="39845" y="51229"/>
                  </a:cubicBezTo>
                  <a:cubicBezTo>
                    <a:pt x="39845" y="55024"/>
                    <a:pt x="37315" y="59451"/>
                    <a:pt x="32888" y="5945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28" name="Google Shape;5728;p22"/>
          <p:cNvGrpSpPr/>
          <p:nvPr/>
        </p:nvGrpSpPr>
        <p:grpSpPr>
          <a:xfrm>
            <a:off x="579815" y="4022405"/>
            <a:ext cx="912101" cy="912097"/>
            <a:chOff x="579815" y="4022405"/>
            <a:chExt cx="912101" cy="912097"/>
          </a:xfrm>
        </p:grpSpPr>
        <p:sp>
          <p:nvSpPr>
            <p:cNvPr id="5729" name="Google Shape;5729;p22"/>
            <p:cNvSpPr/>
            <p:nvPr/>
          </p:nvSpPr>
          <p:spPr>
            <a:xfrm>
              <a:off x="579815" y="4022405"/>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30" name="Google Shape;5730;p22"/>
            <p:cNvGrpSpPr/>
            <p:nvPr/>
          </p:nvGrpSpPr>
          <p:grpSpPr>
            <a:xfrm>
              <a:off x="831990" y="4181422"/>
              <a:ext cx="407752" cy="594064"/>
              <a:chOff x="5912431" y="1949843"/>
              <a:chExt cx="411098" cy="598939"/>
            </a:xfrm>
          </p:grpSpPr>
          <p:sp>
            <p:nvSpPr>
              <p:cNvPr id="5731" name="Google Shape;5731;p22"/>
              <p:cNvSpPr/>
              <p:nvPr/>
            </p:nvSpPr>
            <p:spPr>
              <a:xfrm>
                <a:off x="5958601" y="2179426"/>
                <a:ext cx="166336" cy="166336"/>
              </a:xfrm>
              <a:custGeom>
                <a:avLst/>
                <a:gdLst/>
                <a:ahLst/>
                <a:cxnLst/>
                <a:rect l="l" t="t" r="r" b="b"/>
                <a:pathLst>
                  <a:path w="166336" h="166336" extrusionOk="0">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32" name="Google Shape;5732;p22"/>
              <p:cNvGrpSpPr/>
              <p:nvPr/>
            </p:nvGrpSpPr>
            <p:grpSpPr>
              <a:xfrm>
                <a:off x="5912431" y="1949843"/>
                <a:ext cx="411098" cy="598939"/>
                <a:chOff x="5912431" y="1949843"/>
                <a:chExt cx="411098" cy="598939"/>
              </a:xfrm>
            </p:grpSpPr>
            <p:sp>
              <p:nvSpPr>
                <p:cNvPr id="5733" name="Google Shape;5733;p22"/>
                <p:cNvSpPr/>
                <p:nvPr/>
              </p:nvSpPr>
              <p:spPr>
                <a:xfrm>
                  <a:off x="5912431" y="1949843"/>
                  <a:ext cx="411098" cy="598939"/>
                </a:xfrm>
                <a:custGeom>
                  <a:avLst/>
                  <a:gdLst/>
                  <a:ahLst/>
                  <a:cxnLst/>
                  <a:rect l="l" t="t" r="r" b="b"/>
                  <a:pathLst>
                    <a:path w="411098" h="598939" extrusionOk="0">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34" name="Google Shape;5734;p22"/>
                <p:cNvSpPr/>
                <p:nvPr/>
              </p:nvSpPr>
              <p:spPr>
                <a:xfrm>
                  <a:off x="6084460" y="2289474"/>
                  <a:ext cx="67673" cy="106253"/>
                </a:xfrm>
                <a:custGeom>
                  <a:avLst/>
                  <a:gdLst/>
                  <a:ahLst/>
                  <a:cxnLst/>
                  <a:rect l="l" t="t" r="r" b="b"/>
                  <a:pathLst>
                    <a:path w="67673" h="106253" extrusionOk="0">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sp>
        <p:nvSpPr>
          <p:cNvPr id="5735" name="Google Shape;5735;p2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11</a:t>
            </a:fld>
            <a:endParaRPr sz="800">
              <a:solidFill>
                <a:schemeClr val="dk2"/>
              </a:solidFill>
              <a:latin typeface="Arial"/>
              <a:ea typeface="Arial"/>
              <a:cs typeface="Arial"/>
              <a:sym typeface="Arial"/>
            </a:endParaRPr>
          </a:p>
        </p:txBody>
      </p:sp>
      <p:sp>
        <p:nvSpPr>
          <p:cNvPr id="5736" name="Google Shape;5736;p22"/>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5737" name="Google Shape;5737;p22"/>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5738" name="Google Shape;5738;p22"/>
          <p:cNvGrpSpPr/>
          <p:nvPr/>
        </p:nvGrpSpPr>
        <p:grpSpPr>
          <a:xfrm>
            <a:off x="265625" y="6323271"/>
            <a:ext cx="1249222" cy="369649"/>
            <a:chOff x="265625" y="6323271"/>
            <a:chExt cx="1249222" cy="369649"/>
          </a:xfrm>
        </p:grpSpPr>
        <p:grpSp>
          <p:nvGrpSpPr>
            <p:cNvPr id="5739" name="Google Shape;5739;p22"/>
            <p:cNvGrpSpPr/>
            <p:nvPr/>
          </p:nvGrpSpPr>
          <p:grpSpPr>
            <a:xfrm>
              <a:off x="745455" y="6594444"/>
              <a:ext cx="722663" cy="98476"/>
              <a:chOff x="745455" y="6594444"/>
              <a:chExt cx="722663" cy="98476"/>
            </a:xfrm>
          </p:grpSpPr>
          <p:sp>
            <p:nvSpPr>
              <p:cNvPr id="5740" name="Google Shape;5740;p22"/>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1" name="Google Shape;5741;p22"/>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2" name="Google Shape;5742;p22"/>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3" name="Google Shape;5743;p22"/>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4" name="Google Shape;5744;p22"/>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5" name="Google Shape;5745;p22"/>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6" name="Google Shape;5746;p22"/>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7" name="Google Shape;5747;p22"/>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8" name="Google Shape;5748;p22"/>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9" name="Google Shape;5749;p22"/>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50" name="Google Shape;5750;p22"/>
            <p:cNvGrpSpPr/>
            <p:nvPr/>
          </p:nvGrpSpPr>
          <p:grpSpPr>
            <a:xfrm>
              <a:off x="265625" y="6323271"/>
              <a:ext cx="1249222" cy="190348"/>
              <a:chOff x="265625" y="6323271"/>
              <a:chExt cx="1249222" cy="190348"/>
            </a:xfrm>
          </p:grpSpPr>
          <p:sp>
            <p:nvSpPr>
              <p:cNvPr id="5751" name="Google Shape;5751;p22"/>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2" name="Google Shape;5752;p22"/>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3" name="Google Shape;5753;p22"/>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4" name="Google Shape;5754;p22"/>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5" name="Google Shape;5755;p22"/>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6" name="Google Shape;5756;p22"/>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7" name="Google Shape;5757;p22"/>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68"/>
                                        </p:tgtEl>
                                        <p:attrNameLst>
                                          <p:attrName>style.visibility</p:attrName>
                                        </p:attrNameLst>
                                      </p:cBhvr>
                                      <p:to>
                                        <p:strVal val="visible"/>
                                      </p:to>
                                    </p:set>
                                    <p:animEffect transition="in" filter="fade">
                                      <p:cBhvr>
                                        <p:cTn id="7" dur="250"/>
                                        <p:tgtEl>
                                          <p:spTgt spid="5668"/>
                                        </p:tgtEl>
                                      </p:cBhvr>
                                    </p:animEffect>
                                  </p:childTnLst>
                                </p:cTn>
                              </p:par>
                              <p:par>
                                <p:cTn id="8" presetID="10" presetClass="entr" presetSubtype="0" fill="hold" nodeType="withEffect">
                                  <p:stCondLst>
                                    <p:cond delay="250"/>
                                  </p:stCondLst>
                                  <p:childTnLst>
                                    <p:set>
                                      <p:cBhvr>
                                        <p:cTn id="9" dur="1" fill="hold">
                                          <p:stCondLst>
                                            <p:cond delay="0"/>
                                          </p:stCondLst>
                                        </p:cTn>
                                        <p:tgtEl>
                                          <p:spTgt spid="5670"/>
                                        </p:tgtEl>
                                        <p:attrNameLst>
                                          <p:attrName>style.visibility</p:attrName>
                                        </p:attrNameLst>
                                      </p:cBhvr>
                                      <p:to>
                                        <p:strVal val="visible"/>
                                      </p:to>
                                    </p:set>
                                    <p:animEffect transition="in" filter="fade">
                                      <p:cBhvr>
                                        <p:cTn id="10" dur="250"/>
                                        <p:tgtEl>
                                          <p:spTgt spid="5670"/>
                                        </p:tgtEl>
                                      </p:cBhvr>
                                    </p:animEffect>
                                  </p:childTnLst>
                                </p:cTn>
                              </p:par>
                            </p:childTnLst>
                          </p:cTn>
                        </p:par>
                        <p:par>
                          <p:cTn id="11" fill="hold">
                            <p:stCondLst>
                              <p:cond delay="250"/>
                            </p:stCondLst>
                            <p:childTnLst>
                              <p:par>
                                <p:cTn id="12" presetID="10" presetClass="entr" presetSubtype="0" fill="hold" nodeType="afterEffect">
                                  <p:stCondLst>
                                    <p:cond delay="500"/>
                                  </p:stCondLst>
                                  <p:childTnLst>
                                    <p:set>
                                      <p:cBhvr>
                                        <p:cTn id="13" dur="1" fill="hold">
                                          <p:stCondLst>
                                            <p:cond delay="0"/>
                                          </p:stCondLst>
                                        </p:cTn>
                                        <p:tgtEl>
                                          <p:spTgt spid="5669"/>
                                        </p:tgtEl>
                                        <p:attrNameLst>
                                          <p:attrName>style.visibility</p:attrName>
                                        </p:attrNameLst>
                                      </p:cBhvr>
                                      <p:to>
                                        <p:strVal val="visible"/>
                                      </p:to>
                                    </p:set>
                                    <p:animEffect transition="in" filter="fade">
                                      <p:cBhvr>
                                        <p:cTn id="14" dur="250"/>
                                        <p:tgtEl>
                                          <p:spTgt spid="5669"/>
                                        </p:tgtEl>
                                      </p:cBhvr>
                                    </p:animEffect>
                                  </p:childTnLst>
                                </p:cTn>
                              </p:par>
                            </p:childTnLst>
                          </p:cTn>
                        </p:par>
                        <p:par>
                          <p:cTn id="15" fill="hold">
                            <p:stCondLst>
                              <p:cond delay="500"/>
                            </p:stCondLst>
                            <p:childTnLst>
                              <p:par>
                                <p:cTn id="16" presetID="10" presetClass="entr" presetSubtype="0" fill="hold" nodeType="afterEffect">
                                  <p:stCondLst>
                                    <p:cond delay="500"/>
                                  </p:stCondLst>
                                  <p:childTnLst>
                                    <p:set>
                                      <p:cBhvr>
                                        <p:cTn id="17" dur="1" fill="hold">
                                          <p:stCondLst>
                                            <p:cond delay="0"/>
                                          </p:stCondLst>
                                        </p:cTn>
                                        <p:tgtEl>
                                          <p:spTgt spid="5704"/>
                                        </p:tgtEl>
                                        <p:attrNameLst>
                                          <p:attrName>style.visibility</p:attrName>
                                        </p:attrNameLst>
                                      </p:cBhvr>
                                      <p:to>
                                        <p:strVal val="visible"/>
                                      </p:to>
                                    </p:set>
                                    <p:animEffect transition="in" filter="fade">
                                      <p:cBhvr>
                                        <p:cTn id="18" dur="250"/>
                                        <p:tgtEl>
                                          <p:spTgt spid="5704"/>
                                        </p:tgtEl>
                                      </p:cBhvr>
                                    </p:animEffect>
                                  </p:childTnLst>
                                </p:cTn>
                              </p:par>
                            </p:childTnLst>
                          </p:cTn>
                        </p:par>
                        <p:par>
                          <p:cTn id="19" fill="hold">
                            <p:stCondLst>
                              <p:cond delay="750"/>
                            </p:stCondLst>
                            <p:childTnLst>
                              <p:par>
                                <p:cTn id="20" presetID="10" presetClass="entr" presetSubtype="0" fill="hold" nodeType="afterEffect">
                                  <p:stCondLst>
                                    <p:cond delay="250"/>
                                  </p:stCondLst>
                                  <p:childTnLst>
                                    <p:set>
                                      <p:cBhvr>
                                        <p:cTn id="21" dur="1" fill="hold">
                                          <p:stCondLst>
                                            <p:cond delay="0"/>
                                          </p:stCondLst>
                                        </p:cTn>
                                        <p:tgtEl>
                                          <p:spTgt spid="5707"/>
                                        </p:tgtEl>
                                        <p:attrNameLst>
                                          <p:attrName>style.visibility</p:attrName>
                                        </p:attrNameLst>
                                      </p:cBhvr>
                                      <p:to>
                                        <p:strVal val="visible"/>
                                      </p:to>
                                    </p:set>
                                    <p:animEffect transition="in" filter="fade">
                                      <p:cBhvr>
                                        <p:cTn id="22" dur="250"/>
                                        <p:tgtEl>
                                          <p:spTgt spid="5707"/>
                                        </p:tgtEl>
                                      </p:cBhvr>
                                    </p:animEffect>
                                  </p:childTnLst>
                                </p:cTn>
                              </p:par>
                            </p:childTnLst>
                          </p:cTn>
                        </p:par>
                        <p:par>
                          <p:cTn id="23" fill="hold">
                            <p:stCondLst>
                              <p:cond delay="1000"/>
                            </p:stCondLst>
                            <p:childTnLst>
                              <p:par>
                                <p:cTn id="24" presetID="10" presetClass="entr" presetSubtype="0" fill="hold" nodeType="afterEffect">
                                  <p:stCondLst>
                                    <p:cond delay="250"/>
                                  </p:stCondLst>
                                  <p:childTnLst>
                                    <p:set>
                                      <p:cBhvr>
                                        <p:cTn id="25" dur="1" fill="hold">
                                          <p:stCondLst>
                                            <p:cond delay="0"/>
                                          </p:stCondLst>
                                        </p:cTn>
                                        <p:tgtEl>
                                          <p:spTgt spid="5678"/>
                                        </p:tgtEl>
                                        <p:attrNameLst>
                                          <p:attrName>style.visibility</p:attrName>
                                        </p:attrNameLst>
                                      </p:cBhvr>
                                      <p:to>
                                        <p:strVal val="visible"/>
                                      </p:to>
                                    </p:set>
                                    <p:animEffect transition="in" filter="fade">
                                      <p:cBhvr>
                                        <p:cTn id="26" dur="500"/>
                                        <p:tgtEl>
                                          <p:spTgt spid="5678"/>
                                        </p:tgtEl>
                                      </p:cBhvr>
                                    </p:animEffect>
                                  </p:childTnLst>
                                </p:cTn>
                              </p:par>
                              <p:par>
                                <p:cTn id="27" presetID="10" presetClass="entr" presetSubtype="0" fill="hold" nodeType="withEffect">
                                  <p:stCondLst>
                                    <p:cond delay="250"/>
                                  </p:stCondLst>
                                  <p:childTnLst>
                                    <p:set>
                                      <p:cBhvr>
                                        <p:cTn id="28" dur="1" fill="hold">
                                          <p:stCondLst>
                                            <p:cond delay="0"/>
                                          </p:stCondLst>
                                        </p:cTn>
                                        <p:tgtEl>
                                          <p:spTgt spid="5722"/>
                                        </p:tgtEl>
                                        <p:attrNameLst>
                                          <p:attrName>style.visibility</p:attrName>
                                        </p:attrNameLst>
                                      </p:cBhvr>
                                      <p:to>
                                        <p:strVal val="visible"/>
                                      </p:to>
                                    </p:set>
                                    <p:animEffect transition="in" filter="fade">
                                      <p:cBhvr>
                                        <p:cTn id="29" dur="500"/>
                                        <p:tgtEl>
                                          <p:spTgt spid="5722"/>
                                        </p:tgtEl>
                                      </p:cBhvr>
                                    </p:animEffect>
                                  </p:childTnLst>
                                </p:cTn>
                              </p:par>
                              <p:par>
                                <p:cTn id="30" presetID="10" presetClass="entr" presetSubtype="0" fill="hold" nodeType="withEffect">
                                  <p:stCondLst>
                                    <p:cond delay="500"/>
                                  </p:stCondLst>
                                  <p:childTnLst>
                                    <p:set>
                                      <p:cBhvr>
                                        <p:cTn id="31" dur="1" fill="hold">
                                          <p:stCondLst>
                                            <p:cond delay="0"/>
                                          </p:stCondLst>
                                        </p:cTn>
                                        <p:tgtEl>
                                          <p:spTgt spid="5692"/>
                                        </p:tgtEl>
                                        <p:attrNameLst>
                                          <p:attrName>style.visibility</p:attrName>
                                        </p:attrNameLst>
                                      </p:cBhvr>
                                      <p:to>
                                        <p:strVal val="visible"/>
                                      </p:to>
                                    </p:set>
                                    <p:animEffect transition="in" filter="fade">
                                      <p:cBhvr>
                                        <p:cTn id="32" dur="500"/>
                                        <p:tgtEl>
                                          <p:spTgt spid="5692"/>
                                        </p:tgtEl>
                                      </p:cBhvr>
                                    </p:animEffect>
                                  </p:childTnLst>
                                </p:cTn>
                              </p:par>
                              <p:par>
                                <p:cTn id="33" presetID="10" presetClass="entr" presetSubtype="0" fill="hold" nodeType="withEffect">
                                  <p:stCondLst>
                                    <p:cond delay="500"/>
                                  </p:stCondLst>
                                  <p:childTnLst>
                                    <p:set>
                                      <p:cBhvr>
                                        <p:cTn id="34" dur="1" fill="hold">
                                          <p:stCondLst>
                                            <p:cond delay="0"/>
                                          </p:stCondLst>
                                        </p:cTn>
                                        <p:tgtEl>
                                          <p:spTgt spid="5696"/>
                                        </p:tgtEl>
                                        <p:attrNameLst>
                                          <p:attrName>style.visibility</p:attrName>
                                        </p:attrNameLst>
                                      </p:cBhvr>
                                      <p:to>
                                        <p:strVal val="visible"/>
                                      </p:to>
                                    </p:set>
                                    <p:animEffect transition="in" filter="fade">
                                      <p:cBhvr>
                                        <p:cTn id="35" dur="500"/>
                                        <p:tgtEl>
                                          <p:spTgt spid="5696"/>
                                        </p:tgtEl>
                                      </p:cBhvr>
                                    </p:animEffect>
                                  </p:childTnLst>
                                </p:cTn>
                              </p:par>
                              <p:par>
                                <p:cTn id="36" presetID="10" presetClass="entr" presetSubtype="0" fill="hold" nodeType="withEffect">
                                  <p:stCondLst>
                                    <p:cond delay="750"/>
                                  </p:stCondLst>
                                  <p:childTnLst>
                                    <p:set>
                                      <p:cBhvr>
                                        <p:cTn id="37" dur="1" fill="hold">
                                          <p:stCondLst>
                                            <p:cond delay="0"/>
                                          </p:stCondLst>
                                        </p:cTn>
                                        <p:tgtEl>
                                          <p:spTgt spid="5701"/>
                                        </p:tgtEl>
                                        <p:attrNameLst>
                                          <p:attrName>style.visibility</p:attrName>
                                        </p:attrNameLst>
                                      </p:cBhvr>
                                      <p:to>
                                        <p:strVal val="visible"/>
                                      </p:to>
                                    </p:set>
                                    <p:animEffect transition="in" filter="fade">
                                      <p:cBhvr>
                                        <p:cTn id="38" dur="500"/>
                                        <p:tgtEl>
                                          <p:spTgt spid="5701"/>
                                        </p:tgtEl>
                                      </p:cBhvr>
                                    </p:animEffect>
                                  </p:childTnLst>
                                </p:cTn>
                              </p:par>
                              <p:par>
                                <p:cTn id="39" presetID="10" presetClass="entr" presetSubtype="0" fill="hold" nodeType="withEffect">
                                  <p:stCondLst>
                                    <p:cond delay="1000"/>
                                  </p:stCondLst>
                                  <p:childTnLst>
                                    <p:set>
                                      <p:cBhvr>
                                        <p:cTn id="40" dur="1" fill="hold">
                                          <p:stCondLst>
                                            <p:cond delay="0"/>
                                          </p:stCondLst>
                                        </p:cTn>
                                        <p:tgtEl>
                                          <p:spTgt spid="5702"/>
                                        </p:tgtEl>
                                        <p:attrNameLst>
                                          <p:attrName>style.visibility</p:attrName>
                                        </p:attrNameLst>
                                      </p:cBhvr>
                                      <p:to>
                                        <p:strVal val="visible"/>
                                      </p:to>
                                    </p:set>
                                    <p:animEffect transition="in" filter="fade">
                                      <p:cBhvr>
                                        <p:cTn id="41" dur="500"/>
                                        <p:tgtEl>
                                          <p:spTgt spid="5702"/>
                                        </p:tgtEl>
                                      </p:cBhvr>
                                    </p:animEffect>
                                  </p:childTnLst>
                                </p:cTn>
                              </p:par>
                              <p:par>
                                <p:cTn id="42" presetID="10" presetClass="entr" presetSubtype="0" fill="hold" nodeType="withEffect">
                                  <p:stCondLst>
                                    <p:cond delay="1250"/>
                                  </p:stCondLst>
                                  <p:childTnLst>
                                    <p:set>
                                      <p:cBhvr>
                                        <p:cTn id="43" dur="1" fill="hold">
                                          <p:stCondLst>
                                            <p:cond delay="0"/>
                                          </p:stCondLst>
                                        </p:cTn>
                                        <p:tgtEl>
                                          <p:spTgt spid="5697"/>
                                        </p:tgtEl>
                                        <p:attrNameLst>
                                          <p:attrName>style.visibility</p:attrName>
                                        </p:attrNameLst>
                                      </p:cBhvr>
                                      <p:to>
                                        <p:strVal val="visible"/>
                                      </p:to>
                                    </p:set>
                                    <p:animEffect transition="in" filter="fade">
                                      <p:cBhvr>
                                        <p:cTn id="44" dur="500"/>
                                        <p:tgtEl>
                                          <p:spTgt spid="5697"/>
                                        </p:tgtEl>
                                      </p:cBhvr>
                                    </p:animEffect>
                                  </p:childTnLst>
                                </p:cTn>
                              </p:par>
                              <p:par>
                                <p:cTn id="45" presetID="10" presetClass="entr" presetSubtype="0" fill="hold" nodeType="withEffect">
                                  <p:stCondLst>
                                    <p:cond delay="1500"/>
                                  </p:stCondLst>
                                  <p:childTnLst>
                                    <p:set>
                                      <p:cBhvr>
                                        <p:cTn id="46" dur="1" fill="hold">
                                          <p:stCondLst>
                                            <p:cond delay="0"/>
                                          </p:stCondLst>
                                        </p:cTn>
                                        <p:tgtEl>
                                          <p:spTgt spid="5698"/>
                                        </p:tgtEl>
                                        <p:attrNameLst>
                                          <p:attrName>style.visibility</p:attrName>
                                        </p:attrNameLst>
                                      </p:cBhvr>
                                      <p:to>
                                        <p:strVal val="visible"/>
                                      </p:to>
                                    </p:set>
                                    <p:animEffect transition="in" filter="fade">
                                      <p:cBhvr>
                                        <p:cTn id="47" dur="500"/>
                                        <p:tgtEl>
                                          <p:spTgt spid="5698"/>
                                        </p:tgtEl>
                                      </p:cBhvr>
                                    </p:animEffect>
                                  </p:childTnLst>
                                </p:cTn>
                              </p:par>
                              <p:par>
                                <p:cTn id="48" presetID="10" presetClass="entr" presetSubtype="0" fill="hold" nodeType="withEffect">
                                  <p:stCondLst>
                                    <p:cond delay="1000"/>
                                  </p:stCondLst>
                                  <p:childTnLst>
                                    <p:set>
                                      <p:cBhvr>
                                        <p:cTn id="49" dur="1" fill="hold">
                                          <p:stCondLst>
                                            <p:cond delay="0"/>
                                          </p:stCondLst>
                                        </p:cTn>
                                        <p:tgtEl>
                                          <p:spTgt spid="5693"/>
                                        </p:tgtEl>
                                        <p:attrNameLst>
                                          <p:attrName>style.visibility</p:attrName>
                                        </p:attrNameLst>
                                      </p:cBhvr>
                                      <p:to>
                                        <p:strVal val="visible"/>
                                      </p:to>
                                    </p:set>
                                    <p:animEffect transition="in" filter="fade">
                                      <p:cBhvr>
                                        <p:cTn id="50" dur="750"/>
                                        <p:tgtEl>
                                          <p:spTgt spid="5693"/>
                                        </p:tgtEl>
                                      </p:cBhvr>
                                    </p:animEffect>
                                  </p:childTnLst>
                                </p:cTn>
                              </p:par>
                              <p:par>
                                <p:cTn id="51" presetID="10" presetClass="entr" presetSubtype="0" fill="hold" nodeType="withEffect">
                                  <p:stCondLst>
                                    <p:cond delay="750"/>
                                  </p:stCondLst>
                                  <p:childTnLst>
                                    <p:set>
                                      <p:cBhvr>
                                        <p:cTn id="52" dur="1" fill="hold">
                                          <p:stCondLst>
                                            <p:cond delay="0"/>
                                          </p:stCondLst>
                                        </p:cTn>
                                        <p:tgtEl>
                                          <p:spTgt spid="5699"/>
                                        </p:tgtEl>
                                        <p:attrNameLst>
                                          <p:attrName>style.visibility</p:attrName>
                                        </p:attrNameLst>
                                      </p:cBhvr>
                                      <p:to>
                                        <p:strVal val="visible"/>
                                      </p:to>
                                    </p:set>
                                    <p:animEffect transition="in" filter="fade">
                                      <p:cBhvr>
                                        <p:cTn id="53" dur="500"/>
                                        <p:tgtEl>
                                          <p:spTgt spid="5699"/>
                                        </p:tgtEl>
                                      </p:cBhvr>
                                    </p:animEffect>
                                  </p:childTnLst>
                                </p:cTn>
                              </p:par>
                              <p:par>
                                <p:cTn id="54" presetID="10" presetClass="entr" presetSubtype="0" fill="hold" nodeType="withEffect">
                                  <p:stCondLst>
                                    <p:cond delay="750"/>
                                  </p:stCondLst>
                                  <p:childTnLst>
                                    <p:set>
                                      <p:cBhvr>
                                        <p:cTn id="55" dur="1" fill="hold">
                                          <p:stCondLst>
                                            <p:cond delay="0"/>
                                          </p:stCondLst>
                                        </p:cTn>
                                        <p:tgtEl>
                                          <p:spTgt spid="5703"/>
                                        </p:tgtEl>
                                        <p:attrNameLst>
                                          <p:attrName>style.visibility</p:attrName>
                                        </p:attrNameLst>
                                      </p:cBhvr>
                                      <p:to>
                                        <p:strVal val="visible"/>
                                      </p:to>
                                    </p:set>
                                    <p:animEffect transition="in" filter="fade">
                                      <p:cBhvr>
                                        <p:cTn id="56" dur="500"/>
                                        <p:tgtEl>
                                          <p:spTgt spid="5703"/>
                                        </p:tgtEl>
                                      </p:cBhvr>
                                    </p:animEffect>
                                  </p:childTnLst>
                                </p:cTn>
                              </p:par>
                              <p:par>
                                <p:cTn id="57" presetID="10" presetClass="entr" presetSubtype="0" fill="hold" nodeType="withEffect">
                                  <p:stCondLst>
                                    <p:cond delay="750"/>
                                  </p:stCondLst>
                                  <p:childTnLst>
                                    <p:set>
                                      <p:cBhvr>
                                        <p:cTn id="58" dur="1" fill="hold">
                                          <p:stCondLst>
                                            <p:cond delay="0"/>
                                          </p:stCondLst>
                                        </p:cTn>
                                        <p:tgtEl>
                                          <p:spTgt spid="5700"/>
                                        </p:tgtEl>
                                        <p:attrNameLst>
                                          <p:attrName>style.visibility</p:attrName>
                                        </p:attrNameLst>
                                      </p:cBhvr>
                                      <p:to>
                                        <p:strVal val="visible"/>
                                      </p:to>
                                    </p:set>
                                    <p:animEffect transition="in" filter="fade">
                                      <p:cBhvr>
                                        <p:cTn id="59" dur="500"/>
                                        <p:tgtEl>
                                          <p:spTgt spid="5700"/>
                                        </p:tgtEl>
                                      </p:cBhvr>
                                    </p:animEffect>
                                  </p:childTnLst>
                                </p:cTn>
                              </p:par>
                              <p:par>
                                <p:cTn id="60" presetID="10" presetClass="entr" presetSubtype="0" fill="hold" nodeType="withEffect">
                                  <p:stCondLst>
                                    <p:cond delay="100"/>
                                  </p:stCondLst>
                                  <p:childTnLst>
                                    <p:set>
                                      <p:cBhvr>
                                        <p:cTn id="61" dur="1" fill="hold">
                                          <p:stCondLst>
                                            <p:cond delay="0"/>
                                          </p:stCondLst>
                                        </p:cTn>
                                        <p:tgtEl>
                                          <p:spTgt spid="5711"/>
                                        </p:tgtEl>
                                        <p:attrNameLst>
                                          <p:attrName>style.visibility</p:attrName>
                                        </p:attrNameLst>
                                      </p:cBhvr>
                                      <p:to>
                                        <p:strVal val="visible"/>
                                      </p:to>
                                    </p:set>
                                    <p:animEffect transition="in" filter="fade">
                                      <p:cBhvr>
                                        <p:cTn id="62" dur="750"/>
                                        <p:tgtEl>
                                          <p:spTgt spid="5711"/>
                                        </p:tgtEl>
                                      </p:cBhvr>
                                    </p:animEffect>
                                  </p:childTnLst>
                                </p:cTn>
                              </p:par>
                              <p:par>
                                <p:cTn id="63" presetID="10" presetClass="entr" presetSubtype="0" fill="hold" nodeType="withEffect">
                                  <p:stCondLst>
                                    <p:cond delay="200"/>
                                  </p:stCondLst>
                                  <p:childTnLst>
                                    <p:set>
                                      <p:cBhvr>
                                        <p:cTn id="64" dur="1" fill="hold">
                                          <p:stCondLst>
                                            <p:cond delay="0"/>
                                          </p:stCondLst>
                                        </p:cTn>
                                        <p:tgtEl>
                                          <p:spTgt spid="5716"/>
                                        </p:tgtEl>
                                        <p:attrNameLst>
                                          <p:attrName>style.visibility</p:attrName>
                                        </p:attrNameLst>
                                      </p:cBhvr>
                                      <p:to>
                                        <p:strVal val="visible"/>
                                      </p:to>
                                    </p:set>
                                    <p:animEffect transition="in" filter="fade">
                                      <p:cBhvr>
                                        <p:cTn id="65" dur="750"/>
                                        <p:tgtEl>
                                          <p:spTgt spid="5716"/>
                                        </p:tgtEl>
                                      </p:cBhvr>
                                    </p:animEffect>
                                  </p:childTnLst>
                                </p:cTn>
                              </p:par>
                              <p:par>
                                <p:cTn id="66" presetID="10" presetClass="entr" presetSubtype="0" fill="hold" nodeType="withEffect">
                                  <p:stCondLst>
                                    <p:cond delay="300"/>
                                  </p:stCondLst>
                                  <p:childTnLst>
                                    <p:set>
                                      <p:cBhvr>
                                        <p:cTn id="67" dur="1" fill="hold">
                                          <p:stCondLst>
                                            <p:cond delay="0"/>
                                          </p:stCondLst>
                                        </p:cTn>
                                        <p:tgtEl>
                                          <p:spTgt spid="5728"/>
                                        </p:tgtEl>
                                        <p:attrNameLst>
                                          <p:attrName>style.visibility</p:attrName>
                                        </p:attrNameLst>
                                      </p:cBhvr>
                                      <p:to>
                                        <p:strVal val="visible"/>
                                      </p:to>
                                    </p:set>
                                    <p:animEffect transition="in" filter="fade">
                                      <p:cBhvr>
                                        <p:cTn id="68" dur="750"/>
                                        <p:tgtEl>
                                          <p:spTgt spid="5728"/>
                                        </p:tgtEl>
                                      </p:cBhvr>
                                    </p:animEffect>
                                  </p:childTnLst>
                                </p:cTn>
                              </p:par>
                              <p:par>
                                <p:cTn id="69" presetID="10" presetClass="entr" presetSubtype="0" fill="hold" nodeType="withEffect">
                                  <p:stCondLst>
                                    <p:cond delay="100"/>
                                  </p:stCondLst>
                                  <p:childTnLst>
                                    <p:set>
                                      <p:cBhvr>
                                        <p:cTn id="70" dur="1" fill="hold">
                                          <p:stCondLst>
                                            <p:cond delay="0"/>
                                          </p:stCondLst>
                                        </p:cTn>
                                        <p:tgtEl>
                                          <p:spTgt spid="5675"/>
                                        </p:tgtEl>
                                        <p:attrNameLst>
                                          <p:attrName>style.visibility</p:attrName>
                                        </p:attrNameLst>
                                      </p:cBhvr>
                                      <p:to>
                                        <p:strVal val="visible"/>
                                      </p:to>
                                    </p:set>
                                    <p:animEffect transition="in" filter="fade">
                                      <p:cBhvr>
                                        <p:cTn id="71" dur="250"/>
                                        <p:tgtEl>
                                          <p:spTgt spid="5675"/>
                                        </p:tgtEl>
                                      </p:cBhvr>
                                    </p:animEffect>
                                  </p:childTnLst>
                                </p:cTn>
                              </p:par>
                            </p:childTnLst>
                          </p:cTn>
                        </p:par>
                        <p:par>
                          <p:cTn id="72" fill="hold">
                            <p:stCondLst>
                              <p:cond delay="1750"/>
                            </p:stCondLst>
                            <p:childTnLst>
                              <p:par>
                                <p:cTn id="73" presetID="10" presetClass="entr" presetSubtype="0" fill="hold" nodeType="afterEffect">
                                  <p:stCondLst>
                                    <p:cond delay="200"/>
                                  </p:stCondLst>
                                  <p:childTnLst>
                                    <p:set>
                                      <p:cBhvr>
                                        <p:cTn id="74" dur="1" fill="hold">
                                          <p:stCondLst>
                                            <p:cond delay="0"/>
                                          </p:stCondLst>
                                        </p:cTn>
                                        <p:tgtEl>
                                          <p:spTgt spid="5676"/>
                                        </p:tgtEl>
                                        <p:attrNameLst>
                                          <p:attrName>style.visibility</p:attrName>
                                        </p:attrNameLst>
                                      </p:cBhvr>
                                      <p:to>
                                        <p:strVal val="visible"/>
                                      </p:to>
                                    </p:set>
                                    <p:animEffect transition="in" filter="fade">
                                      <p:cBhvr>
                                        <p:cTn id="75" dur="250"/>
                                        <p:tgtEl>
                                          <p:spTgt spid="5676"/>
                                        </p:tgtEl>
                                      </p:cBhvr>
                                    </p:animEffect>
                                  </p:childTnLst>
                                </p:cTn>
                              </p:par>
                            </p:childTnLst>
                          </p:cTn>
                        </p:par>
                        <p:par>
                          <p:cTn id="76" fill="hold">
                            <p:stCondLst>
                              <p:cond delay="2000"/>
                            </p:stCondLst>
                            <p:childTnLst>
                              <p:par>
                                <p:cTn id="77" presetID="10" presetClass="entr" presetSubtype="0" fill="hold" nodeType="afterEffect">
                                  <p:stCondLst>
                                    <p:cond delay="300"/>
                                  </p:stCondLst>
                                  <p:childTnLst>
                                    <p:set>
                                      <p:cBhvr>
                                        <p:cTn id="78" dur="1" fill="hold">
                                          <p:stCondLst>
                                            <p:cond delay="0"/>
                                          </p:stCondLst>
                                        </p:cTn>
                                        <p:tgtEl>
                                          <p:spTgt spid="5677"/>
                                        </p:tgtEl>
                                        <p:attrNameLst>
                                          <p:attrName>style.visibility</p:attrName>
                                        </p:attrNameLst>
                                      </p:cBhvr>
                                      <p:to>
                                        <p:strVal val="visible"/>
                                      </p:to>
                                    </p:set>
                                    <p:animEffect transition="in" filter="fade">
                                      <p:cBhvr>
                                        <p:cTn id="79" dur="250"/>
                                        <p:tgtEl>
                                          <p:spTgt spid="5677"/>
                                        </p:tgtEl>
                                      </p:cBhvr>
                                    </p:animEffect>
                                  </p:childTnLst>
                                </p:cTn>
                              </p:par>
                            </p:childTnLst>
                          </p:cTn>
                        </p:par>
                        <p:par>
                          <p:cTn id="80" fill="hold">
                            <p:stCondLst>
                              <p:cond delay="2250"/>
                            </p:stCondLst>
                            <p:childTnLst>
                              <p:par>
                                <p:cTn id="81" presetID="10" presetClass="entr" presetSubtype="0" fill="hold" nodeType="afterEffect">
                                  <p:stCondLst>
                                    <p:cond delay="500"/>
                                  </p:stCondLst>
                                  <p:childTnLst>
                                    <p:set>
                                      <p:cBhvr>
                                        <p:cTn id="82" dur="1" fill="hold">
                                          <p:stCondLst>
                                            <p:cond delay="0"/>
                                          </p:stCondLst>
                                        </p:cTn>
                                        <p:tgtEl>
                                          <p:spTgt spid="5710"/>
                                        </p:tgtEl>
                                        <p:attrNameLst>
                                          <p:attrName>style.visibility</p:attrName>
                                        </p:attrNameLst>
                                      </p:cBhvr>
                                      <p:to>
                                        <p:strVal val="visible"/>
                                      </p:to>
                                    </p:set>
                                    <p:animEffect transition="in" filter="fade">
                                      <p:cBhvr>
                                        <p:cTn id="83" dur="500"/>
                                        <p:tgtEl>
                                          <p:spTgt spid="5710"/>
                                        </p:tgtEl>
                                      </p:cBhvr>
                                    </p:animEffect>
                                  </p:childTnLst>
                                </p:cTn>
                              </p:par>
                              <p:par>
                                <p:cTn id="84" presetID="10" presetClass="entr" presetSubtype="0" fill="hold" nodeType="withEffect">
                                  <p:stCondLst>
                                    <p:cond delay="300"/>
                                  </p:stCondLst>
                                  <p:childTnLst>
                                    <p:set>
                                      <p:cBhvr>
                                        <p:cTn id="85" dur="1" fill="hold">
                                          <p:stCondLst>
                                            <p:cond delay="0"/>
                                          </p:stCondLst>
                                        </p:cTn>
                                        <p:tgtEl>
                                          <p:spTgt spid="5667"/>
                                        </p:tgtEl>
                                        <p:attrNameLst>
                                          <p:attrName>style.visibility</p:attrName>
                                        </p:attrNameLst>
                                      </p:cBhvr>
                                      <p:to>
                                        <p:strVal val="visible"/>
                                      </p:to>
                                    </p:set>
                                    <p:animEffect transition="in" filter="fade">
                                      <p:cBhvr>
                                        <p:cTn id="86" dur="500"/>
                                        <p:tgtEl>
                                          <p:spTgt spid="5667"/>
                                        </p:tgtEl>
                                      </p:cBhvr>
                                    </p:animEffect>
                                  </p:childTnLst>
                                </p:cTn>
                              </p:par>
                              <p:par>
                                <p:cTn id="87" presetID="10" presetClass="entr" presetSubtype="0" fill="hold" nodeType="withEffect">
                                  <p:stCondLst>
                                    <p:cond delay="750"/>
                                  </p:stCondLst>
                                  <p:childTnLst>
                                    <p:set>
                                      <p:cBhvr>
                                        <p:cTn id="88" dur="1" fill="hold">
                                          <p:stCondLst>
                                            <p:cond delay="0"/>
                                          </p:stCondLst>
                                        </p:cTn>
                                        <p:tgtEl>
                                          <p:spTgt spid="5666"/>
                                        </p:tgtEl>
                                        <p:attrNameLst>
                                          <p:attrName>style.visibility</p:attrName>
                                        </p:attrNameLst>
                                      </p:cBhvr>
                                      <p:to>
                                        <p:strVal val="visible"/>
                                      </p:to>
                                    </p:set>
                                    <p:animEffect transition="in" filter="fade">
                                      <p:cBhvr>
                                        <p:cTn id="89" dur="600"/>
                                        <p:tgtEl>
                                          <p:spTgt spid="5666"/>
                                        </p:tgtEl>
                                      </p:cBhvr>
                                    </p:animEffect>
                                  </p:childTnLst>
                                </p:cTn>
                              </p:par>
                              <p:par>
                                <p:cTn id="90" presetID="10" presetClass="exit" presetSubtype="0" fill="hold" nodeType="withEffect">
                                  <p:stCondLst>
                                    <p:cond delay="1250"/>
                                  </p:stCondLst>
                                  <p:childTnLst>
                                    <p:animEffect transition="out" filter="fade">
                                      <p:cBhvr>
                                        <p:cTn id="91" dur="500"/>
                                        <p:tgtEl>
                                          <p:spTgt spid="5666"/>
                                        </p:tgtEl>
                                      </p:cBhvr>
                                    </p:animEffect>
                                    <p:set>
                                      <p:cBhvr>
                                        <p:cTn id="92" dur="1" fill="hold">
                                          <p:stCondLst>
                                            <p:cond delay="500"/>
                                          </p:stCondLst>
                                        </p:cTn>
                                        <p:tgtEl>
                                          <p:spTgt spid="56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6" name="Subtitle 5">
            <a:extLst>
              <a:ext uri="{FF2B5EF4-FFF2-40B4-BE49-F238E27FC236}">
                <a16:creationId xmlns:a16="http://schemas.microsoft.com/office/drawing/2014/main" id="{3127C3A1-6C8A-4698-9845-B559DB0BB1BD}"/>
              </a:ext>
            </a:extLst>
          </p:cNvPr>
          <p:cNvSpPr>
            <a:spLocks noGrp="1"/>
          </p:cNvSpPr>
          <p:nvPr>
            <p:ph type="subTitle" idx="10"/>
          </p:nvPr>
        </p:nvSpPr>
        <p:spPr/>
        <p:txBody>
          <a:bodyPr/>
          <a:lstStyle/>
          <a:p>
            <a:r>
              <a:rPr lang="en-US" dirty="0"/>
              <a:t>Logical Diagram</a:t>
            </a:r>
          </a:p>
        </p:txBody>
      </p:sp>
      <p:sp>
        <p:nvSpPr>
          <p:cNvPr id="8" name="Rectangle 7">
            <a:extLst>
              <a:ext uri="{FF2B5EF4-FFF2-40B4-BE49-F238E27FC236}">
                <a16:creationId xmlns:a16="http://schemas.microsoft.com/office/drawing/2014/main" id="{A571F356-FF9A-4103-8018-00082547BAF8}"/>
              </a:ext>
            </a:extLst>
          </p:cNvPr>
          <p:cNvSpPr/>
          <p:nvPr/>
        </p:nvSpPr>
        <p:spPr>
          <a:xfrm>
            <a:off x="804462" y="1756084"/>
            <a:ext cx="3364116" cy="1199504"/>
          </a:xfrm>
          <a:prstGeom prst="rect">
            <a:avLst/>
          </a:prstGeom>
          <a:solidFill>
            <a:srgbClr val="FFFF00"/>
          </a:solidFill>
        </p:spPr>
        <p:txBody>
          <a:bodyPr wrap="square">
            <a:spAutoFit/>
          </a:bodyPr>
          <a:lstStyle/>
          <a:p>
            <a:r>
              <a:rPr lang="en-US" sz="1798" dirty="0"/>
              <a:t>PSO Consultant: Insert appropriate logical diagrams based on the current solution.</a:t>
            </a:r>
          </a:p>
        </p:txBody>
      </p:sp>
    </p:spTree>
    <p:extLst>
      <p:ext uri="{BB962C8B-B14F-4D97-AF65-F5344CB8AC3E}">
        <p14:creationId xmlns:p14="http://schemas.microsoft.com/office/powerpoint/2010/main" val="2308434602"/>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Technology Scope</a:t>
            </a:r>
          </a:p>
        </p:txBody>
      </p:sp>
      <p:sp>
        <p:nvSpPr>
          <p:cNvPr id="3" name="Subtitle 2">
            <a:extLst>
              <a:ext uri="{FF2B5EF4-FFF2-40B4-BE49-F238E27FC236}">
                <a16:creationId xmlns:a16="http://schemas.microsoft.com/office/drawing/2014/main" id="{E3865FF6-D432-C4F5-1E4D-9837571EF3A1}"/>
              </a:ext>
            </a:extLst>
          </p:cNvPr>
          <p:cNvSpPr>
            <a:spLocks noGrp="1"/>
          </p:cNvSpPr>
          <p:nvPr>
            <p:ph type="subTitle" idx="10"/>
          </p:nvPr>
        </p:nvSpPr>
        <p:spPr/>
        <p:txBody>
          <a:bodyPr/>
          <a:lstStyle/>
          <a:p>
            <a:r>
              <a:rPr lang="en-US" dirty="0"/>
              <a:t>This specific engagement by VMware Professional Services included the following components of the VMware Solution. This Solution Design content will only refer to these components.</a:t>
            </a:r>
          </a:p>
          <a:p>
            <a:endParaRPr lang="en-US" dirty="0"/>
          </a:p>
        </p:txBody>
      </p:sp>
      <p:sp>
        <p:nvSpPr>
          <p:cNvPr id="4" name="Slide Number Placeholder 3"/>
          <p:cNvSpPr>
            <a:spLocks noGrp="1"/>
          </p:cNvSpPr>
          <p:nvPr>
            <p:ph type="sldNum" sz="quarter" idx="4294967295"/>
          </p:nvPr>
        </p:nvSpPr>
        <p:spPr>
          <a:xfrm>
            <a:off x="9447213" y="7351713"/>
            <a:ext cx="2741612" cy="365125"/>
          </a:xfrm>
        </p:spPr>
        <p:txBody>
          <a:bodyPr/>
          <a:lstStyle/>
          <a:p>
            <a:fld id="{6EA6D8CF-3CDE-4807-BCD2-C9F2B831AAA5}" type="slidenum">
              <a:rPr lang="en-US" smtClean="0"/>
              <a:t>13</a:t>
            </a:fld>
            <a:endParaRPr lang="en-US" dirty="0"/>
          </a:p>
        </p:txBody>
      </p:sp>
      <p:graphicFrame>
        <p:nvGraphicFramePr>
          <p:cNvPr id="6" name="pstools_autogen_products_versions_table"/>
          <p:cNvGraphicFramePr>
            <a:graphicFrameLocks noGrp="1"/>
          </p:cNvGraphicFramePr>
          <p:nvPr>
            <p:extLst>
              <p:ext uri="{D42A27DB-BD31-4B8C-83A1-F6EECF244321}">
                <p14:modId xmlns:p14="http://schemas.microsoft.com/office/powerpoint/2010/main" val="1789307383"/>
              </p:ext>
            </p:extLst>
          </p:nvPr>
        </p:nvGraphicFramePr>
        <p:xfrm>
          <a:off x="417990" y="2438400"/>
          <a:ext cx="10996244" cy="706120"/>
        </p:xfrm>
        <a:graphic>
          <a:graphicData uri="http://schemas.openxmlformats.org/drawingml/2006/table">
            <a:tbl>
              <a:tblPr firstRow="1" bandRow="1">
                <a:tableStyleId>{EB9631B5-78F2-41C9-869B-9F39066F8104}</a:tableStyleId>
              </a:tblPr>
              <a:tblGrid>
                <a:gridCol w="7780648">
                  <a:extLst>
                    <a:ext uri="{9D8B030D-6E8A-4147-A177-3AD203B41FA5}">
                      <a16:colId xmlns:a16="http://schemas.microsoft.com/office/drawing/2014/main" val="20000"/>
                    </a:ext>
                  </a:extLst>
                </a:gridCol>
                <a:gridCol w="3215596">
                  <a:extLst>
                    <a:ext uri="{9D8B030D-6E8A-4147-A177-3AD203B41FA5}">
                      <a16:colId xmlns:a16="http://schemas.microsoft.com/office/drawing/2014/main" val="20002"/>
                    </a:ext>
                  </a:extLst>
                </a:gridCol>
              </a:tblGrid>
              <a:tr h="370840">
                <a:tc>
                  <a:txBody>
                    <a:bodyPr/>
                    <a:lstStyle/>
                    <a:p>
                      <a:r>
                        <a:rPr lang="en-US" dirty="0">
                          <a:solidFill>
                            <a:schemeClr val="bg1"/>
                          </a:solidFill>
                        </a:rPr>
                        <a:t>Technology/Product</a:t>
                      </a:r>
                      <a:r>
                        <a:rPr lang="en-US" baseline="0" dirty="0">
                          <a:solidFill>
                            <a:schemeClr val="bg1"/>
                          </a:solidFill>
                        </a:rPr>
                        <a:t> Components</a:t>
                      </a:r>
                      <a:endParaRPr lang="en-US" dirty="0">
                        <a:solidFill>
                          <a:schemeClr val="bg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solidFill>
                            <a:schemeClr val="bg1"/>
                          </a:solidFill>
                        </a:rPr>
                        <a:t>Version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0">
                <a:tc>
                  <a:txBody>
                    <a:bodyPr/>
                    <a:lstStyle/>
                    <a:p>
                      <a:pPr algn="l"/>
                      <a:r>
                        <a:rPr lang="en-AU" sz="1600" b="0" dirty="0"/>
                        <a:t>VMware Cloud Foundation Operations</a:t>
                      </a:r>
                      <a:endParaRPr lang="en-AU" dirty="0"/>
                    </a:p>
                  </a:txBody>
                  <a:tcPr/>
                </a:tc>
                <a:tc>
                  <a:txBody>
                    <a:bodyPr/>
                    <a:lstStyle/>
                    <a:p>
                      <a:pPr algn="l"/>
                      <a:r>
                        <a:rPr lang="en-AU" sz="1600" b="0" dirty="0"/>
                        <a:t>9.0</a:t>
                      </a:r>
                      <a:endParaRPr lang="en-AU" dirty="0"/>
                    </a:p>
                  </a:txBody>
                  <a:tcPr/>
                </a:tc>
                <a:extLst>
                  <a:ext uri="{0D108BD9-81ED-4DB2-BD59-A6C34878D82A}">
                    <a16:rowId xmlns:a16="http://schemas.microsoft.com/office/drawing/2014/main" val="10001"/>
                  </a:ext>
                </a:extLst>
              </a:tr>
            </a:tbl>
          </a:graphicData>
        </a:graphic>
      </p:graphicFrame>
      <p:sp>
        <p:nvSpPr>
          <p:cNvPr id="7" name="TextBox 6"/>
          <p:cNvSpPr txBox="1"/>
          <p:nvPr/>
        </p:nvSpPr>
        <p:spPr>
          <a:xfrm>
            <a:off x="579809" y="1077652"/>
            <a:ext cx="10999575" cy="1360748"/>
          </a:xfrm>
          <a:prstGeom prst="rect">
            <a:avLst/>
          </a:prstGeom>
          <a:noFill/>
        </p:spPr>
        <p:txBody>
          <a:bodyPr wrap="square" lIns="0" tIns="0" rIns="0" bIns="0" rtlCol="0">
            <a:noAutofit/>
          </a:bodyPr>
          <a:lstStyle/>
          <a:p>
            <a:pPr>
              <a:lnSpc>
                <a:spcPct val="90000"/>
              </a:lnSpc>
            </a:pPr>
            <a:endParaRPr lang="en-US" dirty="0"/>
          </a:p>
        </p:txBody>
      </p:sp>
    </p:spTree>
    <p:extLst>
      <p:ext uri="{BB962C8B-B14F-4D97-AF65-F5344CB8AC3E}">
        <p14:creationId xmlns:p14="http://schemas.microsoft.com/office/powerpoint/2010/main" val="1338357899"/>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People and Process Scope</a:t>
            </a:r>
            <a:endParaRPr lang="en-US" dirty="0"/>
          </a:p>
        </p:txBody>
      </p:sp>
      <p:sp>
        <p:nvSpPr>
          <p:cNvPr id="3" name="Subtitle 2">
            <a:extLst>
              <a:ext uri="{FF2B5EF4-FFF2-40B4-BE49-F238E27FC236}">
                <a16:creationId xmlns:a16="http://schemas.microsoft.com/office/drawing/2014/main" id="{5F545EA2-7FA7-EF4E-60DD-711E5BF082E7}"/>
              </a:ext>
            </a:extLst>
          </p:cNvPr>
          <p:cNvSpPr>
            <a:spLocks noGrp="1"/>
          </p:cNvSpPr>
          <p:nvPr>
            <p:ph type="subTitle" idx="10"/>
          </p:nvPr>
        </p:nvSpPr>
        <p:spPr/>
        <p:txBody>
          <a:bodyPr/>
          <a:lstStyle/>
          <a:p>
            <a:r>
              <a:rPr lang="en-US" dirty="0"/>
              <a:t>This specific engagement by VMware Professional Services included the following components of the VMware Solution. This Solution Design content will only refer to these components.</a:t>
            </a:r>
          </a:p>
          <a:p>
            <a:endParaRPr lang="en-US" dirty="0"/>
          </a:p>
        </p:txBody>
      </p:sp>
      <p:sp>
        <p:nvSpPr>
          <p:cNvPr id="4" name="Slide Number Placeholder 3"/>
          <p:cNvSpPr>
            <a:spLocks noGrp="1"/>
          </p:cNvSpPr>
          <p:nvPr>
            <p:ph type="sldNum" sz="quarter" idx="4294967295"/>
          </p:nvPr>
        </p:nvSpPr>
        <p:spPr>
          <a:xfrm>
            <a:off x="9447213" y="7351713"/>
            <a:ext cx="2741612" cy="365125"/>
          </a:xfrm>
        </p:spPr>
        <p:txBody>
          <a:bodyPr/>
          <a:lstStyle/>
          <a:p>
            <a:fld id="{6EA6D8CF-3CDE-4807-BCD2-C9F2B831AAA5}" type="slidenum">
              <a:rPr lang="en-US" smtClean="0"/>
              <a:t>14</a:t>
            </a:fld>
            <a:endParaRPr lang="en-US" dirty="0"/>
          </a:p>
        </p:txBody>
      </p:sp>
      <p:graphicFrame>
        <p:nvGraphicFramePr>
          <p:cNvPr id="6" name="Table 5"/>
          <p:cNvGraphicFramePr>
            <a:graphicFrameLocks noGrp="1"/>
          </p:cNvGraphicFramePr>
          <p:nvPr/>
        </p:nvGraphicFramePr>
        <p:xfrm>
          <a:off x="417989" y="2438400"/>
          <a:ext cx="11161395" cy="2966720"/>
        </p:xfrm>
        <a:graphic>
          <a:graphicData uri="http://schemas.openxmlformats.org/drawingml/2006/table">
            <a:tbl>
              <a:tblPr firstRow="1" bandRow="1">
                <a:tableStyleId>{EB9631B5-78F2-41C9-869B-9F39066F8104}</a:tableStyleId>
              </a:tblPr>
              <a:tblGrid>
                <a:gridCol w="11161395">
                  <a:extLst>
                    <a:ext uri="{9D8B030D-6E8A-4147-A177-3AD203B41FA5}">
                      <a16:colId xmlns:a16="http://schemas.microsoft.com/office/drawing/2014/main" val="20001"/>
                    </a:ext>
                  </a:extLst>
                </a:gridCol>
              </a:tblGrid>
              <a:tr h="370840">
                <a:tc>
                  <a:txBody>
                    <a:bodyPr/>
                    <a:lstStyle/>
                    <a:p>
                      <a:r>
                        <a:rPr lang="en-US" dirty="0"/>
                        <a:t>People and Process 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endParaRPr lang="en-US" dirty="0"/>
          </a:p>
        </p:txBody>
      </p:sp>
      <p:sp>
        <p:nvSpPr>
          <p:cNvPr id="8" name="Rectangle 7"/>
          <p:cNvSpPr/>
          <p:nvPr/>
        </p:nvSpPr>
        <p:spPr>
          <a:xfrm>
            <a:off x="3256689" y="3150704"/>
            <a:ext cx="4287109" cy="2057400"/>
          </a:xfrm>
          <a:prstGeom prst="rect">
            <a:avLst/>
          </a:prstGeom>
          <a:solidFill>
            <a:srgbClr val="FFFF00"/>
          </a:solidFill>
        </p:spPr>
        <p:txBody>
          <a:bodyPr wrap="square">
            <a:spAutoFit/>
          </a:bodyPr>
          <a:lstStyle/>
          <a:p>
            <a:pPr algn="l"/>
            <a:r>
              <a:rPr lang="en-US" sz="1799" dirty="0"/>
              <a:t>Consultant: </a:t>
            </a:r>
            <a:endParaRPr lang="en-US" sz="1799" dirty="0">
              <a:solidFill>
                <a:schemeClr val="bg2">
                  <a:lumMod val="50000"/>
                </a:schemeClr>
              </a:solidFill>
            </a:endParaRPr>
          </a:p>
          <a:p>
            <a:r>
              <a:rPr lang="en-US" sz="1799" dirty="0">
                <a:solidFill>
                  <a:schemeClr val="bg2">
                    <a:lumMod val="50000"/>
                  </a:schemeClr>
                </a:solidFill>
              </a:rPr>
              <a:t>Before giving this presentation to any customer use the information in Solution Builder to define the products and the process types that are included in scope of this engagement.</a:t>
            </a:r>
          </a:p>
        </p:txBody>
      </p:sp>
    </p:spTree>
    <p:extLst>
      <p:ext uri="{BB962C8B-B14F-4D97-AF65-F5344CB8AC3E}">
        <p14:creationId xmlns:p14="http://schemas.microsoft.com/office/powerpoint/2010/main" val="3303179017"/>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B880CA-5B0B-442C-BCEF-4A5AE9AE62E8}"/>
              </a:ext>
            </a:extLst>
          </p:cNvPr>
          <p:cNvSpPr>
            <a:spLocks noGrp="1"/>
          </p:cNvSpPr>
          <p:nvPr>
            <p:ph type="title"/>
          </p:nvPr>
        </p:nvSpPr>
        <p:spPr/>
        <p:txBody>
          <a:bodyPr/>
          <a:lstStyle/>
          <a:p>
            <a:r>
              <a:rPr lang="en-US" dirty="0"/>
              <a:t>Operations for the VMware Solution</a:t>
            </a:r>
          </a:p>
        </p:txBody>
      </p:sp>
      <p:sp>
        <p:nvSpPr>
          <p:cNvPr id="2" name="Subtitle 1">
            <a:extLst>
              <a:ext uri="{FF2B5EF4-FFF2-40B4-BE49-F238E27FC236}">
                <a16:creationId xmlns:a16="http://schemas.microsoft.com/office/drawing/2014/main" id="{B7B72D97-86EC-957F-1AEF-7372F2DE4872}"/>
              </a:ext>
            </a:extLst>
          </p:cNvPr>
          <p:cNvSpPr>
            <a:spLocks noGrp="1"/>
          </p:cNvSpPr>
          <p:nvPr>
            <p:ph type="subTitle" idx="10"/>
          </p:nvPr>
        </p:nvSpPr>
        <p:spPr/>
        <p:txBody>
          <a:bodyPr/>
          <a:lstStyle/>
          <a:p>
            <a:endParaRPr lang="en-US"/>
          </a:p>
        </p:txBody>
      </p:sp>
      <p:sp>
        <p:nvSpPr>
          <p:cNvPr id="6" name="Rectangle 5">
            <a:extLst>
              <a:ext uri="{FF2B5EF4-FFF2-40B4-BE49-F238E27FC236}">
                <a16:creationId xmlns:a16="http://schemas.microsoft.com/office/drawing/2014/main" id="{50A832BD-08AF-406F-81AC-E4D920AC92E5}"/>
              </a:ext>
            </a:extLst>
          </p:cNvPr>
          <p:cNvSpPr/>
          <p:nvPr/>
        </p:nvSpPr>
        <p:spPr>
          <a:xfrm>
            <a:off x="2107202" y="3602664"/>
            <a:ext cx="4325495" cy="1715726"/>
          </a:xfrm>
          <a:prstGeom prst="rect">
            <a:avLst/>
          </a:prstGeom>
          <a:solidFill>
            <a:srgbClr val="FFFF00"/>
          </a:solid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717074"/>
                </a:solidFill>
                <a:effectLst/>
                <a:uLnTx/>
                <a:uFillTx/>
                <a:latin typeface="Arial"/>
                <a:ea typeface="+mn-ea"/>
                <a:cs typeface="+mn-cs"/>
              </a:rPr>
              <a:t>Consultant: </a:t>
            </a:r>
            <a:endParaRPr kumimoji="0" lang="en-US" sz="1799" b="0" i="0" u="none" strike="noStrike" kern="1200" cap="none" spc="0" normalizeH="0" baseline="0" noProof="0" dirty="0">
              <a:ln>
                <a:noFill/>
              </a:ln>
              <a:solidFill>
                <a:srgbClr val="C6C6C8">
                  <a:lumMod val="50000"/>
                </a:srgbClr>
              </a:solidFill>
              <a:effectLst/>
              <a:uLnTx/>
              <a:uFillTx/>
              <a:latin typeface="Arial"/>
              <a:ea typeface="+mn-ea"/>
              <a:cs typeface="+mn-cs"/>
            </a:endParaRPr>
          </a:p>
          <a:p>
            <a:r>
              <a:rPr lang="en-US" sz="1750" dirty="0">
                <a:solidFill>
                  <a:schemeClr val="bg2">
                    <a:lumMod val="50000"/>
                  </a:schemeClr>
                </a:solidFill>
              </a:rPr>
              <a:t>Before giving this presentation to any customer, use the Delivery Reference Guide to obtain the correct content for this engagement relevant processes based upon what is in the engagement file.</a:t>
            </a:r>
          </a:p>
        </p:txBody>
      </p:sp>
    </p:spTree>
    <p:extLst>
      <p:ext uri="{BB962C8B-B14F-4D97-AF65-F5344CB8AC3E}">
        <p14:creationId xmlns:p14="http://schemas.microsoft.com/office/powerpoint/2010/main" val="381771871"/>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4D70-08F5-9847-92C4-ED146976B07E}"/>
              </a:ext>
            </a:extLst>
          </p:cNvPr>
          <p:cNvSpPr>
            <a:spLocks noGrp="1"/>
          </p:cNvSpPr>
          <p:nvPr>
            <p:ph type="title"/>
          </p:nvPr>
        </p:nvSpPr>
        <p:spPr/>
        <p:txBody>
          <a:bodyPr/>
          <a:lstStyle/>
          <a:p>
            <a:r>
              <a:rPr lang="en-US"/>
              <a:t>&lt;Process Type Name&gt;</a:t>
            </a:r>
            <a:endParaRPr lang="en-US" dirty="0"/>
          </a:p>
        </p:txBody>
      </p:sp>
      <p:sp>
        <p:nvSpPr>
          <p:cNvPr id="4" name="Text Placeholder 3"/>
          <p:cNvSpPr>
            <a:spLocks noGrp="1"/>
          </p:cNvSpPr>
          <p:nvPr>
            <p:ph type="subTitle" idx="10"/>
          </p:nvPr>
        </p:nvSpPr>
        <p:spPr/>
        <p:txBody>
          <a:bodyPr/>
          <a:lstStyle/>
          <a:p>
            <a:r>
              <a:rPr lang="en-US"/>
              <a:t>Operations Sub Section</a:t>
            </a:r>
            <a:endParaRPr lang="en-US" dirty="0"/>
          </a:p>
        </p:txBody>
      </p:sp>
    </p:spTree>
    <p:extLst>
      <p:ext uri="{BB962C8B-B14F-4D97-AF65-F5344CB8AC3E}">
        <p14:creationId xmlns:p14="http://schemas.microsoft.com/office/powerpoint/2010/main" val="959597577"/>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3B02-C1F8-E341-90F8-61EB8EDF15CE}"/>
              </a:ext>
            </a:extLst>
          </p:cNvPr>
          <p:cNvSpPr>
            <a:spLocks noGrp="1"/>
          </p:cNvSpPr>
          <p:nvPr>
            <p:ph type="title"/>
          </p:nvPr>
        </p:nvSpPr>
        <p:spPr/>
        <p:txBody>
          <a:bodyPr/>
          <a:lstStyle/>
          <a:p>
            <a:r>
              <a:rPr lang="en-US"/>
              <a:t>&lt;Process Type Name&gt;</a:t>
            </a:r>
            <a:endParaRPr lang="en-US" dirty="0"/>
          </a:p>
        </p:txBody>
      </p:sp>
      <p:sp>
        <p:nvSpPr>
          <p:cNvPr id="4" name="Text Placeholder 3"/>
          <p:cNvSpPr>
            <a:spLocks noGrp="1"/>
          </p:cNvSpPr>
          <p:nvPr>
            <p:ph type="subTitle" idx="10"/>
          </p:nvPr>
        </p:nvSpPr>
        <p:spPr/>
        <p:txBody>
          <a:bodyPr/>
          <a:lstStyle/>
          <a:p>
            <a:r>
              <a:rPr lang="en-US"/>
              <a:t>Operations Sub Section</a:t>
            </a:r>
            <a:endParaRPr lang="en-US" dirty="0"/>
          </a:p>
        </p:txBody>
      </p:sp>
    </p:spTree>
    <p:extLst>
      <p:ext uri="{BB962C8B-B14F-4D97-AF65-F5344CB8AC3E}">
        <p14:creationId xmlns:p14="http://schemas.microsoft.com/office/powerpoint/2010/main" val="2873804624"/>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853F-87A5-2842-ACDA-8415769C9FEB}"/>
              </a:ext>
            </a:extLst>
          </p:cNvPr>
          <p:cNvSpPr>
            <a:spLocks noGrp="1"/>
          </p:cNvSpPr>
          <p:nvPr>
            <p:ph type="title"/>
          </p:nvPr>
        </p:nvSpPr>
        <p:spPr/>
        <p:txBody>
          <a:bodyPr/>
          <a:lstStyle/>
          <a:p>
            <a:r>
              <a:rPr lang="en-US"/>
              <a:t>&lt;Process Type Name&gt;</a:t>
            </a:r>
            <a:endParaRPr lang="en-US" dirty="0"/>
          </a:p>
        </p:txBody>
      </p:sp>
      <p:sp>
        <p:nvSpPr>
          <p:cNvPr id="4" name="Text Placeholder 3"/>
          <p:cNvSpPr>
            <a:spLocks noGrp="1"/>
          </p:cNvSpPr>
          <p:nvPr>
            <p:ph type="subTitle" idx="10"/>
          </p:nvPr>
        </p:nvSpPr>
        <p:spPr/>
        <p:txBody>
          <a:bodyPr/>
          <a:lstStyle/>
          <a:p>
            <a:r>
              <a:rPr lang="en-US"/>
              <a:t>Operations Sub Section</a:t>
            </a:r>
            <a:endParaRPr lang="en-US" dirty="0"/>
          </a:p>
        </p:txBody>
      </p:sp>
    </p:spTree>
    <p:extLst>
      <p:ext uri="{BB962C8B-B14F-4D97-AF65-F5344CB8AC3E}">
        <p14:creationId xmlns:p14="http://schemas.microsoft.com/office/powerpoint/2010/main" val="1455985866"/>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187548"/>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1_VMware_white_16x9">
  <a:themeElements>
    <a:clrScheme name="Custom 1">
      <a:dk1>
        <a:srgbClr val="000001"/>
      </a:dk1>
      <a:lt1>
        <a:srgbClr val="FFFFFF"/>
      </a:lt1>
      <a:dk2>
        <a:srgbClr val="1B1E35"/>
      </a:dk2>
      <a:lt2>
        <a:srgbClr val="F2F2F2"/>
      </a:lt2>
      <a:accent1>
        <a:srgbClr val="007B8C"/>
      </a:accent1>
      <a:accent2>
        <a:srgbClr val="005C8A"/>
      </a:accent2>
      <a:accent3>
        <a:srgbClr val="0098C7"/>
      </a:accent3>
      <a:accent4>
        <a:srgbClr val="61A60E"/>
      </a:accent4>
      <a:accent5>
        <a:srgbClr val="6C4B93"/>
      </a:accent5>
      <a:accent6>
        <a:srgbClr val="EDB516"/>
      </a:accent6>
      <a:hlink>
        <a:srgbClr val="005B83"/>
      </a:hlink>
      <a:folHlink>
        <a:srgbClr val="005B83"/>
      </a:folHlink>
    </a:clrScheme>
    <a:fontScheme name="Custom 19">
      <a:majorFont>
        <a:latin typeface="Metropolis Light"/>
        <a:ea typeface=""/>
        <a:cs typeface=""/>
      </a:majorFont>
      <a:minorFont>
        <a:latin typeface="Metropoli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30000"/>
          </a:lnSpc>
          <a:defRPr sz="1800" dirty="0" err="1" smtClean="0">
            <a:solidFill>
              <a:schemeClr val="tx2"/>
            </a:solidFill>
          </a:defRPr>
        </a:defPPr>
      </a:lstStyle>
    </a:txDef>
  </a:objectDefaults>
  <a:extraClrSchemeLst/>
  <a:custClrLst>
    <a:custClr name="Orange">
      <a:srgbClr val="E18728"/>
    </a:custClr>
    <a:custClr name="Red">
      <a:srgbClr val="B72835"/>
    </a:custClr>
    <a:custClr name="Light Grey">
      <a:srgbClr val="E8E8EA"/>
    </a:custClr>
    <a:custClr name="Dark Grey">
      <a:srgbClr val="53565A"/>
    </a:custClr>
  </a:custClrLst>
  <a:extLst>
    <a:ext uri="{05A4C25C-085E-4340-85A3-A5531E510DB2}">
      <thm15:themeFamily xmlns:thm15="http://schemas.microsoft.com/office/thememl/2012/main" name="skinny-PPT-Light-June-2020-ACCESSIBLE" id="{0CECDBDA-90D1-134F-87E2-EE3800325540}" vid="{7B09F0D8-43AA-FF47-8B59-F16F1FFE8153}"/>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pc="http://schemas.microsoft.com/office/infopath/2007/PartnerControls" xmlns:xsi="http://www.w3.org/2001/XMLSchema-instance">
  <documentManagement>
    <TaxCatchAll xmlns="78c16552-cbf3-4f1f-97ed-388b5d2a083d" xsi:nil="true"/>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8A4A1D4-D0CE-4808-9134-E0B9B0F8E745}"/>
</file>

<file path=customXml/itemProps2.xml><?xml version="1.0" encoding="utf-8"?>
<ds:datastoreItem xmlns:ds="http://schemas.openxmlformats.org/officeDocument/2006/customXml" ds:itemID="{0AB1E906-DDF9-4A3D-94EC-712787EFD874}">
  <ds:schemaRefs>
    <ds:schemaRef ds:uri="http://schemas.microsoft.com/office/2006/metadata/properties"/>
    <ds:schemaRef ds:uri="http://schemas.microsoft.com/office/infopath/2007/PartnerControls"/>
    <ds:schemaRef ds:uri="eb3a237d-4129-4a2a-8fb3-b20be8ca4bd3"/>
    <ds:schemaRef ds:uri="f698bbf4-22fc-464f-b3bf-42aa93b7dda6"/>
    <ds:schemaRef ds:uri="94b33151-80fa-4b06-b3dc-d54c842f0d2a"/>
  </ds:schemaRefs>
</ds:datastoreItem>
</file>

<file path=customXml/itemProps3.xml><?xml version="1.0" encoding="utf-8"?>
<ds:datastoreItem xmlns:ds="http://schemas.openxmlformats.org/officeDocument/2006/customXml" ds:itemID="{DCB80039-BDE9-4D8D-86A9-6166091E27F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VMware_white_16x9</Template>
  <TotalTime>5</TotalTime>
  <Words>1245</Words>
  <Application>Microsoft Office PowerPoint</Application>
  <PresentationFormat>Custom</PresentationFormat>
  <Paragraphs>160</Paragraphs>
  <Slides>19</Slides>
  <Notes>9</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Camphor Std</vt:lpstr>
      <vt:lpstr>Metropolis</vt:lpstr>
      <vt:lpstr>Metropolis Light</vt:lpstr>
      <vt:lpstr>Metropolis-Regular</vt:lpstr>
      <vt:lpstr>Open Sans</vt:lpstr>
      <vt:lpstr>System Font Regular</vt:lpstr>
      <vt:lpstr>1_VMware_white_16x9</vt:lpstr>
      <vt:lpstr>VMware by Broadcom Solution</vt:lpstr>
      <vt:lpstr>PowerPoint Presentation</vt:lpstr>
      <vt:lpstr>PowerPoint Presentation</vt:lpstr>
      <vt:lpstr>Introductions and Workshop Objectives</vt:lpstr>
      <vt:lpstr>Solution Scope</vt:lpstr>
      <vt:lpstr>Solution Scope</vt:lpstr>
      <vt:lpstr>VMware Solution</vt:lpstr>
      <vt:lpstr>PowerPoint Presentation</vt:lpstr>
      <vt:lpstr>Modernize Infrastructure</vt:lpstr>
      <vt:lpstr>Cloud Experience for Developers</vt:lpstr>
      <vt:lpstr>Security and Resilience</vt:lpstr>
      <vt:lpstr>VMware Solution</vt:lpstr>
      <vt:lpstr>Technology Scope</vt:lpstr>
      <vt:lpstr>People and Process Scope</vt:lpstr>
      <vt:lpstr>Operations for the VMware Solution</vt:lpstr>
      <vt:lpstr>&lt;Process Type Name&gt;</vt:lpstr>
      <vt:lpstr>&lt;Process Type Name&gt;</vt:lpstr>
      <vt:lpstr>&lt;Process Type Name&gt;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Brent Douglas</cp:lastModifiedBy>
  <cp:revision>2</cp:revision>
  <dcterms:created xsi:type="dcterms:W3CDTF">2019-03-26T18:26:35Z</dcterms:created>
  <dcterms:modified xsi:type="dcterms:W3CDTF">2025-10-13T15:39:38Z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VMW Product">
    <vt:lpwstr/>
  </property>
  <property fmtid="{D5CDD505-2E9C-101B-9397-08002B2CF9AE}" pid="4" name="Association">
    <vt:lpwstr>229;#ALL|9c44ab2d-3a43-467f-830a-d5560c6fd4a6</vt:lpwstr>
  </property>
</Properties>
</file>