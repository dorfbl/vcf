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entation.xml" ContentType="application/vnd.openxmlformats-officedocument.presentationml.presentation.main+xml"/>
  <Override PartName="/ppt/slides/slide75.xml" ContentType="application/vnd.openxmlformats-officedocument.presentationml.slide+xml"/>
  <Override PartName="/ppt/notesSlides/notesSlide4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4.xml" ContentType="application/vnd.openxmlformats-officedocument.presentationml.notesSlide+xml"/>
  <Override PartName="/ppt/notesSlides/notesSlide5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026819633" r:id="rId33"/>
    <p:sldId id="2026819643" r:id="rId34"/>
    <p:sldId id="2147469453" r:id="rId35"/>
    <p:sldId id="2147469454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jSBmWDhcdHBmYG2l1AX2GcPdy+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ustomXml" Target="../customXml/item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81" Type="http://schemas.openxmlformats.org/officeDocument/2006/relationships/viewProps" Target="viewProps.xml"/><Relationship Id="rId86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0" name="Google Shape;1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3" name="Google Shape;1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5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9" name="Google Shape;119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6" name="Google Shape;122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5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2" name="Google Shape;123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8" name="Google Shape;12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5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8" name="Google Shape;126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5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4" name="Google Shape;127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5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0" name="Google Shape;128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5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3" name="Google Shape;132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6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9" name="Google Shape;132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6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5" name="Google Shape;133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6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2" name="Google Shape;138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6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8" name="Google Shape;138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6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4" name="Google Shape;139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6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0" name="Google Shape;144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6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6" name="Google Shape;144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6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2" name="Google Shape;145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6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8" name="Google Shape;148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4" name="Google Shape;1494;p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0" name="Google Shape;1550;p1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4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9" name="Google Shape;158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6" name="Google Shape;1596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r>
              <a:rPr lang="en-US" sz="1200" b="1" i="0" u="sng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80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This is a high-level view of the constructs that comprise an Organization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Organizations – A top-level entity used to group and manage resources, users, policies, IaaS services, and catalog entities, while maintaining a secure boundary from other organizations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Projects – Connect users with the resources they are entitled to and the limits to which they are subject</a:t>
            </a:r>
            <a:br>
              <a:rPr lang="en-US" sz="1200"/>
            </a:br>
            <a:endParaRPr sz="120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Supervisor Clusters - Built on VKS using VCF Networking with Virtual Private Clouds (VPCs)</a:t>
            </a:r>
            <a:br>
              <a:rPr lang="en-US" sz="1200"/>
            </a:br>
            <a:endParaRPr sz="120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VCF Networking with VPC - Provides an isolated domain of networking resources that can be associated with one or more isolated domains of compute resources (vSphere namespace)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vSphere Namespaces - Define resource limits for CPU, memory, and storage for workloads such as VMs, Kubernetes clusters, and others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Workloads - Traditional VMs and container-based deployments within same infrastructure &amp; managed with the same tools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597" name="Google Shape;1597;p7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6" name="Google Shape;1616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r>
              <a:rPr lang="en-US" sz="1200" b="1" i="0" u="sng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80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This is a high-level view of the constructs that comprise an Organization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Organizations – A top-level entity used to group and manage resources, users, policies, IaaS services, and catalog entities, while maintaining a secure boundary from other organizations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Projects – Connect users with the resources they are entitled to and the limits to which they are subject</a:t>
            </a:r>
            <a:br>
              <a:rPr lang="en-US" sz="1200"/>
            </a:br>
            <a:endParaRPr sz="120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Supervisor Clusters - Built on VKS using VCF Networking with Virtual Private Clouds (VPCs)</a:t>
            </a:r>
            <a:br>
              <a:rPr lang="en-US" sz="1200"/>
            </a:br>
            <a:endParaRPr sz="120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VCF Networking with VPC - Provides an isolated domain of networking resources that can be associated with one or more isolated domains of compute resources (vSphere namespace)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vSphere Namespaces - Define resource limits for CPU, memory, and storage for workloads such as VMs, Kubernetes clusters, and others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Workloads - Traditional VMs and container-based deployments within same infrastructure &amp; managed with the same tools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617" name="Google Shape;1617;p7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4" name="Google Shape;1624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625" name="Google Shape;1625;p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4" name="Google Shape;1684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685" name="Google Shape;1685;p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2" name="Google Shape;1692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693" name="Google Shape;1693;p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0" name="Google Shape;1710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711" name="Google Shape;1711;p7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8A2B5-5B9A-BBCF-DE72-63982F1A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71564-DD53-6D67-1DA3-55E51D5E0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D6C5F-07E2-6B34-21B6-992F94B26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lang="en-US" sz="800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Technical view of showing further detail on how multiple organizations/tenants with multiple projects can be assigned on certain resources within the vSphere Supervisor infrastructure.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Specifically, this view shows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2 Tenants across 2 Regions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Regions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1 includes two separate vCenters sharing one NSX Manager deployment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2 single vCenter/NSX Pair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Tenant #1 – </a:t>
            </a:r>
            <a:r>
              <a:rPr lang="en-US" dirty="0" err="1"/>
              <a:t>BigCo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Projects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vSphere Namespaces per Project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Quotas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West - vSphere Supervisor 1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East - vSphere Supervisor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Tenant #2 – Small Co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1 Project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vSphere Namespaces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West - vSphere Supervisor 2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East - vSphere Supervisor 1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Note: Each Organization requires a Region Quota that maps the Supervisor in the Region to the Organization. Each Region can only map 1 Supervisor per region. This is why you see </a:t>
            </a:r>
            <a:r>
              <a:rPr lang="en-US" dirty="0" err="1"/>
              <a:t>BigCo</a:t>
            </a:r>
            <a:r>
              <a:rPr lang="en-US" dirty="0"/>
              <a:t> mapped to Region West Supervisor 1 and </a:t>
            </a:r>
            <a:r>
              <a:rPr lang="en-US" dirty="0" err="1"/>
              <a:t>SmallCo</a:t>
            </a:r>
            <a:r>
              <a:rPr lang="en-US" dirty="0"/>
              <a:t> mapped to Region West Supervisor 2.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561A8-4EAE-6858-7AA5-DEE101B14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99000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21792-A63B-65DA-9796-3EED499F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2C24D-17E2-7716-3922-7EBB09383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58487-62FF-C60D-A7ED-0C2FAB08B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lang="en-US" sz="800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Technical view of showing further detail on how multiple organizations/tenants with multiple projects can be assigned on certain resources within the vSphere Supervisor infrastructure.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Specifically, this view shows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2 Tenants across 2 Regions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Regions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1 includes two separate vCenters sharing one NSX Manager deployment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2 single vCenter/NSX Pair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Tenant #1 – </a:t>
            </a:r>
            <a:r>
              <a:rPr lang="en-US" dirty="0" err="1"/>
              <a:t>BigCo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Projects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vSphere Namespaces per Project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Quotas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West - vSphere Supervisor 1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East - vSphere Supervisor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Tenant #2 – Small Co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1 Project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vSphere Namespaces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West - vSphere Supervisor 2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East - vSphere Supervisor 1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Note: Each Organization requires a Region Quota that maps the Supervisor in the Region to the Organization. Each Region can only map 1 Supervisor per region. This is why you see </a:t>
            </a:r>
            <a:r>
              <a:rPr lang="en-US" dirty="0" err="1"/>
              <a:t>BigCo</a:t>
            </a:r>
            <a:r>
              <a:rPr lang="en-US" dirty="0"/>
              <a:t> mapped to Region West Supervisor 1 and </a:t>
            </a:r>
            <a:r>
              <a:rPr lang="en-US" dirty="0" err="1"/>
              <a:t>SmallCo</a:t>
            </a:r>
            <a:r>
              <a:rPr lang="en-US" dirty="0"/>
              <a:t> mapped to Region West Supervisor 2.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962C4-A46D-EF12-41F2-EEB5278D8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988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6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2" name="Google Shape;1862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8" name="Google Shape;18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7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1" name="Google Shape;188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7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7" name="Google Shape;1887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7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3" name="Google Shape;1893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35c6e7e29b5_0_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2" name="Google Shape;2062;g35c6e7e29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35c6e7e29b5_0_1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8" name="Google Shape;2068;g35c6e7e29b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5c6e7e29b5_0_2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4" name="Google Shape;2074;g35c6e7e29b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35c6e7e29b5_0_2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0" name="Google Shape;2080;g35c6e7e29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35c6e7e29b5_0_3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6" name="Google Shape;2086;g35c6e7e29b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35c6e7e29b5_0_4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2" name="Google Shape;2092;g35c6e7e29b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g35c6e7e29b5_0_2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8" name="Google Shape;2098;g35c6e7e29b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g35c6e7e29b5_0_6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4" name="Google Shape;2104;g35c6e7e29b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35c6e7e29b5_0_6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0" name="Google Shape;2110;g35c6e7e29b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p8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6" name="Google Shape;211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2" name="Google Shape;2122;p8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3" name="Google Shape;2123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1" name="Google Shape;2151;p8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2" name="Google Shape;2152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9" name="Google Shape;2209;p8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0" name="Google Shape;2210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7" name="Google Shape;2297;p8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8" name="Google Shape;2298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4" name="Google Shape;2304;p8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5" name="Google Shape;2305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0" name="Google Shape;2390;p8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1" name="Google Shape;2391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7" name="Google Shape;2397;p8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8" name="Google Shape;2398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7" name="Google Shape;2487;p8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8" name="Google Shape;2488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4" name="Google Shape;2494;p9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5" name="Google Shape;249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3" name="Google Shape;2513;p9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4" name="Google Shape;2514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3" name="Google Shape;2573;p9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4" name="Google Shape;2574;p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9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3" name="Google Shape;2583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9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9" name="Google Shape;2589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9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0" name="Google Shape;2620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9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3" name="Google Shape;2643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9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6" name="Google Shape;266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2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9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4" name="Google Shape;269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9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2" name="Google Shape;2752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2" name="Google Shape;2812;p10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3" name="Google Shape;2813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p10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6" name="Google Shape;2866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p10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2" name="Google Shape;2982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4" name="Google Shape;3014;p10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Single zone supervisor xvxg</a:t>
            </a:r>
            <a:br>
              <a:rPr lang="en-US"/>
            </a:br>
            <a:r>
              <a:rPr lang="en-US"/>
              <a:t>protected by infra  multizone.. </a:t>
            </a:r>
            <a:endParaRPr/>
          </a:p>
        </p:txBody>
      </p:sp>
      <p:sp>
        <p:nvSpPr>
          <p:cNvPr id="3015" name="Google Shape;3015;p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2" name="Google Shape;3192;p10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Single zone supervisor xvxg</a:t>
            </a:r>
            <a:br>
              <a:rPr lang="en-US"/>
            </a:br>
            <a:r>
              <a:rPr lang="en-US"/>
              <a:t>protected by infra  multizone.. hj</a:t>
            </a:r>
            <a:endParaRPr/>
          </a:p>
        </p:txBody>
      </p:sp>
      <p:sp>
        <p:nvSpPr>
          <p:cNvPr id="3193" name="Google Shape;3193;p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" name="Google Shape;3237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8" name="Google Shape;3238;p10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Can do L2 or L3….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239" name="Google Shape;3239;p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10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3" name="Google Shape;3333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6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6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rgbClr val="3C3C3C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title and Content">
  <p:cSld name="1_Title, Subtitle and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7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57" name="Google Shape;57;p107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100"/>
              <a:buChar char="–"/>
              <a:defRPr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900"/>
              <a:buChar char="–"/>
              <a:defRPr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070D"/>
              </a:buClr>
              <a:buSzPts val="900"/>
              <a:buChar char="•"/>
              <a:defRPr>
                <a:solidFill>
                  <a:srgbClr val="06070D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-"/>
              <a:defRPr/>
            </a:lvl7pPr>
            <a:lvl8pPr marL="3657600" lvl="7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-"/>
              <a:defRPr/>
            </a:lvl9pPr>
          </a:lstStyle>
          <a:p>
            <a:endParaRPr/>
          </a:p>
        </p:txBody>
      </p:sp>
      <p:sp>
        <p:nvSpPr>
          <p:cNvPr id="58" name="Google Shape;58;p10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0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0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/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80" name="Google Shape;80;p11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10"/>
          <p:cNvSpPr txBox="1">
            <a:spLocks noGrp="1"/>
          </p:cNvSpPr>
          <p:nvPr>
            <p:ph type="ftr" idx="11"/>
          </p:nvPr>
        </p:nvSpPr>
        <p:spPr>
          <a:xfrm>
            <a:off x="4037013" y="735203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0"/>
          <p:cNvSpPr txBox="1">
            <a:spLocks noGrp="1"/>
          </p:cNvSpPr>
          <p:nvPr>
            <p:ph type="sldNum" idx="12"/>
          </p:nvPr>
        </p:nvSpPr>
        <p:spPr>
          <a:xfrm>
            <a:off x="8609013" y="7352030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1042" r="1971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</p:pic>
      <p:sp>
        <p:nvSpPr>
          <p:cNvPr id="85" name="Google Shape;85;p1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2" name="Google Shape;92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3" name="Google Shape;93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04" name="Google Shape;104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2">
            <a:alphaModFix/>
          </a:blip>
          <a:srcRect l="1042" r="1971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</p:pic>
      <p:sp>
        <p:nvSpPr>
          <p:cNvPr id="115" name="Google Shape;115;p1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1645084" y="6461498"/>
            <a:ext cx="3052118" cy="14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2025 Broadcom.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19" name="Google Shape;119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20" name="Google Shape;120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31" name="Google Shape;131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8" name="Google Shape;138;p1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body" idx="1"/>
          </p:nvPr>
        </p:nvSpPr>
        <p:spPr>
          <a:xfrm>
            <a:off x="2894013" y="1359907"/>
            <a:ext cx="7315200" cy="4322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pen Sans"/>
              <a:buChar char="​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>
                <a:solidFill>
                  <a:schemeClr val="dk2"/>
                </a:solidFill>
              </a:defRPr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610289" y="1257625"/>
            <a:ext cx="19398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610289" y="1257625"/>
            <a:ext cx="19398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 4">
  <p:cSld name="Section Header – Photo 4"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1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60" name="Google Shape;160;p1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61" name="Google Shape;161;p1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9" name="Google Shape;179;p1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1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86" name="Google Shape;186;p1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7" name="Google Shape;187;p1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1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8" name="Google Shape;198;p1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5" name="Google Shape;205;p1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10" name="Google Shape;210;p18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1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15" name="Google Shape;215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6" name="Google Shape;216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27" name="Google Shape;227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4" name="Google Shape;234;p18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1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0" name="Google Shape;240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2" name="Google Shape;252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9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3" name="Google Shape;263;p19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4" name="Google Shape;264;p19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1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9" name="Google Shape;269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70" name="Google Shape;270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81" name="Google Shape;281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8" name="Google Shape;288;p19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94" name="Google Shape;294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95" name="Google Shape;295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5" name="Google Shape;305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06" name="Google Shape;306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5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18" name="Google Shape;318;p20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2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23" name="Google Shape;323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24" name="Google Shape;324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35" name="Google Shape;335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2" name="Google Shape;342;p20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2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48" name="Google Shape;348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49" name="Google Shape;349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60" name="Google Shape;360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 5">
  <p:cSld name="Quote – Photo 5"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1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p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74" name="Google Shape;374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86" name="Google Shape;386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93" name="Google Shape;393;p2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94" name="Google Shape;394;p2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52" cy="67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2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1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1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02" name="Google Shape;402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03" name="Google Shape;403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14" name="Google Shape;414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1" name="Google Shape;421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2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25" name="Google Shape;425;p23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23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24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32" name="Google Shape;432;p2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4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2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2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1" name="Google Shape;441;p25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2" name="Google Shape;442;p2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94" cy="354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7234" cy="357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59" name="Google Shape;459;p27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0" name="Google Shape;460;p27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7" name="Google Shape;467;p27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8" name="Google Shape;468;p27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76" name="Google Shape;476;p28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79" name="Google Shape;479;p2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9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9" name="Google Shape;489;p2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3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94" name="Google Shape;494;p30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0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41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594350" bIns="4572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9146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91465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96" name="Google Shape;496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0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8" name="Google Shape;498;p30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3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503" name="Google Shape;503;p31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4" name="Google Shape;504;p31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20066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5" name="Google Shape;505;p31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06" name="Google Shape;506;p31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7" name="Google Shape;507;p31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20066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8" name="Google Shape;508;p31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1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511" name="Google Shape;511;p31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2" name="Google Shape;512;p31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3" name="Google Shape;513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3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517" name="Google Shape;517;p32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8" name="Google Shape;518;p32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848" cy="121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19" name="Google Shape;519;p32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0" name="Google Shape;520;p32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848" cy="122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21" name="Google Shape;521;p32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2" name="Google Shape;522;p32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848" cy="111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23" name="Google Shape;523;p32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4" name="Google Shape;524;p32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848" cy="113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25" name="Google Shape;525;p32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6" name="Google Shape;526;p32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7" name="Google Shape;527;p32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8" name="Google Shape;528;p32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9" name="Google Shape;529;p32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0" name="Google Shape;530;p32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1" name="Google Shape;531;p32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2" name="Google Shape;532;p32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500" cy="660399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32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4" name="Google Shape;534;p32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5" name="Google Shape;535;p32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05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32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7" name="Google Shape;537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32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9" name="Google Shape;539;p32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0" name="Google Shape;540;p32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1" name="Google Shape;541;p32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2" name="Google Shape;542;p32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3" name="Google Shape;543;p32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43262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4" name="Google Shape;544;p32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43262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45" name="Google Shape;545;p32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6" name="Google Shape;546;p32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7" name="Google Shape;547;p32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8" name="Google Shape;548;p32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9" name="Google Shape;549;p32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0" name="Google Shape;550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32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3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3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7" name="Google Shape;557;p33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8" name="Google Shape;558;p33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3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0" name="Google Shape;560;p33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1" name="Google Shape;561;p33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3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3" name="Google Shape;563;p33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4" name="Google Shape;564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3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3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72" name="Google Shape;572;p34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4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4" name="Google Shape;574;p34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5" name="Google Shape;575;p34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4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7" name="Google Shape;577;p34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8" name="Google Shape;578;p34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4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0" name="Google Shape;580;p34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1" name="Google Shape;581;p34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4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3" name="Google Shape;583;p34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4" name="Google Shape;584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4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3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93" name="Google Shape;593;p35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5" name="Google Shape;595;p35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6" name="Google Shape;596;p35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5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8" name="Google Shape;598;p35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9" name="Google Shape;599;p35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5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1" name="Google Shape;601;p35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2" name="Google Shape;602;p35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5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4" name="Google Shape;604;p35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336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5" name="Google Shape;605;p35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5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rgbClr val="3C3C3C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rgbClr val="3C3C3C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8" name="Google Shape;608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5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5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5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6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6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6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3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623" name="Google Shape;623;p3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4" name="Google Shape;624;p36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25" name="Google Shape;625;p3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6" name="Google Shape;626;p36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3429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27" name="Google Shape;627;p3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8" name="Google Shape;628;p36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29" name="Google Shape;629;p3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0" name="Google Shape;630;p36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31" name="Google Shape;631;p3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2" name="Google Shape;632;p36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C3C3C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33" name="Google Shape;633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6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6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6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6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6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6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4" name="Google Shape;644;p3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5" name="Google Shape;645;p3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6" name="Google Shape;646;p3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7" name="Google Shape;647;p3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8" name="Google Shape;648;p3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9" name="Google Shape;649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6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6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6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3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58" name="Google Shape;658;p37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570" cy="4391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59" name="Google Shape;659;p37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0969" cy="429469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60" name="Google Shape;660;p37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283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61" name="Google Shape;661;p37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2" name="Google Shape;662;p37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4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63" name="Google Shape;663;p37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4" name="Google Shape;664;p37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65" name="Google Shape;665;p37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6" name="Google Shape;666;p37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2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67" name="Google Shape;667;p37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8" name="Google Shape;668;p37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5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69" name="Google Shape;669;p37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5995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0" name="Google Shape;670;p37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1" name="Google Shape;671;p37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2" name="Google Shape;672;p37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3" name="Google Shape;673;p37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4" name="Google Shape;674;p37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5" name="Google Shape;675;p37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6" name="Google Shape;676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37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8" name="Google Shape;678;p37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9" name="Google Shape;679;p37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0" name="Google Shape;680;p37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1" name="Google Shape;681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38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684" name="Google Shape;684;p38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38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7" name="Google Shape;687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8" name="Google Shape;688;p38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689" name="Google Shape;689;p38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8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1" name="Google Shape;691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p39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694" name="Google Shape;694;p3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6" name="Google Shape;696;p39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7" name="Google Shape;697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8" name="Google Shape;698;p39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699" name="Google Shape;699;p3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4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04" name="Google Shape;704;p4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6" name="Google Shape;706;p40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07" name="Google Shape;707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8" name="Google Shape;708;p4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09" name="Google Shape;709;p4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1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1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1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1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7" name="Google Shape;717;p4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18" name="Google Shape;718;p4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2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2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2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2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2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42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27" name="Google Shape;727;p42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2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3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3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4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37" name="Google Shape;737;p43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4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44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43" name="Google Shape;743;p44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138" cy="6788150"/>
          </a:xfrm>
          <a:prstGeom prst="rect">
            <a:avLst/>
          </a:prstGeom>
          <a:noFill/>
          <a:ln>
            <a:noFill/>
          </a:ln>
        </p:spPr>
      </p:sp>
      <p:sp>
        <p:nvSpPr>
          <p:cNvPr id="744" name="Google Shape;744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5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5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7613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0" name="Google Shape;750;p45"/>
          <p:cNvSpPr>
            <a:spLocks noGrp="1"/>
          </p:cNvSpPr>
          <p:nvPr>
            <p:ph type="chart" idx="2"/>
          </p:nvPr>
        </p:nvSpPr>
        <p:spPr>
          <a:xfrm>
            <a:off x="662672" y="722997"/>
            <a:ext cx="4480256" cy="448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45" descr="Doughnut chart label 1"/>
          <p:cNvSpPr txBox="1">
            <a:spLocks noGrp="1"/>
          </p:cNvSpPr>
          <p:nvPr>
            <p:ph type="body" idx="3"/>
          </p:nvPr>
        </p:nvSpPr>
        <p:spPr>
          <a:xfrm>
            <a:off x="608330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2" name="Google Shape;752;p45" descr="Doughnut chart label 2"/>
          <p:cNvSpPr txBox="1">
            <a:spLocks noGrp="1"/>
          </p:cNvSpPr>
          <p:nvPr>
            <p:ph type="body" idx="4"/>
          </p:nvPr>
        </p:nvSpPr>
        <p:spPr>
          <a:xfrm>
            <a:off x="2436416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3" name="Google Shape;753;p45" descr="Doughnut chart label 4"/>
          <p:cNvSpPr txBox="1">
            <a:spLocks noGrp="1"/>
          </p:cNvSpPr>
          <p:nvPr>
            <p:ph type="body" idx="5"/>
          </p:nvPr>
        </p:nvSpPr>
        <p:spPr>
          <a:xfrm>
            <a:off x="4261103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4" name="Google Shape;754;p45" descr="Doughnut chart label 5"/>
          <p:cNvSpPr txBox="1">
            <a:spLocks noGrp="1"/>
          </p:cNvSpPr>
          <p:nvPr>
            <p:ph type="body" idx="6"/>
          </p:nvPr>
        </p:nvSpPr>
        <p:spPr>
          <a:xfrm>
            <a:off x="6088109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5" name="Google Shape;755;p45" descr="Doughnut chart label 6"/>
          <p:cNvSpPr txBox="1">
            <a:spLocks noGrp="1"/>
          </p:cNvSpPr>
          <p:nvPr>
            <p:ph type="body" idx="7"/>
          </p:nvPr>
        </p:nvSpPr>
        <p:spPr>
          <a:xfrm>
            <a:off x="7920672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6" name="Google Shape;756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9" name="Google Shape;759;p4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60" name="Google Shape;760;p4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61" name="Google Shape;761;p4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4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4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4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4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4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4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4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4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4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1" name="Google Shape;771;p4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72" name="Google Shape;772;p4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4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4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4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4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4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4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9" name="Google Shape;779;p45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5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4" name="Google Shape;784;p4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85" name="Google Shape;785;p4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86" name="Google Shape;786;p4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4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4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4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4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4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4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4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4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4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6" name="Google Shape;796;p4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97" name="Google Shape;797;p4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4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4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4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4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4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4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7"/>
          <p:cNvSpPr/>
          <p:nvPr/>
        </p:nvSpPr>
        <p:spPr>
          <a:xfrm>
            <a:off x="-2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7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0" name="Google Shape;810;p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11" name="Google Shape;811;p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12" name="Google Shape;812;p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2" name="Google Shape;822;p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23" name="Google Shape;823;p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0" name="Google Shape;830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0" name="Google Shape;840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41" name="Google Shape;841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42" name="Google Shape;842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2" name="Google Shape;852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53" name="Google Shape;853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60" name="Google Shape;860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6" name="Google Shape;866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67" name="Google Shape;867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68" name="Google Shape;868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8" name="Google Shape;878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79" name="Google Shape;879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2" name="Google Shape;892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93" name="Google Shape;893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94" name="Google Shape;894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" name="Google Shape;904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05" name="Google Shape;905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12" name="Google Shape;912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8" name="Google Shape;918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19" name="Google Shape;919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20" name="Google Shape;920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0" name="Google Shape;930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31" name="Google Shape;931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8" name="Google Shape;938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ont Check">
  <p:cSld name="Font Check">
    <p:bg>
      <p:bgPr>
        <a:solidFill>
          <a:schemeClr val="accent5"/>
        </a:solidFill>
        <a:effectLst/>
      </p:bgPr>
    </p:bg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1" name="Google Shape;941;p50"/>
          <p:cNvSpPr txBox="1">
            <a:spLocks noGrp="1"/>
          </p:cNvSpPr>
          <p:nvPr>
            <p:ph type="subTitle" idx="1"/>
          </p:nvPr>
        </p:nvSpPr>
        <p:spPr>
          <a:xfrm>
            <a:off x="592866" y="838105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42" name="Google Shape;942;p50" descr="Do the fonts in the words below match on your screen?"/>
          <p:cNvSpPr/>
          <p:nvPr/>
        </p:nvSpPr>
        <p:spPr>
          <a:xfrm>
            <a:off x="623364" y="1613035"/>
            <a:ext cx="2884608" cy="247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 the fonts in the words below match?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3" name="Google Shape;943;p50"/>
          <p:cNvCxnSpPr/>
          <p:nvPr/>
        </p:nvCxnSpPr>
        <p:spPr>
          <a:xfrm>
            <a:off x="623364" y="1860778"/>
            <a:ext cx="101506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44" name="Google Shape;944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155" y="2219739"/>
            <a:ext cx="3088310" cy="557972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50"/>
          <p:cNvSpPr txBox="1">
            <a:spLocks noGrp="1"/>
          </p:cNvSpPr>
          <p:nvPr>
            <p:ph type="body" idx="2"/>
          </p:nvPr>
        </p:nvSpPr>
        <p:spPr>
          <a:xfrm>
            <a:off x="598114" y="2908233"/>
            <a:ext cx="535463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86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10"/>
              <a:buChar char="​"/>
              <a:defRPr sz="4900">
                <a:solidFill>
                  <a:schemeClr val="lt1"/>
                </a:solidFill>
              </a:defRPr>
            </a:lvl1pPr>
            <a:lvl2pPr marL="914400" lvl="1" indent="-4343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40"/>
              <a:buChar char="•"/>
              <a:defRPr sz="3600">
                <a:solidFill>
                  <a:schemeClr val="lt1"/>
                </a:solidFill>
              </a:defRPr>
            </a:lvl2pPr>
            <a:lvl3pPr marL="1371600" lvl="2" indent="-4114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80"/>
              <a:buChar char="–"/>
              <a:defRPr sz="3200">
                <a:solidFill>
                  <a:schemeClr val="lt1"/>
                </a:solidFill>
              </a:defRPr>
            </a:lvl3pPr>
            <a:lvl4pPr marL="1828800" lvl="3" indent="-3886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•"/>
              <a:defRPr sz="2800">
                <a:solidFill>
                  <a:schemeClr val="lt1"/>
                </a:solidFill>
              </a:defRPr>
            </a:lvl4pPr>
            <a:lvl5pPr marL="2286000" lvl="4" indent="-3886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–"/>
              <a:defRPr sz="28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pic>
        <p:nvPicPr>
          <p:cNvPr id="946" name="Google Shape;94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912" y="2242892"/>
            <a:ext cx="4743106" cy="538407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50"/>
          <p:cNvSpPr txBox="1">
            <a:spLocks noGrp="1"/>
          </p:cNvSpPr>
          <p:nvPr>
            <p:ph type="body" idx="3"/>
          </p:nvPr>
        </p:nvSpPr>
        <p:spPr>
          <a:xfrm>
            <a:off x="5983683" y="2908233"/>
            <a:ext cx="535463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86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10"/>
              <a:buChar char="​"/>
              <a:defRPr sz="4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343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40"/>
              <a:buChar char="•"/>
              <a:defRPr sz="3600">
                <a:solidFill>
                  <a:schemeClr val="lt1"/>
                </a:solidFill>
              </a:defRPr>
            </a:lvl2pPr>
            <a:lvl3pPr marL="1371600" lvl="2" indent="-4114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80"/>
              <a:buChar char="–"/>
              <a:defRPr sz="3200">
                <a:solidFill>
                  <a:schemeClr val="lt1"/>
                </a:solidFill>
              </a:defRPr>
            </a:lvl3pPr>
            <a:lvl4pPr marL="1828800" lvl="3" indent="-3886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•"/>
              <a:defRPr sz="2800">
                <a:solidFill>
                  <a:schemeClr val="lt1"/>
                </a:solidFill>
              </a:defRPr>
            </a:lvl4pPr>
            <a:lvl5pPr marL="2286000" lvl="4" indent="-3886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–"/>
              <a:defRPr sz="28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48" name="Google Shape;948;p50" descr="Do the fonts in the words below match on your screen?"/>
          <p:cNvSpPr/>
          <p:nvPr/>
        </p:nvSpPr>
        <p:spPr>
          <a:xfrm>
            <a:off x="623364" y="1613035"/>
            <a:ext cx="2884608" cy="247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 the fonts in the words below match?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9" name="Google Shape;949;p50"/>
          <p:cNvCxnSpPr/>
          <p:nvPr/>
        </p:nvCxnSpPr>
        <p:spPr>
          <a:xfrm>
            <a:off x="623364" y="1860778"/>
            <a:ext cx="101506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50" name="Google Shape;950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155" y="2219739"/>
            <a:ext cx="3088310" cy="55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912" y="2242892"/>
            <a:ext cx="4743106" cy="53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">
  <p:cSld name="Grid"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3" name="Google Shape;953;p51"/>
          <p:cNvGrpSpPr/>
          <p:nvPr/>
        </p:nvGrpSpPr>
        <p:grpSpPr>
          <a:xfrm>
            <a:off x="-254" y="0"/>
            <a:ext cx="12189079" cy="6858000"/>
            <a:chOff x="-254" y="0"/>
            <a:chExt cx="12189079" cy="6858000"/>
          </a:xfrm>
        </p:grpSpPr>
        <p:grpSp>
          <p:nvGrpSpPr>
            <p:cNvPr id="954" name="Google Shape;954;p51"/>
            <p:cNvGrpSpPr/>
            <p:nvPr/>
          </p:nvGrpSpPr>
          <p:grpSpPr>
            <a:xfrm>
              <a:off x="-254" y="0"/>
              <a:ext cx="12189079" cy="6858000"/>
              <a:chOff x="-127" y="-4574"/>
              <a:chExt cx="12189079" cy="6858000"/>
            </a:xfrm>
          </p:grpSpPr>
          <p:grpSp>
            <p:nvGrpSpPr>
              <p:cNvPr id="955" name="Google Shape;955;p51"/>
              <p:cNvGrpSpPr/>
              <p:nvPr/>
            </p:nvGrpSpPr>
            <p:grpSpPr>
              <a:xfrm>
                <a:off x="0" y="-4574"/>
                <a:ext cx="12188952" cy="6858000"/>
                <a:chOff x="12729307" y="-4574"/>
                <a:chExt cx="12188952" cy="6858000"/>
              </a:xfrm>
            </p:grpSpPr>
            <p:cxnSp>
              <p:nvCxnSpPr>
                <p:cNvPr id="956" name="Google Shape;956;p51"/>
                <p:cNvCxnSpPr/>
                <p:nvPr/>
              </p:nvCxnSpPr>
              <p:spPr>
                <a:xfrm>
                  <a:off x="12729307" y="1367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57" name="Google Shape;957;p51"/>
                <p:cNvCxnSpPr/>
                <p:nvPr/>
              </p:nvCxnSpPr>
              <p:spPr>
                <a:xfrm>
                  <a:off x="12729307" y="1709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58" name="Google Shape;958;p51"/>
                <p:cNvCxnSpPr/>
                <p:nvPr/>
              </p:nvCxnSpPr>
              <p:spPr>
                <a:xfrm>
                  <a:off x="12729307" y="1024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59" name="Google Shape;959;p51"/>
                <p:cNvCxnSpPr/>
                <p:nvPr/>
              </p:nvCxnSpPr>
              <p:spPr>
                <a:xfrm>
                  <a:off x="12729307" y="681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0" name="Google Shape;960;p51"/>
                <p:cNvCxnSpPr/>
                <p:nvPr/>
              </p:nvCxnSpPr>
              <p:spPr>
                <a:xfrm>
                  <a:off x="12729307" y="338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1" name="Google Shape;961;p51"/>
                <p:cNvCxnSpPr/>
                <p:nvPr/>
              </p:nvCxnSpPr>
              <p:spPr>
                <a:xfrm>
                  <a:off x="12729307" y="-4574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2" name="Google Shape;962;p51"/>
                <p:cNvCxnSpPr/>
                <p:nvPr/>
              </p:nvCxnSpPr>
              <p:spPr>
                <a:xfrm>
                  <a:off x="12729307" y="3081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3" name="Google Shape;963;p51"/>
                <p:cNvCxnSpPr/>
                <p:nvPr/>
              </p:nvCxnSpPr>
              <p:spPr>
                <a:xfrm>
                  <a:off x="12729307" y="3424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4" name="Google Shape;964;p51"/>
                <p:cNvCxnSpPr/>
                <p:nvPr/>
              </p:nvCxnSpPr>
              <p:spPr>
                <a:xfrm>
                  <a:off x="12729307" y="2738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5" name="Google Shape;965;p51"/>
                <p:cNvCxnSpPr/>
                <p:nvPr/>
              </p:nvCxnSpPr>
              <p:spPr>
                <a:xfrm>
                  <a:off x="12729307" y="2395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6" name="Google Shape;966;p51"/>
                <p:cNvCxnSpPr/>
                <p:nvPr/>
              </p:nvCxnSpPr>
              <p:spPr>
                <a:xfrm>
                  <a:off x="12729307" y="2052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7" name="Google Shape;967;p51"/>
                <p:cNvCxnSpPr/>
                <p:nvPr/>
              </p:nvCxnSpPr>
              <p:spPr>
                <a:xfrm>
                  <a:off x="12729307" y="4796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8" name="Google Shape;968;p51"/>
                <p:cNvCxnSpPr/>
                <p:nvPr/>
              </p:nvCxnSpPr>
              <p:spPr>
                <a:xfrm>
                  <a:off x="12729307" y="5138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9" name="Google Shape;969;p51"/>
                <p:cNvCxnSpPr/>
                <p:nvPr/>
              </p:nvCxnSpPr>
              <p:spPr>
                <a:xfrm>
                  <a:off x="12729307" y="4453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0" name="Google Shape;970;p51"/>
                <p:cNvCxnSpPr/>
                <p:nvPr/>
              </p:nvCxnSpPr>
              <p:spPr>
                <a:xfrm>
                  <a:off x="12729307" y="4110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1" name="Google Shape;971;p51"/>
                <p:cNvCxnSpPr/>
                <p:nvPr/>
              </p:nvCxnSpPr>
              <p:spPr>
                <a:xfrm>
                  <a:off x="12729307" y="3767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2" name="Google Shape;972;p51"/>
                <p:cNvCxnSpPr/>
                <p:nvPr/>
              </p:nvCxnSpPr>
              <p:spPr>
                <a:xfrm>
                  <a:off x="12729307" y="6510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3" name="Google Shape;973;p51"/>
                <p:cNvCxnSpPr/>
                <p:nvPr/>
              </p:nvCxnSpPr>
              <p:spPr>
                <a:xfrm>
                  <a:off x="12729307" y="6853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4" name="Google Shape;974;p51"/>
                <p:cNvCxnSpPr/>
                <p:nvPr/>
              </p:nvCxnSpPr>
              <p:spPr>
                <a:xfrm>
                  <a:off x="12729307" y="5824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5" name="Google Shape;975;p51"/>
                <p:cNvCxnSpPr/>
                <p:nvPr/>
              </p:nvCxnSpPr>
              <p:spPr>
                <a:xfrm>
                  <a:off x="12729307" y="5481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6" name="Google Shape;976;p51"/>
                <p:cNvCxnSpPr/>
                <p:nvPr/>
              </p:nvCxnSpPr>
              <p:spPr>
                <a:xfrm>
                  <a:off x="12729307" y="6167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977" name="Google Shape;977;p51"/>
              <p:cNvGrpSpPr/>
              <p:nvPr/>
            </p:nvGrpSpPr>
            <p:grpSpPr>
              <a:xfrm>
                <a:off x="-127" y="109726"/>
                <a:ext cx="12188952" cy="6629400"/>
                <a:chOff x="12729307" y="109726"/>
                <a:chExt cx="12188952" cy="6629400"/>
              </a:xfrm>
            </p:grpSpPr>
            <p:cxnSp>
              <p:nvCxnSpPr>
                <p:cNvPr id="978" name="Google Shape;978;p51"/>
                <p:cNvCxnSpPr/>
                <p:nvPr/>
              </p:nvCxnSpPr>
              <p:spPr>
                <a:xfrm>
                  <a:off x="12729307" y="1481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9" name="Google Shape;979;p51"/>
                <p:cNvCxnSpPr/>
                <p:nvPr/>
              </p:nvCxnSpPr>
              <p:spPr>
                <a:xfrm>
                  <a:off x="12729307" y="1824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0" name="Google Shape;980;p51"/>
                <p:cNvCxnSpPr/>
                <p:nvPr/>
              </p:nvCxnSpPr>
              <p:spPr>
                <a:xfrm>
                  <a:off x="12729307" y="1138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1" name="Google Shape;981;p51"/>
                <p:cNvCxnSpPr/>
                <p:nvPr/>
              </p:nvCxnSpPr>
              <p:spPr>
                <a:xfrm>
                  <a:off x="12729307" y="795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2" name="Google Shape;982;p51"/>
                <p:cNvCxnSpPr/>
                <p:nvPr/>
              </p:nvCxnSpPr>
              <p:spPr>
                <a:xfrm>
                  <a:off x="12729307" y="452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3" name="Google Shape;983;p51"/>
                <p:cNvCxnSpPr/>
                <p:nvPr/>
              </p:nvCxnSpPr>
              <p:spPr>
                <a:xfrm>
                  <a:off x="12729307" y="109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4" name="Google Shape;984;p51"/>
                <p:cNvCxnSpPr/>
                <p:nvPr/>
              </p:nvCxnSpPr>
              <p:spPr>
                <a:xfrm>
                  <a:off x="12729307" y="3195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5" name="Google Shape;985;p51"/>
                <p:cNvCxnSpPr/>
                <p:nvPr/>
              </p:nvCxnSpPr>
              <p:spPr>
                <a:xfrm>
                  <a:off x="12729307" y="3538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6" name="Google Shape;986;p51"/>
                <p:cNvCxnSpPr/>
                <p:nvPr/>
              </p:nvCxnSpPr>
              <p:spPr>
                <a:xfrm>
                  <a:off x="12729307" y="2852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7" name="Google Shape;987;p51"/>
                <p:cNvCxnSpPr/>
                <p:nvPr/>
              </p:nvCxnSpPr>
              <p:spPr>
                <a:xfrm>
                  <a:off x="12729307" y="2510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8" name="Google Shape;988;p51"/>
                <p:cNvCxnSpPr/>
                <p:nvPr/>
              </p:nvCxnSpPr>
              <p:spPr>
                <a:xfrm>
                  <a:off x="12729307" y="2167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9" name="Google Shape;989;p51"/>
                <p:cNvCxnSpPr/>
                <p:nvPr/>
              </p:nvCxnSpPr>
              <p:spPr>
                <a:xfrm>
                  <a:off x="12729307" y="4910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0" name="Google Shape;990;p51"/>
                <p:cNvCxnSpPr/>
                <p:nvPr/>
              </p:nvCxnSpPr>
              <p:spPr>
                <a:xfrm>
                  <a:off x="12729307" y="5253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1" name="Google Shape;991;p51"/>
                <p:cNvCxnSpPr/>
                <p:nvPr/>
              </p:nvCxnSpPr>
              <p:spPr>
                <a:xfrm>
                  <a:off x="12729307" y="4567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2" name="Google Shape;992;p51"/>
                <p:cNvCxnSpPr/>
                <p:nvPr/>
              </p:nvCxnSpPr>
              <p:spPr>
                <a:xfrm>
                  <a:off x="12729307" y="4224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3" name="Google Shape;993;p51"/>
                <p:cNvCxnSpPr/>
                <p:nvPr/>
              </p:nvCxnSpPr>
              <p:spPr>
                <a:xfrm>
                  <a:off x="12729307" y="3881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4" name="Google Shape;994;p51"/>
                <p:cNvCxnSpPr/>
                <p:nvPr/>
              </p:nvCxnSpPr>
              <p:spPr>
                <a:xfrm>
                  <a:off x="12729307" y="6624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5" name="Google Shape;995;p51"/>
                <p:cNvCxnSpPr/>
                <p:nvPr/>
              </p:nvCxnSpPr>
              <p:spPr>
                <a:xfrm>
                  <a:off x="12729307" y="6281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6" name="Google Shape;996;p51"/>
                <p:cNvCxnSpPr/>
                <p:nvPr/>
              </p:nvCxnSpPr>
              <p:spPr>
                <a:xfrm>
                  <a:off x="12729307" y="5939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7" name="Google Shape;997;p51"/>
                <p:cNvCxnSpPr/>
                <p:nvPr/>
              </p:nvCxnSpPr>
              <p:spPr>
                <a:xfrm>
                  <a:off x="12729307" y="5596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8" name="Google Shape;998;p51"/>
                <p:cNvCxnSpPr/>
                <p:nvPr/>
              </p:nvCxnSpPr>
              <p:spPr>
                <a:xfrm>
                  <a:off x="12729307" y="1595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9" name="Google Shape;999;p51"/>
                <p:cNvCxnSpPr/>
                <p:nvPr/>
              </p:nvCxnSpPr>
              <p:spPr>
                <a:xfrm>
                  <a:off x="12729307" y="1938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0" name="Google Shape;1000;p51"/>
                <p:cNvCxnSpPr/>
                <p:nvPr/>
              </p:nvCxnSpPr>
              <p:spPr>
                <a:xfrm>
                  <a:off x="12729307" y="1252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1" name="Google Shape;1001;p51"/>
                <p:cNvCxnSpPr/>
                <p:nvPr/>
              </p:nvCxnSpPr>
              <p:spPr>
                <a:xfrm>
                  <a:off x="12729307" y="909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2" name="Google Shape;1002;p51"/>
                <p:cNvCxnSpPr/>
                <p:nvPr/>
              </p:nvCxnSpPr>
              <p:spPr>
                <a:xfrm>
                  <a:off x="12729307" y="566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3" name="Google Shape;1003;p51"/>
                <p:cNvCxnSpPr/>
                <p:nvPr/>
              </p:nvCxnSpPr>
              <p:spPr>
                <a:xfrm>
                  <a:off x="12729307" y="224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4" name="Google Shape;1004;p51"/>
                <p:cNvCxnSpPr/>
                <p:nvPr/>
              </p:nvCxnSpPr>
              <p:spPr>
                <a:xfrm>
                  <a:off x="12729307" y="3310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5" name="Google Shape;1005;p51"/>
                <p:cNvCxnSpPr/>
                <p:nvPr/>
              </p:nvCxnSpPr>
              <p:spPr>
                <a:xfrm>
                  <a:off x="12729307" y="3653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6" name="Google Shape;1006;p51"/>
                <p:cNvCxnSpPr/>
                <p:nvPr/>
              </p:nvCxnSpPr>
              <p:spPr>
                <a:xfrm>
                  <a:off x="12729307" y="2967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7" name="Google Shape;1007;p51"/>
                <p:cNvCxnSpPr/>
                <p:nvPr/>
              </p:nvCxnSpPr>
              <p:spPr>
                <a:xfrm>
                  <a:off x="12729307" y="2624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8" name="Google Shape;1008;p51"/>
                <p:cNvCxnSpPr/>
                <p:nvPr/>
              </p:nvCxnSpPr>
              <p:spPr>
                <a:xfrm>
                  <a:off x="12729307" y="2281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9" name="Google Shape;1009;p51"/>
                <p:cNvCxnSpPr/>
                <p:nvPr/>
              </p:nvCxnSpPr>
              <p:spPr>
                <a:xfrm>
                  <a:off x="12729307" y="5024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0" name="Google Shape;1010;p51"/>
                <p:cNvCxnSpPr/>
                <p:nvPr/>
              </p:nvCxnSpPr>
              <p:spPr>
                <a:xfrm>
                  <a:off x="12729307" y="5367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1" name="Google Shape;1011;p51"/>
                <p:cNvCxnSpPr/>
                <p:nvPr/>
              </p:nvCxnSpPr>
              <p:spPr>
                <a:xfrm>
                  <a:off x="12729307" y="4681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2" name="Google Shape;1012;p51"/>
                <p:cNvCxnSpPr/>
                <p:nvPr/>
              </p:nvCxnSpPr>
              <p:spPr>
                <a:xfrm>
                  <a:off x="12729307" y="4338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3" name="Google Shape;1013;p51"/>
                <p:cNvCxnSpPr/>
                <p:nvPr/>
              </p:nvCxnSpPr>
              <p:spPr>
                <a:xfrm>
                  <a:off x="12729307" y="3995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4" name="Google Shape;1014;p51"/>
                <p:cNvCxnSpPr/>
                <p:nvPr/>
              </p:nvCxnSpPr>
              <p:spPr>
                <a:xfrm>
                  <a:off x="12729307" y="6739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5" name="Google Shape;1015;p51"/>
                <p:cNvCxnSpPr/>
                <p:nvPr/>
              </p:nvCxnSpPr>
              <p:spPr>
                <a:xfrm>
                  <a:off x="12729307" y="6396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6" name="Google Shape;1016;p51"/>
                <p:cNvCxnSpPr/>
                <p:nvPr/>
              </p:nvCxnSpPr>
              <p:spPr>
                <a:xfrm>
                  <a:off x="12729307" y="6053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7" name="Google Shape;1017;p51"/>
                <p:cNvCxnSpPr/>
                <p:nvPr/>
              </p:nvCxnSpPr>
              <p:spPr>
                <a:xfrm>
                  <a:off x="12729307" y="5710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018" name="Google Shape;1018;p51"/>
            <p:cNvGrpSpPr/>
            <p:nvPr/>
          </p:nvGrpSpPr>
          <p:grpSpPr>
            <a:xfrm>
              <a:off x="970985" y="0"/>
              <a:ext cx="10247475" cy="6858000"/>
              <a:chOff x="971112" y="0"/>
              <a:chExt cx="10247475" cy="6858000"/>
            </a:xfrm>
          </p:grpSpPr>
          <p:cxnSp>
            <p:nvCxnSpPr>
              <p:cNvPr id="1019" name="Google Shape;1019;p51"/>
              <p:cNvCxnSpPr/>
              <p:nvPr/>
            </p:nvCxnSpPr>
            <p:spPr>
              <a:xfrm flipH="1">
                <a:off x="97111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0" name="Google Shape;1020;p51"/>
              <p:cNvCxnSpPr/>
              <p:nvPr/>
            </p:nvCxnSpPr>
            <p:spPr>
              <a:xfrm flipH="1">
                <a:off x="1902579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1" name="Google Shape;1021;p51"/>
              <p:cNvCxnSpPr/>
              <p:nvPr/>
            </p:nvCxnSpPr>
            <p:spPr>
              <a:xfrm flipH="1">
                <a:off x="28340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2" name="Google Shape;1022;p51"/>
              <p:cNvCxnSpPr/>
              <p:nvPr/>
            </p:nvCxnSpPr>
            <p:spPr>
              <a:xfrm flipH="1">
                <a:off x="3765513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3" name="Google Shape;1023;p51"/>
              <p:cNvCxnSpPr/>
              <p:nvPr/>
            </p:nvCxnSpPr>
            <p:spPr>
              <a:xfrm flipH="1">
                <a:off x="4696980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4" name="Google Shape;1024;p51"/>
              <p:cNvCxnSpPr/>
              <p:nvPr/>
            </p:nvCxnSpPr>
            <p:spPr>
              <a:xfrm flipH="1">
                <a:off x="5628447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5" name="Google Shape;1025;p51"/>
              <p:cNvCxnSpPr/>
              <p:nvPr/>
            </p:nvCxnSpPr>
            <p:spPr>
              <a:xfrm flipH="1">
                <a:off x="6559914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6" name="Google Shape;1026;p51"/>
              <p:cNvCxnSpPr/>
              <p:nvPr/>
            </p:nvCxnSpPr>
            <p:spPr>
              <a:xfrm flipH="1">
                <a:off x="7491381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7" name="Google Shape;1027;p51"/>
              <p:cNvCxnSpPr/>
              <p:nvPr/>
            </p:nvCxnSpPr>
            <p:spPr>
              <a:xfrm flipH="1">
                <a:off x="8422848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8" name="Google Shape;1028;p51"/>
              <p:cNvCxnSpPr/>
              <p:nvPr/>
            </p:nvCxnSpPr>
            <p:spPr>
              <a:xfrm flipH="1">
                <a:off x="9354315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9" name="Google Shape;1029;p51"/>
              <p:cNvCxnSpPr/>
              <p:nvPr/>
            </p:nvCxnSpPr>
            <p:spPr>
              <a:xfrm flipH="1">
                <a:off x="1028578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0" name="Google Shape;1030;p51"/>
              <p:cNvCxnSpPr/>
              <p:nvPr/>
            </p:nvCxnSpPr>
            <p:spPr>
              <a:xfrm flipH="1">
                <a:off x="112172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031" name="Google Shape;1031;p51"/>
            <p:cNvGrpSpPr/>
            <p:nvPr/>
          </p:nvGrpSpPr>
          <p:grpSpPr>
            <a:xfrm>
              <a:off x="608758" y="448731"/>
              <a:ext cx="10971928" cy="5722842"/>
              <a:chOff x="608885" y="1604366"/>
              <a:chExt cx="10971928" cy="4567208"/>
            </a:xfrm>
          </p:grpSpPr>
          <p:sp>
            <p:nvSpPr>
              <p:cNvPr id="1032" name="Google Shape;1032;p51"/>
              <p:cNvSpPr/>
              <p:nvPr/>
            </p:nvSpPr>
            <p:spPr>
              <a:xfrm>
                <a:off x="60888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51"/>
              <p:cNvSpPr/>
              <p:nvPr/>
            </p:nvSpPr>
            <p:spPr>
              <a:xfrm>
                <a:off x="1540352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51"/>
              <p:cNvSpPr/>
              <p:nvPr/>
            </p:nvSpPr>
            <p:spPr>
              <a:xfrm>
                <a:off x="24718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51"/>
              <p:cNvSpPr/>
              <p:nvPr/>
            </p:nvSpPr>
            <p:spPr>
              <a:xfrm>
                <a:off x="3403286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51"/>
              <p:cNvSpPr/>
              <p:nvPr/>
            </p:nvSpPr>
            <p:spPr>
              <a:xfrm>
                <a:off x="4334753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51"/>
              <p:cNvSpPr/>
              <p:nvPr/>
            </p:nvSpPr>
            <p:spPr>
              <a:xfrm>
                <a:off x="5266220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51"/>
              <p:cNvSpPr/>
              <p:nvPr/>
            </p:nvSpPr>
            <p:spPr>
              <a:xfrm>
                <a:off x="6197687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51"/>
              <p:cNvSpPr/>
              <p:nvPr/>
            </p:nvSpPr>
            <p:spPr>
              <a:xfrm>
                <a:off x="7129154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51"/>
              <p:cNvSpPr/>
              <p:nvPr/>
            </p:nvSpPr>
            <p:spPr>
              <a:xfrm>
                <a:off x="8060621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51"/>
              <p:cNvSpPr/>
              <p:nvPr/>
            </p:nvSpPr>
            <p:spPr>
              <a:xfrm>
                <a:off x="8992088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51"/>
              <p:cNvSpPr/>
              <p:nvPr/>
            </p:nvSpPr>
            <p:spPr>
              <a:xfrm>
                <a:off x="992355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51"/>
              <p:cNvSpPr/>
              <p:nvPr/>
            </p:nvSpPr>
            <p:spPr>
              <a:xfrm>
                <a:off x="108550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4" name="Google Shape;1044;p51"/>
          <p:cNvGrpSpPr/>
          <p:nvPr/>
        </p:nvGrpSpPr>
        <p:grpSpPr>
          <a:xfrm>
            <a:off x="-254" y="0"/>
            <a:ext cx="12189079" cy="6858000"/>
            <a:chOff x="-254" y="0"/>
            <a:chExt cx="12189079" cy="6858000"/>
          </a:xfrm>
        </p:grpSpPr>
        <p:grpSp>
          <p:nvGrpSpPr>
            <p:cNvPr id="1045" name="Google Shape;1045;p51"/>
            <p:cNvGrpSpPr/>
            <p:nvPr/>
          </p:nvGrpSpPr>
          <p:grpSpPr>
            <a:xfrm>
              <a:off x="-254" y="0"/>
              <a:ext cx="12189079" cy="6858000"/>
              <a:chOff x="-127" y="-4574"/>
              <a:chExt cx="12189079" cy="6858000"/>
            </a:xfrm>
          </p:grpSpPr>
          <p:grpSp>
            <p:nvGrpSpPr>
              <p:cNvPr id="1046" name="Google Shape;1046;p51"/>
              <p:cNvGrpSpPr/>
              <p:nvPr/>
            </p:nvGrpSpPr>
            <p:grpSpPr>
              <a:xfrm>
                <a:off x="0" y="-4574"/>
                <a:ext cx="12188952" cy="6858000"/>
                <a:chOff x="12729307" y="-4574"/>
                <a:chExt cx="12188952" cy="6858000"/>
              </a:xfrm>
            </p:grpSpPr>
            <p:cxnSp>
              <p:nvCxnSpPr>
                <p:cNvPr id="1047" name="Google Shape;1047;p51"/>
                <p:cNvCxnSpPr/>
                <p:nvPr/>
              </p:nvCxnSpPr>
              <p:spPr>
                <a:xfrm>
                  <a:off x="12729307" y="1367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8" name="Google Shape;1048;p51"/>
                <p:cNvCxnSpPr/>
                <p:nvPr/>
              </p:nvCxnSpPr>
              <p:spPr>
                <a:xfrm>
                  <a:off x="12729307" y="1709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9" name="Google Shape;1049;p51"/>
                <p:cNvCxnSpPr/>
                <p:nvPr/>
              </p:nvCxnSpPr>
              <p:spPr>
                <a:xfrm>
                  <a:off x="12729307" y="1024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0" name="Google Shape;1050;p51"/>
                <p:cNvCxnSpPr/>
                <p:nvPr/>
              </p:nvCxnSpPr>
              <p:spPr>
                <a:xfrm>
                  <a:off x="12729307" y="681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1" name="Google Shape;1051;p51"/>
                <p:cNvCxnSpPr/>
                <p:nvPr/>
              </p:nvCxnSpPr>
              <p:spPr>
                <a:xfrm>
                  <a:off x="12729307" y="338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2" name="Google Shape;1052;p51"/>
                <p:cNvCxnSpPr/>
                <p:nvPr/>
              </p:nvCxnSpPr>
              <p:spPr>
                <a:xfrm>
                  <a:off x="12729307" y="-4574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3" name="Google Shape;1053;p51"/>
                <p:cNvCxnSpPr/>
                <p:nvPr/>
              </p:nvCxnSpPr>
              <p:spPr>
                <a:xfrm>
                  <a:off x="12729307" y="3081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4" name="Google Shape;1054;p51"/>
                <p:cNvCxnSpPr/>
                <p:nvPr/>
              </p:nvCxnSpPr>
              <p:spPr>
                <a:xfrm>
                  <a:off x="12729307" y="3424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5" name="Google Shape;1055;p51"/>
                <p:cNvCxnSpPr/>
                <p:nvPr/>
              </p:nvCxnSpPr>
              <p:spPr>
                <a:xfrm>
                  <a:off x="12729307" y="2738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6" name="Google Shape;1056;p51"/>
                <p:cNvCxnSpPr/>
                <p:nvPr/>
              </p:nvCxnSpPr>
              <p:spPr>
                <a:xfrm>
                  <a:off x="12729307" y="2395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7" name="Google Shape;1057;p51"/>
                <p:cNvCxnSpPr/>
                <p:nvPr/>
              </p:nvCxnSpPr>
              <p:spPr>
                <a:xfrm>
                  <a:off x="12729307" y="2052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8" name="Google Shape;1058;p51"/>
                <p:cNvCxnSpPr/>
                <p:nvPr/>
              </p:nvCxnSpPr>
              <p:spPr>
                <a:xfrm>
                  <a:off x="12729307" y="4796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9" name="Google Shape;1059;p51"/>
                <p:cNvCxnSpPr/>
                <p:nvPr/>
              </p:nvCxnSpPr>
              <p:spPr>
                <a:xfrm>
                  <a:off x="12729307" y="5138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0" name="Google Shape;1060;p51"/>
                <p:cNvCxnSpPr/>
                <p:nvPr/>
              </p:nvCxnSpPr>
              <p:spPr>
                <a:xfrm>
                  <a:off x="12729307" y="4453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1" name="Google Shape;1061;p51"/>
                <p:cNvCxnSpPr/>
                <p:nvPr/>
              </p:nvCxnSpPr>
              <p:spPr>
                <a:xfrm>
                  <a:off x="12729307" y="4110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2" name="Google Shape;1062;p51"/>
                <p:cNvCxnSpPr/>
                <p:nvPr/>
              </p:nvCxnSpPr>
              <p:spPr>
                <a:xfrm>
                  <a:off x="12729307" y="3767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3" name="Google Shape;1063;p51"/>
                <p:cNvCxnSpPr/>
                <p:nvPr/>
              </p:nvCxnSpPr>
              <p:spPr>
                <a:xfrm>
                  <a:off x="12729307" y="6510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4" name="Google Shape;1064;p51"/>
                <p:cNvCxnSpPr/>
                <p:nvPr/>
              </p:nvCxnSpPr>
              <p:spPr>
                <a:xfrm>
                  <a:off x="12729307" y="6853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5" name="Google Shape;1065;p51"/>
                <p:cNvCxnSpPr/>
                <p:nvPr/>
              </p:nvCxnSpPr>
              <p:spPr>
                <a:xfrm>
                  <a:off x="12729307" y="5824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6" name="Google Shape;1066;p51"/>
                <p:cNvCxnSpPr/>
                <p:nvPr/>
              </p:nvCxnSpPr>
              <p:spPr>
                <a:xfrm>
                  <a:off x="12729307" y="5481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7" name="Google Shape;1067;p51"/>
                <p:cNvCxnSpPr/>
                <p:nvPr/>
              </p:nvCxnSpPr>
              <p:spPr>
                <a:xfrm>
                  <a:off x="12729307" y="6167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068" name="Google Shape;1068;p51"/>
              <p:cNvGrpSpPr/>
              <p:nvPr/>
            </p:nvGrpSpPr>
            <p:grpSpPr>
              <a:xfrm>
                <a:off x="-127" y="109726"/>
                <a:ext cx="12188952" cy="6629400"/>
                <a:chOff x="12729307" y="109726"/>
                <a:chExt cx="12188952" cy="6629400"/>
              </a:xfrm>
            </p:grpSpPr>
            <p:cxnSp>
              <p:nvCxnSpPr>
                <p:cNvPr id="1069" name="Google Shape;1069;p51"/>
                <p:cNvCxnSpPr/>
                <p:nvPr/>
              </p:nvCxnSpPr>
              <p:spPr>
                <a:xfrm>
                  <a:off x="12729307" y="1481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0" name="Google Shape;1070;p51"/>
                <p:cNvCxnSpPr/>
                <p:nvPr/>
              </p:nvCxnSpPr>
              <p:spPr>
                <a:xfrm>
                  <a:off x="12729307" y="1824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1" name="Google Shape;1071;p51"/>
                <p:cNvCxnSpPr/>
                <p:nvPr/>
              </p:nvCxnSpPr>
              <p:spPr>
                <a:xfrm>
                  <a:off x="12729307" y="1138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2" name="Google Shape;1072;p51"/>
                <p:cNvCxnSpPr/>
                <p:nvPr/>
              </p:nvCxnSpPr>
              <p:spPr>
                <a:xfrm>
                  <a:off x="12729307" y="795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3" name="Google Shape;1073;p51"/>
                <p:cNvCxnSpPr/>
                <p:nvPr/>
              </p:nvCxnSpPr>
              <p:spPr>
                <a:xfrm>
                  <a:off x="12729307" y="452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4" name="Google Shape;1074;p51"/>
                <p:cNvCxnSpPr/>
                <p:nvPr/>
              </p:nvCxnSpPr>
              <p:spPr>
                <a:xfrm>
                  <a:off x="12729307" y="109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5" name="Google Shape;1075;p51"/>
                <p:cNvCxnSpPr/>
                <p:nvPr/>
              </p:nvCxnSpPr>
              <p:spPr>
                <a:xfrm>
                  <a:off x="12729307" y="3195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6" name="Google Shape;1076;p51"/>
                <p:cNvCxnSpPr/>
                <p:nvPr/>
              </p:nvCxnSpPr>
              <p:spPr>
                <a:xfrm>
                  <a:off x="12729307" y="3538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7" name="Google Shape;1077;p51"/>
                <p:cNvCxnSpPr/>
                <p:nvPr/>
              </p:nvCxnSpPr>
              <p:spPr>
                <a:xfrm>
                  <a:off x="12729307" y="2852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8" name="Google Shape;1078;p51"/>
                <p:cNvCxnSpPr/>
                <p:nvPr/>
              </p:nvCxnSpPr>
              <p:spPr>
                <a:xfrm>
                  <a:off x="12729307" y="2510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9" name="Google Shape;1079;p51"/>
                <p:cNvCxnSpPr/>
                <p:nvPr/>
              </p:nvCxnSpPr>
              <p:spPr>
                <a:xfrm>
                  <a:off x="12729307" y="2167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0" name="Google Shape;1080;p51"/>
                <p:cNvCxnSpPr/>
                <p:nvPr/>
              </p:nvCxnSpPr>
              <p:spPr>
                <a:xfrm>
                  <a:off x="12729307" y="4910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1" name="Google Shape;1081;p51"/>
                <p:cNvCxnSpPr/>
                <p:nvPr/>
              </p:nvCxnSpPr>
              <p:spPr>
                <a:xfrm>
                  <a:off x="12729307" y="5253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2" name="Google Shape;1082;p51"/>
                <p:cNvCxnSpPr/>
                <p:nvPr/>
              </p:nvCxnSpPr>
              <p:spPr>
                <a:xfrm>
                  <a:off x="12729307" y="4567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3" name="Google Shape;1083;p51"/>
                <p:cNvCxnSpPr/>
                <p:nvPr/>
              </p:nvCxnSpPr>
              <p:spPr>
                <a:xfrm>
                  <a:off x="12729307" y="4224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4" name="Google Shape;1084;p51"/>
                <p:cNvCxnSpPr/>
                <p:nvPr/>
              </p:nvCxnSpPr>
              <p:spPr>
                <a:xfrm>
                  <a:off x="12729307" y="3881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5" name="Google Shape;1085;p51"/>
                <p:cNvCxnSpPr/>
                <p:nvPr/>
              </p:nvCxnSpPr>
              <p:spPr>
                <a:xfrm>
                  <a:off x="12729307" y="6624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6" name="Google Shape;1086;p51"/>
                <p:cNvCxnSpPr/>
                <p:nvPr/>
              </p:nvCxnSpPr>
              <p:spPr>
                <a:xfrm>
                  <a:off x="12729307" y="6281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7" name="Google Shape;1087;p51"/>
                <p:cNvCxnSpPr/>
                <p:nvPr/>
              </p:nvCxnSpPr>
              <p:spPr>
                <a:xfrm>
                  <a:off x="12729307" y="5939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8" name="Google Shape;1088;p51"/>
                <p:cNvCxnSpPr/>
                <p:nvPr/>
              </p:nvCxnSpPr>
              <p:spPr>
                <a:xfrm>
                  <a:off x="12729307" y="5596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9" name="Google Shape;1089;p51"/>
                <p:cNvCxnSpPr/>
                <p:nvPr/>
              </p:nvCxnSpPr>
              <p:spPr>
                <a:xfrm>
                  <a:off x="12729307" y="1595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0" name="Google Shape;1090;p51"/>
                <p:cNvCxnSpPr/>
                <p:nvPr/>
              </p:nvCxnSpPr>
              <p:spPr>
                <a:xfrm>
                  <a:off x="12729307" y="1938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1" name="Google Shape;1091;p51"/>
                <p:cNvCxnSpPr/>
                <p:nvPr/>
              </p:nvCxnSpPr>
              <p:spPr>
                <a:xfrm>
                  <a:off x="12729307" y="1252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2" name="Google Shape;1092;p51"/>
                <p:cNvCxnSpPr/>
                <p:nvPr/>
              </p:nvCxnSpPr>
              <p:spPr>
                <a:xfrm>
                  <a:off x="12729307" y="909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3" name="Google Shape;1093;p51"/>
                <p:cNvCxnSpPr/>
                <p:nvPr/>
              </p:nvCxnSpPr>
              <p:spPr>
                <a:xfrm>
                  <a:off x="12729307" y="566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4" name="Google Shape;1094;p51"/>
                <p:cNvCxnSpPr/>
                <p:nvPr/>
              </p:nvCxnSpPr>
              <p:spPr>
                <a:xfrm>
                  <a:off x="12729307" y="224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5" name="Google Shape;1095;p51"/>
                <p:cNvCxnSpPr/>
                <p:nvPr/>
              </p:nvCxnSpPr>
              <p:spPr>
                <a:xfrm>
                  <a:off x="12729307" y="3310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6" name="Google Shape;1096;p51"/>
                <p:cNvCxnSpPr/>
                <p:nvPr/>
              </p:nvCxnSpPr>
              <p:spPr>
                <a:xfrm>
                  <a:off x="12729307" y="3653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7" name="Google Shape;1097;p51"/>
                <p:cNvCxnSpPr/>
                <p:nvPr/>
              </p:nvCxnSpPr>
              <p:spPr>
                <a:xfrm>
                  <a:off x="12729307" y="2967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8" name="Google Shape;1098;p51"/>
                <p:cNvCxnSpPr/>
                <p:nvPr/>
              </p:nvCxnSpPr>
              <p:spPr>
                <a:xfrm>
                  <a:off x="12729307" y="2624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9" name="Google Shape;1099;p51"/>
                <p:cNvCxnSpPr/>
                <p:nvPr/>
              </p:nvCxnSpPr>
              <p:spPr>
                <a:xfrm>
                  <a:off x="12729307" y="2281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0" name="Google Shape;1100;p51"/>
                <p:cNvCxnSpPr/>
                <p:nvPr/>
              </p:nvCxnSpPr>
              <p:spPr>
                <a:xfrm>
                  <a:off x="12729307" y="5024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1" name="Google Shape;1101;p51"/>
                <p:cNvCxnSpPr/>
                <p:nvPr/>
              </p:nvCxnSpPr>
              <p:spPr>
                <a:xfrm>
                  <a:off x="12729307" y="5367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2" name="Google Shape;1102;p51"/>
                <p:cNvCxnSpPr/>
                <p:nvPr/>
              </p:nvCxnSpPr>
              <p:spPr>
                <a:xfrm>
                  <a:off x="12729307" y="4681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3" name="Google Shape;1103;p51"/>
                <p:cNvCxnSpPr/>
                <p:nvPr/>
              </p:nvCxnSpPr>
              <p:spPr>
                <a:xfrm>
                  <a:off x="12729307" y="4338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4" name="Google Shape;1104;p51"/>
                <p:cNvCxnSpPr/>
                <p:nvPr/>
              </p:nvCxnSpPr>
              <p:spPr>
                <a:xfrm>
                  <a:off x="12729307" y="3995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5" name="Google Shape;1105;p51"/>
                <p:cNvCxnSpPr/>
                <p:nvPr/>
              </p:nvCxnSpPr>
              <p:spPr>
                <a:xfrm>
                  <a:off x="12729307" y="6739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6" name="Google Shape;1106;p51"/>
                <p:cNvCxnSpPr/>
                <p:nvPr/>
              </p:nvCxnSpPr>
              <p:spPr>
                <a:xfrm>
                  <a:off x="12729307" y="6396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7" name="Google Shape;1107;p51"/>
                <p:cNvCxnSpPr/>
                <p:nvPr/>
              </p:nvCxnSpPr>
              <p:spPr>
                <a:xfrm>
                  <a:off x="12729307" y="6053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8" name="Google Shape;1108;p51"/>
                <p:cNvCxnSpPr/>
                <p:nvPr/>
              </p:nvCxnSpPr>
              <p:spPr>
                <a:xfrm>
                  <a:off x="12729307" y="5710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109" name="Google Shape;1109;p51"/>
            <p:cNvGrpSpPr/>
            <p:nvPr/>
          </p:nvGrpSpPr>
          <p:grpSpPr>
            <a:xfrm>
              <a:off x="970985" y="0"/>
              <a:ext cx="10247475" cy="6858000"/>
              <a:chOff x="971112" y="0"/>
              <a:chExt cx="10247475" cy="6858000"/>
            </a:xfrm>
          </p:grpSpPr>
          <p:cxnSp>
            <p:nvCxnSpPr>
              <p:cNvPr id="1110" name="Google Shape;1110;p51"/>
              <p:cNvCxnSpPr/>
              <p:nvPr/>
            </p:nvCxnSpPr>
            <p:spPr>
              <a:xfrm flipH="1">
                <a:off x="97111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1" name="Google Shape;1111;p51"/>
              <p:cNvCxnSpPr/>
              <p:nvPr/>
            </p:nvCxnSpPr>
            <p:spPr>
              <a:xfrm flipH="1">
                <a:off x="1902579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2" name="Google Shape;1112;p51"/>
              <p:cNvCxnSpPr/>
              <p:nvPr/>
            </p:nvCxnSpPr>
            <p:spPr>
              <a:xfrm flipH="1">
                <a:off x="28340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3" name="Google Shape;1113;p51"/>
              <p:cNvCxnSpPr/>
              <p:nvPr/>
            </p:nvCxnSpPr>
            <p:spPr>
              <a:xfrm flipH="1">
                <a:off x="3765513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4" name="Google Shape;1114;p51"/>
              <p:cNvCxnSpPr/>
              <p:nvPr/>
            </p:nvCxnSpPr>
            <p:spPr>
              <a:xfrm flipH="1">
                <a:off x="4696980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5" name="Google Shape;1115;p51"/>
              <p:cNvCxnSpPr/>
              <p:nvPr/>
            </p:nvCxnSpPr>
            <p:spPr>
              <a:xfrm flipH="1">
                <a:off x="5628447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6" name="Google Shape;1116;p51"/>
              <p:cNvCxnSpPr/>
              <p:nvPr/>
            </p:nvCxnSpPr>
            <p:spPr>
              <a:xfrm flipH="1">
                <a:off x="6559914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7" name="Google Shape;1117;p51"/>
              <p:cNvCxnSpPr/>
              <p:nvPr/>
            </p:nvCxnSpPr>
            <p:spPr>
              <a:xfrm flipH="1">
                <a:off x="7491381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8" name="Google Shape;1118;p51"/>
              <p:cNvCxnSpPr/>
              <p:nvPr/>
            </p:nvCxnSpPr>
            <p:spPr>
              <a:xfrm flipH="1">
                <a:off x="8422848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9" name="Google Shape;1119;p51"/>
              <p:cNvCxnSpPr/>
              <p:nvPr/>
            </p:nvCxnSpPr>
            <p:spPr>
              <a:xfrm flipH="1">
                <a:off x="9354315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0" name="Google Shape;1120;p51"/>
              <p:cNvCxnSpPr/>
              <p:nvPr/>
            </p:nvCxnSpPr>
            <p:spPr>
              <a:xfrm flipH="1">
                <a:off x="1028578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1" name="Google Shape;1121;p51"/>
              <p:cNvCxnSpPr/>
              <p:nvPr/>
            </p:nvCxnSpPr>
            <p:spPr>
              <a:xfrm flipH="1">
                <a:off x="112172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122" name="Google Shape;1122;p51"/>
            <p:cNvGrpSpPr/>
            <p:nvPr/>
          </p:nvGrpSpPr>
          <p:grpSpPr>
            <a:xfrm>
              <a:off x="608758" y="448731"/>
              <a:ext cx="10971928" cy="5722842"/>
              <a:chOff x="608885" y="1604366"/>
              <a:chExt cx="10971928" cy="4567208"/>
            </a:xfrm>
          </p:grpSpPr>
          <p:sp>
            <p:nvSpPr>
              <p:cNvPr id="1123" name="Google Shape;1123;p51"/>
              <p:cNvSpPr/>
              <p:nvPr/>
            </p:nvSpPr>
            <p:spPr>
              <a:xfrm>
                <a:off x="60888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51"/>
              <p:cNvSpPr/>
              <p:nvPr/>
            </p:nvSpPr>
            <p:spPr>
              <a:xfrm>
                <a:off x="1540352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51"/>
              <p:cNvSpPr/>
              <p:nvPr/>
            </p:nvSpPr>
            <p:spPr>
              <a:xfrm>
                <a:off x="24718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51"/>
              <p:cNvSpPr/>
              <p:nvPr/>
            </p:nvSpPr>
            <p:spPr>
              <a:xfrm>
                <a:off x="3403286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51"/>
              <p:cNvSpPr/>
              <p:nvPr/>
            </p:nvSpPr>
            <p:spPr>
              <a:xfrm>
                <a:off x="4334753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51"/>
              <p:cNvSpPr/>
              <p:nvPr/>
            </p:nvSpPr>
            <p:spPr>
              <a:xfrm>
                <a:off x="5266220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51"/>
              <p:cNvSpPr/>
              <p:nvPr/>
            </p:nvSpPr>
            <p:spPr>
              <a:xfrm>
                <a:off x="6197687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51"/>
              <p:cNvSpPr/>
              <p:nvPr/>
            </p:nvSpPr>
            <p:spPr>
              <a:xfrm>
                <a:off x="7129154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51"/>
              <p:cNvSpPr/>
              <p:nvPr/>
            </p:nvSpPr>
            <p:spPr>
              <a:xfrm>
                <a:off x="8060621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51"/>
              <p:cNvSpPr/>
              <p:nvPr/>
            </p:nvSpPr>
            <p:spPr>
              <a:xfrm>
                <a:off x="8992088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51"/>
              <p:cNvSpPr/>
              <p:nvPr/>
            </p:nvSpPr>
            <p:spPr>
              <a:xfrm>
                <a:off x="992355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51"/>
              <p:cNvSpPr/>
              <p:nvPr/>
            </p:nvSpPr>
            <p:spPr>
              <a:xfrm>
                <a:off x="108550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of Template">
  <p:cSld name="End of Template">
    <p:bg>
      <p:bgPr>
        <a:solidFill>
          <a:schemeClr val="accent6"/>
        </a:solidFill>
        <a:effectLst/>
      </p:bgPr>
    </p:bg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2"/>
          <p:cNvSpPr txBox="1"/>
          <p:nvPr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USE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LAYOUTS PAST THIS ARE NOT PART OF THIS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52"/>
          <p:cNvSpPr txBox="1"/>
          <p:nvPr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USE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LAYOUTS PAST THIS ARE NOT PART OF THIS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8" y="811831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086" indent="0" algn="ctr">
              <a:buNone/>
              <a:defRPr sz="2000"/>
            </a:lvl2pPr>
            <a:lvl3pPr marL="914171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9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6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1618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8" y="811831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086" indent="0" algn="ctr">
              <a:buNone/>
              <a:defRPr sz="2000"/>
            </a:lvl2pPr>
            <a:lvl3pPr marL="914171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9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6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762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8" y="811831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086" indent="0" algn="ctr">
              <a:buNone/>
              <a:defRPr sz="2000"/>
            </a:lvl2pPr>
            <a:lvl3pPr marL="914171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9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6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7017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8" y="811831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086" indent="0" algn="ctr">
              <a:buNone/>
              <a:defRPr sz="2000"/>
            </a:lvl2pPr>
            <a:lvl3pPr marL="914171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9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6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8977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4037013" y="735203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8609013" y="7352030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7"/>
          <p:cNvSpPr txBox="1"/>
          <p:nvPr/>
        </p:nvSpPr>
        <p:spPr>
          <a:xfrm>
            <a:off x="1645084" y="6461498"/>
            <a:ext cx="3052118" cy="14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2025 Broadcom.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7" name="Google Shape;17;p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" name="Google Shape;18;p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oogle Shape;28;p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9" name="Google Shape;29;p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" name="Google Shape;36;p7"/>
          <p:cNvSpPr/>
          <p:nvPr/>
        </p:nvSpPr>
        <p:spPr>
          <a:xfrm>
            <a:off x="0" y="0"/>
            <a:ext cx="1218882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2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5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3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Colors</a:t>
            </a:r>
            <a:endParaRPr/>
          </a:p>
        </p:txBody>
      </p:sp>
      <p:grpSp>
        <p:nvGrpSpPr>
          <p:cNvPr id="1143" name="Google Shape;1143;p1"/>
          <p:cNvGrpSpPr/>
          <p:nvPr/>
        </p:nvGrpSpPr>
        <p:grpSpPr>
          <a:xfrm>
            <a:off x="579809" y="991639"/>
            <a:ext cx="2036216" cy="4643807"/>
            <a:chOff x="579809" y="991638"/>
            <a:chExt cx="2036216" cy="4643807"/>
          </a:xfrm>
        </p:grpSpPr>
        <p:grpSp>
          <p:nvGrpSpPr>
            <p:cNvPr id="1144" name="Google Shape;1144;p1"/>
            <p:cNvGrpSpPr/>
            <p:nvPr/>
          </p:nvGrpSpPr>
          <p:grpSpPr>
            <a:xfrm>
              <a:off x="579809" y="991638"/>
              <a:ext cx="2036216" cy="769441"/>
              <a:chOff x="579809" y="991638"/>
              <a:chExt cx="2036216" cy="769441"/>
            </a:xfrm>
          </p:grpSpPr>
          <p:sp>
            <p:nvSpPr>
              <p:cNvPr id="1145" name="Google Shape;1145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1"/>
              <p:cNvSpPr txBox="1"/>
              <p:nvPr/>
            </p:nvSpPr>
            <p:spPr>
              <a:xfrm>
                <a:off x="1420185" y="991638"/>
                <a:ext cx="119584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PMS Pantone 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#000000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7" name="Google Shape;1147;p1"/>
            <p:cNvGrpSpPr/>
            <p:nvPr/>
          </p:nvGrpSpPr>
          <p:grpSpPr>
            <a:xfrm>
              <a:off x="579809" y="2351247"/>
              <a:ext cx="1944846" cy="615553"/>
              <a:chOff x="579809" y="1059792"/>
              <a:chExt cx="1944846" cy="615553"/>
            </a:xfrm>
          </p:grpSpPr>
          <p:sp>
            <p:nvSpPr>
              <p:cNvPr id="1148" name="Google Shape;1148;p1"/>
              <p:cNvSpPr/>
              <p:nvPr/>
            </p:nvSpPr>
            <p:spPr>
              <a:xfrm>
                <a:off x="579809" y="1068582"/>
                <a:ext cx="597973" cy="5979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1"/>
              <p:cNvSpPr txBox="1"/>
              <p:nvPr/>
            </p:nvSpPr>
            <p:spPr>
              <a:xfrm>
                <a:off x="1420185" y="1059792"/>
                <a:ext cx="1104470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255-255-255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#FFFFFF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0" name="Google Shape;1150;p1"/>
            <p:cNvGrpSpPr/>
            <p:nvPr/>
          </p:nvGrpSpPr>
          <p:grpSpPr>
            <a:xfrm>
              <a:off x="579809" y="3574548"/>
              <a:ext cx="2004156" cy="769441"/>
              <a:chOff x="579809" y="991638"/>
              <a:chExt cx="2004156" cy="769441"/>
            </a:xfrm>
          </p:grpSpPr>
          <p:sp>
            <p:nvSpPr>
              <p:cNvPr id="1151" name="Google Shape;115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1"/>
              <p:cNvSpPr txBox="1"/>
              <p:nvPr/>
            </p:nvSpPr>
            <p:spPr>
              <a:xfrm>
                <a:off x="1420185" y="991638"/>
                <a:ext cx="116378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4146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100-82-0-81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27-29-54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#1B1D36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3" name="Google Shape;1153;p1"/>
            <p:cNvGrpSpPr/>
            <p:nvPr/>
          </p:nvGrpSpPr>
          <p:grpSpPr>
            <a:xfrm>
              <a:off x="579809" y="4866004"/>
              <a:ext cx="1951258" cy="769441"/>
              <a:chOff x="579809" y="991638"/>
              <a:chExt cx="1951258" cy="769441"/>
            </a:xfrm>
          </p:grpSpPr>
          <p:sp>
            <p:nvSpPr>
              <p:cNvPr id="1154" name="Google Shape;1154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7469 C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96-64-24-6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0-92-138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#005C8A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6" name="Google Shape;1156;p1"/>
          <p:cNvGrpSpPr/>
          <p:nvPr/>
        </p:nvGrpSpPr>
        <p:grpSpPr>
          <a:xfrm>
            <a:off x="7070071" y="991638"/>
            <a:ext cx="1964082" cy="3352351"/>
            <a:chOff x="7095322" y="991638"/>
            <a:chExt cx="1964082" cy="3352351"/>
          </a:xfrm>
        </p:grpSpPr>
        <p:grpSp>
          <p:nvGrpSpPr>
            <p:cNvPr id="1157" name="Google Shape;1157;p1"/>
            <p:cNvGrpSpPr/>
            <p:nvPr/>
          </p:nvGrpSpPr>
          <p:grpSpPr>
            <a:xfrm>
              <a:off x="7095322" y="991638"/>
              <a:ext cx="1964082" cy="769441"/>
              <a:chOff x="579809" y="991638"/>
              <a:chExt cx="1964082" cy="769441"/>
            </a:xfrm>
          </p:grpSpPr>
          <p:sp>
            <p:nvSpPr>
              <p:cNvPr id="1158" name="Google Shape;115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CC092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Red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186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0-100-81-4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204-9-47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#CC092F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0" name="Google Shape;1160;p1"/>
            <p:cNvGrpSpPr/>
            <p:nvPr/>
          </p:nvGrpSpPr>
          <p:grpSpPr>
            <a:xfrm>
              <a:off x="7095322" y="3574548"/>
              <a:ext cx="1964082" cy="769441"/>
              <a:chOff x="579809" y="991638"/>
              <a:chExt cx="1964082" cy="769441"/>
            </a:xfrm>
          </p:grpSpPr>
          <p:sp>
            <p:nvSpPr>
              <p:cNvPr id="1161" name="Google Shape;116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Yellow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7408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0-29-100-0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243-186-22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#F3BA16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3" name="Google Shape;1163;p1"/>
            <p:cNvGrpSpPr/>
            <p:nvPr/>
          </p:nvGrpSpPr>
          <p:grpSpPr>
            <a:xfrm>
              <a:off x="7095322" y="2283093"/>
              <a:ext cx="1964082" cy="769441"/>
              <a:chOff x="579809" y="991638"/>
              <a:chExt cx="1964082" cy="769441"/>
            </a:xfrm>
          </p:grpSpPr>
          <p:sp>
            <p:nvSpPr>
              <p:cNvPr id="1164" name="Google Shape;1164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E68C2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Orange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138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0-52-100-0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230-140-40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#E68C28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66" name="Google Shape;1166;p1"/>
          <p:cNvGrpSpPr/>
          <p:nvPr/>
        </p:nvGrpSpPr>
        <p:grpSpPr>
          <a:xfrm>
            <a:off x="9626391" y="991639"/>
            <a:ext cx="1933624" cy="3352350"/>
            <a:chOff x="9541549" y="991639"/>
            <a:chExt cx="1933624" cy="3352350"/>
          </a:xfrm>
        </p:grpSpPr>
        <p:grpSp>
          <p:nvGrpSpPr>
            <p:cNvPr id="1167" name="Google Shape;1167;p1"/>
            <p:cNvGrpSpPr/>
            <p:nvPr/>
          </p:nvGrpSpPr>
          <p:grpSpPr>
            <a:xfrm>
              <a:off x="9541549" y="991639"/>
              <a:ext cx="1885534" cy="769441"/>
              <a:chOff x="579809" y="991638"/>
              <a:chExt cx="1885534" cy="769441"/>
            </a:xfrm>
          </p:grpSpPr>
          <p:sp>
            <p:nvSpPr>
              <p:cNvPr id="1168" name="Google Shape;116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5356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1"/>
              <p:cNvSpPr txBox="1"/>
              <p:nvPr/>
            </p:nvSpPr>
            <p:spPr>
              <a:xfrm>
                <a:off x="1420185" y="991638"/>
                <a:ext cx="1045158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0-0-0-80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83-86-90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#53565A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0" name="Google Shape;1170;p1"/>
            <p:cNvGrpSpPr/>
            <p:nvPr/>
          </p:nvGrpSpPr>
          <p:grpSpPr>
            <a:xfrm>
              <a:off x="9541549" y="2360038"/>
              <a:ext cx="1858283" cy="769441"/>
              <a:chOff x="579809" y="991638"/>
              <a:chExt cx="1858283" cy="769441"/>
            </a:xfrm>
          </p:grpSpPr>
          <p:sp>
            <p:nvSpPr>
              <p:cNvPr id="1171" name="Google Shape;117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99999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1"/>
              <p:cNvSpPr txBox="1"/>
              <p:nvPr/>
            </p:nvSpPr>
            <p:spPr>
              <a:xfrm>
                <a:off x="1420185" y="991638"/>
                <a:ext cx="1017907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151-153-155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#97999B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3" name="Google Shape;1173;p1"/>
            <p:cNvGrpSpPr/>
            <p:nvPr/>
          </p:nvGrpSpPr>
          <p:grpSpPr>
            <a:xfrm>
              <a:off x="9541549" y="3728436"/>
              <a:ext cx="1933624" cy="615553"/>
              <a:chOff x="8968870" y="2351247"/>
              <a:chExt cx="1933624" cy="615553"/>
            </a:xfrm>
          </p:grpSpPr>
          <p:sp>
            <p:nvSpPr>
              <p:cNvPr id="1174" name="Google Shape;1174;p1"/>
              <p:cNvSpPr/>
              <p:nvPr/>
            </p:nvSpPr>
            <p:spPr>
              <a:xfrm>
                <a:off x="8968870" y="2360037"/>
                <a:ext cx="597973" cy="597973"/>
              </a:xfrm>
              <a:prstGeom prst="ellipse">
                <a:avLst/>
              </a:prstGeom>
              <a:solidFill>
                <a:srgbClr val="E2E3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1"/>
              <p:cNvSpPr txBox="1"/>
              <p:nvPr/>
            </p:nvSpPr>
            <p:spPr>
              <a:xfrm>
                <a:off x="9809246" y="2351247"/>
                <a:ext cx="1093248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Broadcom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226-227-228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#E2E3E4</a:t>
                </a: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76" name="Google Shape;1176;p1"/>
          <p:cNvGrpSpPr/>
          <p:nvPr/>
        </p:nvGrpSpPr>
        <p:grpSpPr>
          <a:xfrm>
            <a:off x="3208264" y="991638"/>
            <a:ext cx="3269568" cy="4643808"/>
            <a:chOff x="3163464" y="991638"/>
            <a:chExt cx="3269568" cy="4643808"/>
          </a:xfrm>
        </p:grpSpPr>
        <p:grpSp>
          <p:nvGrpSpPr>
            <p:cNvPr id="1177" name="Google Shape;1177;p1"/>
            <p:cNvGrpSpPr/>
            <p:nvPr/>
          </p:nvGrpSpPr>
          <p:grpSpPr>
            <a:xfrm>
              <a:off x="3163464" y="2283093"/>
              <a:ext cx="1887137" cy="769441"/>
              <a:chOff x="579809" y="991638"/>
              <a:chExt cx="1887137" cy="769441"/>
            </a:xfrm>
          </p:grpSpPr>
          <p:sp>
            <p:nvSpPr>
              <p:cNvPr id="1178" name="Google Shape;117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"/>
              <p:cNvSpPr txBox="1"/>
              <p:nvPr/>
            </p:nvSpPr>
            <p:spPr>
              <a:xfrm>
                <a:off x="1420185" y="991638"/>
                <a:ext cx="1046761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Purple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7678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74-85-0-0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108-75-148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#6C4B94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0" name="Google Shape;1180;p1"/>
            <p:cNvGrpSpPr/>
            <p:nvPr/>
          </p:nvGrpSpPr>
          <p:grpSpPr>
            <a:xfrm>
              <a:off x="3163465" y="991638"/>
              <a:ext cx="1951258" cy="769441"/>
              <a:chOff x="579809" y="991638"/>
              <a:chExt cx="1951258" cy="769441"/>
            </a:xfrm>
          </p:grpSpPr>
          <p:sp>
            <p:nvSpPr>
              <p:cNvPr id="1181" name="Google Shape;118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Aqua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7474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96-9-32-29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0-123-140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#007B8C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3" name="Google Shape;1183;p1"/>
            <p:cNvGrpSpPr/>
            <p:nvPr/>
          </p:nvGrpSpPr>
          <p:grpSpPr>
            <a:xfrm>
              <a:off x="3163465" y="3574548"/>
              <a:ext cx="3269567" cy="769441"/>
              <a:chOff x="3163465" y="3574548"/>
              <a:chExt cx="3269567" cy="769441"/>
            </a:xfrm>
          </p:grpSpPr>
          <p:sp>
            <p:nvSpPr>
              <p:cNvPr id="1184" name="Google Shape;1184;p1"/>
              <p:cNvSpPr/>
              <p:nvPr/>
            </p:nvSpPr>
            <p:spPr>
              <a:xfrm>
                <a:off x="3163465" y="3660283"/>
                <a:ext cx="597973" cy="59797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1"/>
              <p:cNvSpPr txBox="1"/>
              <p:nvPr/>
            </p:nvSpPr>
            <p:spPr>
              <a:xfrm>
                <a:off x="4003840" y="3574548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Azure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313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100-0-11-2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0-152-199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#0098C7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0-125-163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#007DA3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1"/>
              <p:cNvSpPr/>
              <p:nvPr/>
            </p:nvSpPr>
            <p:spPr>
              <a:xfrm>
                <a:off x="3462450" y="3660282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7" name="Google Shape;1187;p1"/>
            <p:cNvGrpSpPr/>
            <p:nvPr/>
          </p:nvGrpSpPr>
          <p:grpSpPr>
            <a:xfrm>
              <a:off x="3163464" y="4866005"/>
              <a:ext cx="3269568" cy="769441"/>
              <a:chOff x="3163464" y="4866005"/>
              <a:chExt cx="3269568" cy="769441"/>
            </a:xfrm>
          </p:grpSpPr>
          <p:sp>
            <p:nvSpPr>
              <p:cNvPr id="1188" name="Google Shape;1188;p1"/>
              <p:cNvSpPr/>
              <p:nvPr/>
            </p:nvSpPr>
            <p:spPr>
              <a:xfrm>
                <a:off x="3163464" y="4951739"/>
                <a:ext cx="597973" cy="59797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1"/>
              <p:cNvSpPr/>
              <p:nvPr/>
            </p:nvSpPr>
            <p:spPr>
              <a:xfrm>
                <a:off x="3462450" y="4951738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0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"/>
              <p:cNvSpPr txBox="1"/>
              <p:nvPr/>
            </p:nvSpPr>
            <p:spPr>
              <a:xfrm>
                <a:off x="4003840" y="4866005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Green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369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67-12-100-1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97-166-14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#61A60E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35-128-10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#23800A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E57F-73E7-5BF2-F1A9-C2169DFA2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 Low Level Design Diagrams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E5FC1-9C51-6F7C-B7EF-F885661F5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4345E-C8F0-E7C2-0FD8-F54BEB458D6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1C5E4-478A-70BE-6FDA-57EB5B007A1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951583-BB3D-4020-FEEA-BA4EB1F36ADB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Constructs v1</a:t>
            </a:r>
            <a:endParaRPr/>
          </a:p>
        </p:txBody>
      </p:sp>
      <p:grpSp>
        <p:nvGrpSpPr>
          <p:cNvPr id="1202" name="Google Shape;1202;p53"/>
          <p:cNvGrpSpPr/>
          <p:nvPr/>
        </p:nvGrpSpPr>
        <p:grpSpPr>
          <a:xfrm>
            <a:off x="3433403" y="1355712"/>
            <a:ext cx="4309889" cy="4146575"/>
            <a:chOff x="719311" y="1423298"/>
            <a:chExt cx="4309889" cy="4146575"/>
          </a:xfrm>
        </p:grpSpPr>
        <p:sp>
          <p:nvSpPr>
            <p:cNvPr id="1203" name="Google Shape;1203;p53"/>
            <p:cNvSpPr/>
            <p:nvPr/>
          </p:nvSpPr>
          <p:spPr>
            <a:xfrm>
              <a:off x="719311" y="1423298"/>
              <a:ext cx="4309889" cy="414657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Private Cloud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830547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929477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1017063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1017063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1116722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1116722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1116720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929476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1020108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1015701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3"/>
            <p:cNvSpPr/>
            <p:nvPr/>
          </p:nvSpPr>
          <p:spPr>
            <a:xfrm>
              <a:off x="2952704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3"/>
            <p:cNvSpPr/>
            <p:nvPr/>
          </p:nvSpPr>
          <p:spPr>
            <a:xfrm>
              <a:off x="3051634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3"/>
            <p:cNvSpPr/>
            <p:nvPr/>
          </p:nvSpPr>
          <p:spPr>
            <a:xfrm>
              <a:off x="3139220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3"/>
            <p:cNvSpPr/>
            <p:nvPr/>
          </p:nvSpPr>
          <p:spPr>
            <a:xfrm>
              <a:off x="3139220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3"/>
            <p:cNvSpPr/>
            <p:nvPr/>
          </p:nvSpPr>
          <p:spPr>
            <a:xfrm>
              <a:off x="3238879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3"/>
            <p:cNvSpPr/>
            <p:nvPr/>
          </p:nvSpPr>
          <p:spPr>
            <a:xfrm>
              <a:off x="3238879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3"/>
            <p:cNvSpPr/>
            <p:nvPr/>
          </p:nvSpPr>
          <p:spPr>
            <a:xfrm>
              <a:off x="3238877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3"/>
            <p:cNvSpPr/>
            <p:nvPr/>
          </p:nvSpPr>
          <p:spPr>
            <a:xfrm>
              <a:off x="3051633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3"/>
            <p:cNvSpPr/>
            <p:nvPr/>
          </p:nvSpPr>
          <p:spPr>
            <a:xfrm>
              <a:off x="3142265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3"/>
            <p:cNvSpPr/>
            <p:nvPr/>
          </p:nvSpPr>
          <p:spPr>
            <a:xfrm>
              <a:off x="3137858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5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Constructs v1 (SVG Image)</a:t>
            </a:r>
            <a:endParaRPr/>
          </a:p>
        </p:txBody>
      </p:sp>
      <p:pic>
        <p:nvPicPr>
          <p:cNvPr id="1229" name="Google Shape;122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2593" y="1351788"/>
            <a:ext cx="4331208" cy="415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55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vSphere Cluster Models</a:t>
            </a:r>
            <a:endParaRPr/>
          </a:p>
        </p:txBody>
      </p:sp>
      <p:sp>
        <p:nvSpPr>
          <p:cNvPr id="1235" name="Google Shape;1235;p5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vSphere Cluster Models v1</a:t>
            </a:r>
            <a:endParaRPr/>
          </a:p>
        </p:txBody>
      </p:sp>
      <p:grpSp>
        <p:nvGrpSpPr>
          <p:cNvPr id="1241" name="Google Shape;1241;p3"/>
          <p:cNvGrpSpPr/>
          <p:nvPr/>
        </p:nvGrpSpPr>
        <p:grpSpPr>
          <a:xfrm>
            <a:off x="2291861" y="1295400"/>
            <a:ext cx="7110047" cy="4601308"/>
            <a:chOff x="2280138" y="1271954"/>
            <a:chExt cx="7110047" cy="4601308"/>
          </a:xfrm>
        </p:grpSpPr>
        <p:sp>
          <p:nvSpPr>
            <p:cNvPr id="1242" name="Google Shape;1242;p3"/>
            <p:cNvSpPr/>
            <p:nvPr/>
          </p:nvSpPr>
          <p:spPr>
            <a:xfrm>
              <a:off x="2280138" y="1271954"/>
              <a:ext cx="7110047" cy="460130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3"/>
            <p:cNvSpPr/>
            <p:nvPr/>
          </p:nvSpPr>
          <p:spPr>
            <a:xfrm flipH="1">
              <a:off x="2390522" y="1620755"/>
              <a:ext cx="6898939" cy="389439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D0E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"/>
            <p:cNvSpPr/>
            <p:nvPr/>
          </p:nvSpPr>
          <p:spPr>
            <a:xfrm flipH="1">
              <a:off x="7572194" y="1923366"/>
              <a:ext cx="1618594" cy="349160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52565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Availability Zone 2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"/>
            <p:cNvSpPr/>
            <p:nvPr/>
          </p:nvSpPr>
          <p:spPr>
            <a:xfrm flipH="1">
              <a:off x="2483754" y="1923366"/>
              <a:ext cx="4988120" cy="349160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52565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Availability Zone 1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"/>
            <p:cNvSpPr/>
            <p:nvPr/>
          </p:nvSpPr>
          <p:spPr>
            <a:xfrm flipH="1">
              <a:off x="2561159" y="2165260"/>
              <a:ext cx="1404760" cy="31542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"/>
            <p:cNvSpPr/>
            <p:nvPr/>
          </p:nvSpPr>
          <p:spPr>
            <a:xfrm flipH="1">
              <a:off x="2643011" y="2423297"/>
              <a:ext cx="1232688" cy="88157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F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Workload Domain 1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"/>
            <p:cNvSpPr txBox="1"/>
            <p:nvPr/>
          </p:nvSpPr>
          <p:spPr>
            <a:xfrm>
              <a:off x="2679455" y="1319863"/>
              <a:ext cx="1159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Single Rack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"/>
            <p:cNvSpPr txBox="1"/>
            <p:nvPr/>
          </p:nvSpPr>
          <p:spPr>
            <a:xfrm>
              <a:off x="4381850" y="1320831"/>
              <a:ext cx="1159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Multi-Rack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"/>
            <p:cNvSpPr txBox="1"/>
            <p:nvPr/>
          </p:nvSpPr>
          <p:spPr>
            <a:xfrm>
              <a:off x="6941291" y="1320831"/>
              <a:ext cx="1159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Stretched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"/>
            <p:cNvSpPr txBox="1"/>
            <p:nvPr/>
          </p:nvSpPr>
          <p:spPr>
            <a:xfrm>
              <a:off x="2577246" y="5612148"/>
              <a:ext cx="1372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Storage Cluster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"/>
            <p:cNvSpPr txBox="1"/>
            <p:nvPr/>
          </p:nvSpPr>
          <p:spPr>
            <a:xfrm>
              <a:off x="4248650" y="5612148"/>
              <a:ext cx="142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Compute Only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3"/>
            <p:cNvSpPr/>
            <p:nvPr/>
          </p:nvSpPr>
          <p:spPr>
            <a:xfrm>
              <a:off x="2725220" y="2683966"/>
              <a:ext cx="1068505" cy="22428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75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Single Rack Cluster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3"/>
            <p:cNvSpPr/>
            <p:nvPr/>
          </p:nvSpPr>
          <p:spPr>
            <a:xfrm>
              <a:off x="2725219" y="3000194"/>
              <a:ext cx="1068505" cy="22428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lang="en-US" sz="75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Single Rack Cluster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3"/>
            <p:cNvSpPr/>
            <p:nvPr/>
          </p:nvSpPr>
          <p:spPr>
            <a:xfrm flipH="1">
              <a:off x="5970090" y="2165260"/>
              <a:ext cx="1404760" cy="31542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"/>
            <p:cNvSpPr/>
            <p:nvPr/>
          </p:nvSpPr>
          <p:spPr>
            <a:xfrm flipH="1">
              <a:off x="4263592" y="2165260"/>
              <a:ext cx="1404760" cy="31542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"/>
            <p:cNvSpPr/>
            <p:nvPr/>
          </p:nvSpPr>
          <p:spPr>
            <a:xfrm flipH="1">
              <a:off x="7676588" y="2165260"/>
              <a:ext cx="1404760" cy="31542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3"/>
            <p:cNvSpPr/>
            <p:nvPr/>
          </p:nvSpPr>
          <p:spPr>
            <a:xfrm flipH="1">
              <a:off x="2643006" y="3396822"/>
              <a:ext cx="6350491" cy="117795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Workload Domain 2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"/>
            <p:cNvSpPr/>
            <p:nvPr/>
          </p:nvSpPr>
          <p:spPr>
            <a:xfrm>
              <a:off x="4431720" y="3628900"/>
              <a:ext cx="1068505" cy="22428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lang="en-US" sz="75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Single Rack Cluster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"/>
            <p:cNvSpPr/>
            <p:nvPr/>
          </p:nvSpPr>
          <p:spPr>
            <a:xfrm>
              <a:off x="2725220" y="3953650"/>
              <a:ext cx="4572620" cy="22428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Multi Rack Cluster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3"/>
            <p:cNvSpPr/>
            <p:nvPr/>
          </p:nvSpPr>
          <p:spPr>
            <a:xfrm>
              <a:off x="2725221" y="4259766"/>
              <a:ext cx="1068505" cy="22428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lang="en-US" sz="75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Single Rack Cluster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3"/>
            <p:cNvSpPr/>
            <p:nvPr/>
          </p:nvSpPr>
          <p:spPr>
            <a:xfrm>
              <a:off x="6048394" y="4257432"/>
              <a:ext cx="2861861" cy="22428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Stretched Cluster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3"/>
            <p:cNvSpPr/>
            <p:nvPr/>
          </p:nvSpPr>
          <p:spPr>
            <a:xfrm flipH="1">
              <a:off x="2643007" y="4659823"/>
              <a:ext cx="2942624" cy="57464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F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Workload Domain 3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3"/>
            <p:cNvSpPr/>
            <p:nvPr/>
          </p:nvSpPr>
          <p:spPr>
            <a:xfrm>
              <a:off x="2739282" y="4896576"/>
              <a:ext cx="1068505" cy="22428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Storage Cluster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3"/>
            <p:cNvSpPr/>
            <p:nvPr/>
          </p:nvSpPr>
          <p:spPr>
            <a:xfrm>
              <a:off x="4427498" y="4898404"/>
              <a:ext cx="1068505" cy="22428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Compute Cluster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5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vSphere Cluster Models v1(SVG Image)</a:t>
            </a:r>
            <a:endParaRPr/>
          </a:p>
        </p:txBody>
      </p:sp>
      <p:pic>
        <p:nvPicPr>
          <p:cNvPr id="1271" name="Google Shape;1271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4677" y="1206229"/>
            <a:ext cx="7100824" cy="4673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7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Models</a:t>
            </a:r>
            <a:endParaRPr/>
          </a:p>
        </p:txBody>
      </p:sp>
      <p:sp>
        <p:nvSpPr>
          <p:cNvPr id="1277" name="Google Shape;1277;p5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Models v1</a:t>
            </a:r>
            <a:endParaRPr/>
          </a:p>
        </p:txBody>
      </p:sp>
      <p:sp>
        <p:nvSpPr>
          <p:cNvPr id="1283" name="Google Shape;1283;p58"/>
          <p:cNvSpPr/>
          <p:nvPr/>
        </p:nvSpPr>
        <p:spPr>
          <a:xfrm>
            <a:off x="6495580" y="1666053"/>
            <a:ext cx="1752600" cy="209272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58"/>
          <p:cNvSpPr/>
          <p:nvPr/>
        </p:nvSpPr>
        <p:spPr>
          <a:xfrm>
            <a:off x="6781293" y="2351716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58"/>
          <p:cNvSpPr/>
          <p:nvPr/>
        </p:nvSpPr>
        <p:spPr>
          <a:xfrm>
            <a:off x="6781293" y="2791868"/>
            <a:ext cx="1181174" cy="359197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58"/>
          <p:cNvSpPr/>
          <p:nvPr/>
        </p:nvSpPr>
        <p:spPr>
          <a:xfrm>
            <a:off x="6781293" y="3231674"/>
            <a:ext cx="1181174" cy="360330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58"/>
          <p:cNvSpPr/>
          <p:nvPr/>
        </p:nvSpPr>
        <p:spPr>
          <a:xfrm>
            <a:off x="6781292" y="190276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58"/>
          <p:cNvSpPr/>
          <p:nvPr/>
        </p:nvSpPr>
        <p:spPr>
          <a:xfrm>
            <a:off x="8787236" y="2379405"/>
            <a:ext cx="1752600" cy="281254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8"/>
          <p:cNvSpPr/>
          <p:nvPr/>
        </p:nvSpPr>
        <p:spPr>
          <a:xfrm>
            <a:off x="9000603" y="2936411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8"/>
          <p:cNvSpPr/>
          <p:nvPr/>
        </p:nvSpPr>
        <p:spPr>
          <a:xfrm>
            <a:off x="8895697" y="2645000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58"/>
          <p:cNvSpPr/>
          <p:nvPr/>
        </p:nvSpPr>
        <p:spPr>
          <a:xfrm>
            <a:off x="6337190" y="1293805"/>
            <a:ext cx="4412918" cy="412157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2" name="Google Shape;1292;p58"/>
          <p:cNvGrpSpPr/>
          <p:nvPr/>
        </p:nvGrpSpPr>
        <p:grpSpPr>
          <a:xfrm>
            <a:off x="6495580" y="4369940"/>
            <a:ext cx="1752600" cy="822007"/>
            <a:chOff x="8833581" y="1666053"/>
            <a:chExt cx="1752600" cy="822007"/>
          </a:xfrm>
        </p:grpSpPr>
        <p:sp>
          <p:nvSpPr>
            <p:cNvPr id="1293" name="Google Shape;1293;p58"/>
            <p:cNvSpPr/>
            <p:nvPr/>
          </p:nvSpPr>
          <p:spPr>
            <a:xfrm>
              <a:off x="9119294" y="1934274"/>
              <a:ext cx="1181174" cy="35702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8"/>
            <p:cNvSpPr/>
            <p:nvPr/>
          </p:nvSpPr>
          <p:spPr>
            <a:xfrm>
              <a:off x="8833581" y="1666053"/>
              <a:ext cx="1752600" cy="822007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58"/>
          <p:cNvSpPr/>
          <p:nvPr/>
        </p:nvSpPr>
        <p:spPr>
          <a:xfrm>
            <a:off x="8995856" y="320144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9000603" y="3480450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58"/>
          <p:cNvSpPr/>
          <p:nvPr/>
        </p:nvSpPr>
        <p:spPr>
          <a:xfrm>
            <a:off x="9000603" y="416936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58"/>
          <p:cNvSpPr/>
          <p:nvPr/>
        </p:nvSpPr>
        <p:spPr>
          <a:xfrm>
            <a:off x="8895697" y="3877957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58"/>
          <p:cNvSpPr/>
          <p:nvPr/>
        </p:nvSpPr>
        <p:spPr>
          <a:xfrm>
            <a:off x="8995856" y="443440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58"/>
          <p:cNvSpPr/>
          <p:nvPr/>
        </p:nvSpPr>
        <p:spPr>
          <a:xfrm>
            <a:off x="9000603" y="4713407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58"/>
          <p:cNvSpPr/>
          <p:nvPr/>
        </p:nvSpPr>
        <p:spPr>
          <a:xfrm>
            <a:off x="1438718" y="1666053"/>
            <a:ext cx="1752600" cy="1214799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8"/>
          <p:cNvSpPr/>
          <p:nvPr/>
        </p:nvSpPr>
        <p:spPr>
          <a:xfrm>
            <a:off x="1724431" y="2351716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58"/>
          <p:cNvSpPr/>
          <p:nvPr/>
        </p:nvSpPr>
        <p:spPr>
          <a:xfrm>
            <a:off x="1724430" y="190276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58"/>
          <p:cNvSpPr/>
          <p:nvPr/>
        </p:nvSpPr>
        <p:spPr>
          <a:xfrm>
            <a:off x="3708289" y="1666057"/>
            <a:ext cx="1752600" cy="281254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58"/>
          <p:cNvSpPr/>
          <p:nvPr/>
        </p:nvSpPr>
        <p:spPr>
          <a:xfrm>
            <a:off x="3921656" y="222306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8"/>
          <p:cNvSpPr/>
          <p:nvPr/>
        </p:nvSpPr>
        <p:spPr>
          <a:xfrm>
            <a:off x="3816750" y="1931652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58"/>
          <p:cNvSpPr/>
          <p:nvPr/>
        </p:nvSpPr>
        <p:spPr>
          <a:xfrm>
            <a:off x="1280328" y="1293805"/>
            <a:ext cx="4412918" cy="412157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8" name="Google Shape;1308;p58"/>
          <p:cNvGrpSpPr/>
          <p:nvPr/>
        </p:nvGrpSpPr>
        <p:grpSpPr>
          <a:xfrm>
            <a:off x="1438718" y="3639214"/>
            <a:ext cx="1752600" cy="822007"/>
            <a:chOff x="3761797" y="1666034"/>
            <a:chExt cx="1752600" cy="822007"/>
          </a:xfrm>
        </p:grpSpPr>
        <p:sp>
          <p:nvSpPr>
            <p:cNvPr id="1309" name="Google Shape;1309;p58"/>
            <p:cNvSpPr/>
            <p:nvPr/>
          </p:nvSpPr>
          <p:spPr>
            <a:xfrm>
              <a:off x="4062432" y="1934274"/>
              <a:ext cx="1181174" cy="35702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8"/>
            <p:cNvSpPr/>
            <p:nvPr/>
          </p:nvSpPr>
          <p:spPr>
            <a:xfrm>
              <a:off x="3761797" y="1666034"/>
              <a:ext cx="1752600" cy="822007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1" name="Google Shape;1311;p58"/>
          <p:cNvSpPr/>
          <p:nvPr/>
        </p:nvSpPr>
        <p:spPr>
          <a:xfrm>
            <a:off x="3916909" y="248809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8"/>
          <p:cNvSpPr/>
          <p:nvPr/>
        </p:nvSpPr>
        <p:spPr>
          <a:xfrm>
            <a:off x="3921656" y="2767102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8"/>
          <p:cNvSpPr/>
          <p:nvPr/>
        </p:nvSpPr>
        <p:spPr>
          <a:xfrm>
            <a:off x="3921656" y="345602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8"/>
          <p:cNvSpPr/>
          <p:nvPr/>
        </p:nvSpPr>
        <p:spPr>
          <a:xfrm>
            <a:off x="3816750" y="3164609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8"/>
          <p:cNvSpPr/>
          <p:nvPr/>
        </p:nvSpPr>
        <p:spPr>
          <a:xfrm>
            <a:off x="3916909" y="372105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8"/>
          <p:cNvSpPr/>
          <p:nvPr/>
        </p:nvSpPr>
        <p:spPr>
          <a:xfrm>
            <a:off x="3921656" y="4000059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7" name="Google Shape;1317;p58"/>
          <p:cNvCxnSpPr>
            <a:stCxn id="1310" idx="0"/>
            <a:endCxn id="1301" idx="2"/>
          </p:cNvCxnSpPr>
          <p:nvPr/>
        </p:nvCxnSpPr>
        <p:spPr>
          <a:xfrm rot="10800000">
            <a:off x="2315018" y="2880814"/>
            <a:ext cx="0" cy="75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8" name="Google Shape;1318;p58"/>
          <p:cNvCxnSpPr>
            <a:stCxn id="1310" idx="3"/>
          </p:cNvCxnSpPr>
          <p:nvPr/>
        </p:nvCxnSpPr>
        <p:spPr>
          <a:xfrm>
            <a:off x="3191318" y="4050218"/>
            <a:ext cx="511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9" name="Google Shape;1319;p58"/>
          <p:cNvCxnSpPr/>
          <p:nvPr/>
        </p:nvCxnSpPr>
        <p:spPr>
          <a:xfrm rot="10800000" flipH="1">
            <a:off x="7371879" y="3771869"/>
            <a:ext cx="1" cy="57516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0" name="Google Shape;1320;p58"/>
          <p:cNvCxnSpPr/>
          <p:nvPr/>
        </p:nvCxnSpPr>
        <p:spPr>
          <a:xfrm rot="10800000" flipH="1">
            <a:off x="8262148" y="4759417"/>
            <a:ext cx="511119" cy="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5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Models v1 (SVG Image)</a:t>
            </a:r>
            <a:endParaRPr/>
          </a:p>
        </p:txBody>
      </p:sp>
      <p:pic>
        <p:nvPicPr>
          <p:cNvPr id="1326" name="Google Shape;132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814" y="1364678"/>
            <a:ext cx="9468993" cy="412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0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for Logs Models</a:t>
            </a:r>
            <a:endParaRPr/>
          </a:p>
        </p:txBody>
      </p:sp>
      <p:sp>
        <p:nvSpPr>
          <p:cNvPr id="1332" name="Google Shape;1332;p6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for Logs Models v1</a:t>
            </a:r>
            <a:endParaRPr/>
          </a:p>
        </p:txBody>
      </p:sp>
      <p:sp>
        <p:nvSpPr>
          <p:cNvPr id="1338" name="Google Shape;1338;p61"/>
          <p:cNvSpPr/>
          <p:nvPr/>
        </p:nvSpPr>
        <p:spPr>
          <a:xfrm>
            <a:off x="6328801" y="1058912"/>
            <a:ext cx="4412918" cy="505938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61"/>
          <p:cNvSpPr/>
          <p:nvPr/>
        </p:nvSpPr>
        <p:spPr>
          <a:xfrm>
            <a:off x="1430328" y="1431161"/>
            <a:ext cx="4022173" cy="77600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61"/>
          <p:cNvSpPr/>
          <p:nvPr/>
        </p:nvSpPr>
        <p:spPr>
          <a:xfrm>
            <a:off x="1562124" y="172205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61"/>
          <p:cNvSpPr/>
          <p:nvPr/>
        </p:nvSpPr>
        <p:spPr>
          <a:xfrm>
            <a:off x="2852095" y="1721579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61"/>
          <p:cNvSpPr/>
          <p:nvPr/>
        </p:nvSpPr>
        <p:spPr>
          <a:xfrm>
            <a:off x="1271939" y="1058912"/>
            <a:ext cx="4412918" cy="505938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61"/>
          <p:cNvSpPr/>
          <p:nvPr/>
        </p:nvSpPr>
        <p:spPr>
          <a:xfrm>
            <a:off x="4142067" y="1721579"/>
            <a:ext cx="1181174" cy="35702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61"/>
          <p:cNvSpPr/>
          <p:nvPr/>
        </p:nvSpPr>
        <p:spPr>
          <a:xfrm>
            <a:off x="2429072" y="2608203"/>
            <a:ext cx="2011709" cy="137573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5" name="Google Shape;1345;p61"/>
          <p:cNvCxnSpPr>
            <a:stCxn id="1344" idx="0"/>
            <a:endCxn id="1339" idx="2"/>
          </p:cNvCxnSpPr>
          <p:nvPr/>
        </p:nvCxnSpPr>
        <p:spPr>
          <a:xfrm rot="10800000" flipH="1">
            <a:off x="3434927" y="2207103"/>
            <a:ext cx="66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6" name="Google Shape;1346;p61"/>
          <p:cNvCxnSpPr>
            <a:stCxn id="1347" idx="0"/>
            <a:endCxn id="1344" idx="2"/>
          </p:cNvCxnSpPr>
          <p:nvPr/>
        </p:nvCxnSpPr>
        <p:spPr>
          <a:xfrm rot="10800000" flipH="1">
            <a:off x="3430088" y="3983946"/>
            <a:ext cx="4800" cy="39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8" name="Google Shape;1348;p61"/>
          <p:cNvSpPr/>
          <p:nvPr/>
        </p:nvSpPr>
        <p:spPr>
          <a:xfrm>
            <a:off x="2865744" y="3550629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61"/>
          <p:cNvSpPr/>
          <p:nvPr/>
        </p:nvSpPr>
        <p:spPr>
          <a:xfrm>
            <a:off x="2865743" y="2870512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61"/>
          <p:cNvSpPr/>
          <p:nvPr/>
        </p:nvSpPr>
        <p:spPr>
          <a:xfrm>
            <a:off x="1703649" y="4377846"/>
            <a:ext cx="3452878" cy="15656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61"/>
          <p:cNvSpPr/>
          <p:nvPr/>
        </p:nvSpPr>
        <p:spPr>
          <a:xfrm>
            <a:off x="1812109" y="4665542"/>
            <a:ext cx="1529825" cy="115664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61"/>
          <p:cNvSpPr/>
          <p:nvPr/>
        </p:nvSpPr>
        <p:spPr>
          <a:xfrm>
            <a:off x="1904430" y="496675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61"/>
          <p:cNvSpPr/>
          <p:nvPr/>
        </p:nvSpPr>
        <p:spPr>
          <a:xfrm>
            <a:off x="1899683" y="523178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1"/>
          <p:cNvSpPr/>
          <p:nvPr/>
        </p:nvSpPr>
        <p:spPr>
          <a:xfrm>
            <a:off x="3491402" y="4666633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61"/>
          <p:cNvSpPr/>
          <p:nvPr/>
        </p:nvSpPr>
        <p:spPr>
          <a:xfrm>
            <a:off x="3583723" y="496784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61"/>
          <p:cNvSpPr/>
          <p:nvPr/>
        </p:nvSpPr>
        <p:spPr>
          <a:xfrm>
            <a:off x="3578976" y="5232876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1"/>
          <p:cNvSpPr/>
          <p:nvPr/>
        </p:nvSpPr>
        <p:spPr>
          <a:xfrm>
            <a:off x="1899683" y="549681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7" name="Google Shape;1357;p61"/>
          <p:cNvCxnSpPr>
            <a:stCxn id="1349" idx="2"/>
            <a:endCxn id="1348" idx="0"/>
          </p:cNvCxnSpPr>
          <p:nvPr/>
        </p:nvCxnSpPr>
        <p:spPr>
          <a:xfrm>
            <a:off x="3456331" y="3230530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8" name="Google Shape;1358;p61"/>
          <p:cNvSpPr/>
          <p:nvPr/>
        </p:nvSpPr>
        <p:spPr>
          <a:xfrm>
            <a:off x="6546500" y="1431161"/>
            <a:ext cx="4022173" cy="77600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1"/>
          <p:cNvSpPr/>
          <p:nvPr/>
        </p:nvSpPr>
        <p:spPr>
          <a:xfrm>
            <a:off x="6678296" y="172205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1"/>
          <p:cNvSpPr/>
          <p:nvPr/>
        </p:nvSpPr>
        <p:spPr>
          <a:xfrm>
            <a:off x="7968267" y="1721579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1"/>
          <p:cNvSpPr/>
          <p:nvPr/>
        </p:nvSpPr>
        <p:spPr>
          <a:xfrm>
            <a:off x="9258239" y="1721579"/>
            <a:ext cx="1181174" cy="35702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1"/>
          <p:cNvSpPr/>
          <p:nvPr/>
        </p:nvSpPr>
        <p:spPr>
          <a:xfrm>
            <a:off x="6546500" y="2608203"/>
            <a:ext cx="4022173" cy="137573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3" name="Google Shape;1363;p61"/>
          <p:cNvCxnSpPr>
            <a:stCxn id="1362" idx="0"/>
            <a:endCxn id="1358" idx="2"/>
          </p:cNvCxnSpPr>
          <p:nvPr/>
        </p:nvCxnSpPr>
        <p:spPr>
          <a:xfrm rot="10800000">
            <a:off x="8557587" y="2207103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4" name="Google Shape;1364;p61"/>
          <p:cNvCxnSpPr>
            <a:stCxn id="1365" idx="0"/>
            <a:endCxn id="1362" idx="2"/>
          </p:cNvCxnSpPr>
          <p:nvPr/>
        </p:nvCxnSpPr>
        <p:spPr>
          <a:xfrm rot="10800000" flipH="1">
            <a:off x="8555175" y="3983982"/>
            <a:ext cx="2400" cy="387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66" name="Google Shape;1366;p61"/>
          <p:cNvSpPr/>
          <p:nvPr/>
        </p:nvSpPr>
        <p:spPr>
          <a:xfrm>
            <a:off x="7981916" y="3550629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1"/>
          <p:cNvSpPr/>
          <p:nvPr/>
        </p:nvSpPr>
        <p:spPr>
          <a:xfrm>
            <a:off x="7981915" y="2870512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1"/>
          <p:cNvSpPr/>
          <p:nvPr/>
        </p:nvSpPr>
        <p:spPr>
          <a:xfrm>
            <a:off x="6828736" y="4371582"/>
            <a:ext cx="3452878" cy="15656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1"/>
          <p:cNvSpPr/>
          <p:nvPr/>
        </p:nvSpPr>
        <p:spPr>
          <a:xfrm>
            <a:off x="6937196" y="4659278"/>
            <a:ext cx="1529825" cy="115664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1"/>
          <p:cNvSpPr/>
          <p:nvPr/>
        </p:nvSpPr>
        <p:spPr>
          <a:xfrm>
            <a:off x="7029517" y="4960486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1"/>
          <p:cNvSpPr/>
          <p:nvPr/>
        </p:nvSpPr>
        <p:spPr>
          <a:xfrm>
            <a:off x="7024770" y="522552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1"/>
          <p:cNvSpPr/>
          <p:nvPr/>
        </p:nvSpPr>
        <p:spPr>
          <a:xfrm>
            <a:off x="8616489" y="4660369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1"/>
          <p:cNvSpPr/>
          <p:nvPr/>
        </p:nvSpPr>
        <p:spPr>
          <a:xfrm>
            <a:off x="8708810" y="496157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1"/>
          <p:cNvSpPr/>
          <p:nvPr/>
        </p:nvSpPr>
        <p:spPr>
          <a:xfrm>
            <a:off x="8704063" y="522661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1"/>
          <p:cNvSpPr/>
          <p:nvPr/>
        </p:nvSpPr>
        <p:spPr>
          <a:xfrm>
            <a:off x="7024770" y="549055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5" name="Google Shape;1375;p61"/>
          <p:cNvCxnSpPr>
            <a:stCxn id="1367" idx="2"/>
            <a:endCxn id="1366" idx="0"/>
          </p:cNvCxnSpPr>
          <p:nvPr/>
        </p:nvCxnSpPr>
        <p:spPr>
          <a:xfrm>
            <a:off x="8572503" y="3230530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76" name="Google Shape;1376;p61"/>
          <p:cNvSpPr/>
          <p:nvPr/>
        </p:nvSpPr>
        <p:spPr>
          <a:xfrm>
            <a:off x="6678296" y="3550629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1"/>
          <p:cNvSpPr/>
          <p:nvPr/>
        </p:nvSpPr>
        <p:spPr>
          <a:xfrm>
            <a:off x="9258239" y="3550629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8" name="Google Shape;1378;p61"/>
          <p:cNvCxnSpPr>
            <a:stCxn id="1367" idx="2"/>
            <a:endCxn id="1376" idx="0"/>
          </p:cNvCxnSpPr>
          <p:nvPr/>
        </p:nvCxnSpPr>
        <p:spPr>
          <a:xfrm rot="5400000">
            <a:off x="7760703" y="2738830"/>
            <a:ext cx="320100" cy="13035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79" name="Google Shape;1379;p61"/>
          <p:cNvCxnSpPr>
            <a:stCxn id="1367" idx="2"/>
            <a:endCxn id="1377" idx="0"/>
          </p:cNvCxnSpPr>
          <p:nvPr/>
        </p:nvCxnSpPr>
        <p:spPr>
          <a:xfrm rot="-5400000" flipH="1">
            <a:off x="9050553" y="2752480"/>
            <a:ext cx="320100" cy="12762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for Logs v1 (SVG Image)</a:t>
            </a:r>
            <a:endParaRPr/>
          </a:p>
        </p:txBody>
      </p:sp>
      <p:pic>
        <p:nvPicPr>
          <p:cNvPr id="1385" name="Google Shape;1385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1401" y="1031475"/>
            <a:ext cx="9468993" cy="507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63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for Networks Models</a:t>
            </a:r>
            <a:endParaRPr/>
          </a:p>
        </p:txBody>
      </p:sp>
      <p:sp>
        <p:nvSpPr>
          <p:cNvPr id="1391" name="Google Shape;1391;p6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6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for Networks Models v1</a:t>
            </a:r>
            <a:endParaRPr/>
          </a:p>
        </p:txBody>
      </p:sp>
      <p:sp>
        <p:nvSpPr>
          <p:cNvPr id="1397" name="Google Shape;1397;p64"/>
          <p:cNvSpPr/>
          <p:nvPr/>
        </p:nvSpPr>
        <p:spPr>
          <a:xfrm>
            <a:off x="6305153" y="885491"/>
            <a:ext cx="4412918" cy="527498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4"/>
          <p:cNvSpPr/>
          <p:nvPr/>
        </p:nvSpPr>
        <p:spPr>
          <a:xfrm>
            <a:off x="1406680" y="1257740"/>
            <a:ext cx="4022173" cy="77600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4"/>
          <p:cNvSpPr/>
          <p:nvPr/>
        </p:nvSpPr>
        <p:spPr>
          <a:xfrm>
            <a:off x="1538476" y="1548633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4"/>
          <p:cNvSpPr/>
          <p:nvPr/>
        </p:nvSpPr>
        <p:spPr>
          <a:xfrm>
            <a:off x="2828447" y="1548158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64"/>
          <p:cNvSpPr/>
          <p:nvPr/>
        </p:nvSpPr>
        <p:spPr>
          <a:xfrm>
            <a:off x="1248291" y="885491"/>
            <a:ext cx="4412918" cy="527498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64"/>
          <p:cNvSpPr/>
          <p:nvPr/>
        </p:nvSpPr>
        <p:spPr>
          <a:xfrm>
            <a:off x="4118419" y="1548158"/>
            <a:ext cx="1181174" cy="35702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64"/>
          <p:cNvSpPr/>
          <p:nvPr/>
        </p:nvSpPr>
        <p:spPr>
          <a:xfrm>
            <a:off x="1953836" y="2434783"/>
            <a:ext cx="2930998" cy="87841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4" name="Google Shape;1404;p64"/>
          <p:cNvCxnSpPr>
            <a:stCxn id="1403" idx="0"/>
            <a:endCxn id="1398" idx="2"/>
          </p:cNvCxnSpPr>
          <p:nvPr/>
        </p:nvCxnSpPr>
        <p:spPr>
          <a:xfrm rot="10800000">
            <a:off x="3417835" y="2033683"/>
            <a:ext cx="15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5" name="Google Shape;1405;p64"/>
          <p:cNvCxnSpPr>
            <a:stCxn id="1406" idx="0"/>
            <a:endCxn id="1403" idx="2"/>
          </p:cNvCxnSpPr>
          <p:nvPr/>
        </p:nvCxnSpPr>
        <p:spPr>
          <a:xfrm rot="10800000" flipH="1">
            <a:off x="3413096" y="3313122"/>
            <a:ext cx="6300" cy="39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07" name="Google Shape;1407;p64"/>
          <p:cNvSpPr/>
          <p:nvPr/>
        </p:nvSpPr>
        <p:spPr>
          <a:xfrm>
            <a:off x="3545328" y="280376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4"/>
          <p:cNvSpPr/>
          <p:nvPr/>
        </p:nvSpPr>
        <p:spPr>
          <a:xfrm>
            <a:off x="2109912" y="2803289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Node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4"/>
          <p:cNvSpPr/>
          <p:nvPr/>
        </p:nvSpPr>
        <p:spPr>
          <a:xfrm>
            <a:off x="1686657" y="3711822"/>
            <a:ext cx="3452878" cy="15656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4"/>
          <p:cNvSpPr/>
          <p:nvPr/>
        </p:nvSpPr>
        <p:spPr>
          <a:xfrm>
            <a:off x="1795117" y="3999518"/>
            <a:ext cx="1529825" cy="115664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4"/>
          <p:cNvSpPr/>
          <p:nvPr/>
        </p:nvSpPr>
        <p:spPr>
          <a:xfrm>
            <a:off x="1887438" y="4300726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4"/>
          <p:cNvSpPr/>
          <p:nvPr/>
        </p:nvSpPr>
        <p:spPr>
          <a:xfrm>
            <a:off x="1882691" y="456576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64"/>
          <p:cNvSpPr/>
          <p:nvPr/>
        </p:nvSpPr>
        <p:spPr>
          <a:xfrm>
            <a:off x="3474410" y="4000609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4"/>
          <p:cNvSpPr/>
          <p:nvPr/>
        </p:nvSpPr>
        <p:spPr>
          <a:xfrm>
            <a:off x="3566731" y="430181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4"/>
          <p:cNvSpPr/>
          <p:nvPr/>
        </p:nvSpPr>
        <p:spPr>
          <a:xfrm>
            <a:off x="3561984" y="456685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64"/>
          <p:cNvSpPr/>
          <p:nvPr/>
        </p:nvSpPr>
        <p:spPr>
          <a:xfrm>
            <a:off x="1882691" y="483079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6" name="Google Shape;1416;p64"/>
          <p:cNvCxnSpPr>
            <a:stCxn id="1408" idx="3"/>
            <a:endCxn id="1407" idx="1"/>
          </p:cNvCxnSpPr>
          <p:nvPr/>
        </p:nvCxnSpPr>
        <p:spPr>
          <a:xfrm>
            <a:off x="3291087" y="2983298"/>
            <a:ext cx="254100" cy="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17" name="Google Shape;1417;p64"/>
          <p:cNvSpPr/>
          <p:nvPr/>
        </p:nvSpPr>
        <p:spPr>
          <a:xfrm>
            <a:off x="6522852" y="1257740"/>
            <a:ext cx="4022173" cy="77600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4"/>
          <p:cNvSpPr/>
          <p:nvPr/>
        </p:nvSpPr>
        <p:spPr>
          <a:xfrm>
            <a:off x="6654648" y="1548633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64"/>
          <p:cNvSpPr/>
          <p:nvPr/>
        </p:nvSpPr>
        <p:spPr>
          <a:xfrm>
            <a:off x="7944619" y="1548158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64"/>
          <p:cNvSpPr/>
          <p:nvPr/>
        </p:nvSpPr>
        <p:spPr>
          <a:xfrm>
            <a:off x="9234591" y="1548158"/>
            <a:ext cx="1181174" cy="35702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64"/>
          <p:cNvSpPr/>
          <p:nvPr/>
        </p:nvSpPr>
        <p:spPr>
          <a:xfrm>
            <a:off x="6522852" y="2434782"/>
            <a:ext cx="4022173" cy="1656777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2" name="Google Shape;1422;p64"/>
          <p:cNvCxnSpPr>
            <a:stCxn id="1421" idx="0"/>
            <a:endCxn id="1417" idx="2"/>
          </p:cNvCxnSpPr>
          <p:nvPr/>
        </p:nvCxnSpPr>
        <p:spPr>
          <a:xfrm rot="10800000">
            <a:off x="8533939" y="2033682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3" name="Google Shape;1423;p64"/>
          <p:cNvCxnSpPr>
            <a:stCxn id="1424" idx="0"/>
            <a:endCxn id="1421" idx="2"/>
          </p:cNvCxnSpPr>
          <p:nvPr/>
        </p:nvCxnSpPr>
        <p:spPr>
          <a:xfrm rot="10800000" flipH="1">
            <a:off x="8531527" y="4091685"/>
            <a:ext cx="2400" cy="374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25" name="Google Shape;1425;p64"/>
          <p:cNvSpPr/>
          <p:nvPr/>
        </p:nvSpPr>
        <p:spPr>
          <a:xfrm>
            <a:off x="7955739" y="290161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64"/>
          <p:cNvSpPr/>
          <p:nvPr/>
        </p:nvSpPr>
        <p:spPr>
          <a:xfrm>
            <a:off x="6805088" y="4465785"/>
            <a:ext cx="3452878" cy="15656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64"/>
          <p:cNvSpPr/>
          <p:nvPr/>
        </p:nvSpPr>
        <p:spPr>
          <a:xfrm>
            <a:off x="6913548" y="4753481"/>
            <a:ext cx="1529825" cy="115664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64"/>
          <p:cNvSpPr/>
          <p:nvPr/>
        </p:nvSpPr>
        <p:spPr>
          <a:xfrm>
            <a:off x="7005869" y="505468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64"/>
          <p:cNvSpPr/>
          <p:nvPr/>
        </p:nvSpPr>
        <p:spPr>
          <a:xfrm>
            <a:off x="7001122" y="531972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64"/>
          <p:cNvSpPr/>
          <p:nvPr/>
        </p:nvSpPr>
        <p:spPr>
          <a:xfrm>
            <a:off x="8592841" y="4754572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4"/>
          <p:cNvSpPr/>
          <p:nvPr/>
        </p:nvSpPr>
        <p:spPr>
          <a:xfrm>
            <a:off x="8685162" y="5055781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4"/>
          <p:cNvSpPr/>
          <p:nvPr/>
        </p:nvSpPr>
        <p:spPr>
          <a:xfrm>
            <a:off x="8680415" y="532081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64"/>
          <p:cNvSpPr/>
          <p:nvPr/>
        </p:nvSpPr>
        <p:spPr>
          <a:xfrm>
            <a:off x="7001122" y="558475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4"/>
          <p:cNvSpPr/>
          <p:nvPr/>
        </p:nvSpPr>
        <p:spPr>
          <a:xfrm>
            <a:off x="6652119" y="290161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4"/>
          <p:cNvSpPr/>
          <p:nvPr/>
        </p:nvSpPr>
        <p:spPr>
          <a:xfrm>
            <a:off x="9232062" y="290161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4"/>
          <p:cNvSpPr/>
          <p:nvPr/>
        </p:nvSpPr>
        <p:spPr>
          <a:xfrm>
            <a:off x="6598795" y="2684716"/>
            <a:ext cx="3856077" cy="713084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4"/>
          <p:cNvSpPr/>
          <p:nvPr/>
        </p:nvSpPr>
        <p:spPr>
          <a:xfrm>
            <a:off x="7936246" y="3631177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7" name="Google Shape;1437;p64"/>
          <p:cNvCxnSpPr>
            <a:stCxn id="1436" idx="0"/>
            <a:endCxn id="1435" idx="2"/>
          </p:cNvCxnSpPr>
          <p:nvPr/>
        </p:nvCxnSpPr>
        <p:spPr>
          <a:xfrm rot="10800000">
            <a:off x="8526833" y="3397777"/>
            <a:ext cx="0" cy="2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6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for Networks v1 (SVG Image)</a:t>
            </a:r>
            <a:endParaRPr/>
          </a:p>
        </p:txBody>
      </p:sp>
      <p:pic>
        <p:nvPicPr>
          <p:cNvPr id="1443" name="Google Shape;144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7278" y="963905"/>
            <a:ext cx="9468993" cy="5277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6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VCF Automation Models</a:t>
            </a:r>
            <a:endParaRPr/>
          </a:p>
        </p:txBody>
      </p:sp>
      <p:sp>
        <p:nvSpPr>
          <p:cNvPr id="1449" name="Google Shape;1449;p6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Automation Models v1</a:t>
            </a:r>
            <a:endParaRPr/>
          </a:p>
        </p:txBody>
      </p:sp>
      <p:sp>
        <p:nvSpPr>
          <p:cNvPr id="1455" name="Google Shape;1455;p6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56" name="Google Shape;1456;p67"/>
          <p:cNvSpPr/>
          <p:nvPr/>
        </p:nvSpPr>
        <p:spPr>
          <a:xfrm>
            <a:off x="6252802" y="2216469"/>
            <a:ext cx="4086603" cy="1458741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67"/>
          <p:cNvSpPr/>
          <p:nvPr/>
        </p:nvSpPr>
        <p:spPr>
          <a:xfrm>
            <a:off x="7724220" y="3140540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2)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67"/>
          <p:cNvSpPr/>
          <p:nvPr/>
        </p:nvSpPr>
        <p:spPr>
          <a:xfrm>
            <a:off x="9025333" y="3136782"/>
            <a:ext cx="1181174" cy="359197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3)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67"/>
          <p:cNvSpPr/>
          <p:nvPr/>
        </p:nvSpPr>
        <p:spPr>
          <a:xfrm>
            <a:off x="6423106" y="314054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67"/>
          <p:cNvSpPr/>
          <p:nvPr/>
        </p:nvSpPr>
        <p:spPr>
          <a:xfrm>
            <a:off x="6094412" y="1844221"/>
            <a:ext cx="4436829" cy="38019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7"/>
          <p:cNvSpPr/>
          <p:nvPr/>
        </p:nvSpPr>
        <p:spPr>
          <a:xfrm>
            <a:off x="2421060" y="2190198"/>
            <a:ext cx="1752600" cy="148501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67"/>
          <p:cNvSpPr/>
          <p:nvPr/>
        </p:nvSpPr>
        <p:spPr>
          <a:xfrm>
            <a:off x="2682467" y="314054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7"/>
          <p:cNvSpPr/>
          <p:nvPr/>
        </p:nvSpPr>
        <p:spPr>
          <a:xfrm>
            <a:off x="6588368" y="4104699"/>
            <a:ext cx="3452878" cy="135606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67"/>
          <p:cNvSpPr/>
          <p:nvPr/>
        </p:nvSpPr>
        <p:spPr>
          <a:xfrm>
            <a:off x="1037550" y="1844221"/>
            <a:ext cx="4436829" cy="38019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67"/>
          <p:cNvSpPr/>
          <p:nvPr/>
        </p:nvSpPr>
        <p:spPr>
          <a:xfrm>
            <a:off x="6696828" y="4392394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67"/>
          <p:cNvSpPr/>
          <p:nvPr/>
        </p:nvSpPr>
        <p:spPr>
          <a:xfrm>
            <a:off x="6789149" y="469360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67"/>
          <p:cNvSpPr/>
          <p:nvPr/>
        </p:nvSpPr>
        <p:spPr>
          <a:xfrm>
            <a:off x="6784402" y="495863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67"/>
          <p:cNvSpPr/>
          <p:nvPr/>
        </p:nvSpPr>
        <p:spPr>
          <a:xfrm>
            <a:off x="8376121" y="4393486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67"/>
          <p:cNvSpPr/>
          <p:nvPr/>
        </p:nvSpPr>
        <p:spPr>
          <a:xfrm>
            <a:off x="8468442" y="469469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67"/>
          <p:cNvSpPr/>
          <p:nvPr/>
        </p:nvSpPr>
        <p:spPr>
          <a:xfrm>
            <a:off x="8463695" y="495972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1" name="Google Shape;1471;p67"/>
          <p:cNvCxnSpPr>
            <a:stCxn id="1456" idx="2"/>
          </p:cNvCxnSpPr>
          <p:nvPr/>
        </p:nvCxnSpPr>
        <p:spPr>
          <a:xfrm>
            <a:off x="8296104" y="3675210"/>
            <a:ext cx="0" cy="42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2" name="Google Shape;1472;p67"/>
          <p:cNvSpPr/>
          <p:nvPr/>
        </p:nvSpPr>
        <p:spPr>
          <a:xfrm>
            <a:off x="2682468" y="248536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p67"/>
          <p:cNvCxnSpPr>
            <a:stCxn id="1472" idx="2"/>
            <a:endCxn id="1462" idx="0"/>
          </p:cNvCxnSpPr>
          <p:nvPr/>
        </p:nvCxnSpPr>
        <p:spPr>
          <a:xfrm>
            <a:off x="3273056" y="2845378"/>
            <a:ext cx="0" cy="295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4" name="Google Shape;1474;p67"/>
          <p:cNvSpPr/>
          <p:nvPr/>
        </p:nvSpPr>
        <p:spPr>
          <a:xfrm>
            <a:off x="7724220" y="2498496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5" name="Google Shape;1475;p67"/>
          <p:cNvCxnSpPr>
            <a:stCxn id="1474" idx="2"/>
            <a:endCxn id="1459" idx="0"/>
          </p:cNvCxnSpPr>
          <p:nvPr/>
        </p:nvCxnSpPr>
        <p:spPr>
          <a:xfrm rot="5400000">
            <a:off x="7523258" y="2348964"/>
            <a:ext cx="282000" cy="1301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6" name="Google Shape;1476;p67"/>
          <p:cNvCxnSpPr>
            <a:stCxn id="1474" idx="2"/>
            <a:endCxn id="1458" idx="0"/>
          </p:cNvCxnSpPr>
          <p:nvPr/>
        </p:nvCxnSpPr>
        <p:spPr>
          <a:xfrm rot="-5400000" flipH="1">
            <a:off x="8826158" y="2347164"/>
            <a:ext cx="278400" cy="1301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7" name="Google Shape;1477;p67"/>
          <p:cNvCxnSpPr>
            <a:stCxn id="1474" idx="2"/>
            <a:endCxn id="1457" idx="0"/>
          </p:cNvCxnSpPr>
          <p:nvPr/>
        </p:nvCxnSpPr>
        <p:spPr>
          <a:xfrm>
            <a:off x="8314808" y="2858514"/>
            <a:ext cx="0" cy="282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8" name="Google Shape;1478;p67"/>
          <p:cNvSpPr/>
          <p:nvPr/>
        </p:nvSpPr>
        <p:spPr>
          <a:xfrm>
            <a:off x="1583440" y="4104699"/>
            <a:ext cx="3452878" cy="135606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67"/>
          <p:cNvSpPr/>
          <p:nvPr/>
        </p:nvSpPr>
        <p:spPr>
          <a:xfrm>
            <a:off x="1691900" y="4392394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67"/>
          <p:cNvSpPr/>
          <p:nvPr/>
        </p:nvSpPr>
        <p:spPr>
          <a:xfrm>
            <a:off x="1784221" y="469360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67"/>
          <p:cNvSpPr/>
          <p:nvPr/>
        </p:nvSpPr>
        <p:spPr>
          <a:xfrm>
            <a:off x="1779474" y="495863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67"/>
          <p:cNvSpPr/>
          <p:nvPr/>
        </p:nvSpPr>
        <p:spPr>
          <a:xfrm>
            <a:off x="3371193" y="4393486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67"/>
          <p:cNvSpPr/>
          <p:nvPr/>
        </p:nvSpPr>
        <p:spPr>
          <a:xfrm>
            <a:off x="3463514" y="469469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67"/>
          <p:cNvSpPr/>
          <p:nvPr/>
        </p:nvSpPr>
        <p:spPr>
          <a:xfrm>
            <a:off x="3458767" y="495972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5" name="Google Shape;1485;p67"/>
          <p:cNvCxnSpPr/>
          <p:nvPr/>
        </p:nvCxnSpPr>
        <p:spPr>
          <a:xfrm>
            <a:off x="3291176" y="3675210"/>
            <a:ext cx="0" cy="42948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6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Automation Models v1 (SVG Image)</a:t>
            </a:r>
            <a:endParaRPr/>
          </a:p>
        </p:txBody>
      </p:sp>
      <p:pic>
        <p:nvPicPr>
          <p:cNvPr id="1491" name="Google Shape;1491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3944" y="1704442"/>
            <a:ext cx="9480042" cy="3822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v2</a:t>
            </a:r>
            <a:endParaRPr/>
          </a:p>
        </p:txBody>
      </p:sp>
      <p:sp>
        <p:nvSpPr>
          <p:cNvPr id="1497" name="Google Shape;1497;p2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8" name="Google Shape;1498;p2"/>
          <p:cNvSpPr/>
          <p:nvPr/>
        </p:nvSpPr>
        <p:spPr>
          <a:xfrm>
            <a:off x="1191372" y="1304622"/>
            <a:ext cx="4189909" cy="40712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– VCF Automation</a:t>
            </a:r>
            <a:endParaRPr/>
          </a:p>
        </p:txBody>
      </p:sp>
      <p:sp>
        <p:nvSpPr>
          <p:cNvPr id="1499" name="Google Shape;1499;p2"/>
          <p:cNvSpPr/>
          <p:nvPr/>
        </p:nvSpPr>
        <p:spPr>
          <a:xfrm>
            <a:off x="2378512" y="1668392"/>
            <a:ext cx="1819859" cy="1692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/>
          </a:p>
        </p:txBody>
      </p:sp>
      <p:sp>
        <p:nvSpPr>
          <p:cNvPr id="1500" name="Google Shape;1500;p2"/>
          <p:cNvSpPr/>
          <p:nvPr/>
        </p:nvSpPr>
        <p:spPr>
          <a:xfrm>
            <a:off x="2522408" y="2030449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/>
          </a:p>
        </p:txBody>
      </p:sp>
      <p:sp>
        <p:nvSpPr>
          <p:cNvPr id="1501" name="Google Shape;1501;p2"/>
          <p:cNvSpPr/>
          <p:nvPr/>
        </p:nvSpPr>
        <p:spPr>
          <a:xfrm>
            <a:off x="2607052" y="2904203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/>
          </a:p>
        </p:txBody>
      </p:sp>
      <p:sp>
        <p:nvSpPr>
          <p:cNvPr id="1502" name="Google Shape;1502;p2"/>
          <p:cNvSpPr/>
          <p:nvPr/>
        </p:nvSpPr>
        <p:spPr>
          <a:xfrm>
            <a:off x="1379706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/>
          </a:p>
        </p:txBody>
      </p:sp>
      <p:sp>
        <p:nvSpPr>
          <p:cNvPr id="1503" name="Google Shape;1503;p2"/>
          <p:cNvSpPr/>
          <p:nvPr/>
        </p:nvSpPr>
        <p:spPr>
          <a:xfrm>
            <a:off x="1523601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04" name="Google Shape;1504;p2"/>
          <p:cNvSpPr/>
          <p:nvPr/>
        </p:nvSpPr>
        <p:spPr>
          <a:xfrm>
            <a:off x="1519369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sp>
        <p:nvSpPr>
          <p:cNvPr id="1505" name="Google Shape;1505;p2"/>
          <p:cNvSpPr/>
          <p:nvPr/>
        </p:nvSpPr>
        <p:spPr>
          <a:xfrm>
            <a:off x="3334996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/>
          </a:p>
        </p:txBody>
      </p:sp>
      <p:sp>
        <p:nvSpPr>
          <p:cNvPr id="1506" name="Google Shape;1506;p2"/>
          <p:cNvSpPr/>
          <p:nvPr/>
        </p:nvSpPr>
        <p:spPr>
          <a:xfrm>
            <a:off x="3478892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07" name="Google Shape;1507;p2"/>
          <p:cNvSpPr/>
          <p:nvPr/>
        </p:nvSpPr>
        <p:spPr>
          <a:xfrm>
            <a:off x="3474660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cxnSp>
        <p:nvCxnSpPr>
          <p:cNvPr id="1508" name="Google Shape;1508;p2"/>
          <p:cNvCxnSpPr>
            <a:stCxn id="1500" idx="2"/>
            <a:endCxn id="1501" idx="0"/>
          </p:cNvCxnSpPr>
          <p:nvPr/>
        </p:nvCxnSpPr>
        <p:spPr>
          <a:xfrm>
            <a:off x="3292674" y="2379911"/>
            <a:ext cx="0" cy="524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09" name="Google Shape;1509;p2"/>
          <p:cNvCxnSpPr>
            <a:stCxn id="1502" idx="0"/>
            <a:endCxn id="1499" idx="2"/>
          </p:cNvCxnSpPr>
          <p:nvPr/>
        </p:nvCxnSpPr>
        <p:spPr>
          <a:xfrm rot="10800000" flipH="1">
            <a:off x="2289636" y="3361209"/>
            <a:ext cx="9987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10" name="Google Shape;1510;p2"/>
          <p:cNvSpPr/>
          <p:nvPr/>
        </p:nvSpPr>
        <p:spPr>
          <a:xfrm>
            <a:off x="5990722" y="1304622"/>
            <a:ext cx="4555997" cy="40712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– VCF Automation</a:t>
            </a:r>
            <a:endParaRPr/>
          </a:p>
        </p:txBody>
      </p:sp>
      <p:sp>
        <p:nvSpPr>
          <p:cNvPr id="1511" name="Google Shape;1511;p2"/>
          <p:cNvSpPr/>
          <p:nvPr/>
        </p:nvSpPr>
        <p:spPr>
          <a:xfrm>
            <a:off x="6064786" y="1668392"/>
            <a:ext cx="4405751" cy="1692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/>
          </a:p>
        </p:txBody>
      </p:sp>
      <p:sp>
        <p:nvSpPr>
          <p:cNvPr id="1512" name="Google Shape;1512;p2"/>
          <p:cNvSpPr/>
          <p:nvPr/>
        </p:nvSpPr>
        <p:spPr>
          <a:xfrm>
            <a:off x="7499513" y="2030449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/>
          </a:p>
        </p:txBody>
      </p:sp>
      <p:sp>
        <p:nvSpPr>
          <p:cNvPr id="1513" name="Google Shape;1513;p2"/>
          <p:cNvSpPr/>
          <p:nvPr/>
        </p:nvSpPr>
        <p:spPr>
          <a:xfrm>
            <a:off x="6356810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/>
          </a:p>
        </p:txBody>
      </p:sp>
      <p:sp>
        <p:nvSpPr>
          <p:cNvPr id="1514" name="Google Shape;1514;p2"/>
          <p:cNvSpPr/>
          <p:nvPr/>
        </p:nvSpPr>
        <p:spPr>
          <a:xfrm>
            <a:off x="6500706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15" name="Google Shape;1515;p2"/>
          <p:cNvSpPr/>
          <p:nvPr/>
        </p:nvSpPr>
        <p:spPr>
          <a:xfrm>
            <a:off x="6496474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sp>
        <p:nvSpPr>
          <p:cNvPr id="1516" name="Google Shape;1516;p2"/>
          <p:cNvSpPr/>
          <p:nvPr/>
        </p:nvSpPr>
        <p:spPr>
          <a:xfrm>
            <a:off x="8312101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/>
          </a:p>
        </p:txBody>
      </p:sp>
      <p:sp>
        <p:nvSpPr>
          <p:cNvPr id="1517" name="Google Shape;1517;p2"/>
          <p:cNvSpPr/>
          <p:nvPr/>
        </p:nvSpPr>
        <p:spPr>
          <a:xfrm>
            <a:off x="8455997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18" name="Google Shape;1518;p2"/>
          <p:cNvSpPr/>
          <p:nvPr/>
        </p:nvSpPr>
        <p:spPr>
          <a:xfrm>
            <a:off x="8451765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cxnSp>
        <p:nvCxnSpPr>
          <p:cNvPr id="1519" name="Google Shape;1519;p2"/>
          <p:cNvCxnSpPr>
            <a:stCxn id="1512" idx="2"/>
            <a:endCxn id="1520" idx="0"/>
          </p:cNvCxnSpPr>
          <p:nvPr/>
        </p:nvCxnSpPr>
        <p:spPr>
          <a:xfrm>
            <a:off x="8269779" y="2379911"/>
            <a:ext cx="4200" cy="488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21" name="Google Shape;1521;p2"/>
          <p:cNvCxnSpPr>
            <a:stCxn id="1513" idx="0"/>
            <a:endCxn id="1511" idx="2"/>
          </p:cNvCxnSpPr>
          <p:nvPr/>
        </p:nvCxnSpPr>
        <p:spPr>
          <a:xfrm rot="10800000" flipH="1">
            <a:off x="7266740" y="3361209"/>
            <a:ext cx="10008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22" name="Google Shape;1522;p2"/>
          <p:cNvSpPr/>
          <p:nvPr/>
        </p:nvSpPr>
        <p:spPr>
          <a:xfrm>
            <a:off x="6145199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/>
          </a:p>
        </p:txBody>
      </p:sp>
      <p:sp>
        <p:nvSpPr>
          <p:cNvPr id="1520" name="Google Shape;1520;p2"/>
          <p:cNvSpPr/>
          <p:nvPr/>
        </p:nvSpPr>
        <p:spPr>
          <a:xfrm>
            <a:off x="7588389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2)</a:t>
            </a:r>
            <a:endParaRPr/>
          </a:p>
        </p:txBody>
      </p:sp>
      <p:sp>
        <p:nvSpPr>
          <p:cNvPr id="1523" name="Google Shape;1523;p2"/>
          <p:cNvSpPr/>
          <p:nvPr/>
        </p:nvSpPr>
        <p:spPr>
          <a:xfrm>
            <a:off x="9010418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3)</a:t>
            </a:r>
            <a:endParaRPr/>
          </a:p>
        </p:txBody>
      </p:sp>
      <p:cxnSp>
        <p:nvCxnSpPr>
          <p:cNvPr id="1524" name="Google Shape;1524;p2"/>
          <p:cNvCxnSpPr>
            <a:stCxn id="1522" idx="0"/>
            <a:endCxn id="1523" idx="0"/>
          </p:cNvCxnSpPr>
          <p:nvPr/>
        </p:nvCxnSpPr>
        <p:spPr>
          <a:xfrm rot="-5400000" flipH="1">
            <a:off x="8263171" y="1435879"/>
            <a:ext cx="600" cy="2865300"/>
          </a:xfrm>
          <a:prstGeom prst="bentConnector3">
            <a:avLst>
              <a:gd name="adj1" fmla="val -38958565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25" name="Google Shape;1525;p2"/>
          <p:cNvCxnSpPr>
            <a:stCxn id="1505" idx="0"/>
            <a:endCxn id="1499" idx="2"/>
          </p:cNvCxnSpPr>
          <p:nvPr/>
        </p:nvCxnSpPr>
        <p:spPr>
          <a:xfrm rot="10800000">
            <a:off x="3288525" y="3361209"/>
            <a:ext cx="9564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26" name="Google Shape;1526;p2"/>
          <p:cNvCxnSpPr>
            <a:stCxn id="1516" idx="0"/>
            <a:endCxn id="1511" idx="2"/>
          </p:cNvCxnSpPr>
          <p:nvPr/>
        </p:nvCxnSpPr>
        <p:spPr>
          <a:xfrm rot="10800000">
            <a:off x="8267731" y="3361209"/>
            <a:ext cx="9543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v2 (SVG Image)</a:t>
            </a:r>
            <a:endParaRPr/>
          </a:p>
        </p:txBody>
      </p:sp>
      <p:sp>
        <p:nvSpPr>
          <p:cNvPr id="1532" name="Google Shape;1532;p6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533" name="Google Shape;153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362" y="1341092"/>
            <a:ext cx="10360501" cy="4541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Model (SVG Image)</a:t>
            </a:r>
            <a:endParaRPr/>
          </a:p>
        </p:txBody>
      </p:sp>
      <p:sp>
        <p:nvSpPr>
          <p:cNvPr id="1539" name="Google Shape;1539;p9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540" name="Google Shape;154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5741" y="1541117"/>
            <a:ext cx="4347348" cy="424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HA Model v2 (SVG Image)</a:t>
            </a:r>
            <a:endParaRPr/>
          </a:p>
        </p:txBody>
      </p:sp>
      <p:sp>
        <p:nvSpPr>
          <p:cNvPr id="1546" name="Google Shape;1546;p10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547" name="Google Shape;154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5599" y="1702874"/>
            <a:ext cx="4733327" cy="424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w/ External LB v2</a:t>
            </a:r>
            <a:endParaRPr/>
          </a:p>
        </p:txBody>
      </p:sp>
      <p:sp>
        <p:nvSpPr>
          <p:cNvPr id="1553" name="Google Shape;1553;p11"/>
          <p:cNvSpPr txBox="1">
            <a:spLocks noGrp="1"/>
          </p:cNvSpPr>
          <p:nvPr>
            <p:ph type="subTitle" idx="1"/>
          </p:nvPr>
        </p:nvSpPr>
        <p:spPr>
          <a:xfrm>
            <a:off x="600439" y="845131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4" name="Google Shape;1554;p11"/>
          <p:cNvSpPr/>
          <p:nvPr/>
        </p:nvSpPr>
        <p:spPr>
          <a:xfrm>
            <a:off x="1545955" y="1424971"/>
            <a:ext cx="4189909" cy="446057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– VCF Automation</a:t>
            </a:r>
            <a:endParaRPr/>
          </a:p>
        </p:txBody>
      </p:sp>
      <p:sp>
        <p:nvSpPr>
          <p:cNvPr id="1555" name="Google Shape;1555;p11"/>
          <p:cNvSpPr/>
          <p:nvPr/>
        </p:nvSpPr>
        <p:spPr>
          <a:xfrm>
            <a:off x="2733096" y="1742166"/>
            <a:ext cx="1819859" cy="212883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/>
          </a:p>
        </p:txBody>
      </p:sp>
      <p:sp>
        <p:nvSpPr>
          <p:cNvPr id="1556" name="Google Shape;1556;p11"/>
          <p:cNvSpPr/>
          <p:nvPr/>
        </p:nvSpPr>
        <p:spPr>
          <a:xfrm>
            <a:off x="2870644" y="2705044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/>
          </a:p>
        </p:txBody>
      </p:sp>
      <p:sp>
        <p:nvSpPr>
          <p:cNvPr id="1557" name="Google Shape;1557;p11"/>
          <p:cNvSpPr/>
          <p:nvPr/>
        </p:nvSpPr>
        <p:spPr>
          <a:xfrm>
            <a:off x="2961636" y="3413917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/>
          </a:p>
        </p:txBody>
      </p:sp>
      <p:sp>
        <p:nvSpPr>
          <p:cNvPr id="1558" name="Google Shape;1558;p11"/>
          <p:cNvSpPr/>
          <p:nvPr/>
        </p:nvSpPr>
        <p:spPr>
          <a:xfrm>
            <a:off x="1734289" y="4609523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/>
          </a:p>
        </p:txBody>
      </p:sp>
      <p:sp>
        <p:nvSpPr>
          <p:cNvPr id="1559" name="Google Shape;1559;p11"/>
          <p:cNvSpPr/>
          <p:nvPr/>
        </p:nvSpPr>
        <p:spPr>
          <a:xfrm>
            <a:off x="1878185" y="4905779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60" name="Google Shape;1560;p11"/>
          <p:cNvSpPr/>
          <p:nvPr/>
        </p:nvSpPr>
        <p:spPr>
          <a:xfrm>
            <a:off x="1873953" y="5264462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sp>
        <p:nvSpPr>
          <p:cNvPr id="1561" name="Google Shape;1561;p11"/>
          <p:cNvSpPr/>
          <p:nvPr/>
        </p:nvSpPr>
        <p:spPr>
          <a:xfrm>
            <a:off x="3689580" y="4609523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/>
          </a:p>
        </p:txBody>
      </p:sp>
      <p:sp>
        <p:nvSpPr>
          <p:cNvPr id="1562" name="Google Shape;1562;p11"/>
          <p:cNvSpPr/>
          <p:nvPr/>
        </p:nvSpPr>
        <p:spPr>
          <a:xfrm>
            <a:off x="3833476" y="4905779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63" name="Google Shape;1563;p11"/>
          <p:cNvSpPr/>
          <p:nvPr/>
        </p:nvSpPr>
        <p:spPr>
          <a:xfrm>
            <a:off x="3829243" y="5264462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cxnSp>
        <p:nvCxnSpPr>
          <p:cNvPr id="1564" name="Google Shape;1564;p11"/>
          <p:cNvCxnSpPr>
            <a:stCxn id="1556" idx="2"/>
            <a:endCxn id="1557" idx="0"/>
          </p:cNvCxnSpPr>
          <p:nvPr/>
        </p:nvCxnSpPr>
        <p:spPr>
          <a:xfrm>
            <a:off x="3640910" y="3054506"/>
            <a:ext cx="6300" cy="359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65" name="Google Shape;1565;p11"/>
          <p:cNvCxnSpPr>
            <a:stCxn id="1558" idx="0"/>
            <a:endCxn id="1555" idx="2"/>
          </p:cNvCxnSpPr>
          <p:nvPr/>
        </p:nvCxnSpPr>
        <p:spPr>
          <a:xfrm rot="10800000" flipH="1">
            <a:off x="2644219" y="3870923"/>
            <a:ext cx="9987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66" name="Google Shape;1566;p11"/>
          <p:cNvCxnSpPr>
            <a:stCxn id="1561" idx="0"/>
            <a:endCxn id="1555" idx="2"/>
          </p:cNvCxnSpPr>
          <p:nvPr/>
        </p:nvCxnSpPr>
        <p:spPr>
          <a:xfrm rot="10800000">
            <a:off x="3643110" y="3870923"/>
            <a:ext cx="9564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67" name="Google Shape;1567;p11"/>
          <p:cNvSpPr/>
          <p:nvPr/>
        </p:nvSpPr>
        <p:spPr>
          <a:xfrm>
            <a:off x="2870644" y="2051805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Load Balancer (Optional)</a:t>
            </a:r>
            <a:endParaRPr/>
          </a:p>
        </p:txBody>
      </p:sp>
      <p:cxnSp>
        <p:nvCxnSpPr>
          <p:cNvPr id="1568" name="Google Shape;1568;p11"/>
          <p:cNvCxnSpPr>
            <a:stCxn id="1567" idx="2"/>
            <a:endCxn id="1556" idx="0"/>
          </p:cNvCxnSpPr>
          <p:nvPr/>
        </p:nvCxnSpPr>
        <p:spPr>
          <a:xfrm>
            <a:off x="3640910" y="2401267"/>
            <a:ext cx="0" cy="3039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69" name="Google Shape;1569;p11"/>
          <p:cNvSpPr/>
          <p:nvPr/>
        </p:nvSpPr>
        <p:spPr>
          <a:xfrm>
            <a:off x="6094412" y="1424971"/>
            <a:ext cx="4555997" cy="446057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– VCF Automation</a:t>
            </a:r>
            <a:endParaRPr/>
          </a:p>
        </p:txBody>
      </p:sp>
      <p:sp>
        <p:nvSpPr>
          <p:cNvPr id="1570" name="Google Shape;1570;p11"/>
          <p:cNvSpPr/>
          <p:nvPr/>
        </p:nvSpPr>
        <p:spPr>
          <a:xfrm>
            <a:off x="6168477" y="1742166"/>
            <a:ext cx="4405751" cy="212883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/>
          </a:p>
        </p:txBody>
      </p:sp>
      <p:sp>
        <p:nvSpPr>
          <p:cNvPr id="1571" name="Google Shape;1571;p11"/>
          <p:cNvSpPr/>
          <p:nvPr/>
        </p:nvSpPr>
        <p:spPr>
          <a:xfrm>
            <a:off x="7593812" y="2671621"/>
            <a:ext cx="1540532" cy="38288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/>
          </a:p>
        </p:txBody>
      </p:sp>
      <p:sp>
        <p:nvSpPr>
          <p:cNvPr id="1572" name="Google Shape;1572;p11"/>
          <p:cNvSpPr/>
          <p:nvPr/>
        </p:nvSpPr>
        <p:spPr>
          <a:xfrm>
            <a:off x="6460501" y="4609523"/>
            <a:ext cx="1819859" cy="11198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/>
          </a:p>
        </p:txBody>
      </p:sp>
      <p:sp>
        <p:nvSpPr>
          <p:cNvPr id="1573" name="Google Shape;1573;p11"/>
          <p:cNvSpPr/>
          <p:nvPr/>
        </p:nvSpPr>
        <p:spPr>
          <a:xfrm>
            <a:off x="6604397" y="4880077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74" name="Google Shape;1574;p11"/>
          <p:cNvSpPr/>
          <p:nvPr/>
        </p:nvSpPr>
        <p:spPr>
          <a:xfrm>
            <a:off x="6600164" y="5238759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sp>
        <p:nvSpPr>
          <p:cNvPr id="1575" name="Google Shape;1575;p11"/>
          <p:cNvSpPr/>
          <p:nvPr/>
        </p:nvSpPr>
        <p:spPr>
          <a:xfrm>
            <a:off x="8415791" y="4609523"/>
            <a:ext cx="1819859" cy="11198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/>
          </a:p>
        </p:txBody>
      </p:sp>
      <p:sp>
        <p:nvSpPr>
          <p:cNvPr id="1576" name="Google Shape;1576;p11"/>
          <p:cNvSpPr/>
          <p:nvPr/>
        </p:nvSpPr>
        <p:spPr>
          <a:xfrm>
            <a:off x="8559687" y="4880077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77" name="Google Shape;1577;p11"/>
          <p:cNvSpPr/>
          <p:nvPr/>
        </p:nvSpPr>
        <p:spPr>
          <a:xfrm>
            <a:off x="8555455" y="5238759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cxnSp>
        <p:nvCxnSpPr>
          <p:cNvPr id="1578" name="Google Shape;1578;p11"/>
          <p:cNvCxnSpPr>
            <a:stCxn id="1571" idx="2"/>
            <a:endCxn id="1579" idx="0"/>
          </p:cNvCxnSpPr>
          <p:nvPr/>
        </p:nvCxnSpPr>
        <p:spPr>
          <a:xfrm>
            <a:off x="8364078" y="3054505"/>
            <a:ext cx="2100" cy="343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80" name="Google Shape;1580;p11"/>
          <p:cNvCxnSpPr>
            <a:stCxn id="1572" idx="0"/>
            <a:endCxn id="1570" idx="2"/>
          </p:cNvCxnSpPr>
          <p:nvPr/>
        </p:nvCxnSpPr>
        <p:spPr>
          <a:xfrm rot="10800000" flipH="1">
            <a:off x="7370430" y="3870923"/>
            <a:ext cx="10008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81" name="Google Shape;1581;p11"/>
          <p:cNvSpPr/>
          <p:nvPr/>
        </p:nvSpPr>
        <p:spPr>
          <a:xfrm>
            <a:off x="6237383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/>
          </a:p>
        </p:txBody>
      </p:sp>
      <p:sp>
        <p:nvSpPr>
          <p:cNvPr id="1579" name="Google Shape;1579;p11"/>
          <p:cNvSpPr/>
          <p:nvPr/>
        </p:nvSpPr>
        <p:spPr>
          <a:xfrm>
            <a:off x="7680573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2)</a:t>
            </a:r>
            <a:endParaRPr/>
          </a:p>
        </p:txBody>
      </p:sp>
      <p:sp>
        <p:nvSpPr>
          <p:cNvPr id="1582" name="Google Shape;1582;p11"/>
          <p:cNvSpPr/>
          <p:nvPr/>
        </p:nvSpPr>
        <p:spPr>
          <a:xfrm>
            <a:off x="9102602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3)</a:t>
            </a:r>
            <a:endParaRPr/>
          </a:p>
        </p:txBody>
      </p:sp>
      <p:cxnSp>
        <p:nvCxnSpPr>
          <p:cNvPr id="1583" name="Google Shape;1583;p11"/>
          <p:cNvCxnSpPr>
            <a:stCxn id="1581" idx="0"/>
            <a:endCxn id="1582" idx="0"/>
          </p:cNvCxnSpPr>
          <p:nvPr/>
        </p:nvCxnSpPr>
        <p:spPr>
          <a:xfrm rot="-5400000" flipH="1">
            <a:off x="8355355" y="1965665"/>
            <a:ext cx="600" cy="2865300"/>
          </a:xfrm>
          <a:prstGeom prst="bentConnector3">
            <a:avLst>
              <a:gd name="adj1" fmla="val -29061533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84" name="Google Shape;1584;p11"/>
          <p:cNvCxnSpPr>
            <a:stCxn id="1575" idx="0"/>
            <a:endCxn id="1570" idx="2"/>
          </p:cNvCxnSpPr>
          <p:nvPr/>
        </p:nvCxnSpPr>
        <p:spPr>
          <a:xfrm rot="10800000">
            <a:off x="8371421" y="3870923"/>
            <a:ext cx="9543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85" name="Google Shape;1585;p11"/>
          <p:cNvSpPr/>
          <p:nvPr/>
        </p:nvSpPr>
        <p:spPr>
          <a:xfrm>
            <a:off x="7593812" y="2051805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Load Balancer (Optional)</a:t>
            </a:r>
            <a:endParaRPr/>
          </a:p>
        </p:txBody>
      </p:sp>
      <p:cxnSp>
        <p:nvCxnSpPr>
          <p:cNvPr id="1586" name="Google Shape;1586;p11"/>
          <p:cNvCxnSpPr>
            <a:stCxn id="1585" idx="2"/>
            <a:endCxn id="1571" idx="0"/>
          </p:cNvCxnSpPr>
          <p:nvPr/>
        </p:nvCxnSpPr>
        <p:spPr>
          <a:xfrm>
            <a:off x="8364078" y="2401267"/>
            <a:ext cx="0" cy="2703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4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w/ External LB (SVG Image)</a:t>
            </a:r>
            <a:endParaRPr/>
          </a:p>
        </p:txBody>
      </p:sp>
      <p:sp>
        <p:nvSpPr>
          <p:cNvPr id="1592" name="Google Shape;1592;p46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593" name="Google Shape;15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400" y="1303143"/>
            <a:ext cx="9426025" cy="464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73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599"/>
              <a:t>VCFA Object Flow v2</a:t>
            </a:r>
            <a:endParaRPr/>
          </a:p>
        </p:txBody>
      </p:sp>
      <p:sp>
        <p:nvSpPr>
          <p:cNvPr id="1600" name="Google Shape;1600;p73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Organization Construct Hierarchy</a:t>
            </a:r>
            <a:endParaRPr/>
          </a:p>
        </p:txBody>
      </p:sp>
      <p:sp>
        <p:nvSpPr>
          <p:cNvPr id="1601" name="Google Shape;1601;p73"/>
          <p:cNvSpPr/>
          <p:nvPr/>
        </p:nvSpPr>
        <p:spPr>
          <a:xfrm>
            <a:off x="1208096" y="1666447"/>
            <a:ext cx="9405890" cy="384875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73"/>
          <p:cNvSpPr/>
          <p:nvPr/>
        </p:nvSpPr>
        <p:spPr>
          <a:xfrm>
            <a:off x="5873512" y="2890778"/>
            <a:ext cx="4585534" cy="254061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866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73"/>
          <p:cNvSpPr/>
          <p:nvPr/>
        </p:nvSpPr>
        <p:spPr>
          <a:xfrm>
            <a:off x="1345130" y="1770560"/>
            <a:ext cx="1729359" cy="9338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73"/>
          <p:cNvSpPr/>
          <p:nvPr/>
        </p:nvSpPr>
        <p:spPr>
          <a:xfrm>
            <a:off x="3684966" y="2555418"/>
            <a:ext cx="1729359" cy="9338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73"/>
          <p:cNvSpPr/>
          <p:nvPr/>
        </p:nvSpPr>
        <p:spPr>
          <a:xfrm flipH="1">
            <a:off x="5957433" y="3276593"/>
            <a:ext cx="4395767" cy="202912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6" name="Google Shape;1606;p73"/>
          <p:cNvCxnSpPr>
            <a:stCxn id="1603" idx="3"/>
            <a:endCxn id="1604" idx="1"/>
          </p:cNvCxnSpPr>
          <p:nvPr/>
        </p:nvCxnSpPr>
        <p:spPr>
          <a:xfrm>
            <a:off x="3074489" y="2237510"/>
            <a:ext cx="610500" cy="784800"/>
          </a:xfrm>
          <a:prstGeom prst="bentConnector3">
            <a:avLst>
              <a:gd name="adj1" fmla="val 50011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07" name="Google Shape;1607;p73"/>
          <p:cNvSpPr/>
          <p:nvPr/>
        </p:nvSpPr>
        <p:spPr>
          <a:xfrm>
            <a:off x="6080315" y="3914846"/>
            <a:ext cx="1729359" cy="9338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73"/>
          <p:cNvSpPr/>
          <p:nvPr/>
        </p:nvSpPr>
        <p:spPr>
          <a:xfrm>
            <a:off x="9057279" y="3590826"/>
            <a:ext cx="930835" cy="5930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Workloads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9" name="Google Shape;1609;p73"/>
          <p:cNvCxnSpPr>
            <a:stCxn id="1607" idx="3"/>
            <a:endCxn id="1608" idx="1"/>
          </p:cNvCxnSpPr>
          <p:nvPr/>
        </p:nvCxnSpPr>
        <p:spPr>
          <a:xfrm rot="10800000" flipH="1">
            <a:off x="7809674" y="3887396"/>
            <a:ext cx="1247700" cy="494400"/>
          </a:xfrm>
          <a:prstGeom prst="bentConnector3">
            <a:avLst>
              <a:gd name="adj1" fmla="val 4999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0" name="Google Shape;1610;p73"/>
          <p:cNvCxnSpPr>
            <a:stCxn id="1604" idx="3"/>
            <a:endCxn id="1607" idx="1"/>
          </p:cNvCxnSpPr>
          <p:nvPr/>
        </p:nvCxnSpPr>
        <p:spPr>
          <a:xfrm>
            <a:off x="5414325" y="3022368"/>
            <a:ext cx="666000" cy="1359300"/>
          </a:xfrm>
          <a:prstGeom prst="bentConnector3">
            <a:avLst>
              <a:gd name="adj1" fmla="val 4998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11" name="Google Shape;1611;p73"/>
          <p:cNvSpPr/>
          <p:nvPr/>
        </p:nvSpPr>
        <p:spPr>
          <a:xfrm>
            <a:off x="9057279" y="4548672"/>
            <a:ext cx="930835" cy="5930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 Workloads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2" name="Google Shape;1612;p73"/>
          <p:cNvCxnSpPr>
            <a:stCxn id="1607" idx="3"/>
            <a:endCxn id="1611" idx="1"/>
          </p:cNvCxnSpPr>
          <p:nvPr/>
        </p:nvCxnSpPr>
        <p:spPr>
          <a:xfrm>
            <a:off x="7809674" y="4381796"/>
            <a:ext cx="1247700" cy="463500"/>
          </a:xfrm>
          <a:prstGeom prst="bentConnector3">
            <a:avLst>
              <a:gd name="adj1" fmla="val 4999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13" name="Google Shape;1613;p73"/>
          <p:cNvSpPr txBox="1"/>
          <p:nvPr/>
        </p:nvSpPr>
        <p:spPr>
          <a:xfrm>
            <a:off x="7185481" y="3289300"/>
            <a:ext cx="1871799" cy="38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Networking with VPC</a:t>
            </a:r>
            <a:endParaRPr sz="933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74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599"/>
              <a:t>VCFA Object Flow </a:t>
            </a:r>
            <a:r>
              <a:rPr lang="en-US" sz="2666"/>
              <a:t>(SVG Image)</a:t>
            </a:r>
            <a:endParaRPr/>
          </a:p>
        </p:txBody>
      </p:sp>
      <p:sp>
        <p:nvSpPr>
          <p:cNvPr id="1620" name="Google Shape;1620;p74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Organization Construct Hierarchy</a:t>
            </a:r>
            <a:endParaRPr/>
          </a:p>
        </p:txBody>
      </p:sp>
      <p:pic>
        <p:nvPicPr>
          <p:cNvPr id="1621" name="Google Shape;1621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014" y="1692975"/>
            <a:ext cx="9756139" cy="4012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75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Org Hierarchy with VPC v2</a:t>
            </a:r>
            <a:endParaRPr/>
          </a:p>
        </p:txBody>
      </p:sp>
      <p:sp>
        <p:nvSpPr>
          <p:cNvPr id="1628" name="Google Shape;1628;p75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9" name="Google Shape;1629;p75"/>
          <p:cNvSpPr/>
          <p:nvPr/>
        </p:nvSpPr>
        <p:spPr>
          <a:xfrm>
            <a:off x="197086" y="1699043"/>
            <a:ext cx="11794652" cy="3884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675" rIns="91400" bIns="45675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0" name="Google Shape;1630;p75"/>
          <p:cNvGrpSpPr/>
          <p:nvPr/>
        </p:nvGrpSpPr>
        <p:grpSpPr>
          <a:xfrm>
            <a:off x="278724" y="2060592"/>
            <a:ext cx="5764488" cy="3347883"/>
            <a:chOff x="209098" y="1545177"/>
            <a:chExt cx="4324492" cy="2511566"/>
          </a:xfrm>
        </p:grpSpPr>
        <p:sp>
          <p:nvSpPr>
            <p:cNvPr id="1631" name="Google Shape;1631;p75"/>
            <p:cNvSpPr/>
            <p:nvPr/>
          </p:nvSpPr>
          <p:spPr>
            <a:xfrm>
              <a:off x="209098" y="1545177"/>
              <a:ext cx="4324492" cy="25115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01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2" name="Google Shape;1632;p75"/>
            <p:cNvGrpSpPr/>
            <p:nvPr/>
          </p:nvGrpSpPr>
          <p:grpSpPr>
            <a:xfrm>
              <a:off x="238126" y="1792324"/>
              <a:ext cx="2120443" cy="2219550"/>
              <a:chOff x="238126" y="1792324"/>
              <a:chExt cx="2120443" cy="2219550"/>
            </a:xfrm>
          </p:grpSpPr>
          <p:sp>
            <p:nvSpPr>
              <p:cNvPr id="1633" name="Google Shape;1633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4" name="Google Shape;1644;p75"/>
            <p:cNvGrpSpPr/>
            <p:nvPr/>
          </p:nvGrpSpPr>
          <p:grpSpPr>
            <a:xfrm>
              <a:off x="2382457" y="1792324"/>
              <a:ext cx="2120443" cy="2219550"/>
              <a:chOff x="238126" y="1792324"/>
              <a:chExt cx="2120443" cy="2219550"/>
            </a:xfrm>
          </p:grpSpPr>
          <p:sp>
            <p:nvSpPr>
              <p:cNvPr id="1645" name="Google Shape;1645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56" name="Google Shape;1656;p75"/>
          <p:cNvGrpSpPr/>
          <p:nvPr/>
        </p:nvGrpSpPr>
        <p:grpSpPr>
          <a:xfrm>
            <a:off x="6144044" y="2058641"/>
            <a:ext cx="5764488" cy="3347883"/>
            <a:chOff x="209098" y="1545177"/>
            <a:chExt cx="4324492" cy="2511566"/>
          </a:xfrm>
        </p:grpSpPr>
        <p:sp>
          <p:nvSpPr>
            <p:cNvPr id="1657" name="Google Shape;1657;p75"/>
            <p:cNvSpPr/>
            <p:nvPr/>
          </p:nvSpPr>
          <p:spPr>
            <a:xfrm>
              <a:off x="209098" y="1545177"/>
              <a:ext cx="4324492" cy="25115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01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8" name="Google Shape;1658;p75"/>
            <p:cNvGrpSpPr/>
            <p:nvPr/>
          </p:nvGrpSpPr>
          <p:grpSpPr>
            <a:xfrm>
              <a:off x="238126" y="1792324"/>
              <a:ext cx="2120443" cy="2219550"/>
              <a:chOff x="238126" y="1792324"/>
              <a:chExt cx="2120443" cy="2219550"/>
            </a:xfrm>
          </p:grpSpPr>
          <p:sp>
            <p:nvSpPr>
              <p:cNvPr id="1659" name="Google Shape;1659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0" name="Google Shape;1670;p75"/>
            <p:cNvGrpSpPr/>
            <p:nvPr/>
          </p:nvGrpSpPr>
          <p:grpSpPr>
            <a:xfrm>
              <a:off x="2382457" y="1792324"/>
              <a:ext cx="2120443" cy="2219550"/>
              <a:chOff x="238126" y="1792324"/>
              <a:chExt cx="2120443" cy="2219550"/>
            </a:xfrm>
          </p:grpSpPr>
          <p:sp>
            <p:nvSpPr>
              <p:cNvPr id="1671" name="Google Shape;1671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76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Org Hierarchy with VPC (SVG Image)</a:t>
            </a:r>
            <a:endParaRPr/>
          </a:p>
        </p:txBody>
      </p:sp>
      <p:sp>
        <p:nvSpPr>
          <p:cNvPr id="1688" name="Google Shape;1688;p76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689" name="Google Shape;1689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0381" y="1904541"/>
            <a:ext cx="10170051" cy="337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77"/>
          <p:cNvSpPr/>
          <p:nvPr/>
        </p:nvSpPr>
        <p:spPr>
          <a:xfrm>
            <a:off x="2501705" y="1354273"/>
            <a:ext cx="6163626" cy="441303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F3BA16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866" b="0" i="0" u="none" strike="noStrike" cap="none">
              <a:solidFill>
                <a:srgbClr val="F3BA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77"/>
          <p:cNvSpPr txBox="1">
            <a:spLocks noGrp="1"/>
          </p:cNvSpPr>
          <p:nvPr>
            <p:ph type="title"/>
          </p:nvPr>
        </p:nvSpPr>
        <p:spPr>
          <a:xfrm>
            <a:off x="554419" y="431411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Provider Consumption Org v1</a:t>
            </a:r>
            <a:endParaRPr/>
          </a:p>
        </p:txBody>
      </p:sp>
      <p:sp>
        <p:nvSpPr>
          <p:cNvPr id="1697" name="Google Shape;1697;p77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Flow Chart</a:t>
            </a:r>
            <a:endParaRPr/>
          </a:p>
        </p:txBody>
      </p:sp>
      <p:sp>
        <p:nvSpPr>
          <p:cNvPr id="1698" name="Google Shape;1698;p77"/>
          <p:cNvSpPr/>
          <p:nvPr/>
        </p:nvSpPr>
        <p:spPr>
          <a:xfrm>
            <a:off x="4179026" y="1709719"/>
            <a:ext cx="2611892" cy="2186818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/ Enterprise Admin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77"/>
          <p:cNvSpPr/>
          <p:nvPr/>
        </p:nvSpPr>
        <p:spPr>
          <a:xfrm>
            <a:off x="4716617" y="2024934"/>
            <a:ext cx="1582621" cy="8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Management Functions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77"/>
          <p:cNvSpPr/>
          <p:nvPr/>
        </p:nvSpPr>
        <p:spPr>
          <a:xfrm>
            <a:off x="4788896" y="2942380"/>
            <a:ext cx="1424434" cy="8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Consumption Organization (PCO)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77"/>
          <p:cNvSpPr/>
          <p:nvPr/>
        </p:nvSpPr>
        <p:spPr>
          <a:xfrm>
            <a:off x="2728244" y="4731533"/>
            <a:ext cx="1572358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1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77"/>
          <p:cNvSpPr/>
          <p:nvPr/>
        </p:nvSpPr>
        <p:spPr>
          <a:xfrm>
            <a:off x="4716617" y="4731533"/>
            <a:ext cx="1568993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2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77"/>
          <p:cNvSpPr/>
          <p:nvPr/>
        </p:nvSpPr>
        <p:spPr>
          <a:xfrm>
            <a:off x="6719411" y="4731533"/>
            <a:ext cx="1568993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4" name="Google Shape;1704;p77"/>
          <p:cNvCxnSpPr>
            <a:stCxn id="1700" idx="2"/>
            <a:endCxn id="1701" idx="0"/>
          </p:cNvCxnSpPr>
          <p:nvPr/>
        </p:nvCxnSpPr>
        <p:spPr>
          <a:xfrm flipH="1">
            <a:off x="3514513" y="3776621"/>
            <a:ext cx="198660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705" name="Google Shape;1705;p77"/>
          <p:cNvCxnSpPr>
            <a:stCxn id="1700" idx="2"/>
            <a:endCxn id="1702" idx="0"/>
          </p:cNvCxnSpPr>
          <p:nvPr/>
        </p:nvCxnSpPr>
        <p:spPr>
          <a:xfrm>
            <a:off x="5501113" y="3776621"/>
            <a:ext cx="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706" name="Google Shape;1706;p77"/>
          <p:cNvCxnSpPr>
            <a:stCxn id="1700" idx="2"/>
            <a:endCxn id="1703" idx="0"/>
          </p:cNvCxnSpPr>
          <p:nvPr/>
        </p:nvCxnSpPr>
        <p:spPr>
          <a:xfrm>
            <a:off x="5501113" y="3776621"/>
            <a:ext cx="200280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707" name="Google Shape;1707;p77"/>
          <p:cNvSpPr/>
          <p:nvPr/>
        </p:nvSpPr>
        <p:spPr>
          <a:xfrm>
            <a:off x="7400788" y="3019366"/>
            <a:ext cx="1171703" cy="106267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50002" y="112056"/>
                </a:lnTo>
                <a:lnTo>
                  <a:pt x="-60769" y="140851"/>
                </a:lnTo>
              </a:path>
            </a:pathLst>
          </a:custGeom>
          <a:noFill/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Visibility to allow for publishing of catalog items from PCO to Organizations</a:t>
            </a:r>
            <a:endParaRPr sz="1066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78"/>
          <p:cNvSpPr txBox="1">
            <a:spLocks noGrp="1"/>
          </p:cNvSpPr>
          <p:nvPr>
            <p:ph type="title"/>
          </p:nvPr>
        </p:nvSpPr>
        <p:spPr>
          <a:xfrm>
            <a:off x="554419" y="431411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Provider Consumption Org (SVG Image)</a:t>
            </a:r>
            <a:endParaRPr/>
          </a:p>
        </p:txBody>
      </p:sp>
      <p:sp>
        <p:nvSpPr>
          <p:cNvPr id="1714" name="Google Shape;1714;p78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Flow Chart</a:t>
            </a:r>
            <a:endParaRPr/>
          </a:p>
        </p:txBody>
      </p:sp>
      <p:pic>
        <p:nvPicPr>
          <p:cNvPr id="1715" name="Google Shape;1715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0552" y="1193613"/>
            <a:ext cx="6388976" cy="4586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0ED07-9119-7583-5C11-333CAD329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55A794C4-17C2-B747-55A4-55D033D3F73C}"/>
              </a:ext>
            </a:extLst>
          </p:cNvPr>
          <p:cNvSpPr/>
          <p:nvPr/>
        </p:nvSpPr>
        <p:spPr>
          <a:xfrm>
            <a:off x="304720" y="1634534"/>
            <a:ext cx="11181554" cy="4596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5E538-B551-B6F3-586B-BA5CF8AFB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Supervisor to Organization Relationship v1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629AF-FE80-3F18-7DDF-F95DF4C6324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/>
              <a:t>Shared Infrastructure 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038C9782-6868-AB62-A84B-F9E92BB33121}"/>
              </a:ext>
            </a:extLst>
          </p:cNvPr>
          <p:cNvSpPr/>
          <p:nvPr/>
        </p:nvSpPr>
        <p:spPr>
          <a:xfrm>
            <a:off x="1164285" y="2146116"/>
            <a:ext cx="5162714" cy="1370970"/>
          </a:xfrm>
          <a:prstGeom prst="rect">
            <a:avLst/>
          </a:prstGeom>
          <a:solidFill>
            <a:schemeClr val="bg1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C7B630-58C0-D5DD-1EFA-0243CA31F937}"/>
              </a:ext>
            </a:extLst>
          </p:cNvPr>
          <p:cNvSpPr/>
          <p:nvPr/>
        </p:nvSpPr>
        <p:spPr>
          <a:xfrm>
            <a:off x="1329791" y="2438174"/>
            <a:ext cx="2285403" cy="867454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8" name="Google Shape;1497;p17">
            <a:extLst>
              <a:ext uri="{FF2B5EF4-FFF2-40B4-BE49-F238E27FC236}">
                <a16:creationId xmlns:a16="http://schemas.microsoft.com/office/drawing/2014/main" id="{E898BDB5-E165-10C9-1565-AA8EC51B7DB1}"/>
              </a:ext>
            </a:extLst>
          </p:cNvPr>
          <p:cNvSpPr txBox="1"/>
          <p:nvPr/>
        </p:nvSpPr>
        <p:spPr>
          <a:xfrm>
            <a:off x="1278179" y="2138533"/>
            <a:ext cx="1860091" cy="2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Organization </a:t>
            </a:r>
            <a:r>
              <a:rPr lang="en" kern="1200" dirty="0" err="1">
                <a:latin typeface="Metropolis" pitchFamily="2" charset="77"/>
              </a:rPr>
              <a:t>BigCo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9" name="Google Shape;1514;p17">
            <a:extLst>
              <a:ext uri="{FF2B5EF4-FFF2-40B4-BE49-F238E27FC236}">
                <a16:creationId xmlns:a16="http://schemas.microsoft.com/office/drawing/2014/main" id="{DC87D89C-DCD3-611F-40AC-B1F2678C201B}"/>
              </a:ext>
            </a:extLst>
          </p:cNvPr>
          <p:cNvSpPr txBox="1"/>
          <p:nvPr/>
        </p:nvSpPr>
        <p:spPr>
          <a:xfrm>
            <a:off x="1329791" y="2459939"/>
            <a:ext cx="125937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1200" kern="1200" dirty="0">
                <a:latin typeface="Metropolis" pitchFamily="2" charset="77"/>
              </a:rPr>
              <a:t>Project - Apple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48" name="Google Shape;1519;p17">
            <a:extLst>
              <a:ext uri="{FF2B5EF4-FFF2-40B4-BE49-F238E27FC236}">
                <a16:creationId xmlns:a16="http://schemas.microsoft.com/office/drawing/2014/main" id="{164B202A-41A5-3C90-F07E-1F59C3C365BF}"/>
              </a:ext>
            </a:extLst>
          </p:cNvPr>
          <p:cNvSpPr txBox="1"/>
          <p:nvPr/>
        </p:nvSpPr>
        <p:spPr>
          <a:xfrm>
            <a:off x="2396929" y="3010882"/>
            <a:ext cx="1182393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 Mac</a:t>
            </a:r>
            <a:endParaRPr sz="600" kern="1200" dirty="0">
              <a:latin typeface="Metropolis" pitchFamily="2" charset="77"/>
            </a:endParaRPr>
          </a:p>
        </p:txBody>
      </p:sp>
      <p:sp>
        <p:nvSpPr>
          <p:cNvPr id="49" name="Google Shape;1519;p17">
            <a:extLst>
              <a:ext uri="{FF2B5EF4-FFF2-40B4-BE49-F238E27FC236}">
                <a16:creationId xmlns:a16="http://schemas.microsoft.com/office/drawing/2014/main" id="{9BA86314-D62A-FF30-5912-92F189932356}"/>
              </a:ext>
            </a:extLst>
          </p:cNvPr>
          <p:cNvSpPr txBox="1"/>
          <p:nvPr/>
        </p:nvSpPr>
        <p:spPr>
          <a:xfrm>
            <a:off x="1406771" y="2766827"/>
            <a:ext cx="1182393" cy="161534"/>
          </a:xfrm>
          <a:prstGeom prst="rect">
            <a:avLst/>
          </a:prstGeom>
          <a:solidFill>
            <a:srgbClr val="FFFFFF"/>
          </a:solidFill>
          <a:ln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Crisp</a:t>
            </a:r>
            <a:endParaRPr sz="600" kern="1200" dirty="0">
              <a:latin typeface="Metropolis" pitchFamily="2" charset="77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D46DE41-8167-53B9-DCA0-D1CD87D7840E}"/>
              </a:ext>
            </a:extLst>
          </p:cNvPr>
          <p:cNvCxnSpPr>
            <a:cxnSpLocks/>
          </p:cNvCxnSpPr>
          <p:nvPr/>
        </p:nvCxnSpPr>
        <p:spPr>
          <a:xfrm>
            <a:off x="702550" y="3782858"/>
            <a:ext cx="1035852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C9DE633-678E-DB10-DD75-4C97678C2CBC}"/>
              </a:ext>
            </a:extLst>
          </p:cNvPr>
          <p:cNvSpPr/>
          <p:nvPr/>
        </p:nvSpPr>
        <p:spPr>
          <a:xfrm>
            <a:off x="4042209" y="2438174"/>
            <a:ext cx="2174188" cy="867454"/>
          </a:xfrm>
          <a:prstGeom prst="rect">
            <a:avLst/>
          </a:prstGeom>
          <a:solidFill>
            <a:schemeClr val="bg1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0" name="Google Shape;1514;p17">
            <a:extLst>
              <a:ext uri="{FF2B5EF4-FFF2-40B4-BE49-F238E27FC236}">
                <a16:creationId xmlns:a16="http://schemas.microsoft.com/office/drawing/2014/main" id="{7790E2F1-9DEF-77D8-8327-518D9FBB4B15}"/>
              </a:ext>
            </a:extLst>
          </p:cNvPr>
          <p:cNvSpPr txBox="1"/>
          <p:nvPr/>
        </p:nvSpPr>
        <p:spPr>
          <a:xfrm>
            <a:off x="4049951" y="2451455"/>
            <a:ext cx="118239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1200" kern="1200" dirty="0">
                <a:latin typeface="Metropolis" pitchFamily="2" charset="77"/>
              </a:rPr>
              <a:t>Project - Pear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41" name="Google Shape;1519;p17">
            <a:extLst>
              <a:ext uri="{FF2B5EF4-FFF2-40B4-BE49-F238E27FC236}">
                <a16:creationId xmlns:a16="http://schemas.microsoft.com/office/drawing/2014/main" id="{2D8868EA-4097-1B06-F4ED-86D0B786BE9F}"/>
              </a:ext>
            </a:extLst>
          </p:cNvPr>
          <p:cNvSpPr txBox="1"/>
          <p:nvPr/>
        </p:nvSpPr>
        <p:spPr>
          <a:xfrm>
            <a:off x="4109754" y="2767487"/>
            <a:ext cx="1323594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</a:t>
            </a:r>
            <a:r>
              <a:rPr lang="en" sz="600" kern="1200" dirty="0">
                <a:latin typeface="Metropolis" pitchFamily="2" charset="77"/>
                <a:ea typeface="+mn-ea"/>
                <a:cs typeface="+mn-cs"/>
              </a:rPr>
              <a:t>Bartlett</a:t>
            </a:r>
            <a:endParaRPr sz="600" kern="1200" dirty="0">
              <a:latin typeface="Metropolis" pitchFamily="2" charset="77"/>
            </a:endParaRPr>
          </a:p>
        </p:txBody>
      </p:sp>
      <p:sp>
        <p:nvSpPr>
          <p:cNvPr id="142" name="Google Shape;1519;p17">
            <a:extLst>
              <a:ext uri="{FF2B5EF4-FFF2-40B4-BE49-F238E27FC236}">
                <a16:creationId xmlns:a16="http://schemas.microsoft.com/office/drawing/2014/main" id="{938B92F4-3DAE-5D75-A4CF-A48B8647C7E8}"/>
              </a:ext>
            </a:extLst>
          </p:cNvPr>
          <p:cNvSpPr txBox="1"/>
          <p:nvPr/>
        </p:nvSpPr>
        <p:spPr>
          <a:xfrm>
            <a:off x="4992483" y="3029981"/>
            <a:ext cx="1127533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</a:t>
            </a:r>
            <a:r>
              <a:rPr lang="en" sz="600" kern="1200" dirty="0">
                <a:latin typeface="Metropolis" pitchFamily="2" charset="77"/>
                <a:ea typeface="+mn-ea"/>
                <a:cs typeface="+mn-cs"/>
              </a:rPr>
              <a:t>Bosc</a:t>
            </a:r>
            <a:endParaRPr sz="600" kern="1200" dirty="0">
              <a:latin typeface="Metropolis" pitchFamily="2" charset="77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59151E4-363F-306C-DA14-7758AF07A49D}"/>
              </a:ext>
            </a:extLst>
          </p:cNvPr>
          <p:cNvSpPr/>
          <p:nvPr/>
        </p:nvSpPr>
        <p:spPr>
          <a:xfrm>
            <a:off x="7957155" y="2144690"/>
            <a:ext cx="2116947" cy="1372395"/>
          </a:xfrm>
          <a:prstGeom prst="rect">
            <a:avLst/>
          </a:prstGeom>
          <a:solidFill>
            <a:schemeClr val="bg1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B68ABAB-A5F1-46C0-E33B-D7DFDA4BD4D8}"/>
              </a:ext>
            </a:extLst>
          </p:cNvPr>
          <p:cNvSpPr/>
          <p:nvPr/>
        </p:nvSpPr>
        <p:spPr>
          <a:xfrm>
            <a:off x="8096742" y="2484269"/>
            <a:ext cx="1830281" cy="867049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5" name="Google Shape;1497;p17">
            <a:extLst>
              <a:ext uri="{FF2B5EF4-FFF2-40B4-BE49-F238E27FC236}">
                <a16:creationId xmlns:a16="http://schemas.microsoft.com/office/drawing/2014/main" id="{8A51DFA4-9EF6-16AA-7845-A9701023F082}"/>
              </a:ext>
            </a:extLst>
          </p:cNvPr>
          <p:cNvSpPr txBox="1"/>
          <p:nvPr/>
        </p:nvSpPr>
        <p:spPr>
          <a:xfrm>
            <a:off x="7985034" y="2127305"/>
            <a:ext cx="2054412" cy="2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Organization </a:t>
            </a:r>
            <a:r>
              <a:rPr lang="en" kern="1200" dirty="0" err="1">
                <a:latin typeface="Metropolis" pitchFamily="2" charset="77"/>
              </a:rPr>
              <a:t>SmallCo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46" name="Google Shape;1514;p17">
            <a:extLst>
              <a:ext uri="{FF2B5EF4-FFF2-40B4-BE49-F238E27FC236}">
                <a16:creationId xmlns:a16="http://schemas.microsoft.com/office/drawing/2014/main" id="{AB3DC6E3-7967-1AB5-103F-76EFA08A1122}"/>
              </a:ext>
            </a:extLst>
          </p:cNvPr>
          <p:cNvSpPr txBox="1"/>
          <p:nvPr/>
        </p:nvSpPr>
        <p:spPr>
          <a:xfrm>
            <a:off x="8104778" y="2460576"/>
            <a:ext cx="118239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1200" kern="1200" dirty="0">
                <a:latin typeface="Metropolis" pitchFamily="2" charset="77"/>
              </a:rPr>
              <a:t>Project - Corp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47" name="Google Shape;1519;p17">
            <a:extLst>
              <a:ext uri="{FF2B5EF4-FFF2-40B4-BE49-F238E27FC236}">
                <a16:creationId xmlns:a16="http://schemas.microsoft.com/office/drawing/2014/main" id="{AA877EC6-BA00-7672-ED5B-E413C8931AEF}"/>
              </a:ext>
            </a:extLst>
          </p:cNvPr>
          <p:cNvSpPr txBox="1"/>
          <p:nvPr/>
        </p:nvSpPr>
        <p:spPr>
          <a:xfrm>
            <a:off x="8683110" y="3077615"/>
            <a:ext cx="1172147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Plant</a:t>
            </a:r>
            <a:endParaRPr sz="600" kern="1200" dirty="0">
              <a:latin typeface="Metropolis" pitchFamily="2" charset="77"/>
            </a:endParaRPr>
          </a:p>
        </p:txBody>
      </p:sp>
      <p:sp>
        <p:nvSpPr>
          <p:cNvPr id="148" name="Google Shape;1519;p17">
            <a:extLst>
              <a:ext uri="{FF2B5EF4-FFF2-40B4-BE49-F238E27FC236}">
                <a16:creationId xmlns:a16="http://schemas.microsoft.com/office/drawing/2014/main" id="{0262FF89-F820-602C-DAA9-5E97423D8DA0}"/>
              </a:ext>
            </a:extLst>
          </p:cNvPr>
          <p:cNvSpPr txBox="1"/>
          <p:nvPr/>
        </p:nvSpPr>
        <p:spPr>
          <a:xfrm>
            <a:off x="8151825" y="2806847"/>
            <a:ext cx="1240718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Finance</a:t>
            </a:r>
            <a:endParaRPr sz="600" kern="1200" dirty="0">
              <a:latin typeface="Metropolis" pitchFamily="2" charset="77"/>
            </a:endParaRP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3066A665-D4C8-8E45-32FC-3F7D9A1F9BD2}"/>
              </a:ext>
            </a:extLst>
          </p:cNvPr>
          <p:cNvGrpSpPr/>
          <p:nvPr/>
        </p:nvGrpSpPr>
        <p:grpSpPr>
          <a:xfrm>
            <a:off x="9345782" y="4546619"/>
            <a:ext cx="1166236" cy="839173"/>
            <a:chOff x="6158472" y="2128245"/>
            <a:chExt cx="1166540" cy="839391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3A112352-8660-E3E2-C712-852B262751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51" name="Freeform 5">
                <a:extLst>
                  <a:ext uri="{FF2B5EF4-FFF2-40B4-BE49-F238E27FC236}">
                    <a16:creationId xmlns:a16="http://schemas.microsoft.com/office/drawing/2014/main" id="{A44E9F83-E3F8-D8DD-6FC4-61BD02F3D8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2" name="Freeform 6">
                <a:extLst>
                  <a:ext uri="{FF2B5EF4-FFF2-40B4-BE49-F238E27FC236}">
                    <a16:creationId xmlns:a16="http://schemas.microsoft.com/office/drawing/2014/main" id="{DBAF5B15-B646-B203-A04E-2DDCA53C6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sp>
          <p:nvSpPr>
            <p:cNvPr id="153" name="Google Shape;1497;p17">
              <a:extLst>
                <a:ext uri="{FF2B5EF4-FFF2-40B4-BE49-F238E27FC236}">
                  <a16:creationId xmlns:a16="http://schemas.microsoft.com/office/drawing/2014/main" id="{9CC6BB32-B24F-C6B4-FAE7-E239A88DAFFF}"/>
                </a:ext>
              </a:extLst>
            </p:cNvPr>
            <p:cNvSpPr txBox="1"/>
            <p:nvPr/>
          </p:nvSpPr>
          <p:spPr>
            <a:xfrm>
              <a:off x="6158472" y="2528989"/>
              <a:ext cx="1166540" cy="43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7" tIns="34266" rIns="68557" bIns="34266" anchor="t" anchorCtr="0">
              <a:spAutoFit/>
            </a:bodyPr>
            <a:lstStyle/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Provider Admins</a:t>
              </a:r>
              <a:endParaRPr sz="1200" kern="1200" dirty="0">
                <a:latin typeface="Metropolis" pitchFamily="2" charset="77"/>
              </a:endParaRP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B03975BD-E3A2-2F45-41A7-9A3243F7B8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55" name="Freeform 5">
                <a:extLst>
                  <a:ext uri="{FF2B5EF4-FFF2-40B4-BE49-F238E27FC236}">
                    <a16:creationId xmlns:a16="http://schemas.microsoft.com/office/drawing/2014/main" id="{3DD17E98-579C-549E-C494-98397AD2A2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6" name="Freeform 6">
                <a:extLst>
                  <a:ext uri="{FF2B5EF4-FFF2-40B4-BE49-F238E27FC236}">
                    <a16:creationId xmlns:a16="http://schemas.microsoft.com/office/drawing/2014/main" id="{348B3A9F-70A6-4B95-0CF8-AB3881D73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0A6B01F7-D7F1-F1B0-35A6-84DCF43A06F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58" name="Freeform 5">
                <a:extLst>
                  <a:ext uri="{FF2B5EF4-FFF2-40B4-BE49-F238E27FC236}">
                    <a16:creationId xmlns:a16="http://schemas.microsoft.com/office/drawing/2014/main" id="{D6AB1BC4-326E-044F-1EC9-7584FF72DA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9" name="Freeform 6">
                <a:extLst>
                  <a:ext uri="{FF2B5EF4-FFF2-40B4-BE49-F238E27FC236}">
                    <a16:creationId xmlns:a16="http://schemas.microsoft.com/office/drawing/2014/main" id="{C88C767C-E33F-740C-AE69-51312367A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700FE11-A3BC-680D-98F2-93DFD1D94FF5}"/>
              </a:ext>
            </a:extLst>
          </p:cNvPr>
          <p:cNvSpPr/>
          <p:nvPr/>
        </p:nvSpPr>
        <p:spPr bwMode="gray">
          <a:xfrm>
            <a:off x="2685625" y="4066242"/>
            <a:ext cx="3880976" cy="1952885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71">
              <a:buClrTx/>
            </a:pPr>
            <a:endParaRPr lang="en-US" sz="1800" kern="1200" dirty="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171" name="Google Shape;1497;p17">
            <a:extLst>
              <a:ext uri="{FF2B5EF4-FFF2-40B4-BE49-F238E27FC236}">
                <a16:creationId xmlns:a16="http://schemas.microsoft.com/office/drawing/2014/main" id="{12740501-B637-C69C-3FB3-761126CF03EA}"/>
              </a:ext>
            </a:extLst>
          </p:cNvPr>
          <p:cNvSpPr txBox="1"/>
          <p:nvPr/>
        </p:nvSpPr>
        <p:spPr>
          <a:xfrm rot="5400000">
            <a:off x="2231982" y="4991321"/>
            <a:ext cx="1283008" cy="2846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Region Wes</a:t>
            </a:r>
            <a:r>
              <a:rPr lang="en" kern="1200" dirty="0"/>
              <a:t>t</a:t>
            </a:r>
            <a:endParaRPr sz="1100" kern="1200" dirty="0"/>
          </a:p>
        </p:txBody>
      </p:sp>
      <p:sp>
        <p:nvSpPr>
          <p:cNvPr id="173" name="Google Shape;1519;p17">
            <a:extLst>
              <a:ext uri="{FF2B5EF4-FFF2-40B4-BE49-F238E27FC236}">
                <a16:creationId xmlns:a16="http://schemas.microsoft.com/office/drawing/2014/main" id="{BD75C02E-7061-7A67-24E7-A838567C2598}"/>
              </a:ext>
            </a:extLst>
          </p:cNvPr>
          <p:cNvSpPr txBox="1"/>
          <p:nvPr/>
        </p:nvSpPr>
        <p:spPr>
          <a:xfrm>
            <a:off x="3034852" y="5655931"/>
            <a:ext cx="3422057" cy="238478"/>
          </a:xfrm>
          <a:prstGeom prst="rect">
            <a:avLst/>
          </a:prstGeom>
          <a:noFill/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NSX Local Manager West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497CACB-11A4-A9A9-C6F5-6CC71CEA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851" y="4662722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1" name="Rectangle 6">
            <a:extLst>
              <a:ext uri="{FF2B5EF4-FFF2-40B4-BE49-F238E27FC236}">
                <a16:creationId xmlns:a16="http://schemas.microsoft.com/office/drawing/2014/main" id="{FFF77954-B2E2-C050-252A-A761818E2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851" y="4571262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2" name="Freeform 7">
            <a:extLst>
              <a:ext uri="{FF2B5EF4-FFF2-40B4-BE49-F238E27FC236}">
                <a16:creationId xmlns:a16="http://schemas.microsoft.com/office/drawing/2014/main" id="{26D6F61C-B61F-A5B6-D9A3-1D80B957AD4A}"/>
              </a:ext>
            </a:extLst>
          </p:cNvPr>
          <p:cNvSpPr>
            <a:spLocks noEditPoints="1"/>
          </p:cNvSpPr>
          <p:nvPr/>
        </p:nvSpPr>
        <p:spPr bwMode="auto">
          <a:xfrm>
            <a:off x="3153172" y="4427974"/>
            <a:ext cx="377176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3" name="Rectangle 8">
            <a:extLst>
              <a:ext uri="{FF2B5EF4-FFF2-40B4-BE49-F238E27FC236}">
                <a16:creationId xmlns:a16="http://schemas.microsoft.com/office/drawing/2014/main" id="{720DE57F-ADA9-06DE-2A8A-D4C10A0D6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851" y="4479803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79" name="Google Shape;1514;p17">
            <a:extLst>
              <a:ext uri="{FF2B5EF4-FFF2-40B4-BE49-F238E27FC236}">
                <a16:creationId xmlns:a16="http://schemas.microsoft.com/office/drawing/2014/main" id="{B48F40F8-C510-869D-8327-8C346EF66C11}"/>
              </a:ext>
            </a:extLst>
          </p:cNvPr>
          <p:cNvSpPr txBox="1"/>
          <p:nvPr/>
        </p:nvSpPr>
        <p:spPr>
          <a:xfrm>
            <a:off x="3041741" y="4738033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CE7B2EEC-6464-6837-7E20-F1644FE61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488" y="4662722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8" name="Rectangle 6">
            <a:extLst>
              <a:ext uri="{FF2B5EF4-FFF2-40B4-BE49-F238E27FC236}">
                <a16:creationId xmlns:a16="http://schemas.microsoft.com/office/drawing/2014/main" id="{0AF3AD80-5D70-B935-1B60-08AEDBCD0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488" y="4571262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9" name="Freeform 7">
            <a:extLst>
              <a:ext uri="{FF2B5EF4-FFF2-40B4-BE49-F238E27FC236}">
                <a16:creationId xmlns:a16="http://schemas.microsoft.com/office/drawing/2014/main" id="{1CB08401-E099-C7BA-F2CD-0E08A6C6613A}"/>
              </a:ext>
            </a:extLst>
          </p:cNvPr>
          <p:cNvSpPr>
            <a:spLocks noEditPoints="1"/>
          </p:cNvSpPr>
          <p:nvPr/>
        </p:nvSpPr>
        <p:spPr bwMode="auto">
          <a:xfrm>
            <a:off x="3700809" y="4427974"/>
            <a:ext cx="377870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0" name="Rectangle 8">
            <a:extLst>
              <a:ext uri="{FF2B5EF4-FFF2-40B4-BE49-F238E27FC236}">
                <a16:creationId xmlns:a16="http://schemas.microsoft.com/office/drawing/2014/main" id="{2AD32F54-5AF4-B06D-A1FF-DC2E6629D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488" y="4479803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6" name="Google Shape;1514;p17">
            <a:extLst>
              <a:ext uri="{FF2B5EF4-FFF2-40B4-BE49-F238E27FC236}">
                <a16:creationId xmlns:a16="http://schemas.microsoft.com/office/drawing/2014/main" id="{124EE985-F53D-47F2-9A64-71BB56A7E643}"/>
              </a:ext>
            </a:extLst>
          </p:cNvPr>
          <p:cNvSpPr txBox="1"/>
          <p:nvPr/>
        </p:nvSpPr>
        <p:spPr>
          <a:xfrm>
            <a:off x="3589378" y="4738033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7983708-CB79-70E3-4624-DEA6FA356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124" y="4662722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5" name="Rectangle 6">
            <a:extLst>
              <a:ext uri="{FF2B5EF4-FFF2-40B4-BE49-F238E27FC236}">
                <a16:creationId xmlns:a16="http://schemas.microsoft.com/office/drawing/2014/main" id="{16D8860A-A17F-B93B-A2F4-C96EFE198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124" y="4571262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6" name="Freeform 7">
            <a:extLst>
              <a:ext uri="{FF2B5EF4-FFF2-40B4-BE49-F238E27FC236}">
                <a16:creationId xmlns:a16="http://schemas.microsoft.com/office/drawing/2014/main" id="{79782744-86B4-4E6D-64FC-772E55BD6F07}"/>
              </a:ext>
            </a:extLst>
          </p:cNvPr>
          <p:cNvSpPr>
            <a:spLocks noEditPoints="1"/>
          </p:cNvSpPr>
          <p:nvPr/>
        </p:nvSpPr>
        <p:spPr bwMode="auto">
          <a:xfrm>
            <a:off x="4248445" y="4427974"/>
            <a:ext cx="378563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 dirty="0">
              <a:ea typeface="+mn-ea"/>
              <a:cs typeface="+mn-cs"/>
            </a:endParaRPr>
          </a:p>
        </p:txBody>
      </p:sp>
      <p:sp>
        <p:nvSpPr>
          <p:cNvPr id="197" name="Rectangle 8">
            <a:extLst>
              <a:ext uri="{FF2B5EF4-FFF2-40B4-BE49-F238E27FC236}">
                <a16:creationId xmlns:a16="http://schemas.microsoft.com/office/drawing/2014/main" id="{ABF7BF4F-C6A7-0F67-CEA2-E45B379A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124" y="4479803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3" name="Google Shape;1514;p17">
            <a:extLst>
              <a:ext uri="{FF2B5EF4-FFF2-40B4-BE49-F238E27FC236}">
                <a16:creationId xmlns:a16="http://schemas.microsoft.com/office/drawing/2014/main" id="{A7E03743-C880-71B4-D729-7FDA462EF96E}"/>
              </a:ext>
            </a:extLst>
          </p:cNvPr>
          <p:cNvSpPr txBox="1"/>
          <p:nvPr/>
        </p:nvSpPr>
        <p:spPr>
          <a:xfrm>
            <a:off x="4137014" y="4738033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98" name="Google Shape;1519;p17">
            <a:extLst>
              <a:ext uri="{FF2B5EF4-FFF2-40B4-BE49-F238E27FC236}">
                <a16:creationId xmlns:a16="http://schemas.microsoft.com/office/drawing/2014/main" id="{6BAD92D4-3BC9-7749-EBC6-3BC34CFF7652}"/>
              </a:ext>
            </a:extLst>
          </p:cNvPr>
          <p:cNvSpPr txBox="1"/>
          <p:nvPr/>
        </p:nvSpPr>
        <p:spPr>
          <a:xfrm>
            <a:off x="3138271" y="4211347"/>
            <a:ext cx="425160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zone1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0" name="Google Shape;1518;p17">
            <a:extLst>
              <a:ext uri="{FF2B5EF4-FFF2-40B4-BE49-F238E27FC236}">
                <a16:creationId xmlns:a16="http://schemas.microsoft.com/office/drawing/2014/main" id="{4EC92CC3-2C87-4676-4C2E-200256223E9A}"/>
              </a:ext>
            </a:extLst>
          </p:cNvPr>
          <p:cNvSpPr/>
          <p:nvPr/>
        </p:nvSpPr>
        <p:spPr>
          <a:xfrm>
            <a:off x="3677152" y="4229960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01" name="Google Shape;1519;p17">
            <a:extLst>
              <a:ext uri="{FF2B5EF4-FFF2-40B4-BE49-F238E27FC236}">
                <a16:creationId xmlns:a16="http://schemas.microsoft.com/office/drawing/2014/main" id="{9FEFFFF9-B7F3-CCCA-58D1-B2B0392EB177}"/>
              </a:ext>
            </a:extLst>
          </p:cNvPr>
          <p:cNvSpPr txBox="1"/>
          <p:nvPr/>
        </p:nvSpPr>
        <p:spPr>
          <a:xfrm>
            <a:off x="3677151" y="4204503"/>
            <a:ext cx="433846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zone2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3" name="Google Shape;1518;p17">
            <a:extLst>
              <a:ext uri="{FF2B5EF4-FFF2-40B4-BE49-F238E27FC236}">
                <a16:creationId xmlns:a16="http://schemas.microsoft.com/office/drawing/2014/main" id="{E51F57FF-66F1-BD46-515E-B0EA3826380F}"/>
              </a:ext>
            </a:extLst>
          </p:cNvPr>
          <p:cNvSpPr/>
          <p:nvPr/>
        </p:nvSpPr>
        <p:spPr>
          <a:xfrm>
            <a:off x="4225481" y="4229960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04" name="Google Shape;1519;p17">
            <a:extLst>
              <a:ext uri="{FF2B5EF4-FFF2-40B4-BE49-F238E27FC236}">
                <a16:creationId xmlns:a16="http://schemas.microsoft.com/office/drawing/2014/main" id="{F890D58A-7CE8-732C-9581-DD58BB044856}"/>
              </a:ext>
            </a:extLst>
          </p:cNvPr>
          <p:cNvSpPr txBox="1"/>
          <p:nvPr/>
        </p:nvSpPr>
        <p:spPr>
          <a:xfrm>
            <a:off x="4192890" y="4205162"/>
            <a:ext cx="459168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zone3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5" name="Google Shape;1519;p17">
            <a:extLst>
              <a:ext uri="{FF2B5EF4-FFF2-40B4-BE49-F238E27FC236}">
                <a16:creationId xmlns:a16="http://schemas.microsoft.com/office/drawing/2014/main" id="{7801B62F-2F09-C3A3-D546-5DCCB6AD805D}"/>
              </a:ext>
            </a:extLst>
          </p:cNvPr>
          <p:cNvSpPr txBox="1"/>
          <p:nvPr/>
        </p:nvSpPr>
        <p:spPr>
          <a:xfrm>
            <a:off x="3041741" y="5083151"/>
            <a:ext cx="1642909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vSphere Supervisor 1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206" name="Google Shape;1519;p17">
            <a:extLst>
              <a:ext uri="{FF2B5EF4-FFF2-40B4-BE49-F238E27FC236}">
                <a16:creationId xmlns:a16="http://schemas.microsoft.com/office/drawing/2014/main" id="{5975F995-FEED-F411-858A-7EDA9F41B980}"/>
              </a:ext>
            </a:extLst>
          </p:cNvPr>
          <p:cNvSpPr txBox="1"/>
          <p:nvPr/>
        </p:nvSpPr>
        <p:spPr>
          <a:xfrm>
            <a:off x="3034851" y="5349632"/>
            <a:ext cx="1649800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vCenter  West 1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C428D626-63BE-12D2-9576-4091CB35F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705" y="4667485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5" name="Rectangle 6">
            <a:extLst>
              <a:ext uri="{FF2B5EF4-FFF2-40B4-BE49-F238E27FC236}">
                <a16:creationId xmlns:a16="http://schemas.microsoft.com/office/drawing/2014/main" id="{46DD8AA5-F4C9-22BB-02D9-5075182B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705" y="4576025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6" name="Freeform 7">
            <a:extLst>
              <a:ext uri="{FF2B5EF4-FFF2-40B4-BE49-F238E27FC236}">
                <a16:creationId xmlns:a16="http://schemas.microsoft.com/office/drawing/2014/main" id="{060BBF05-4B03-E9AF-54AC-84CB3E693BF9}"/>
              </a:ext>
            </a:extLst>
          </p:cNvPr>
          <p:cNvSpPr>
            <a:spLocks noEditPoints="1"/>
          </p:cNvSpPr>
          <p:nvPr/>
        </p:nvSpPr>
        <p:spPr bwMode="auto">
          <a:xfrm>
            <a:off x="4911026" y="4432737"/>
            <a:ext cx="377176" cy="286385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7" name="Rectangle 8">
            <a:extLst>
              <a:ext uri="{FF2B5EF4-FFF2-40B4-BE49-F238E27FC236}">
                <a16:creationId xmlns:a16="http://schemas.microsoft.com/office/drawing/2014/main" id="{92EAEBFD-28A0-1268-68E5-FC3EC651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705" y="4484564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3" name="Google Shape;1514;p17">
            <a:extLst>
              <a:ext uri="{FF2B5EF4-FFF2-40B4-BE49-F238E27FC236}">
                <a16:creationId xmlns:a16="http://schemas.microsoft.com/office/drawing/2014/main" id="{BD1254BB-A661-FD68-C9BC-70CA71AF4DCE}"/>
              </a:ext>
            </a:extLst>
          </p:cNvPr>
          <p:cNvSpPr txBox="1"/>
          <p:nvPr/>
        </p:nvSpPr>
        <p:spPr>
          <a:xfrm>
            <a:off x="4799594" y="4742796"/>
            <a:ext cx="562042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2243360-A4ED-D9ED-5700-D58CB6FE5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341" y="4667485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9" name="Rectangle 6">
            <a:extLst>
              <a:ext uri="{FF2B5EF4-FFF2-40B4-BE49-F238E27FC236}">
                <a16:creationId xmlns:a16="http://schemas.microsoft.com/office/drawing/2014/main" id="{6A53DB7D-DC36-70E0-382E-5CE6C1878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341" y="4576025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0" name="Freeform 7">
            <a:extLst>
              <a:ext uri="{FF2B5EF4-FFF2-40B4-BE49-F238E27FC236}">
                <a16:creationId xmlns:a16="http://schemas.microsoft.com/office/drawing/2014/main" id="{63468528-CB19-9CD6-7256-3E2F433A6DA2}"/>
              </a:ext>
            </a:extLst>
          </p:cNvPr>
          <p:cNvSpPr>
            <a:spLocks noEditPoints="1"/>
          </p:cNvSpPr>
          <p:nvPr/>
        </p:nvSpPr>
        <p:spPr bwMode="auto">
          <a:xfrm>
            <a:off x="5458661" y="4432737"/>
            <a:ext cx="377870" cy="286385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1" name="Rectangle 8">
            <a:extLst>
              <a:ext uri="{FF2B5EF4-FFF2-40B4-BE49-F238E27FC236}">
                <a16:creationId xmlns:a16="http://schemas.microsoft.com/office/drawing/2014/main" id="{CA950724-CC8E-D40D-745A-8843B1789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341" y="4484564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7" name="Google Shape;1514;p17">
            <a:extLst>
              <a:ext uri="{FF2B5EF4-FFF2-40B4-BE49-F238E27FC236}">
                <a16:creationId xmlns:a16="http://schemas.microsoft.com/office/drawing/2014/main" id="{B8D5E784-4F59-3C93-ADC5-E9A64428C3F3}"/>
              </a:ext>
            </a:extLst>
          </p:cNvPr>
          <p:cNvSpPr txBox="1"/>
          <p:nvPr/>
        </p:nvSpPr>
        <p:spPr>
          <a:xfrm>
            <a:off x="5347230" y="4742796"/>
            <a:ext cx="562042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788EC3D4-4ABF-445C-7698-39C791B30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978" y="4667485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3" name="Rectangle 6">
            <a:extLst>
              <a:ext uri="{FF2B5EF4-FFF2-40B4-BE49-F238E27FC236}">
                <a16:creationId xmlns:a16="http://schemas.microsoft.com/office/drawing/2014/main" id="{B0E2B71D-6C0B-79ED-49DB-4AB6ACB41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978" y="4576025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4" name="Freeform 7">
            <a:extLst>
              <a:ext uri="{FF2B5EF4-FFF2-40B4-BE49-F238E27FC236}">
                <a16:creationId xmlns:a16="http://schemas.microsoft.com/office/drawing/2014/main" id="{3D3728B1-F819-0F02-6C51-D2B24EAB5F9B}"/>
              </a:ext>
            </a:extLst>
          </p:cNvPr>
          <p:cNvSpPr>
            <a:spLocks noEditPoints="1"/>
          </p:cNvSpPr>
          <p:nvPr/>
        </p:nvSpPr>
        <p:spPr bwMode="auto">
          <a:xfrm>
            <a:off x="6006299" y="4432737"/>
            <a:ext cx="378563" cy="286385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5" name="Rectangle 8">
            <a:extLst>
              <a:ext uri="{FF2B5EF4-FFF2-40B4-BE49-F238E27FC236}">
                <a16:creationId xmlns:a16="http://schemas.microsoft.com/office/drawing/2014/main" id="{435FE156-FD89-EE17-B6B7-18A3F0429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978" y="4484564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1" name="Google Shape;1514;p17">
            <a:extLst>
              <a:ext uri="{FF2B5EF4-FFF2-40B4-BE49-F238E27FC236}">
                <a16:creationId xmlns:a16="http://schemas.microsoft.com/office/drawing/2014/main" id="{32587459-EEFF-F60F-CCF7-9C182735FA48}"/>
              </a:ext>
            </a:extLst>
          </p:cNvPr>
          <p:cNvSpPr txBox="1"/>
          <p:nvPr/>
        </p:nvSpPr>
        <p:spPr>
          <a:xfrm>
            <a:off x="5894867" y="4742796"/>
            <a:ext cx="562042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11" name="Google Shape;1519;p17">
            <a:extLst>
              <a:ext uri="{FF2B5EF4-FFF2-40B4-BE49-F238E27FC236}">
                <a16:creationId xmlns:a16="http://schemas.microsoft.com/office/drawing/2014/main" id="{F7735F4E-F187-4B47-CDFF-61467230F6A8}"/>
              </a:ext>
            </a:extLst>
          </p:cNvPr>
          <p:cNvSpPr txBox="1"/>
          <p:nvPr/>
        </p:nvSpPr>
        <p:spPr>
          <a:xfrm>
            <a:off x="4896123" y="4216109"/>
            <a:ext cx="436344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zone4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18" name="Google Shape;1518;p17">
            <a:extLst>
              <a:ext uri="{FF2B5EF4-FFF2-40B4-BE49-F238E27FC236}">
                <a16:creationId xmlns:a16="http://schemas.microsoft.com/office/drawing/2014/main" id="{0272C44A-2379-A8C1-0D60-D8978F985B0D}"/>
              </a:ext>
            </a:extLst>
          </p:cNvPr>
          <p:cNvSpPr/>
          <p:nvPr/>
        </p:nvSpPr>
        <p:spPr>
          <a:xfrm>
            <a:off x="5435005" y="4234721"/>
            <a:ext cx="401527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19" name="Google Shape;1519;p17">
            <a:extLst>
              <a:ext uri="{FF2B5EF4-FFF2-40B4-BE49-F238E27FC236}">
                <a16:creationId xmlns:a16="http://schemas.microsoft.com/office/drawing/2014/main" id="{1ED25A8F-C2F2-F896-B45A-777D4D228570}"/>
              </a:ext>
            </a:extLst>
          </p:cNvPr>
          <p:cNvSpPr txBox="1"/>
          <p:nvPr/>
        </p:nvSpPr>
        <p:spPr>
          <a:xfrm>
            <a:off x="5435005" y="4209264"/>
            <a:ext cx="436345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zone5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16" name="Google Shape;1518;p17">
            <a:extLst>
              <a:ext uri="{FF2B5EF4-FFF2-40B4-BE49-F238E27FC236}">
                <a16:creationId xmlns:a16="http://schemas.microsoft.com/office/drawing/2014/main" id="{02B177D4-1D73-525F-319C-A2D70F7EC728}"/>
              </a:ext>
            </a:extLst>
          </p:cNvPr>
          <p:cNvSpPr/>
          <p:nvPr/>
        </p:nvSpPr>
        <p:spPr>
          <a:xfrm>
            <a:off x="5983334" y="4234721"/>
            <a:ext cx="401527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17" name="Google Shape;1519;p17">
            <a:extLst>
              <a:ext uri="{FF2B5EF4-FFF2-40B4-BE49-F238E27FC236}">
                <a16:creationId xmlns:a16="http://schemas.microsoft.com/office/drawing/2014/main" id="{B9025785-1059-2F1D-C053-0E290359DD60}"/>
              </a:ext>
            </a:extLst>
          </p:cNvPr>
          <p:cNvSpPr txBox="1"/>
          <p:nvPr/>
        </p:nvSpPr>
        <p:spPr>
          <a:xfrm>
            <a:off x="5983334" y="4209264"/>
            <a:ext cx="436345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zone6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69" name="Google Shape;1497;p17">
            <a:extLst>
              <a:ext uri="{FF2B5EF4-FFF2-40B4-BE49-F238E27FC236}">
                <a16:creationId xmlns:a16="http://schemas.microsoft.com/office/drawing/2014/main" id="{4A6F7DE5-424B-44DC-C613-88A7AF3E5CE8}"/>
              </a:ext>
            </a:extLst>
          </p:cNvPr>
          <p:cNvSpPr txBox="1"/>
          <p:nvPr/>
        </p:nvSpPr>
        <p:spPr>
          <a:xfrm>
            <a:off x="802852" y="4645722"/>
            <a:ext cx="1117657" cy="5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Provider Level</a:t>
            </a:r>
            <a:endParaRPr sz="1100" kern="1200" dirty="0">
              <a:latin typeface="Metropolis" pitchFamily="2" charset="77"/>
            </a:endParaRP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C0607A15-A2F6-9DB2-4BC6-4BEDA0A8C5C9}"/>
              </a:ext>
            </a:extLst>
          </p:cNvPr>
          <p:cNvCxnSpPr>
            <a:cxnSpLocks/>
            <a:stCxn id="49" idx="2"/>
            <a:endCxn id="198" idx="0"/>
          </p:cNvCxnSpPr>
          <p:nvPr/>
        </p:nvCxnSpPr>
        <p:spPr bwMode="gray">
          <a:xfrm>
            <a:off x="1997968" y="2928361"/>
            <a:ext cx="1352883" cy="1282986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91725A3B-7D6B-E28F-74DA-E582BB9BCE24}"/>
              </a:ext>
            </a:extLst>
          </p:cNvPr>
          <p:cNvCxnSpPr>
            <a:cxnSpLocks/>
            <a:stCxn id="49" idx="2"/>
            <a:endCxn id="201" idx="0"/>
          </p:cNvCxnSpPr>
          <p:nvPr/>
        </p:nvCxnSpPr>
        <p:spPr bwMode="gray">
          <a:xfrm>
            <a:off x="1997968" y="2928361"/>
            <a:ext cx="1896106" cy="127614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0A6E4351-389E-2B32-7352-CB720A35BE2C}"/>
              </a:ext>
            </a:extLst>
          </p:cNvPr>
          <p:cNvCxnSpPr>
            <a:cxnSpLocks/>
            <a:stCxn id="48" idx="2"/>
            <a:endCxn id="204" idx="0"/>
          </p:cNvCxnSpPr>
          <p:nvPr/>
        </p:nvCxnSpPr>
        <p:spPr bwMode="gray">
          <a:xfrm>
            <a:off x="2988126" y="3172416"/>
            <a:ext cx="1434348" cy="1032746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68637646-7857-A862-7C25-F0532D3E84CC}"/>
              </a:ext>
            </a:extLst>
          </p:cNvPr>
          <p:cNvCxnSpPr>
            <a:cxnSpLocks/>
            <a:stCxn id="141" idx="2"/>
            <a:endCxn id="201" idx="0"/>
          </p:cNvCxnSpPr>
          <p:nvPr/>
        </p:nvCxnSpPr>
        <p:spPr bwMode="gray">
          <a:xfrm flipH="1">
            <a:off x="3894074" y="2929021"/>
            <a:ext cx="877477" cy="1275482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A0489472-FE2B-7CF4-765F-1B2668789092}"/>
              </a:ext>
            </a:extLst>
          </p:cNvPr>
          <p:cNvCxnSpPr>
            <a:cxnSpLocks/>
            <a:stCxn id="141" idx="2"/>
            <a:endCxn id="204" idx="0"/>
          </p:cNvCxnSpPr>
          <p:nvPr/>
        </p:nvCxnSpPr>
        <p:spPr bwMode="gray">
          <a:xfrm flipH="1">
            <a:off x="4422474" y="2929021"/>
            <a:ext cx="349077" cy="1276141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B0E127BB-7995-7B53-F9CC-5B3FB35595CB}"/>
              </a:ext>
            </a:extLst>
          </p:cNvPr>
          <p:cNvCxnSpPr>
            <a:cxnSpLocks/>
            <a:stCxn id="148" idx="2"/>
            <a:endCxn id="217" idx="0"/>
          </p:cNvCxnSpPr>
          <p:nvPr/>
        </p:nvCxnSpPr>
        <p:spPr bwMode="gray">
          <a:xfrm flipH="1">
            <a:off x="6201507" y="2968381"/>
            <a:ext cx="2570677" cy="1240883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Google Shape;1497;p17">
            <a:extLst>
              <a:ext uri="{FF2B5EF4-FFF2-40B4-BE49-F238E27FC236}">
                <a16:creationId xmlns:a16="http://schemas.microsoft.com/office/drawing/2014/main" id="{3405BFED-7E67-32F2-035C-B93062BCC4FE}"/>
              </a:ext>
            </a:extLst>
          </p:cNvPr>
          <p:cNvSpPr txBox="1"/>
          <p:nvPr/>
        </p:nvSpPr>
        <p:spPr>
          <a:xfrm>
            <a:off x="415540" y="2434724"/>
            <a:ext cx="748745" cy="5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Tenant Level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CCBBD6D1-44C2-C9D4-D095-25D3BF7C473D}"/>
              </a:ext>
            </a:extLst>
          </p:cNvPr>
          <p:cNvSpPr>
            <a:spLocks noEditPoints="1"/>
          </p:cNvSpPr>
          <p:nvPr/>
        </p:nvSpPr>
        <p:spPr bwMode="auto">
          <a:xfrm>
            <a:off x="6867134" y="2387101"/>
            <a:ext cx="415782" cy="416141"/>
          </a:xfrm>
          <a:custGeom>
            <a:avLst/>
            <a:gdLst>
              <a:gd name="T0" fmla="*/ 507 w 981"/>
              <a:gd name="T1" fmla="*/ 0 h 982"/>
              <a:gd name="T2" fmla="*/ 503 w 981"/>
              <a:gd name="T3" fmla="*/ 0 h 982"/>
              <a:gd name="T4" fmla="*/ 499 w 981"/>
              <a:gd name="T5" fmla="*/ 0 h 982"/>
              <a:gd name="T6" fmla="*/ 159 w 981"/>
              <a:gd name="T7" fmla="*/ 143 h 982"/>
              <a:gd name="T8" fmla="*/ 151 w 981"/>
              <a:gd name="T9" fmla="*/ 151 h 982"/>
              <a:gd name="T10" fmla="*/ 143 w 981"/>
              <a:gd name="T11" fmla="*/ 160 h 982"/>
              <a:gd name="T12" fmla="*/ 0 w 981"/>
              <a:gd name="T13" fmla="*/ 499 h 982"/>
              <a:gd name="T14" fmla="*/ 0 w 981"/>
              <a:gd name="T15" fmla="*/ 503 h 982"/>
              <a:gd name="T16" fmla="*/ 0 w 981"/>
              <a:gd name="T17" fmla="*/ 507 h 982"/>
              <a:gd name="T18" fmla="*/ 474 w 981"/>
              <a:gd name="T19" fmla="*/ 982 h 982"/>
              <a:gd name="T20" fmla="*/ 813 w 981"/>
              <a:gd name="T21" fmla="*/ 838 h 982"/>
              <a:gd name="T22" fmla="*/ 822 w 981"/>
              <a:gd name="T23" fmla="*/ 830 h 982"/>
              <a:gd name="T24" fmla="*/ 830 w 981"/>
              <a:gd name="T25" fmla="*/ 822 h 982"/>
              <a:gd name="T26" fmla="*/ 838 w 981"/>
              <a:gd name="T27" fmla="*/ 814 h 982"/>
              <a:gd name="T28" fmla="*/ 981 w 981"/>
              <a:gd name="T29" fmla="*/ 474 h 982"/>
              <a:gd name="T30" fmla="*/ 507 w 981"/>
              <a:gd name="T31" fmla="*/ 0 h 982"/>
              <a:gd name="T32" fmla="*/ 670 w 981"/>
              <a:gd name="T33" fmla="*/ 870 h 982"/>
              <a:gd name="T34" fmla="*/ 670 w 981"/>
              <a:gd name="T35" fmla="*/ 817 h 982"/>
              <a:gd name="T36" fmla="*/ 670 w 981"/>
              <a:gd name="T37" fmla="*/ 652 h 982"/>
              <a:gd name="T38" fmla="*/ 601 w 981"/>
              <a:gd name="T39" fmla="*/ 582 h 982"/>
              <a:gd name="T40" fmla="*/ 347 w 981"/>
              <a:gd name="T41" fmla="*/ 582 h 982"/>
              <a:gd name="T42" fmla="*/ 278 w 981"/>
              <a:gd name="T43" fmla="*/ 652 h 982"/>
              <a:gd name="T44" fmla="*/ 278 w 981"/>
              <a:gd name="T45" fmla="*/ 817 h 982"/>
              <a:gd name="T46" fmla="*/ 278 w 981"/>
              <a:gd name="T47" fmla="*/ 870 h 982"/>
              <a:gd name="T48" fmla="*/ 62 w 981"/>
              <a:gd name="T49" fmla="*/ 507 h 982"/>
              <a:gd name="T50" fmla="*/ 474 w 981"/>
              <a:gd name="T51" fmla="*/ 95 h 982"/>
              <a:gd name="T52" fmla="*/ 886 w 981"/>
              <a:gd name="T53" fmla="*/ 507 h 982"/>
              <a:gd name="T54" fmla="*/ 670 w 981"/>
              <a:gd name="T55" fmla="*/ 870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81" h="982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BAFEEA02-6DB7-5516-690A-0AD337A07009}"/>
              </a:ext>
            </a:extLst>
          </p:cNvPr>
          <p:cNvSpPr>
            <a:spLocks/>
          </p:cNvSpPr>
          <p:nvPr/>
        </p:nvSpPr>
        <p:spPr bwMode="auto">
          <a:xfrm>
            <a:off x="7014133" y="2503342"/>
            <a:ext cx="107656" cy="107477"/>
          </a:xfrm>
          <a:custGeom>
            <a:avLst/>
            <a:gdLst>
              <a:gd name="T0" fmla="*/ 127 w 254"/>
              <a:gd name="T1" fmla="*/ 0 h 254"/>
              <a:gd name="T2" fmla="*/ 0 w 254"/>
              <a:gd name="T3" fmla="*/ 127 h 254"/>
              <a:gd name="T4" fmla="*/ 37 w 254"/>
              <a:gd name="T5" fmla="*/ 217 h 254"/>
              <a:gd name="T6" fmla="*/ 127 w 254"/>
              <a:gd name="T7" fmla="*/ 254 h 254"/>
              <a:gd name="T8" fmla="*/ 254 w 254"/>
              <a:gd name="T9" fmla="*/ 127 h 254"/>
              <a:gd name="T10" fmla="*/ 217 w 254"/>
              <a:gd name="T11" fmla="*/ 37 h 254"/>
              <a:gd name="T12" fmla="*/ 127 w 254"/>
              <a:gd name="T13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254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" name="Google Shape;1497;p17">
            <a:extLst>
              <a:ext uri="{FF2B5EF4-FFF2-40B4-BE49-F238E27FC236}">
                <a16:creationId xmlns:a16="http://schemas.microsoft.com/office/drawing/2014/main" id="{906D9F54-9A73-B3D5-232C-5CE38292C078}"/>
              </a:ext>
            </a:extLst>
          </p:cNvPr>
          <p:cNvSpPr txBox="1"/>
          <p:nvPr/>
        </p:nvSpPr>
        <p:spPr>
          <a:xfrm>
            <a:off x="6494875" y="2787741"/>
            <a:ext cx="1166236" cy="62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400"/>
            </a:pPr>
            <a:r>
              <a:rPr lang="en" sz="1200" kern="1200" dirty="0" err="1">
                <a:latin typeface="Metropolis" pitchFamily="2" charset="77"/>
              </a:rPr>
              <a:t>BigCo</a:t>
            </a:r>
            <a:endParaRPr lang="en" sz="1200" kern="1200" dirty="0">
              <a:latin typeface="Metropolis" pitchFamily="2" charset="77"/>
            </a:endParaRPr>
          </a:p>
          <a:p>
            <a:pPr algn="ctr" defTabSz="914171">
              <a:buSzPts val="1400"/>
            </a:pPr>
            <a:r>
              <a:rPr lang="en" sz="1200" kern="1200" dirty="0">
                <a:latin typeface="Metropolis" pitchFamily="2" charset="77"/>
              </a:rPr>
              <a:t>Org </a:t>
            </a:r>
          </a:p>
          <a:p>
            <a:pPr algn="ctr" defTabSz="914171">
              <a:buSzPts val="1400"/>
            </a:pPr>
            <a:r>
              <a:rPr lang="en" sz="1200" kern="1200" dirty="0">
                <a:latin typeface="Metropolis" pitchFamily="2" charset="77"/>
              </a:rPr>
              <a:t>Admins</a:t>
            </a:r>
            <a:endParaRPr sz="1200" kern="1200" dirty="0">
              <a:latin typeface="Metropolis" pitchFamily="2" charset="77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BB3D312-C870-63DC-A6D5-EF85B0098EC9}"/>
              </a:ext>
            </a:extLst>
          </p:cNvPr>
          <p:cNvSpPr>
            <a:spLocks noEditPoints="1"/>
          </p:cNvSpPr>
          <p:nvPr/>
        </p:nvSpPr>
        <p:spPr bwMode="auto">
          <a:xfrm>
            <a:off x="7116413" y="2387101"/>
            <a:ext cx="415782" cy="416141"/>
          </a:xfrm>
          <a:custGeom>
            <a:avLst/>
            <a:gdLst>
              <a:gd name="T0" fmla="*/ 507 w 981"/>
              <a:gd name="T1" fmla="*/ 0 h 982"/>
              <a:gd name="T2" fmla="*/ 503 w 981"/>
              <a:gd name="T3" fmla="*/ 0 h 982"/>
              <a:gd name="T4" fmla="*/ 499 w 981"/>
              <a:gd name="T5" fmla="*/ 0 h 982"/>
              <a:gd name="T6" fmla="*/ 159 w 981"/>
              <a:gd name="T7" fmla="*/ 143 h 982"/>
              <a:gd name="T8" fmla="*/ 151 w 981"/>
              <a:gd name="T9" fmla="*/ 151 h 982"/>
              <a:gd name="T10" fmla="*/ 143 w 981"/>
              <a:gd name="T11" fmla="*/ 160 h 982"/>
              <a:gd name="T12" fmla="*/ 0 w 981"/>
              <a:gd name="T13" fmla="*/ 499 h 982"/>
              <a:gd name="T14" fmla="*/ 0 w 981"/>
              <a:gd name="T15" fmla="*/ 503 h 982"/>
              <a:gd name="T16" fmla="*/ 0 w 981"/>
              <a:gd name="T17" fmla="*/ 507 h 982"/>
              <a:gd name="T18" fmla="*/ 474 w 981"/>
              <a:gd name="T19" fmla="*/ 982 h 982"/>
              <a:gd name="T20" fmla="*/ 813 w 981"/>
              <a:gd name="T21" fmla="*/ 838 h 982"/>
              <a:gd name="T22" fmla="*/ 822 w 981"/>
              <a:gd name="T23" fmla="*/ 830 h 982"/>
              <a:gd name="T24" fmla="*/ 830 w 981"/>
              <a:gd name="T25" fmla="*/ 822 h 982"/>
              <a:gd name="T26" fmla="*/ 838 w 981"/>
              <a:gd name="T27" fmla="*/ 814 h 982"/>
              <a:gd name="T28" fmla="*/ 981 w 981"/>
              <a:gd name="T29" fmla="*/ 474 h 982"/>
              <a:gd name="T30" fmla="*/ 507 w 981"/>
              <a:gd name="T31" fmla="*/ 0 h 982"/>
              <a:gd name="T32" fmla="*/ 670 w 981"/>
              <a:gd name="T33" fmla="*/ 870 h 982"/>
              <a:gd name="T34" fmla="*/ 670 w 981"/>
              <a:gd name="T35" fmla="*/ 817 h 982"/>
              <a:gd name="T36" fmla="*/ 670 w 981"/>
              <a:gd name="T37" fmla="*/ 652 h 982"/>
              <a:gd name="T38" fmla="*/ 601 w 981"/>
              <a:gd name="T39" fmla="*/ 582 h 982"/>
              <a:gd name="T40" fmla="*/ 347 w 981"/>
              <a:gd name="T41" fmla="*/ 582 h 982"/>
              <a:gd name="T42" fmla="*/ 278 w 981"/>
              <a:gd name="T43" fmla="*/ 652 h 982"/>
              <a:gd name="T44" fmla="*/ 278 w 981"/>
              <a:gd name="T45" fmla="*/ 817 h 982"/>
              <a:gd name="T46" fmla="*/ 278 w 981"/>
              <a:gd name="T47" fmla="*/ 870 h 982"/>
              <a:gd name="T48" fmla="*/ 62 w 981"/>
              <a:gd name="T49" fmla="*/ 507 h 982"/>
              <a:gd name="T50" fmla="*/ 474 w 981"/>
              <a:gd name="T51" fmla="*/ 95 h 982"/>
              <a:gd name="T52" fmla="*/ 886 w 981"/>
              <a:gd name="T53" fmla="*/ 507 h 982"/>
              <a:gd name="T54" fmla="*/ 670 w 981"/>
              <a:gd name="T55" fmla="*/ 870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81" h="982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970E38A8-8883-F3F1-CC51-2DF4BDE5590F}"/>
              </a:ext>
            </a:extLst>
          </p:cNvPr>
          <p:cNvSpPr>
            <a:spLocks/>
          </p:cNvSpPr>
          <p:nvPr/>
        </p:nvSpPr>
        <p:spPr bwMode="auto">
          <a:xfrm>
            <a:off x="7263412" y="2503342"/>
            <a:ext cx="107656" cy="107477"/>
          </a:xfrm>
          <a:custGeom>
            <a:avLst/>
            <a:gdLst>
              <a:gd name="T0" fmla="*/ 127 w 254"/>
              <a:gd name="T1" fmla="*/ 0 h 254"/>
              <a:gd name="T2" fmla="*/ 0 w 254"/>
              <a:gd name="T3" fmla="*/ 127 h 254"/>
              <a:gd name="T4" fmla="*/ 37 w 254"/>
              <a:gd name="T5" fmla="*/ 217 h 254"/>
              <a:gd name="T6" fmla="*/ 127 w 254"/>
              <a:gd name="T7" fmla="*/ 254 h 254"/>
              <a:gd name="T8" fmla="*/ 254 w 254"/>
              <a:gd name="T9" fmla="*/ 127 h 254"/>
              <a:gd name="T10" fmla="*/ 217 w 254"/>
              <a:gd name="T11" fmla="*/ 37 h 254"/>
              <a:gd name="T12" fmla="*/ 127 w 254"/>
              <a:gd name="T13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254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E9DE2428-2F6D-F745-83F1-2B4867F4DAF6}"/>
              </a:ext>
            </a:extLst>
          </p:cNvPr>
          <p:cNvSpPr>
            <a:spLocks noEditPoints="1"/>
          </p:cNvSpPr>
          <p:nvPr/>
        </p:nvSpPr>
        <p:spPr bwMode="auto">
          <a:xfrm>
            <a:off x="6571089" y="2387101"/>
            <a:ext cx="415782" cy="416141"/>
          </a:xfrm>
          <a:custGeom>
            <a:avLst/>
            <a:gdLst>
              <a:gd name="T0" fmla="*/ 507 w 981"/>
              <a:gd name="T1" fmla="*/ 0 h 982"/>
              <a:gd name="T2" fmla="*/ 503 w 981"/>
              <a:gd name="T3" fmla="*/ 0 h 982"/>
              <a:gd name="T4" fmla="*/ 499 w 981"/>
              <a:gd name="T5" fmla="*/ 0 h 982"/>
              <a:gd name="T6" fmla="*/ 159 w 981"/>
              <a:gd name="T7" fmla="*/ 143 h 982"/>
              <a:gd name="T8" fmla="*/ 151 w 981"/>
              <a:gd name="T9" fmla="*/ 151 h 982"/>
              <a:gd name="T10" fmla="*/ 143 w 981"/>
              <a:gd name="T11" fmla="*/ 160 h 982"/>
              <a:gd name="T12" fmla="*/ 0 w 981"/>
              <a:gd name="T13" fmla="*/ 499 h 982"/>
              <a:gd name="T14" fmla="*/ 0 w 981"/>
              <a:gd name="T15" fmla="*/ 503 h 982"/>
              <a:gd name="T16" fmla="*/ 0 w 981"/>
              <a:gd name="T17" fmla="*/ 507 h 982"/>
              <a:gd name="T18" fmla="*/ 474 w 981"/>
              <a:gd name="T19" fmla="*/ 982 h 982"/>
              <a:gd name="T20" fmla="*/ 813 w 981"/>
              <a:gd name="T21" fmla="*/ 838 h 982"/>
              <a:gd name="T22" fmla="*/ 822 w 981"/>
              <a:gd name="T23" fmla="*/ 830 h 982"/>
              <a:gd name="T24" fmla="*/ 830 w 981"/>
              <a:gd name="T25" fmla="*/ 822 h 982"/>
              <a:gd name="T26" fmla="*/ 838 w 981"/>
              <a:gd name="T27" fmla="*/ 814 h 982"/>
              <a:gd name="T28" fmla="*/ 981 w 981"/>
              <a:gd name="T29" fmla="*/ 474 h 982"/>
              <a:gd name="T30" fmla="*/ 507 w 981"/>
              <a:gd name="T31" fmla="*/ 0 h 982"/>
              <a:gd name="T32" fmla="*/ 670 w 981"/>
              <a:gd name="T33" fmla="*/ 870 h 982"/>
              <a:gd name="T34" fmla="*/ 670 w 981"/>
              <a:gd name="T35" fmla="*/ 817 h 982"/>
              <a:gd name="T36" fmla="*/ 670 w 981"/>
              <a:gd name="T37" fmla="*/ 652 h 982"/>
              <a:gd name="T38" fmla="*/ 601 w 981"/>
              <a:gd name="T39" fmla="*/ 582 h 982"/>
              <a:gd name="T40" fmla="*/ 347 w 981"/>
              <a:gd name="T41" fmla="*/ 582 h 982"/>
              <a:gd name="T42" fmla="*/ 278 w 981"/>
              <a:gd name="T43" fmla="*/ 652 h 982"/>
              <a:gd name="T44" fmla="*/ 278 w 981"/>
              <a:gd name="T45" fmla="*/ 817 h 982"/>
              <a:gd name="T46" fmla="*/ 278 w 981"/>
              <a:gd name="T47" fmla="*/ 870 h 982"/>
              <a:gd name="T48" fmla="*/ 62 w 981"/>
              <a:gd name="T49" fmla="*/ 507 h 982"/>
              <a:gd name="T50" fmla="*/ 474 w 981"/>
              <a:gd name="T51" fmla="*/ 95 h 982"/>
              <a:gd name="T52" fmla="*/ 886 w 981"/>
              <a:gd name="T53" fmla="*/ 507 h 982"/>
              <a:gd name="T54" fmla="*/ 670 w 981"/>
              <a:gd name="T55" fmla="*/ 870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81" h="982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411E0FE1-5928-F143-2261-419C9D48B411}"/>
              </a:ext>
            </a:extLst>
          </p:cNvPr>
          <p:cNvSpPr>
            <a:spLocks/>
          </p:cNvSpPr>
          <p:nvPr/>
        </p:nvSpPr>
        <p:spPr bwMode="auto">
          <a:xfrm>
            <a:off x="6718089" y="2503342"/>
            <a:ext cx="107656" cy="107477"/>
          </a:xfrm>
          <a:custGeom>
            <a:avLst/>
            <a:gdLst>
              <a:gd name="T0" fmla="*/ 127 w 254"/>
              <a:gd name="T1" fmla="*/ 0 h 254"/>
              <a:gd name="T2" fmla="*/ 0 w 254"/>
              <a:gd name="T3" fmla="*/ 127 h 254"/>
              <a:gd name="T4" fmla="*/ 37 w 254"/>
              <a:gd name="T5" fmla="*/ 217 h 254"/>
              <a:gd name="T6" fmla="*/ 127 w 254"/>
              <a:gd name="T7" fmla="*/ 254 h 254"/>
              <a:gd name="T8" fmla="*/ 254 w 254"/>
              <a:gd name="T9" fmla="*/ 127 h 254"/>
              <a:gd name="T10" fmla="*/ 217 w 254"/>
              <a:gd name="T11" fmla="*/ 37 h 254"/>
              <a:gd name="T12" fmla="*/ 127 w 254"/>
              <a:gd name="T13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254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DCBB31-B126-F9CF-2B23-206DEBF8E0B2}"/>
              </a:ext>
            </a:extLst>
          </p:cNvPr>
          <p:cNvGrpSpPr/>
          <p:nvPr/>
        </p:nvGrpSpPr>
        <p:grpSpPr>
          <a:xfrm>
            <a:off x="10051702" y="2418495"/>
            <a:ext cx="1166236" cy="1023838"/>
            <a:chOff x="6158472" y="2128245"/>
            <a:chExt cx="1166540" cy="102410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B8CF9E-9C9F-6F3D-7215-5E817068D0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143DFD95-74A2-406E-4620-5D7E2B5B85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51" name="Freeform 6">
                <a:extLst>
                  <a:ext uri="{FF2B5EF4-FFF2-40B4-BE49-F238E27FC236}">
                    <a16:creationId xmlns:a16="http://schemas.microsoft.com/office/drawing/2014/main" id="{4454704B-5DBD-0DC7-187F-3FC259299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sp>
          <p:nvSpPr>
            <p:cNvPr id="41" name="Google Shape;1497;p17">
              <a:extLst>
                <a:ext uri="{FF2B5EF4-FFF2-40B4-BE49-F238E27FC236}">
                  <a16:creationId xmlns:a16="http://schemas.microsoft.com/office/drawing/2014/main" id="{3038BA42-9B84-6FC3-5453-10B821A922D3}"/>
                </a:ext>
              </a:extLst>
            </p:cNvPr>
            <p:cNvSpPr txBox="1"/>
            <p:nvPr/>
          </p:nvSpPr>
          <p:spPr>
            <a:xfrm>
              <a:off x="6158472" y="2528988"/>
              <a:ext cx="1166540" cy="62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7" tIns="34266" rIns="68557" bIns="34266" anchor="t" anchorCtr="0">
              <a:spAutoFit/>
            </a:bodyPr>
            <a:lstStyle/>
            <a:p>
              <a:pPr algn="ctr" defTabSz="914171">
                <a:buSzPts val="1400"/>
              </a:pPr>
              <a:r>
                <a:rPr lang="en" sz="1200" kern="1200" dirty="0" err="1">
                  <a:latin typeface="Metropolis" pitchFamily="2" charset="77"/>
                </a:rPr>
                <a:t>SmallCo</a:t>
              </a:r>
              <a:endParaRPr lang="en" sz="1200" kern="1200" dirty="0">
                <a:latin typeface="Metropolis" pitchFamily="2" charset="77"/>
              </a:endParaRPr>
            </a:p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Org</a:t>
              </a:r>
            </a:p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Admins</a:t>
              </a:r>
              <a:endParaRPr sz="1200" kern="1200" dirty="0">
                <a:latin typeface="Metropolis" pitchFamily="2" charset="77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07B1390-CB03-6B43-427A-6FB09D4596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C452018-911E-6BAB-411D-5F9DF1FC21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781F2800-093D-CAD9-E5E7-C8B70F525A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7EDD707-BE13-C142-0FA2-54BDA78354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44" name="Freeform 5">
                <a:extLst>
                  <a:ext uri="{FF2B5EF4-FFF2-40B4-BE49-F238E27FC236}">
                    <a16:creationId xmlns:a16="http://schemas.microsoft.com/office/drawing/2014/main" id="{6BAC443B-2B62-26B3-F447-E5D1B586D0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45" name="Freeform 6">
                <a:extLst>
                  <a:ext uri="{FF2B5EF4-FFF2-40B4-BE49-F238E27FC236}">
                    <a16:creationId xmlns:a16="http://schemas.microsoft.com/office/drawing/2014/main" id="{A66D12F7-4F8A-73A8-EAE6-CDA508D05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8EBB8D9D-2AB3-4ECD-2FAD-3740145B5524}"/>
              </a:ext>
            </a:extLst>
          </p:cNvPr>
          <p:cNvSpPr/>
          <p:nvPr/>
        </p:nvSpPr>
        <p:spPr bwMode="gray">
          <a:xfrm>
            <a:off x="6938731" y="4048634"/>
            <a:ext cx="2288076" cy="1952885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71">
              <a:buClrTx/>
            </a:pPr>
            <a:endParaRPr lang="en-US" sz="1800" kern="1200" dirty="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55" name="Google Shape;1497;p17">
            <a:extLst>
              <a:ext uri="{FF2B5EF4-FFF2-40B4-BE49-F238E27FC236}">
                <a16:creationId xmlns:a16="http://schemas.microsoft.com/office/drawing/2014/main" id="{731A8868-77EC-21DD-535B-C66688F32F0D}"/>
              </a:ext>
            </a:extLst>
          </p:cNvPr>
          <p:cNvSpPr txBox="1"/>
          <p:nvPr/>
        </p:nvSpPr>
        <p:spPr>
          <a:xfrm rot="5400000">
            <a:off x="6529610" y="4983959"/>
            <a:ext cx="1198569" cy="2846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Region East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57" name="Google Shape;1519;p17">
            <a:extLst>
              <a:ext uri="{FF2B5EF4-FFF2-40B4-BE49-F238E27FC236}">
                <a16:creationId xmlns:a16="http://schemas.microsoft.com/office/drawing/2014/main" id="{45396659-71F6-B124-AF51-8D7708AF8C89}"/>
              </a:ext>
            </a:extLst>
          </p:cNvPr>
          <p:cNvSpPr txBox="1"/>
          <p:nvPr/>
        </p:nvSpPr>
        <p:spPr>
          <a:xfrm>
            <a:off x="7367937" y="5706138"/>
            <a:ext cx="1783811" cy="23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NSX Local Manager East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D0B77EE7-74E0-4ABB-71E9-419420819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688" y="4697580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6" name="Rectangle 6">
            <a:extLst>
              <a:ext uri="{FF2B5EF4-FFF2-40B4-BE49-F238E27FC236}">
                <a16:creationId xmlns:a16="http://schemas.microsoft.com/office/drawing/2014/main" id="{1FC7225E-65AA-C44D-D345-9BED23E0E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688" y="4606119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7" name="Freeform 7">
            <a:extLst>
              <a:ext uri="{FF2B5EF4-FFF2-40B4-BE49-F238E27FC236}">
                <a16:creationId xmlns:a16="http://schemas.microsoft.com/office/drawing/2014/main" id="{FAAD877D-9AEC-F1CC-9161-E399F91ECC1E}"/>
              </a:ext>
            </a:extLst>
          </p:cNvPr>
          <p:cNvSpPr>
            <a:spLocks noEditPoints="1"/>
          </p:cNvSpPr>
          <p:nvPr/>
        </p:nvSpPr>
        <p:spPr bwMode="auto">
          <a:xfrm>
            <a:off x="7544009" y="4462832"/>
            <a:ext cx="377176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8" name="Rectangle 8">
            <a:extLst>
              <a:ext uri="{FF2B5EF4-FFF2-40B4-BE49-F238E27FC236}">
                <a16:creationId xmlns:a16="http://schemas.microsoft.com/office/drawing/2014/main" id="{1DCA60E9-5940-6F4F-86A1-56393A235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688" y="4514661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4" name="Google Shape;1514;p17">
            <a:extLst>
              <a:ext uri="{FF2B5EF4-FFF2-40B4-BE49-F238E27FC236}">
                <a16:creationId xmlns:a16="http://schemas.microsoft.com/office/drawing/2014/main" id="{64903849-0715-891A-AB60-7D5D30CABAC6}"/>
              </a:ext>
            </a:extLst>
          </p:cNvPr>
          <p:cNvSpPr txBox="1"/>
          <p:nvPr/>
        </p:nvSpPr>
        <p:spPr>
          <a:xfrm>
            <a:off x="7432578" y="4772891"/>
            <a:ext cx="547636" cy="315423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52DB3EB-A379-AA80-EB13-92DE92A9C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326" y="4697580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8" name="Rectangle 6">
            <a:extLst>
              <a:ext uri="{FF2B5EF4-FFF2-40B4-BE49-F238E27FC236}">
                <a16:creationId xmlns:a16="http://schemas.microsoft.com/office/drawing/2014/main" id="{4F3701CF-4F3D-3915-C59D-36A307793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326" y="4606119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9" name="Freeform 7">
            <a:extLst>
              <a:ext uri="{FF2B5EF4-FFF2-40B4-BE49-F238E27FC236}">
                <a16:creationId xmlns:a16="http://schemas.microsoft.com/office/drawing/2014/main" id="{DE078537-54AD-21FC-72E6-4A3EE3A7DB54}"/>
              </a:ext>
            </a:extLst>
          </p:cNvPr>
          <p:cNvSpPr>
            <a:spLocks noEditPoints="1"/>
          </p:cNvSpPr>
          <p:nvPr/>
        </p:nvSpPr>
        <p:spPr bwMode="auto">
          <a:xfrm>
            <a:off x="8091646" y="4462832"/>
            <a:ext cx="377870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0" name="Rectangle 8">
            <a:extLst>
              <a:ext uri="{FF2B5EF4-FFF2-40B4-BE49-F238E27FC236}">
                <a16:creationId xmlns:a16="http://schemas.microsoft.com/office/drawing/2014/main" id="{E01CF43C-2D0E-3C02-026F-B11EFA4D0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326" y="4514661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6" name="Google Shape;1514;p17">
            <a:extLst>
              <a:ext uri="{FF2B5EF4-FFF2-40B4-BE49-F238E27FC236}">
                <a16:creationId xmlns:a16="http://schemas.microsoft.com/office/drawing/2014/main" id="{A9347C3A-3B10-746D-5E30-A38601A7A85B}"/>
              </a:ext>
            </a:extLst>
          </p:cNvPr>
          <p:cNvSpPr txBox="1"/>
          <p:nvPr/>
        </p:nvSpPr>
        <p:spPr>
          <a:xfrm>
            <a:off x="7980215" y="4772891"/>
            <a:ext cx="547636" cy="315423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88AB6359-8B5D-47B7-D25A-C5A673B13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3962" y="4697580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2" name="Rectangle 6">
            <a:extLst>
              <a:ext uri="{FF2B5EF4-FFF2-40B4-BE49-F238E27FC236}">
                <a16:creationId xmlns:a16="http://schemas.microsoft.com/office/drawing/2014/main" id="{CFDF938F-367A-9535-4B02-B0B2C62AF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3962" y="4606119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3" name="Freeform 7">
            <a:extLst>
              <a:ext uri="{FF2B5EF4-FFF2-40B4-BE49-F238E27FC236}">
                <a16:creationId xmlns:a16="http://schemas.microsoft.com/office/drawing/2014/main" id="{9A35AB23-16A1-224C-394B-41C296E18D5E}"/>
              </a:ext>
            </a:extLst>
          </p:cNvPr>
          <p:cNvSpPr>
            <a:spLocks noEditPoints="1"/>
          </p:cNvSpPr>
          <p:nvPr/>
        </p:nvSpPr>
        <p:spPr bwMode="auto">
          <a:xfrm>
            <a:off x="8639282" y="4462832"/>
            <a:ext cx="378563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 dirty="0">
              <a:ea typeface="+mn-ea"/>
              <a:cs typeface="+mn-cs"/>
            </a:endParaRPr>
          </a:p>
        </p:txBody>
      </p:sp>
      <p:sp>
        <p:nvSpPr>
          <p:cNvPr id="314" name="Rectangle 8">
            <a:extLst>
              <a:ext uri="{FF2B5EF4-FFF2-40B4-BE49-F238E27FC236}">
                <a16:creationId xmlns:a16="http://schemas.microsoft.com/office/drawing/2014/main" id="{768880CD-AED8-0EA0-4B3C-3BA2C764B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3962" y="4514661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0" name="Google Shape;1514;p17">
            <a:extLst>
              <a:ext uri="{FF2B5EF4-FFF2-40B4-BE49-F238E27FC236}">
                <a16:creationId xmlns:a16="http://schemas.microsoft.com/office/drawing/2014/main" id="{308F014C-A540-0444-2148-4B144DBC4C18}"/>
              </a:ext>
            </a:extLst>
          </p:cNvPr>
          <p:cNvSpPr txBox="1"/>
          <p:nvPr/>
        </p:nvSpPr>
        <p:spPr>
          <a:xfrm>
            <a:off x="8527851" y="4772891"/>
            <a:ext cx="547636" cy="315423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61" name="Google Shape;1519;p17">
            <a:extLst>
              <a:ext uri="{FF2B5EF4-FFF2-40B4-BE49-F238E27FC236}">
                <a16:creationId xmlns:a16="http://schemas.microsoft.com/office/drawing/2014/main" id="{A71A6FBC-8202-3821-C2AD-D9401FBA87F5}"/>
              </a:ext>
            </a:extLst>
          </p:cNvPr>
          <p:cNvSpPr txBox="1"/>
          <p:nvPr/>
        </p:nvSpPr>
        <p:spPr>
          <a:xfrm>
            <a:off x="7529110" y="4246205"/>
            <a:ext cx="425160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zone1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306" name="Google Shape;1518;p17">
            <a:extLst>
              <a:ext uri="{FF2B5EF4-FFF2-40B4-BE49-F238E27FC236}">
                <a16:creationId xmlns:a16="http://schemas.microsoft.com/office/drawing/2014/main" id="{064C30D1-5E14-BE9E-B084-DE4874C340F7}"/>
              </a:ext>
            </a:extLst>
          </p:cNvPr>
          <p:cNvSpPr/>
          <p:nvPr/>
        </p:nvSpPr>
        <p:spPr>
          <a:xfrm>
            <a:off x="8067989" y="4264816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307" name="Google Shape;1519;p17">
            <a:extLst>
              <a:ext uri="{FF2B5EF4-FFF2-40B4-BE49-F238E27FC236}">
                <a16:creationId xmlns:a16="http://schemas.microsoft.com/office/drawing/2014/main" id="{7E1E8240-E77F-4278-CB22-84F08834887E}"/>
              </a:ext>
            </a:extLst>
          </p:cNvPr>
          <p:cNvSpPr txBox="1"/>
          <p:nvPr/>
        </p:nvSpPr>
        <p:spPr>
          <a:xfrm>
            <a:off x="8067989" y="4239359"/>
            <a:ext cx="441860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zone2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304" name="Google Shape;1518;p17">
            <a:extLst>
              <a:ext uri="{FF2B5EF4-FFF2-40B4-BE49-F238E27FC236}">
                <a16:creationId xmlns:a16="http://schemas.microsoft.com/office/drawing/2014/main" id="{C2D66EF8-D16C-2349-48BE-2307A8097B72}"/>
              </a:ext>
            </a:extLst>
          </p:cNvPr>
          <p:cNvSpPr/>
          <p:nvPr/>
        </p:nvSpPr>
        <p:spPr>
          <a:xfrm>
            <a:off x="8616318" y="4264816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305" name="Google Shape;1519;p17">
            <a:extLst>
              <a:ext uri="{FF2B5EF4-FFF2-40B4-BE49-F238E27FC236}">
                <a16:creationId xmlns:a16="http://schemas.microsoft.com/office/drawing/2014/main" id="{A86556CC-6384-60EE-422C-5AD6700F4243}"/>
              </a:ext>
            </a:extLst>
          </p:cNvPr>
          <p:cNvSpPr txBox="1"/>
          <p:nvPr/>
        </p:nvSpPr>
        <p:spPr>
          <a:xfrm>
            <a:off x="8616318" y="4239359"/>
            <a:ext cx="462481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zone3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28" name="Google Shape;1519;p17">
            <a:extLst>
              <a:ext uri="{FF2B5EF4-FFF2-40B4-BE49-F238E27FC236}">
                <a16:creationId xmlns:a16="http://schemas.microsoft.com/office/drawing/2014/main" id="{5C43819F-F0BF-757D-5544-9135AD83FCF2}"/>
              </a:ext>
            </a:extLst>
          </p:cNvPr>
          <p:cNvSpPr txBox="1"/>
          <p:nvPr/>
        </p:nvSpPr>
        <p:spPr>
          <a:xfrm>
            <a:off x="7432578" y="5118008"/>
            <a:ext cx="1642908" cy="23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vSphere Supervisor 1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29" name="Google Shape;1519;p17">
            <a:extLst>
              <a:ext uri="{FF2B5EF4-FFF2-40B4-BE49-F238E27FC236}">
                <a16:creationId xmlns:a16="http://schemas.microsoft.com/office/drawing/2014/main" id="{B5F5C230-A1F9-0591-F028-1EED4FF3445F}"/>
              </a:ext>
            </a:extLst>
          </p:cNvPr>
          <p:cNvSpPr txBox="1"/>
          <p:nvPr/>
        </p:nvSpPr>
        <p:spPr>
          <a:xfrm>
            <a:off x="7433373" y="5395178"/>
            <a:ext cx="1649798" cy="23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vCenter  East 1</a:t>
            </a:r>
            <a:endParaRPr sz="1100" kern="1200" dirty="0">
              <a:latin typeface="Metropolis" pitchFamily="2" charset="77"/>
            </a:endParaRPr>
          </a:p>
        </p:txBody>
      </p: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15D9344B-688F-6245-7C36-6AFF678C1962}"/>
              </a:ext>
            </a:extLst>
          </p:cNvPr>
          <p:cNvCxnSpPr>
            <a:cxnSpLocks/>
            <a:stCxn id="147" idx="2"/>
            <a:endCxn id="307" idx="0"/>
          </p:cNvCxnSpPr>
          <p:nvPr/>
        </p:nvCxnSpPr>
        <p:spPr bwMode="gray">
          <a:xfrm flipH="1">
            <a:off x="8288919" y="3239149"/>
            <a:ext cx="980265" cy="1000210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D56E25C0-70A9-52D0-2B41-D2E96B85DA85}"/>
              </a:ext>
            </a:extLst>
          </p:cNvPr>
          <p:cNvCxnSpPr>
            <a:cxnSpLocks/>
            <a:stCxn id="142" idx="2"/>
            <a:endCxn id="61" idx="0"/>
          </p:cNvCxnSpPr>
          <p:nvPr/>
        </p:nvCxnSpPr>
        <p:spPr bwMode="gray">
          <a:xfrm>
            <a:off x="5556250" y="3191515"/>
            <a:ext cx="2185440" cy="1054690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19F06578-8B47-5DBE-5B56-425C78B5A0E3}"/>
              </a:ext>
            </a:extLst>
          </p:cNvPr>
          <p:cNvCxnSpPr>
            <a:cxnSpLocks/>
            <a:stCxn id="147" idx="2"/>
            <a:endCxn id="305" idx="0"/>
          </p:cNvCxnSpPr>
          <p:nvPr/>
        </p:nvCxnSpPr>
        <p:spPr bwMode="gray">
          <a:xfrm flipH="1">
            <a:off x="8847559" y="3239149"/>
            <a:ext cx="421625" cy="1000210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1519;p17">
            <a:extLst>
              <a:ext uri="{FF2B5EF4-FFF2-40B4-BE49-F238E27FC236}">
                <a16:creationId xmlns:a16="http://schemas.microsoft.com/office/drawing/2014/main" id="{D618EED0-931D-257A-8106-7F2F6AD69E78}"/>
              </a:ext>
            </a:extLst>
          </p:cNvPr>
          <p:cNvSpPr txBox="1"/>
          <p:nvPr/>
        </p:nvSpPr>
        <p:spPr>
          <a:xfrm>
            <a:off x="4814000" y="5089518"/>
            <a:ext cx="1642909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vSphere Supervisor 2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52" name="Google Shape;1519;p17">
            <a:extLst>
              <a:ext uri="{FF2B5EF4-FFF2-40B4-BE49-F238E27FC236}">
                <a16:creationId xmlns:a16="http://schemas.microsoft.com/office/drawing/2014/main" id="{FFC0731F-70DF-1B0E-7C7A-E7ABC35BA9F7}"/>
              </a:ext>
            </a:extLst>
          </p:cNvPr>
          <p:cNvSpPr txBox="1"/>
          <p:nvPr/>
        </p:nvSpPr>
        <p:spPr>
          <a:xfrm>
            <a:off x="4807110" y="5356000"/>
            <a:ext cx="1649800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vCenter  West 2</a:t>
            </a:r>
            <a:endParaRPr sz="1100" kern="1200" dirty="0">
              <a:latin typeface="Metropoli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6207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610C-7AD8-D1C1-FF87-D140384D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Supervisor to Organization Relationship (SVG Image)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F874A-9FE9-4325-5322-BA1FDCC20587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43CE651-B4E7-AA9B-8247-C60184657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999" y="1281689"/>
            <a:ext cx="11538754" cy="476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9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D61B-5B9D-9592-C948-90971076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42">
            <a:extLst>
              <a:ext uri="{FF2B5EF4-FFF2-40B4-BE49-F238E27FC236}">
                <a16:creationId xmlns:a16="http://schemas.microsoft.com/office/drawing/2014/main" id="{DEB51E73-28C1-44A2-14E4-353F12E85943}"/>
              </a:ext>
            </a:extLst>
          </p:cNvPr>
          <p:cNvSpPr/>
          <p:nvPr/>
        </p:nvSpPr>
        <p:spPr>
          <a:xfrm>
            <a:off x="592866" y="1400847"/>
            <a:ext cx="8876019" cy="4644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8A3EB9E-2990-CBAE-F5CE-3CEB13B6928D}"/>
              </a:ext>
            </a:extLst>
          </p:cNvPr>
          <p:cNvSpPr/>
          <p:nvPr/>
        </p:nvSpPr>
        <p:spPr>
          <a:xfrm>
            <a:off x="761802" y="3615679"/>
            <a:ext cx="7084753" cy="221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171">
              <a:buClrTx/>
            </a:pPr>
            <a:r>
              <a:rPr lang="en-US" sz="1466" kern="1200" dirty="0">
                <a:solidFill>
                  <a:srgbClr val="000000"/>
                </a:solidFill>
                <a:latin typeface="Metropolis" pitchFamily="2" charset="77"/>
              </a:rPr>
              <a:t>VCF Automation Provider Level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7ED6C6D-AC40-B429-D827-AAB1B8D218F8}"/>
              </a:ext>
            </a:extLst>
          </p:cNvPr>
          <p:cNvSpPr/>
          <p:nvPr/>
        </p:nvSpPr>
        <p:spPr>
          <a:xfrm>
            <a:off x="761802" y="1541428"/>
            <a:ext cx="7084753" cy="1887567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171">
              <a:buClrTx/>
            </a:pPr>
            <a:r>
              <a:rPr lang="en-US" sz="1466" kern="1200" dirty="0">
                <a:solidFill>
                  <a:srgbClr val="000000"/>
                </a:solidFill>
                <a:latin typeface="Metropolis" pitchFamily="2" charset="77"/>
              </a:rPr>
              <a:t>VCF Automation Organization for All Apps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6EA39-B9D8-1CF0-4BCE-5313FE4EF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VCFA Org Model v1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FAF3D-98E5-28E9-65A1-670AD650C044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D8CAB9-7B3B-E9F3-8E1F-3C414C830616}"/>
              </a:ext>
            </a:extLst>
          </p:cNvPr>
          <p:cNvSpPr/>
          <p:nvPr/>
        </p:nvSpPr>
        <p:spPr>
          <a:xfrm>
            <a:off x="1045275" y="1892622"/>
            <a:ext cx="3070816" cy="1459478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 dirty="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9" name="Google Shape;1514;p17">
            <a:extLst>
              <a:ext uri="{FF2B5EF4-FFF2-40B4-BE49-F238E27FC236}">
                <a16:creationId xmlns:a16="http://schemas.microsoft.com/office/drawing/2014/main" id="{49EF7BCE-5DBE-F08B-57C6-8B3F4D26EDA2}"/>
              </a:ext>
            </a:extLst>
          </p:cNvPr>
          <p:cNvSpPr txBox="1"/>
          <p:nvPr/>
        </p:nvSpPr>
        <p:spPr>
          <a:xfrm>
            <a:off x="1008141" y="1921979"/>
            <a:ext cx="668177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1200" kern="1200" dirty="0">
                <a:latin typeface="Metropolis" pitchFamily="2" charset="77"/>
              </a:rPr>
              <a:t>Project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49" name="Google Shape;1519;p17">
            <a:extLst>
              <a:ext uri="{FF2B5EF4-FFF2-40B4-BE49-F238E27FC236}">
                <a16:creationId xmlns:a16="http://schemas.microsoft.com/office/drawing/2014/main" id="{4DA9F292-B054-661B-981F-80DC45AD6C75}"/>
              </a:ext>
            </a:extLst>
          </p:cNvPr>
          <p:cNvSpPr txBox="1"/>
          <p:nvPr/>
        </p:nvSpPr>
        <p:spPr>
          <a:xfrm>
            <a:off x="1084609" y="2267946"/>
            <a:ext cx="1137226" cy="192312"/>
          </a:xfrm>
          <a:prstGeom prst="rect">
            <a:avLst/>
          </a:prstGeom>
          <a:solidFill>
            <a:srgbClr val="FFFFFF"/>
          </a:solidFill>
          <a:ln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vSphere Namespace</a:t>
            </a:r>
            <a:endParaRPr sz="800" kern="1200" dirty="0">
              <a:latin typeface="Metropolis" pitchFamily="2" charset="77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7371FA2-B75A-7843-9040-5575E24347D1}"/>
              </a:ext>
            </a:extLst>
          </p:cNvPr>
          <p:cNvCxnSpPr>
            <a:cxnSpLocks/>
          </p:cNvCxnSpPr>
          <p:nvPr/>
        </p:nvCxnSpPr>
        <p:spPr>
          <a:xfrm>
            <a:off x="761801" y="3542115"/>
            <a:ext cx="8436221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0BC8D9E5-A791-DC1D-A7A0-96327E189AA6}"/>
              </a:ext>
            </a:extLst>
          </p:cNvPr>
          <p:cNvGrpSpPr/>
          <p:nvPr/>
        </p:nvGrpSpPr>
        <p:grpSpPr>
          <a:xfrm>
            <a:off x="7996755" y="4335905"/>
            <a:ext cx="1166236" cy="839173"/>
            <a:chOff x="6158472" y="2128245"/>
            <a:chExt cx="1166540" cy="839391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0077224D-FE76-643E-B6DE-089E18819E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51" name="Freeform 5">
                <a:extLst>
                  <a:ext uri="{FF2B5EF4-FFF2-40B4-BE49-F238E27FC236}">
                    <a16:creationId xmlns:a16="http://schemas.microsoft.com/office/drawing/2014/main" id="{87BC707C-78C3-B426-17D3-0AE4F0EDC7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2" name="Freeform 6">
                <a:extLst>
                  <a:ext uri="{FF2B5EF4-FFF2-40B4-BE49-F238E27FC236}">
                    <a16:creationId xmlns:a16="http://schemas.microsoft.com/office/drawing/2014/main" id="{04716A14-AC26-691A-E74D-CB6A52BE1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sp>
          <p:nvSpPr>
            <p:cNvPr id="153" name="Google Shape;1497;p17">
              <a:extLst>
                <a:ext uri="{FF2B5EF4-FFF2-40B4-BE49-F238E27FC236}">
                  <a16:creationId xmlns:a16="http://schemas.microsoft.com/office/drawing/2014/main" id="{851E1E7C-F6FF-B6C9-26AC-D91719F7791C}"/>
                </a:ext>
              </a:extLst>
            </p:cNvPr>
            <p:cNvSpPr txBox="1"/>
            <p:nvPr/>
          </p:nvSpPr>
          <p:spPr>
            <a:xfrm>
              <a:off x="6158472" y="2528989"/>
              <a:ext cx="1166540" cy="43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7" tIns="34266" rIns="68557" bIns="34266" anchor="t" anchorCtr="0">
              <a:spAutoFit/>
            </a:bodyPr>
            <a:lstStyle/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Provider Admins</a:t>
              </a:r>
              <a:endParaRPr sz="1200" kern="1200" dirty="0">
                <a:latin typeface="Metropolis" pitchFamily="2" charset="77"/>
              </a:endParaRP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7BBB3390-30A1-3824-8C2A-F25B15274D8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55" name="Freeform 5">
                <a:extLst>
                  <a:ext uri="{FF2B5EF4-FFF2-40B4-BE49-F238E27FC236}">
                    <a16:creationId xmlns:a16="http://schemas.microsoft.com/office/drawing/2014/main" id="{C11A64E6-BDBB-2B4E-5DC7-347EFD1E81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6" name="Freeform 6">
                <a:extLst>
                  <a:ext uri="{FF2B5EF4-FFF2-40B4-BE49-F238E27FC236}">
                    <a16:creationId xmlns:a16="http://schemas.microsoft.com/office/drawing/2014/main" id="{BD4FD139-5988-6865-9801-533A079BD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D59A46DF-B030-689B-9199-6AE4ABFF1EA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58" name="Freeform 5">
                <a:extLst>
                  <a:ext uri="{FF2B5EF4-FFF2-40B4-BE49-F238E27FC236}">
                    <a16:creationId xmlns:a16="http://schemas.microsoft.com/office/drawing/2014/main" id="{59B0BC74-34CC-6BB7-A45E-509F375A90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9" name="Freeform 6">
                <a:extLst>
                  <a:ext uri="{FF2B5EF4-FFF2-40B4-BE49-F238E27FC236}">
                    <a16:creationId xmlns:a16="http://schemas.microsoft.com/office/drawing/2014/main" id="{8BFDC0EA-89BD-DF09-E6C6-C0B2DF77D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05DACE1-4ADC-9D58-3DCE-CF1EF62A38B4}"/>
              </a:ext>
            </a:extLst>
          </p:cNvPr>
          <p:cNvSpPr/>
          <p:nvPr/>
        </p:nvSpPr>
        <p:spPr bwMode="gray">
          <a:xfrm>
            <a:off x="1024199" y="3920499"/>
            <a:ext cx="2090722" cy="1853157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71">
              <a:buClrTx/>
            </a:pPr>
            <a:endParaRPr lang="en-US" sz="1800" kern="1200" dirty="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173" name="Google Shape;1519;p17">
            <a:extLst>
              <a:ext uri="{FF2B5EF4-FFF2-40B4-BE49-F238E27FC236}">
                <a16:creationId xmlns:a16="http://schemas.microsoft.com/office/drawing/2014/main" id="{B170FD83-AF63-7117-008A-CDBF1BA83F42}"/>
              </a:ext>
            </a:extLst>
          </p:cNvPr>
          <p:cNvSpPr txBox="1"/>
          <p:nvPr/>
        </p:nvSpPr>
        <p:spPr>
          <a:xfrm>
            <a:off x="1367353" y="5469713"/>
            <a:ext cx="1649798" cy="238478"/>
          </a:xfrm>
          <a:prstGeom prst="rect">
            <a:avLst/>
          </a:prstGeom>
          <a:noFill/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NSX Local Manager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CEE9725-2DB0-F3DB-4FAF-A39F24AC0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352" y="4518826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1" name="Rectangle 6">
            <a:extLst>
              <a:ext uri="{FF2B5EF4-FFF2-40B4-BE49-F238E27FC236}">
                <a16:creationId xmlns:a16="http://schemas.microsoft.com/office/drawing/2014/main" id="{6DC2377C-86CD-B1DF-B4BC-C3441E86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352" y="4427366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2" name="Freeform 7">
            <a:extLst>
              <a:ext uri="{FF2B5EF4-FFF2-40B4-BE49-F238E27FC236}">
                <a16:creationId xmlns:a16="http://schemas.microsoft.com/office/drawing/2014/main" id="{5F08C1B9-C3FC-0D1F-9423-08CA215D21E3}"/>
              </a:ext>
            </a:extLst>
          </p:cNvPr>
          <p:cNvSpPr>
            <a:spLocks noEditPoints="1"/>
          </p:cNvSpPr>
          <p:nvPr/>
        </p:nvSpPr>
        <p:spPr bwMode="auto">
          <a:xfrm>
            <a:off x="1485673" y="4284079"/>
            <a:ext cx="377176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3" name="Rectangle 8">
            <a:extLst>
              <a:ext uri="{FF2B5EF4-FFF2-40B4-BE49-F238E27FC236}">
                <a16:creationId xmlns:a16="http://schemas.microsoft.com/office/drawing/2014/main" id="{AE9EFB2A-4E66-6537-ED0E-F7112C49F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352" y="4335907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79" name="Google Shape;1514;p17">
            <a:extLst>
              <a:ext uri="{FF2B5EF4-FFF2-40B4-BE49-F238E27FC236}">
                <a16:creationId xmlns:a16="http://schemas.microsoft.com/office/drawing/2014/main" id="{636917BA-1ECC-EE38-46B3-94577D8B33A9}"/>
              </a:ext>
            </a:extLst>
          </p:cNvPr>
          <p:cNvSpPr txBox="1"/>
          <p:nvPr/>
        </p:nvSpPr>
        <p:spPr>
          <a:xfrm>
            <a:off x="1374242" y="4594137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67272D6-7189-EFA5-3186-BFAF64D6A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989" y="4518826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8" name="Rectangle 6">
            <a:extLst>
              <a:ext uri="{FF2B5EF4-FFF2-40B4-BE49-F238E27FC236}">
                <a16:creationId xmlns:a16="http://schemas.microsoft.com/office/drawing/2014/main" id="{A4A9DDED-09AD-61DF-64A2-42AD9B960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989" y="4427366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9" name="Freeform 7">
            <a:extLst>
              <a:ext uri="{FF2B5EF4-FFF2-40B4-BE49-F238E27FC236}">
                <a16:creationId xmlns:a16="http://schemas.microsoft.com/office/drawing/2014/main" id="{85CE1482-D034-5F43-0B0A-469A2ADE8E78}"/>
              </a:ext>
            </a:extLst>
          </p:cNvPr>
          <p:cNvSpPr>
            <a:spLocks noEditPoints="1"/>
          </p:cNvSpPr>
          <p:nvPr/>
        </p:nvSpPr>
        <p:spPr bwMode="auto">
          <a:xfrm>
            <a:off x="2033310" y="4284079"/>
            <a:ext cx="377870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0" name="Rectangle 8">
            <a:extLst>
              <a:ext uri="{FF2B5EF4-FFF2-40B4-BE49-F238E27FC236}">
                <a16:creationId xmlns:a16="http://schemas.microsoft.com/office/drawing/2014/main" id="{824F21EE-3B29-894B-6830-94E7BDDAE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989" y="4335907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6" name="Google Shape;1514;p17">
            <a:extLst>
              <a:ext uri="{FF2B5EF4-FFF2-40B4-BE49-F238E27FC236}">
                <a16:creationId xmlns:a16="http://schemas.microsoft.com/office/drawing/2014/main" id="{AEB9C737-73E1-7213-877C-966D4B473422}"/>
              </a:ext>
            </a:extLst>
          </p:cNvPr>
          <p:cNvSpPr txBox="1"/>
          <p:nvPr/>
        </p:nvSpPr>
        <p:spPr>
          <a:xfrm>
            <a:off x="1921879" y="4594137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4034ECF-B3EE-497A-A95B-5F82A5B5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625" y="4518826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5" name="Rectangle 6">
            <a:extLst>
              <a:ext uri="{FF2B5EF4-FFF2-40B4-BE49-F238E27FC236}">
                <a16:creationId xmlns:a16="http://schemas.microsoft.com/office/drawing/2014/main" id="{10D82AEA-AE22-11AB-6EC4-FA862522D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625" y="4427366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6" name="Freeform 7">
            <a:extLst>
              <a:ext uri="{FF2B5EF4-FFF2-40B4-BE49-F238E27FC236}">
                <a16:creationId xmlns:a16="http://schemas.microsoft.com/office/drawing/2014/main" id="{A869CD00-55CC-16F6-78B9-08A70267C101}"/>
              </a:ext>
            </a:extLst>
          </p:cNvPr>
          <p:cNvSpPr>
            <a:spLocks noEditPoints="1"/>
          </p:cNvSpPr>
          <p:nvPr/>
        </p:nvSpPr>
        <p:spPr bwMode="auto">
          <a:xfrm>
            <a:off x="2580946" y="4284079"/>
            <a:ext cx="378563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 dirty="0">
              <a:ea typeface="+mn-ea"/>
              <a:cs typeface="+mn-cs"/>
            </a:endParaRPr>
          </a:p>
        </p:txBody>
      </p:sp>
      <p:sp>
        <p:nvSpPr>
          <p:cNvPr id="197" name="Rectangle 8">
            <a:extLst>
              <a:ext uri="{FF2B5EF4-FFF2-40B4-BE49-F238E27FC236}">
                <a16:creationId xmlns:a16="http://schemas.microsoft.com/office/drawing/2014/main" id="{ADA0BE71-8F0D-20DE-8D77-9A8B8907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625" y="4335907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3" name="Google Shape;1514;p17">
            <a:extLst>
              <a:ext uri="{FF2B5EF4-FFF2-40B4-BE49-F238E27FC236}">
                <a16:creationId xmlns:a16="http://schemas.microsoft.com/office/drawing/2014/main" id="{4431B00C-AEB3-804F-30EB-B0C38310C43F}"/>
              </a:ext>
            </a:extLst>
          </p:cNvPr>
          <p:cNvSpPr txBox="1"/>
          <p:nvPr/>
        </p:nvSpPr>
        <p:spPr>
          <a:xfrm>
            <a:off x="2469515" y="4594137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98" name="Google Shape;1519;p17">
            <a:extLst>
              <a:ext uri="{FF2B5EF4-FFF2-40B4-BE49-F238E27FC236}">
                <a16:creationId xmlns:a16="http://schemas.microsoft.com/office/drawing/2014/main" id="{F091D00F-2A87-E7D1-A07D-66246154BECC}"/>
              </a:ext>
            </a:extLst>
          </p:cNvPr>
          <p:cNvSpPr txBox="1"/>
          <p:nvPr/>
        </p:nvSpPr>
        <p:spPr>
          <a:xfrm>
            <a:off x="1470772" y="4067452"/>
            <a:ext cx="425160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zone1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0" name="Google Shape;1518;p17">
            <a:extLst>
              <a:ext uri="{FF2B5EF4-FFF2-40B4-BE49-F238E27FC236}">
                <a16:creationId xmlns:a16="http://schemas.microsoft.com/office/drawing/2014/main" id="{19C1656E-FEB2-AD42-8047-5E427A2C7087}"/>
              </a:ext>
            </a:extLst>
          </p:cNvPr>
          <p:cNvSpPr/>
          <p:nvPr/>
        </p:nvSpPr>
        <p:spPr>
          <a:xfrm>
            <a:off x="2009653" y="4086064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01" name="Google Shape;1519;p17">
            <a:extLst>
              <a:ext uri="{FF2B5EF4-FFF2-40B4-BE49-F238E27FC236}">
                <a16:creationId xmlns:a16="http://schemas.microsoft.com/office/drawing/2014/main" id="{76B670DD-3D48-0E8D-2709-0B7CF64F757C}"/>
              </a:ext>
            </a:extLst>
          </p:cNvPr>
          <p:cNvSpPr txBox="1"/>
          <p:nvPr/>
        </p:nvSpPr>
        <p:spPr>
          <a:xfrm>
            <a:off x="2009653" y="4060607"/>
            <a:ext cx="433846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zone2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3" name="Google Shape;1518;p17">
            <a:extLst>
              <a:ext uri="{FF2B5EF4-FFF2-40B4-BE49-F238E27FC236}">
                <a16:creationId xmlns:a16="http://schemas.microsoft.com/office/drawing/2014/main" id="{2FF0496C-CE9C-3E3C-3078-52806BA0032E}"/>
              </a:ext>
            </a:extLst>
          </p:cNvPr>
          <p:cNvSpPr/>
          <p:nvPr/>
        </p:nvSpPr>
        <p:spPr>
          <a:xfrm>
            <a:off x="2557982" y="4086064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04" name="Google Shape;1519;p17">
            <a:extLst>
              <a:ext uri="{FF2B5EF4-FFF2-40B4-BE49-F238E27FC236}">
                <a16:creationId xmlns:a16="http://schemas.microsoft.com/office/drawing/2014/main" id="{65F6E602-D450-9A4F-06E1-C4A947896345}"/>
              </a:ext>
            </a:extLst>
          </p:cNvPr>
          <p:cNvSpPr txBox="1"/>
          <p:nvPr/>
        </p:nvSpPr>
        <p:spPr>
          <a:xfrm>
            <a:off x="2525391" y="4061267"/>
            <a:ext cx="459168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zone3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5" name="Google Shape;1519;p17">
            <a:extLst>
              <a:ext uri="{FF2B5EF4-FFF2-40B4-BE49-F238E27FC236}">
                <a16:creationId xmlns:a16="http://schemas.microsoft.com/office/drawing/2014/main" id="{9814CA19-E8EF-E8B2-5BF0-A54D0F979C3A}"/>
              </a:ext>
            </a:extLst>
          </p:cNvPr>
          <p:cNvSpPr txBox="1"/>
          <p:nvPr/>
        </p:nvSpPr>
        <p:spPr>
          <a:xfrm>
            <a:off x="1374242" y="4939255"/>
            <a:ext cx="1642909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vSphere Supervisor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206" name="Google Shape;1519;p17">
            <a:extLst>
              <a:ext uri="{FF2B5EF4-FFF2-40B4-BE49-F238E27FC236}">
                <a16:creationId xmlns:a16="http://schemas.microsoft.com/office/drawing/2014/main" id="{629DC957-278B-DA59-56F2-D95906C36995}"/>
              </a:ext>
            </a:extLst>
          </p:cNvPr>
          <p:cNvSpPr txBox="1"/>
          <p:nvPr/>
        </p:nvSpPr>
        <p:spPr>
          <a:xfrm>
            <a:off x="1367352" y="5205736"/>
            <a:ext cx="1649800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vCenter</a:t>
            </a:r>
            <a:endParaRPr sz="1100" kern="1200" dirty="0">
              <a:latin typeface="Metropolis" pitchFamily="2" charset="77"/>
            </a:endParaRP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E5796143-30E7-C765-145C-C6F4742E5315}"/>
              </a:ext>
            </a:extLst>
          </p:cNvPr>
          <p:cNvCxnSpPr>
            <a:cxnSpLocks/>
            <a:stCxn id="49" idx="2"/>
            <a:endCxn id="198" idx="0"/>
          </p:cNvCxnSpPr>
          <p:nvPr/>
        </p:nvCxnSpPr>
        <p:spPr bwMode="gray">
          <a:xfrm>
            <a:off x="1653222" y="2460258"/>
            <a:ext cx="30130" cy="1607194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D6BA2AC6-6631-AD55-0FC0-1C096C32159C}"/>
              </a:ext>
            </a:extLst>
          </p:cNvPr>
          <p:cNvCxnSpPr>
            <a:cxnSpLocks/>
            <a:stCxn id="49" idx="2"/>
            <a:endCxn id="201" idx="0"/>
          </p:cNvCxnSpPr>
          <p:nvPr/>
        </p:nvCxnSpPr>
        <p:spPr bwMode="gray">
          <a:xfrm>
            <a:off x="1653222" y="2460258"/>
            <a:ext cx="573354" cy="16003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C3D98615-6FD7-D1C2-7556-EDD4ED472BD8}"/>
              </a:ext>
            </a:extLst>
          </p:cNvPr>
          <p:cNvCxnSpPr>
            <a:cxnSpLocks/>
            <a:stCxn id="49" idx="2"/>
            <a:endCxn id="204" idx="0"/>
          </p:cNvCxnSpPr>
          <p:nvPr/>
        </p:nvCxnSpPr>
        <p:spPr bwMode="gray">
          <a:xfrm>
            <a:off x="1653222" y="2460258"/>
            <a:ext cx="1101753" cy="1601009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5">
            <a:extLst>
              <a:ext uri="{FF2B5EF4-FFF2-40B4-BE49-F238E27FC236}">
                <a16:creationId xmlns:a16="http://schemas.microsoft.com/office/drawing/2014/main" id="{4A2A01C2-E7A9-2945-DCCB-3FFD6AB4E333}"/>
              </a:ext>
            </a:extLst>
          </p:cNvPr>
          <p:cNvSpPr>
            <a:spLocks noEditPoints="1"/>
          </p:cNvSpPr>
          <p:nvPr/>
        </p:nvSpPr>
        <p:spPr bwMode="auto">
          <a:xfrm>
            <a:off x="1808243" y="1929336"/>
            <a:ext cx="215312" cy="214955"/>
          </a:xfrm>
          <a:custGeom>
            <a:avLst/>
            <a:gdLst>
              <a:gd name="T0" fmla="*/ 507 w 981"/>
              <a:gd name="T1" fmla="*/ 0 h 982"/>
              <a:gd name="T2" fmla="*/ 503 w 981"/>
              <a:gd name="T3" fmla="*/ 0 h 982"/>
              <a:gd name="T4" fmla="*/ 499 w 981"/>
              <a:gd name="T5" fmla="*/ 0 h 982"/>
              <a:gd name="T6" fmla="*/ 159 w 981"/>
              <a:gd name="T7" fmla="*/ 143 h 982"/>
              <a:gd name="T8" fmla="*/ 151 w 981"/>
              <a:gd name="T9" fmla="*/ 151 h 982"/>
              <a:gd name="T10" fmla="*/ 143 w 981"/>
              <a:gd name="T11" fmla="*/ 160 h 982"/>
              <a:gd name="T12" fmla="*/ 0 w 981"/>
              <a:gd name="T13" fmla="*/ 499 h 982"/>
              <a:gd name="T14" fmla="*/ 0 w 981"/>
              <a:gd name="T15" fmla="*/ 503 h 982"/>
              <a:gd name="T16" fmla="*/ 0 w 981"/>
              <a:gd name="T17" fmla="*/ 507 h 982"/>
              <a:gd name="T18" fmla="*/ 474 w 981"/>
              <a:gd name="T19" fmla="*/ 982 h 982"/>
              <a:gd name="T20" fmla="*/ 813 w 981"/>
              <a:gd name="T21" fmla="*/ 838 h 982"/>
              <a:gd name="T22" fmla="*/ 822 w 981"/>
              <a:gd name="T23" fmla="*/ 830 h 982"/>
              <a:gd name="T24" fmla="*/ 830 w 981"/>
              <a:gd name="T25" fmla="*/ 822 h 982"/>
              <a:gd name="T26" fmla="*/ 838 w 981"/>
              <a:gd name="T27" fmla="*/ 814 h 982"/>
              <a:gd name="T28" fmla="*/ 981 w 981"/>
              <a:gd name="T29" fmla="*/ 474 h 982"/>
              <a:gd name="T30" fmla="*/ 507 w 981"/>
              <a:gd name="T31" fmla="*/ 0 h 982"/>
              <a:gd name="T32" fmla="*/ 670 w 981"/>
              <a:gd name="T33" fmla="*/ 870 h 982"/>
              <a:gd name="T34" fmla="*/ 670 w 981"/>
              <a:gd name="T35" fmla="*/ 817 h 982"/>
              <a:gd name="T36" fmla="*/ 670 w 981"/>
              <a:gd name="T37" fmla="*/ 652 h 982"/>
              <a:gd name="T38" fmla="*/ 601 w 981"/>
              <a:gd name="T39" fmla="*/ 582 h 982"/>
              <a:gd name="T40" fmla="*/ 347 w 981"/>
              <a:gd name="T41" fmla="*/ 582 h 982"/>
              <a:gd name="T42" fmla="*/ 278 w 981"/>
              <a:gd name="T43" fmla="*/ 652 h 982"/>
              <a:gd name="T44" fmla="*/ 278 w 981"/>
              <a:gd name="T45" fmla="*/ 817 h 982"/>
              <a:gd name="T46" fmla="*/ 278 w 981"/>
              <a:gd name="T47" fmla="*/ 870 h 982"/>
              <a:gd name="T48" fmla="*/ 62 w 981"/>
              <a:gd name="T49" fmla="*/ 507 h 982"/>
              <a:gd name="T50" fmla="*/ 474 w 981"/>
              <a:gd name="T51" fmla="*/ 95 h 982"/>
              <a:gd name="T52" fmla="*/ 886 w 981"/>
              <a:gd name="T53" fmla="*/ 507 h 982"/>
              <a:gd name="T54" fmla="*/ 670 w 981"/>
              <a:gd name="T55" fmla="*/ 870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81" h="982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200" kern="1200">
              <a:ea typeface="+mn-ea"/>
              <a:cs typeface="+mn-cs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C8256791-EDB7-DB32-B3FF-A2B6BC0C048A}"/>
              </a:ext>
            </a:extLst>
          </p:cNvPr>
          <p:cNvSpPr>
            <a:spLocks/>
          </p:cNvSpPr>
          <p:nvPr/>
        </p:nvSpPr>
        <p:spPr bwMode="auto">
          <a:xfrm>
            <a:off x="1887527" y="1994790"/>
            <a:ext cx="55749" cy="55516"/>
          </a:xfrm>
          <a:custGeom>
            <a:avLst/>
            <a:gdLst>
              <a:gd name="T0" fmla="*/ 127 w 254"/>
              <a:gd name="T1" fmla="*/ 0 h 254"/>
              <a:gd name="T2" fmla="*/ 0 w 254"/>
              <a:gd name="T3" fmla="*/ 127 h 254"/>
              <a:gd name="T4" fmla="*/ 37 w 254"/>
              <a:gd name="T5" fmla="*/ 217 h 254"/>
              <a:gd name="T6" fmla="*/ 127 w 254"/>
              <a:gd name="T7" fmla="*/ 254 h 254"/>
              <a:gd name="T8" fmla="*/ 254 w 254"/>
              <a:gd name="T9" fmla="*/ 127 h 254"/>
              <a:gd name="T10" fmla="*/ 217 w 254"/>
              <a:gd name="T11" fmla="*/ 37 h 254"/>
              <a:gd name="T12" fmla="*/ 127 w 254"/>
              <a:gd name="T13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254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200" kern="1200"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E7E199-CAF6-877F-5774-9412418AFE2C}"/>
              </a:ext>
            </a:extLst>
          </p:cNvPr>
          <p:cNvGrpSpPr/>
          <p:nvPr/>
        </p:nvGrpSpPr>
        <p:grpSpPr>
          <a:xfrm>
            <a:off x="7996756" y="2065675"/>
            <a:ext cx="1166236" cy="839173"/>
            <a:chOff x="6158472" y="2128245"/>
            <a:chExt cx="1166540" cy="83938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E9A182F-ECF4-997D-8D54-14CF263E2F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064D8C6C-0DC7-D976-5966-9D803CC2A5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51" name="Freeform 6">
                <a:extLst>
                  <a:ext uri="{FF2B5EF4-FFF2-40B4-BE49-F238E27FC236}">
                    <a16:creationId xmlns:a16="http://schemas.microsoft.com/office/drawing/2014/main" id="{9D5BB4D1-C181-C62C-477A-C36720170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sp>
          <p:nvSpPr>
            <p:cNvPr id="41" name="Google Shape;1497;p17">
              <a:extLst>
                <a:ext uri="{FF2B5EF4-FFF2-40B4-BE49-F238E27FC236}">
                  <a16:creationId xmlns:a16="http://schemas.microsoft.com/office/drawing/2014/main" id="{DB34A0EB-3A72-5FEB-BC21-DDE40084E735}"/>
                </a:ext>
              </a:extLst>
            </p:cNvPr>
            <p:cNvSpPr txBox="1"/>
            <p:nvPr/>
          </p:nvSpPr>
          <p:spPr>
            <a:xfrm>
              <a:off x="6158472" y="2528988"/>
              <a:ext cx="1166540" cy="438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7" tIns="34266" rIns="68557" bIns="34266" anchor="t" anchorCtr="0">
              <a:spAutoFit/>
            </a:bodyPr>
            <a:lstStyle/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Org</a:t>
              </a:r>
            </a:p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Admins</a:t>
              </a:r>
              <a:endParaRPr sz="1200" kern="1200" dirty="0">
                <a:latin typeface="Metropolis" pitchFamily="2" charset="77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20778D6-3038-5277-B64A-4601114FBC3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87C0D26A-6B6A-C79C-486F-320CADF719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DBADF13A-848D-765D-0F89-E2B693EC1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41E104B-9BE5-3110-AB03-2481DE4C300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44" name="Freeform 5">
                <a:extLst>
                  <a:ext uri="{FF2B5EF4-FFF2-40B4-BE49-F238E27FC236}">
                    <a16:creationId xmlns:a16="http://schemas.microsoft.com/office/drawing/2014/main" id="{3487905B-F882-A1DA-DCA3-7CE1A44F56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45" name="Freeform 6">
                <a:extLst>
                  <a:ext uri="{FF2B5EF4-FFF2-40B4-BE49-F238E27FC236}">
                    <a16:creationId xmlns:a16="http://schemas.microsoft.com/office/drawing/2014/main" id="{D3143E2C-01CF-B643-848A-B100C1009D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</p:grpSp>
      <p:sp>
        <p:nvSpPr>
          <p:cNvPr id="5" name="Google Shape;1497;p17">
            <a:extLst>
              <a:ext uri="{FF2B5EF4-FFF2-40B4-BE49-F238E27FC236}">
                <a16:creationId xmlns:a16="http://schemas.microsoft.com/office/drawing/2014/main" id="{406D742A-81E3-4DF3-648F-175271C7E128}"/>
              </a:ext>
            </a:extLst>
          </p:cNvPr>
          <p:cNvSpPr txBox="1"/>
          <p:nvPr/>
        </p:nvSpPr>
        <p:spPr>
          <a:xfrm>
            <a:off x="1943276" y="1934442"/>
            <a:ext cx="1160495" cy="23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400"/>
            </a:pPr>
            <a:r>
              <a:rPr lang="en" sz="1066" kern="1200" dirty="0">
                <a:latin typeface="Metropolis" pitchFamily="2" charset="77"/>
              </a:rPr>
              <a:t>Project Admins</a:t>
            </a:r>
            <a:endParaRPr sz="1066" kern="1200" dirty="0">
              <a:latin typeface="Metropolis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3EBCFF-9C5D-A7D5-CD38-7A9538DF6021}"/>
              </a:ext>
            </a:extLst>
          </p:cNvPr>
          <p:cNvSpPr/>
          <p:nvPr/>
        </p:nvSpPr>
        <p:spPr>
          <a:xfrm>
            <a:off x="2464929" y="2753930"/>
            <a:ext cx="1312214" cy="503699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5E1B9C-BCC6-1D72-E987-F39BF35B15BF}"/>
              </a:ext>
            </a:extLst>
          </p:cNvPr>
          <p:cNvSpPr txBox="1"/>
          <p:nvPr/>
        </p:nvSpPr>
        <p:spPr>
          <a:xfrm>
            <a:off x="2376777" y="2732169"/>
            <a:ext cx="511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VPC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E4165C-E31C-EE9D-C1FB-F6381DAD6FD6}"/>
              </a:ext>
            </a:extLst>
          </p:cNvPr>
          <p:cNvSpPr txBox="1"/>
          <p:nvPr/>
        </p:nvSpPr>
        <p:spPr>
          <a:xfrm>
            <a:off x="2719940" y="2871135"/>
            <a:ext cx="11534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Private VPC CIDR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676B1E-5E5F-AAE7-517D-4350766B6BCF}"/>
              </a:ext>
            </a:extLst>
          </p:cNvPr>
          <p:cNvSpPr/>
          <p:nvPr/>
        </p:nvSpPr>
        <p:spPr>
          <a:xfrm>
            <a:off x="2945632" y="3072838"/>
            <a:ext cx="643299" cy="14241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00"/>
                </a:solidFill>
                <a:latin typeface="Metropolis" pitchFamily="2" charset="77"/>
              </a:rPr>
              <a:t>w.x.y.z</a:t>
            </a:r>
            <a:endParaRPr lang="en-US" sz="800" dirty="0">
              <a:solidFill>
                <a:srgbClr val="000000"/>
              </a:solidFill>
              <a:latin typeface="Metropolis" pitchFamily="2" charset="77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E35504-4208-1C51-C00A-0AF8F9502019}"/>
              </a:ext>
            </a:extLst>
          </p:cNvPr>
          <p:cNvSpPr/>
          <p:nvPr/>
        </p:nvSpPr>
        <p:spPr>
          <a:xfrm>
            <a:off x="4403997" y="2755662"/>
            <a:ext cx="1651115" cy="503699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31857A-37DD-14EC-8716-E6AFE8D11A43}"/>
              </a:ext>
            </a:extLst>
          </p:cNvPr>
          <p:cNvSpPr txBox="1"/>
          <p:nvPr/>
        </p:nvSpPr>
        <p:spPr>
          <a:xfrm>
            <a:off x="4315847" y="2733901"/>
            <a:ext cx="13306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Connectivity Profile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717F5F-58CD-DD94-8E06-37B8903028B0}"/>
              </a:ext>
            </a:extLst>
          </p:cNvPr>
          <p:cNvSpPr txBox="1"/>
          <p:nvPr/>
        </p:nvSpPr>
        <p:spPr>
          <a:xfrm>
            <a:off x="4820548" y="2864502"/>
            <a:ext cx="1445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Private TGW IP Blocks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6B3732-8D09-C2E9-C679-4A92029D3C98}"/>
              </a:ext>
            </a:extLst>
          </p:cNvPr>
          <p:cNvSpPr/>
          <p:nvPr/>
        </p:nvSpPr>
        <p:spPr>
          <a:xfrm>
            <a:off x="5174189" y="3073839"/>
            <a:ext cx="643299" cy="14241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00"/>
                </a:solidFill>
                <a:latin typeface="Metropolis" pitchFamily="2" charset="77"/>
              </a:rPr>
              <a:t>a.b.c.d</a:t>
            </a:r>
            <a:endParaRPr lang="en-US" sz="800" dirty="0">
              <a:solidFill>
                <a:srgbClr val="000000"/>
              </a:solidFill>
              <a:latin typeface="Metropolis" pitchFamily="2" charset="77"/>
            </a:endParaRPr>
          </a:p>
        </p:txBody>
      </p:sp>
      <p:sp>
        <p:nvSpPr>
          <p:cNvPr id="58" name="Google Shape;1519;p17">
            <a:extLst>
              <a:ext uri="{FF2B5EF4-FFF2-40B4-BE49-F238E27FC236}">
                <a16:creationId xmlns:a16="http://schemas.microsoft.com/office/drawing/2014/main" id="{99456E8E-5A40-4217-C9D8-EB2D06B4F71C}"/>
              </a:ext>
            </a:extLst>
          </p:cNvPr>
          <p:cNvSpPr txBox="1"/>
          <p:nvPr/>
        </p:nvSpPr>
        <p:spPr>
          <a:xfrm>
            <a:off x="6405915" y="1907454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Zones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59" name="Google Shape;1519;p17">
            <a:extLst>
              <a:ext uri="{FF2B5EF4-FFF2-40B4-BE49-F238E27FC236}">
                <a16:creationId xmlns:a16="http://schemas.microsoft.com/office/drawing/2014/main" id="{8CAEC420-3867-CA6B-4429-A2C161D6FE40}"/>
              </a:ext>
            </a:extLst>
          </p:cNvPr>
          <p:cNvSpPr txBox="1"/>
          <p:nvPr/>
        </p:nvSpPr>
        <p:spPr>
          <a:xfrm>
            <a:off x="6405915" y="2135995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-US" sz="800" kern="1200" dirty="0">
                <a:latin typeface="Metropolis" pitchFamily="2" charset="77"/>
              </a:rPr>
              <a:t>VM Classes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62" name="Google Shape;1519;p17">
            <a:extLst>
              <a:ext uri="{FF2B5EF4-FFF2-40B4-BE49-F238E27FC236}">
                <a16:creationId xmlns:a16="http://schemas.microsoft.com/office/drawing/2014/main" id="{B74BC1F3-0E5A-E7A2-EC44-D8B80C4975AC}"/>
              </a:ext>
            </a:extLst>
          </p:cNvPr>
          <p:cNvSpPr txBox="1"/>
          <p:nvPr/>
        </p:nvSpPr>
        <p:spPr>
          <a:xfrm>
            <a:off x="6405915" y="2356071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Storage Classes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63" name="Google Shape;1519;p17">
            <a:extLst>
              <a:ext uri="{FF2B5EF4-FFF2-40B4-BE49-F238E27FC236}">
                <a16:creationId xmlns:a16="http://schemas.microsoft.com/office/drawing/2014/main" id="{06C6BADD-4ECD-616C-7223-83C9B5572A4E}"/>
              </a:ext>
            </a:extLst>
          </p:cNvPr>
          <p:cNvSpPr txBox="1"/>
          <p:nvPr/>
        </p:nvSpPr>
        <p:spPr>
          <a:xfrm>
            <a:off x="6405915" y="2591303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Content Libraries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30" name="Left Brace 129">
            <a:extLst>
              <a:ext uri="{FF2B5EF4-FFF2-40B4-BE49-F238E27FC236}">
                <a16:creationId xmlns:a16="http://schemas.microsoft.com/office/drawing/2014/main" id="{FB81D25C-9333-872C-D92B-B2016E550B74}"/>
              </a:ext>
            </a:extLst>
          </p:cNvPr>
          <p:cNvSpPr/>
          <p:nvPr/>
        </p:nvSpPr>
        <p:spPr>
          <a:xfrm>
            <a:off x="6043625" y="1863078"/>
            <a:ext cx="550190" cy="961140"/>
          </a:xfrm>
          <a:prstGeom prst="leftBrac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132" name="Google Shape;1519;p17">
            <a:extLst>
              <a:ext uri="{FF2B5EF4-FFF2-40B4-BE49-F238E27FC236}">
                <a16:creationId xmlns:a16="http://schemas.microsoft.com/office/drawing/2014/main" id="{05208092-5A48-57BD-C976-CA71C7130B96}"/>
              </a:ext>
            </a:extLst>
          </p:cNvPr>
          <p:cNvSpPr txBox="1"/>
          <p:nvPr/>
        </p:nvSpPr>
        <p:spPr>
          <a:xfrm>
            <a:off x="6420082" y="3057373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Org IAM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33" name="Google Shape;1519;p17">
            <a:extLst>
              <a:ext uri="{FF2B5EF4-FFF2-40B4-BE49-F238E27FC236}">
                <a16:creationId xmlns:a16="http://schemas.microsoft.com/office/drawing/2014/main" id="{B47CB6DC-3875-F492-78F9-DCD8C01E8843}"/>
              </a:ext>
            </a:extLst>
          </p:cNvPr>
          <p:cNvSpPr txBox="1"/>
          <p:nvPr/>
        </p:nvSpPr>
        <p:spPr>
          <a:xfrm>
            <a:off x="8060796" y="3058645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Org IdP</a:t>
            </a:r>
            <a:endParaRPr sz="800" kern="1200" dirty="0">
              <a:latin typeface="Metropolis" pitchFamily="2" charset="77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B93AA053-6C6B-0EC8-296E-D2284A572E64}"/>
              </a:ext>
            </a:extLst>
          </p:cNvPr>
          <p:cNvCxnSpPr>
            <a:cxnSpLocks/>
            <a:stCxn id="49" idx="3"/>
            <a:endCxn id="130" idx="1"/>
          </p:cNvCxnSpPr>
          <p:nvPr/>
        </p:nvCxnSpPr>
        <p:spPr bwMode="gray">
          <a:xfrm flipV="1">
            <a:off x="2221835" y="2343648"/>
            <a:ext cx="3821790" cy="20454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8E0FEAF-4B69-596E-E56E-F98BE784AB2A}"/>
              </a:ext>
            </a:extLst>
          </p:cNvPr>
          <p:cNvCxnSpPr>
            <a:cxnSpLocks/>
            <a:stCxn id="16" idx="3"/>
            <a:endCxn id="36" idx="1"/>
          </p:cNvCxnSpPr>
          <p:nvPr/>
        </p:nvCxnSpPr>
        <p:spPr bwMode="gray">
          <a:xfrm>
            <a:off x="3777143" y="3005780"/>
            <a:ext cx="626854" cy="1732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D0ABC63-CDE0-8660-86A3-EC7CA7DFF23E}"/>
              </a:ext>
            </a:extLst>
          </p:cNvPr>
          <p:cNvCxnSpPr>
            <a:cxnSpLocks/>
            <a:stCxn id="132" idx="3"/>
            <a:endCxn id="133" idx="1"/>
          </p:cNvCxnSpPr>
          <p:nvPr/>
        </p:nvCxnSpPr>
        <p:spPr bwMode="gray">
          <a:xfrm>
            <a:off x="7557308" y="3153529"/>
            <a:ext cx="503488" cy="1272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Google Shape;1519;p17">
            <a:extLst>
              <a:ext uri="{FF2B5EF4-FFF2-40B4-BE49-F238E27FC236}">
                <a16:creationId xmlns:a16="http://schemas.microsoft.com/office/drawing/2014/main" id="{9E5533A4-CAAA-D505-61A0-7FA5EC4A821D}"/>
              </a:ext>
            </a:extLst>
          </p:cNvPr>
          <p:cNvSpPr txBox="1"/>
          <p:nvPr/>
        </p:nvSpPr>
        <p:spPr>
          <a:xfrm>
            <a:off x="3860713" y="4321696"/>
            <a:ext cx="1433272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-US" sz="800" kern="1200" dirty="0">
                <a:latin typeface="Metropolis" pitchFamily="2" charset="77"/>
              </a:rPr>
              <a:t>Regional Quota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66" name="Google Shape;1519;p17">
            <a:extLst>
              <a:ext uri="{FF2B5EF4-FFF2-40B4-BE49-F238E27FC236}">
                <a16:creationId xmlns:a16="http://schemas.microsoft.com/office/drawing/2014/main" id="{2ADBA958-64F6-80F5-3C61-C21D2C6CAF7B}"/>
              </a:ext>
            </a:extLst>
          </p:cNvPr>
          <p:cNvSpPr txBox="1"/>
          <p:nvPr/>
        </p:nvSpPr>
        <p:spPr>
          <a:xfrm>
            <a:off x="3858111" y="4539902"/>
            <a:ext cx="1433272" cy="192312"/>
          </a:xfrm>
          <a:prstGeom prst="rect">
            <a:avLst/>
          </a:prstGeom>
          <a:solidFill>
            <a:srgbClr val="FFFFFF"/>
          </a:solidFill>
          <a:ln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-US" sz="800" kern="1200" dirty="0">
                <a:latin typeface="Metropolis" pitchFamily="2" charset="77"/>
              </a:rPr>
              <a:t>Shared Content Libraries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67" name="Google Shape;1519;p17">
            <a:extLst>
              <a:ext uri="{FF2B5EF4-FFF2-40B4-BE49-F238E27FC236}">
                <a16:creationId xmlns:a16="http://schemas.microsoft.com/office/drawing/2014/main" id="{6AF6C356-4D83-A965-10A0-6D88B542A224}"/>
              </a:ext>
            </a:extLst>
          </p:cNvPr>
          <p:cNvSpPr txBox="1"/>
          <p:nvPr/>
        </p:nvSpPr>
        <p:spPr>
          <a:xfrm>
            <a:off x="3858111" y="4759978"/>
            <a:ext cx="1433271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D</a:t>
            </a:r>
            <a:r>
              <a:rPr lang="en-US" sz="800" kern="1200" dirty="0">
                <a:latin typeface="Metropolis" pitchFamily="2" charset="77"/>
              </a:rPr>
              <a:t>e</a:t>
            </a:r>
            <a:r>
              <a:rPr lang="en" sz="800" kern="1200" dirty="0">
                <a:latin typeface="Metropolis" pitchFamily="2" charset="77"/>
              </a:rPr>
              <a:t>fault Namespaces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68" name="Google Shape;1519;p17">
            <a:extLst>
              <a:ext uri="{FF2B5EF4-FFF2-40B4-BE49-F238E27FC236}">
                <a16:creationId xmlns:a16="http://schemas.microsoft.com/office/drawing/2014/main" id="{893CAACA-28B7-1157-4F56-B6CBE31924CB}"/>
              </a:ext>
            </a:extLst>
          </p:cNvPr>
          <p:cNvSpPr txBox="1"/>
          <p:nvPr/>
        </p:nvSpPr>
        <p:spPr>
          <a:xfrm>
            <a:off x="3858112" y="4978281"/>
            <a:ext cx="1433269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 err="1">
                <a:latin typeface="Metropolis" pitchFamily="2" charset="77"/>
              </a:rPr>
              <a:t>StorageClasses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69" name="Left Brace 168">
            <a:extLst>
              <a:ext uri="{FF2B5EF4-FFF2-40B4-BE49-F238E27FC236}">
                <a16:creationId xmlns:a16="http://schemas.microsoft.com/office/drawing/2014/main" id="{0722A2F7-C4B4-EC6A-341A-F79430E8F8A7}"/>
              </a:ext>
            </a:extLst>
          </p:cNvPr>
          <p:cNvSpPr/>
          <p:nvPr/>
        </p:nvSpPr>
        <p:spPr>
          <a:xfrm>
            <a:off x="3495822" y="4250057"/>
            <a:ext cx="550190" cy="1207096"/>
          </a:xfrm>
          <a:prstGeom prst="leftBrac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178" name="Google Shape;1519;p17">
            <a:extLst>
              <a:ext uri="{FF2B5EF4-FFF2-40B4-BE49-F238E27FC236}">
                <a16:creationId xmlns:a16="http://schemas.microsoft.com/office/drawing/2014/main" id="{C270CEEB-FB61-FFF6-0A18-7B4B1113E542}"/>
              </a:ext>
            </a:extLst>
          </p:cNvPr>
          <p:cNvSpPr txBox="1"/>
          <p:nvPr/>
        </p:nvSpPr>
        <p:spPr>
          <a:xfrm>
            <a:off x="3858112" y="5213033"/>
            <a:ext cx="1433269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 err="1">
                <a:latin typeface="Metropolis" pitchFamily="2" charset="77"/>
              </a:rPr>
              <a:t>VirtualMachineClasses</a:t>
            </a:r>
            <a:endParaRPr sz="800" kern="1200" dirty="0">
              <a:latin typeface="Metropolis" pitchFamily="2" charset="77"/>
            </a:endParaRP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BA8C989-B9B4-92DA-9C42-F3F91F88CC59}"/>
              </a:ext>
            </a:extLst>
          </p:cNvPr>
          <p:cNvCxnSpPr>
            <a:cxnSpLocks/>
            <a:stCxn id="170" idx="3"/>
            <a:endCxn id="169" idx="1"/>
          </p:cNvCxnSpPr>
          <p:nvPr/>
        </p:nvCxnSpPr>
        <p:spPr bwMode="gray">
          <a:xfrm>
            <a:off x="3114921" y="4847078"/>
            <a:ext cx="380901" cy="6528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Google Shape;1519;p17">
            <a:extLst>
              <a:ext uri="{FF2B5EF4-FFF2-40B4-BE49-F238E27FC236}">
                <a16:creationId xmlns:a16="http://schemas.microsoft.com/office/drawing/2014/main" id="{35A3D0E7-D968-6083-8FBC-FF13B1C19FE3}"/>
              </a:ext>
            </a:extLst>
          </p:cNvPr>
          <p:cNvSpPr txBox="1"/>
          <p:nvPr/>
        </p:nvSpPr>
        <p:spPr>
          <a:xfrm>
            <a:off x="6124036" y="4167080"/>
            <a:ext cx="1433272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-US" sz="800" kern="1200" dirty="0">
                <a:latin typeface="Metropolis" pitchFamily="2" charset="77"/>
              </a:rPr>
              <a:t>Provider Gateway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7" name="Left Brace 206">
            <a:extLst>
              <a:ext uri="{FF2B5EF4-FFF2-40B4-BE49-F238E27FC236}">
                <a16:creationId xmlns:a16="http://schemas.microsoft.com/office/drawing/2014/main" id="{D7A20D50-B163-2095-70A8-E265B91EC903}"/>
              </a:ext>
            </a:extLst>
          </p:cNvPr>
          <p:cNvSpPr/>
          <p:nvPr/>
        </p:nvSpPr>
        <p:spPr>
          <a:xfrm rot="16200000">
            <a:off x="6716169" y="3718700"/>
            <a:ext cx="226921" cy="1472286"/>
          </a:xfrm>
          <a:prstGeom prst="leftBrac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94140C2-5358-B9D6-337C-1BD967F567BD}"/>
              </a:ext>
            </a:extLst>
          </p:cNvPr>
          <p:cNvSpPr/>
          <p:nvPr/>
        </p:nvSpPr>
        <p:spPr>
          <a:xfrm>
            <a:off x="5641819" y="4718085"/>
            <a:ext cx="1166235" cy="412899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Metropolis" pitchFamily="2" charset="77"/>
              </a:rPr>
              <a:t>External IP Blocks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7BEA3538-FEA0-9ADE-018D-333E2D312956}"/>
              </a:ext>
            </a:extLst>
          </p:cNvPr>
          <p:cNvSpPr/>
          <p:nvPr/>
        </p:nvSpPr>
        <p:spPr>
          <a:xfrm>
            <a:off x="5897899" y="4892551"/>
            <a:ext cx="643299" cy="15477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00"/>
                </a:solidFill>
                <a:latin typeface="Metropolis" pitchFamily="2" charset="77"/>
              </a:rPr>
              <a:t>e.f.g.h</a:t>
            </a:r>
            <a:endParaRPr lang="en-US" sz="800" dirty="0">
              <a:solidFill>
                <a:srgbClr val="000000"/>
              </a:solidFill>
              <a:latin typeface="Metropolis" pitchFamily="2" charset="77"/>
            </a:endParaRPr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BC9BEB8E-A778-D4DB-F119-E56D0D0E6343}"/>
              </a:ext>
            </a:extLst>
          </p:cNvPr>
          <p:cNvGrpSpPr/>
          <p:nvPr/>
        </p:nvGrpSpPr>
        <p:grpSpPr>
          <a:xfrm>
            <a:off x="7082883" y="4778647"/>
            <a:ext cx="394104" cy="420433"/>
            <a:chOff x="5305045" y="3607918"/>
            <a:chExt cx="1096994" cy="1096994"/>
          </a:xfrm>
        </p:grpSpPr>
        <p:sp>
          <p:nvSpPr>
            <p:cNvPr id="226" name="Oval 4">
              <a:extLst>
                <a:ext uri="{FF2B5EF4-FFF2-40B4-BE49-F238E27FC236}">
                  <a16:creationId xmlns:a16="http://schemas.microsoft.com/office/drawing/2014/main" id="{70BE7C93-9233-C208-EC6D-442C744DE24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305045" y="3607918"/>
              <a:ext cx="1096994" cy="1096994"/>
            </a:xfrm>
            <a:prstGeom prst="ellipse">
              <a:avLst/>
            </a:prstGeom>
            <a:solidFill>
              <a:schemeClr val="accent2"/>
            </a:solidFill>
            <a:ln w="76200"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1218530">
                <a:lnSpc>
                  <a:spcPct val="90000"/>
                </a:lnSpc>
                <a:spcBef>
                  <a:spcPts val="800"/>
                </a:spcBef>
              </a:pPr>
              <a:endParaRPr lang="en-US" sz="2665" b="1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32" name="Graphic 231">
              <a:extLst>
                <a:ext uri="{FF2B5EF4-FFF2-40B4-BE49-F238E27FC236}">
                  <a16:creationId xmlns:a16="http://schemas.microsoft.com/office/drawing/2014/main" id="{95BD1CE5-7760-64F6-803C-03AD06348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83032" y="3786136"/>
              <a:ext cx="741016" cy="741018"/>
            </a:xfrm>
            <a:prstGeom prst="rect">
              <a:avLst/>
            </a:prstGeom>
          </p:spPr>
        </p:pic>
      </p:grpSp>
      <p:sp>
        <p:nvSpPr>
          <p:cNvPr id="238" name="TextBox 237">
            <a:extLst>
              <a:ext uri="{FF2B5EF4-FFF2-40B4-BE49-F238E27FC236}">
                <a16:creationId xmlns:a16="http://schemas.microsoft.com/office/drawing/2014/main" id="{AEB561E8-C728-122F-CDA3-8F567E76D0F0}"/>
              </a:ext>
            </a:extLst>
          </p:cNvPr>
          <p:cNvSpPr txBox="1"/>
          <p:nvPr/>
        </p:nvSpPr>
        <p:spPr>
          <a:xfrm>
            <a:off x="6832670" y="4583429"/>
            <a:ext cx="7681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T0 Gateway</a:t>
            </a:r>
          </a:p>
        </p:txBody>
      </p:sp>
      <p:sp>
        <p:nvSpPr>
          <p:cNvPr id="239" name="Google Shape;1519;p17">
            <a:extLst>
              <a:ext uri="{FF2B5EF4-FFF2-40B4-BE49-F238E27FC236}">
                <a16:creationId xmlns:a16="http://schemas.microsoft.com/office/drawing/2014/main" id="{53F70226-2E8C-ED89-278A-C3B6EE7BD1BA}"/>
              </a:ext>
            </a:extLst>
          </p:cNvPr>
          <p:cNvSpPr txBox="1"/>
          <p:nvPr/>
        </p:nvSpPr>
        <p:spPr>
          <a:xfrm>
            <a:off x="6405974" y="5415327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Provider IAM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40" name="Google Shape;1519;p17">
            <a:extLst>
              <a:ext uri="{FF2B5EF4-FFF2-40B4-BE49-F238E27FC236}">
                <a16:creationId xmlns:a16="http://schemas.microsoft.com/office/drawing/2014/main" id="{0046480B-636C-A06E-51AE-2DB46D26FE4F}"/>
              </a:ext>
            </a:extLst>
          </p:cNvPr>
          <p:cNvSpPr txBox="1"/>
          <p:nvPr/>
        </p:nvSpPr>
        <p:spPr>
          <a:xfrm>
            <a:off x="8046688" y="5416599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Provider IdP</a:t>
            </a:r>
            <a:endParaRPr sz="800" kern="1200" dirty="0">
              <a:latin typeface="Metropolis" pitchFamily="2" charset="77"/>
            </a:endParaRP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0D62BAA1-9B19-D25E-AD19-863E718DFA9F}"/>
              </a:ext>
            </a:extLst>
          </p:cNvPr>
          <p:cNvCxnSpPr>
            <a:cxnSpLocks/>
            <a:stCxn id="239" idx="3"/>
            <a:endCxn id="240" idx="1"/>
          </p:cNvCxnSpPr>
          <p:nvPr/>
        </p:nvCxnSpPr>
        <p:spPr bwMode="gray">
          <a:xfrm>
            <a:off x="7543200" y="5511483"/>
            <a:ext cx="503488" cy="1272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974FCB9A-CD83-03D2-49E6-452D1BBE8191}"/>
              </a:ext>
            </a:extLst>
          </p:cNvPr>
          <p:cNvCxnSpPr>
            <a:cxnSpLocks/>
            <a:stCxn id="36" idx="2"/>
            <a:endCxn id="202" idx="0"/>
          </p:cNvCxnSpPr>
          <p:nvPr/>
        </p:nvCxnSpPr>
        <p:spPr bwMode="gray">
          <a:xfrm>
            <a:off x="5229555" y="3259361"/>
            <a:ext cx="1611117" cy="907719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579DA23A-3385-955B-351F-BBB74F6D2319}"/>
              </a:ext>
            </a:extLst>
          </p:cNvPr>
          <p:cNvCxnSpPr>
            <a:cxnSpLocks/>
            <a:stCxn id="49" idx="3"/>
            <a:endCxn id="16" idx="0"/>
          </p:cNvCxnSpPr>
          <p:nvPr/>
        </p:nvCxnSpPr>
        <p:spPr bwMode="gray">
          <a:xfrm>
            <a:off x="2221835" y="2364102"/>
            <a:ext cx="899201" cy="389828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Google Shape;1519;p17">
            <a:extLst>
              <a:ext uri="{FF2B5EF4-FFF2-40B4-BE49-F238E27FC236}">
                <a16:creationId xmlns:a16="http://schemas.microsoft.com/office/drawing/2014/main" id="{E78C9C52-8963-224C-9531-9F2116E8DAFC}"/>
              </a:ext>
            </a:extLst>
          </p:cNvPr>
          <p:cNvSpPr txBox="1"/>
          <p:nvPr/>
        </p:nvSpPr>
        <p:spPr>
          <a:xfrm rot="5400000">
            <a:off x="654357" y="4708933"/>
            <a:ext cx="1137226" cy="253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200" kern="1200" dirty="0">
                <a:latin typeface="Metropolis" pitchFamily="2" charset="77"/>
              </a:rPr>
              <a:t>Region</a:t>
            </a:r>
            <a:endParaRPr sz="1200" kern="1200" dirty="0">
              <a:latin typeface="Metropoli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178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8477-1174-D2A2-89A9-0D8AA4FA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VCFA Org Model (SVG)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0DE2C-D53C-5F68-DD14-2809BE594FFE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1113CA9-B55D-34C5-D652-8463DA909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943" y="1230902"/>
            <a:ext cx="9161933" cy="481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69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Workload Domain Models</a:t>
            </a:r>
            <a:endParaRPr/>
          </a:p>
        </p:txBody>
      </p:sp>
      <p:sp>
        <p:nvSpPr>
          <p:cNvPr id="1865" name="Google Shape;1865;p6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Workload Domain Models v1</a:t>
            </a:r>
            <a:endParaRPr/>
          </a:p>
        </p:txBody>
      </p:sp>
      <p:sp>
        <p:nvSpPr>
          <p:cNvPr id="1871" name="Google Shape;1871;p4"/>
          <p:cNvSpPr/>
          <p:nvPr/>
        </p:nvSpPr>
        <p:spPr>
          <a:xfrm>
            <a:off x="4309922" y="2532322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4"/>
          <p:cNvSpPr/>
          <p:nvPr/>
        </p:nvSpPr>
        <p:spPr>
          <a:xfrm>
            <a:off x="4309922" y="2999804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4"/>
          <p:cNvSpPr/>
          <p:nvPr/>
        </p:nvSpPr>
        <p:spPr>
          <a:xfrm>
            <a:off x="4309922" y="3465775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4"/>
          <p:cNvSpPr/>
          <p:nvPr/>
        </p:nvSpPr>
        <p:spPr>
          <a:xfrm>
            <a:off x="4135596" y="2172822"/>
            <a:ext cx="1529825" cy="17770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4"/>
          <p:cNvSpPr/>
          <p:nvPr/>
        </p:nvSpPr>
        <p:spPr>
          <a:xfrm>
            <a:off x="6139648" y="2526121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4"/>
          <p:cNvSpPr/>
          <p:nvPr/>
        </p:nvSpPr>
        <p:spPr>
          <a:xfrm>
            <a:off x="6139648" y="299360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4"/>
          <p:cNvSpPr/>
          <p:nvPr/>
        </p:nvSpPr>
        <p:spPr>
          <a:xfrm>
            <a:off x="5965322" y="2166621"/>
            <a:ext cx="1529825" cy="129287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4"/>
          <p:cNvSpPr/>
          <p:nvPr/>
        </p:nvSpPr>
        <p:spPr>
          <a:xfrm>
            <a:off x="3938981" y="1887751"/>
            <a:ext cx="3741385" cy="219252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7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Workload Domain Models v1 (SVG Image)</a:t>
            </a:r>
            <a:endParaRPr/>
          </a:p>
        </p:txBody>
      </p:sp>
      <p:pic>
        <p:nvPicPr>
          <p:cNvPr id="1884" name="Google Shape;188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7572" y="2158739"/>
            <a:ext cx="3756660" cy="2213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7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Distributed Switch Models</a:t>
            </a:r>
            <a:endParaRPr/>
          </a:p>
        </p:txBody>
      </p:sp>
      <p:sp>
        <p:nvSpPr>
          <p:cNvPr id="1890" name="Google Shape;1890;p7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7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Distributed Switch Models v1</a:t>
            </a:r>
            <a:endParaRPr/>
          </a:p>
        </p:txBody>
      </p:sp>
      <p:sp>
        <p:nvSpPr>
          <p:cNvPr id="1896" name="Google Shape;1896;p72"/>
          <p:cNvSpPr/>
          <p:nvPr/>
        </p:nvSpPr>
        <p:spPr>
          <a:xfrm>
            <a:off x="612557" y="2074076"/>
            <a:ext cx="985149" cy="2938796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72"/>
          <p:cNvSpPr/>
          <p:nvPr/>
        </p:nvSpPr>
        <p:spPr>
          <a:xfrm>
            <a:off x="1597707" y="2252240"/>
            <a:ext cx="503968" cy="65434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72"/>
          <p:cNvSpPr/>
          <p:nvPr/>
        </p:nvSpPr>
        <p:spPr>
          <a:xfrm>
            <a:off x="726393" y="2252240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72"/>
          <p:cNvSpPr/>
          <p:nvPr/>
        </p:nvSpPr>
        <p:spPr>
          <a:xfrm>
            <a:off x="726393" y="2794562"/>
            <a:ext cx="726007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72"/>
          <p:cNvSpPr/>
          <p:nvPr/>
        </p:nvSpPr>
        <p:spPr>
          <a:xfrm>
            <a:off x="726394" y="3336884"/>
            <a:ext cx="726006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72"/>
          <p:cNvSpPr/>
          <p:nvPr/>
        </p:nvSpPr>
        <p:spPr>
          <a:xfrm>
            <a:off x="726394" y="3875996"/>
            <a:ext cx="726006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72"/>
          <p:cNvSpPr/>
          <p:nvPr/>
        </p:nvSpPr>
        <p:spPr>
          <a:xfrm>
            <a:off x="726394" y="4421070"/>
            <a:ext cx="726006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72"/>
          <p:cNvSpPr/>
          <p:nvPr/>
        </p:nvSpPr>
        <p:spPr>
          <a:xfrm>
            <a:off x="480096" y="1669364"/>
            <a:ext cx="1725611" cy="43423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72"/>
          <p:cNvSpPr/>
          <p:nvPr/>
        </p:nvSpPr>
        <p:spPr>
          <a:xfrm>
            <a:off x="340910" y="1101146"/>
            <a:ext cx="2538919" cy="500782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72"/>
          <p:cNvSpPr/>
          <p:nvPr/>
        </p:nvSpPr>
        <p:spPr>
          <a:xfrm>
            <a:off x="3469247" y="2074076"/>
            <a:ext cx="985149" cy="2346994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72"/>
          <p:cNvSpPr/>
          <p:nvPr/>
        </p:nvSpPr>
        <p:spPr>
          <a:xfrm>
            <a:off x="4454397" y="2252240"/>
            <a:ext cx="503968" cy="65434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72"/>
          <p:cNvSpPr/>
          <p:nvPr/>
        </p:nvSpPr>
        <p:spPr>
          <a:xfrm>
            <a:off x="3598816" y="2794562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72"/>
          <p:cNvSpPr/>
          <p:nvPr/>
        </p:nvSpPr>
        <p:spPr>
          <a:xfrm>
            <a:off x="3598816" y="3336884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72"/>
          <p:cNvSpPr/>
          <p:nvPr/>
        </p:nvSpPr>
        <p:spPr>
          <a:xfrm>
            <a:off x="3598816" y="3875996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72"/>
          <p:cNvSpPr/>
          <p:nvPr/>
        </p:nvSpPr>
        <p:spPr>
          <a:xfrm>
            <a:off x="3598816" y="4807410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72"/>
          <p:cNvSpPr/>
          <p:nvPr/>
        </p:nvSpPr>
        <p:spPr>
          <a:xfrm>
            <a:off x="3336786" y="1669365"/>
            <a:ext cx="1725611" cy="434232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72"/>
          <p:cNvSpPr/>
          <p:nvPr/>
        </p:nvSpPr>
        <p:spPr>
          <a:xfrm>
            <a:off x="3197600" y="1101146"/>
            <a:ext cx="2538919" cy="500782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72"/>
          <p:cNvSpPr/>
          <p:nvPr/>
        </p:nvSpPr>
        <p:spPr>
          <a:xfrm>
            <a:off x="4454396" y="4636974"/>
            <a:ext cx="503968" cy="65434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72"/>
          <p:cNvSpPr/>
          <p:nvPr/>
        </p:nvSpPr>
        <p:spPr>
          <a:xfrm>
            <a:off x="3469246" y="4548469"/>
            <a:ext cx="985149" cy="93985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72"/>
          <p:cNvSpPr/>
          <p:nvPr/>
        </p:nvSpPr>
        <p:spPr>
          <a:xfrm>
            <a:off x="6325937" y="2074076"/>
            <a:ext cx="985149" cy="2346994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6" name="Google Shape;1916;p72"/>
          <p:cNvSpPr/>
          <p:nvPr/>
        </p:nvSpPr>
        <p:spPr>
          <a:xfrm>
            <a:off x="7311087" y="2252240"/>
            <a:ext cx="503968" cy="65434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72"/>
          <p:cNvSpPr/>
          <p:nvPr/>
        </p:nvSpPr>
        <p:spPr>
          <a:xfrm>
            <a:off x="6445870" y="4807410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72"/>
          <p:cNvSpPr/>
          <p:nvPr/>
        </p:nvSpPr>
        <p:spPr>
          <a:xfrm>
            <a:off x="6193476" y="1669365"/>
            <a:ext cx="1725611" cy="434232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72"/>
          <p:cNvSpPr/>
          <p:nvPr/>
        </p:nvSpPr>
        <p:spPr>
          <a:xfrm>
            <a:off x="6054290" y="1101147"/>
            <a:ext cx="2538919" cy="500782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72"/>
          <p:cNvSpPr/>
          <p:nvPr/>
        </p:nvSpPr>
        <p:spPr>
          <a:xfrm>
            <a:off x="7311086" y="4636974"/>
            <a:ext cx="503968" cy="65434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72"/>
          <p:cNvSpPr/>
          <p:nvPr/>
        </p:nvSpPr>
        <p:spPr>
          <a:xfrm>
            <a:off x="6325936" y="4548469"/>
            <a:ext cx="985149" cy="93985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72"/>
          <p:cNvSpPr/>
          <p:nvPr/>
        </p:nvSpPr>
        <p:spPr>
          <a:xfrm>
            <a:off x="9143274" y="2074076"/>
            <a:ext cx="985149" cy="180192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72"/>
          <p:cNvSpPr/>
          <p:nvPr/>
        </p:nvSpPr>
        <p:spPr>
          <a:xfrm>
            <a:off x="10128424" y="2252240"/>
            <a:ext cx="503968" cy="65434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72"/>
          <p:cNvSpPr/>
          <p:nvPr/>
        </p:nvSpPr>
        <p:spPr>
          <a:xfrm>
            <a:off x="9276261" y="4224603"/>
            <a:ext cx="726007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72"/>
          <p:cNvSpPr/>
          <p:nvPr/>
        </p:nvSpPr>
        <p:spPr>
          <a:xfrm>
            <a:off x="9010813" y="1669365"/>
            <a:ext cx="1725611" cy="434232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72"/>
          <p:cNvSpPr/>
          <p:nvPr/>
        </p:nvSpPr>
        <p:spPr>
          <a:xfrm>
            <a:off x="8871627" y="1101147"/>
            <a:ext cx="2538919" cy="500782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and Workload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72"/>
          <p:cNvSpPr/>
          <p:nvPr/>
        </p:nvSpPr>
        <p:spPr>
          <a:xfrm>
            <a:off x="10128424" y="4054167"/>
            <a:ext cx="503968" cy="65434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72"/>
          <p:cNvSpPr/>
          <p:nvPr/>
        </p:nvSpPr>
        <p:spPr>
          <a:xfrm>
            <a:off x="9143274" y="3965662"/>
            <a:ext cx="985149" cy="93985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72"/>
          <p:cNvSpPr/>
          <p:nvPr/>
        </p:nvSpPr>
        <p:spPr>
          <a:xfrm>
            <a:off x="9279002" y="5254482"/>
            <a:ext cx="723266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72"/>
          <p:cNvSpPr/>
          <p:nvPr/>
        </p:nvSpPr>
        <p:spPr>
          <a:xfrm>
            <a:off x="10128424" y="5082524"/>
            <a:ext cx="503968" cy="65434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72"/>
          <p:cNvSpPr/>
          <p:nvPr/>
        </p:nvSpPr>
        <p:spPr>
          <a:xfrm>
            <a:off x="9143274" y="4994019"/>
            <a:ext cx="985149" cy="93985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2" name="Google Shape;1932;p72"/>
          <p:cNvGrpSpPr/>
          <p:nvPr/>
        </p:nvGrpSpPr>
        <p:grpSpPr>
          <a:xfrm>
            <a:off x="2101675" y="2194570"/>
            <a:ext cx="627111" cy="734813"/>
            <a:chOff x="2101675" y="2194570"/>
            <a:chExt cx="627111" cy="734813"/>
          </a:xfrm>
        </p:grpSpPr>
        <p:cxnSp>
          <p:nvCxnSpPr>
            <p:cNvPr id="1933" name="Google Shape;1933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34" name="Google Shape;1934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1935" name="Google Shape;1935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</p:grpSpPr>
          <p:sp>
            <p:nvSpPr>
              <p:cNvPr id="1936" name="Google Shape;1936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37" name="Google Shape;1937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38" name="Google Shape;1938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39" name="Google Shape;1939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40" name="Google Shape;1940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1941" name="Google Shape;1941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</p:grpSpPr>
          <p:sp>
            <p:nvSpPr>
              <p:cNvPr id="1942" name="Google Shape;1942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43" name="Google Shape;1943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44" name="Google Shape;1944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45" name="Google Shape;1945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46" name="Google Shape;1946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1947" name="Google Shape;1947;p72"/>
          <p:cNvGrpSpPr/>
          <p:nvPr/>
        </p:nvGrpSpPr>
        <p:grpSpPr>
          <a:xfrm>
            <a:off x="4958364" y="2207852"/>
            <a:ext cx="627111" cy="734813"/>
            <a:chOff x="2101675" y="2194570"/>
            <a:chExt cx="627111" cy="734813"/>
          </a:xfrm>
        </p:grpSpPr>
        <p:cxnSp>
          <p:nvCxnSpPr>
            <p:cNvPr id="1948" name="Google Shape;1948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49" name="Google Shape;1949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1950" name="Google Shape;1950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</p:grpSpPr>
          <p:sp>
            <p:nvSpPr>
              <p:cNvPr id="1951" name="Google Shape;1951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52" name="Google Shape;1952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53" name="Google Shape;1953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54" name="Google Shape;1954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55" name="Google Shape;1955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1956" name="Google Shape;1956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</p:grpSpPr>
          <p:sp>
            <p:nvSpPr>
              <p:cNvPr id="1957" name="Google Shape;1957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58" name="Google Shape;1958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59" name="Google Shape;1959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60" name="Google Shape;1960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61" name="Google Shape;1961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1962" name="Google Shape;1962;p72"/>
          <p:cNvGrpSpPr/>
          <p:nvPr/>
        </p:nvGrpSpPr>
        <p:grpSpPr>
          <a:xfrm>
            <a:off x="7819270" y="2207853"/>
            <a:ext cx="627111" cy="734813"/>
            <a:chOff x="2101675" y="2194570"/>
            <a:chExt cx="627111" cy="734813"/>
          </a:xfrm>
        </p:grpSpPr>
        <p:cxnSp>
          <p:nvCxnSpPr>
            <p:cNvPr id="1963" name="Google Shape;1963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64" name="Google Shape;1964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1965" name="Google Shape;1965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</p:grpSpPr>
          <p:sp>
            <p:nvSpPr>
              <p:cNvPr id="1966" name="Google Shape;1966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67" name="Google Shape;1967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68" name="Google Shape;1968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69" name="Google Shape;1969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70" name="Google Shape;1970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1971" name="Google Shape;1971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</p:grpSpPr>
          <p:sp>
            <p:nvSpPr>
              <p:cNvPr id="1972" name="Google Shape;1972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73" name="Google Shape;1973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74" name="Google Shape;1974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75" name="Google Shape;1975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76" name="Google Shape;1976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1977" name="Google Shape;1977;p72"/>
          <p:cNvGrpSpPr/>
          <p:nvPr/>
        </p:nvGrpSpPr>
        <p:grpSpPr>
          <a:xfrm>
            <a:off x="10632392" y="2212005"/>
            <a:ext cx="627111" cy="734813"/>
            <a:chOff x="2101675" y="2194570"/>
            <a:chExt cx="627111" cy="734813"/>
          </a:xfrm>
        </p:grpSpPr>
        <p:cxnSp>
          <p:nvCxnSpPr>
            <p:cNvPr id="1978" name="Google Shape;1978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79" name="Google Shape;1979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1980" name="Google Shape;1980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</p:grpSpPr>
          <p:sp>
            <p:nvSpPr>
              <p:cNvPr id="1981" name="Google Shape;1981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82" name="Google Shape;1982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83" name="Google Shape;1983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84" name="Google Shape;1984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85" name="Google Shape;1985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1986" name="Google Shape;1986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</p:grpSpPr>
          <p:sp>
            <p:nvSpPr>
              <p:cNvPr id="1987" name="Google Shape;1987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88" name="Google Shape;1988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89" name="Google Shape;1989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90" name="Google Shape;1990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91" name="Google Shape;1991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1992" name="Google Shape;1992;p72"/>
          <p:cNvGrpSpPr/>
          <p:nvPr/>
        </p:nvGrpSpPr>
        <p:grpSpPr>
          <a:xfrm>
            <a:off x="4962579" y="4596739"/>
            <a:ext cx="627111" cy="734813"/>
            <a:chOff x="2101675" y="2194570"/>
            <a:chExt cx="627111" cy="734813"/>
          </a:xfrm>
        </p:grpSpPr>
        <p:cxnSp>
          <p:nvCxnSpPr>
            <p:cNvPr id="1993" name="Google Shape;1993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994" name="Google Shape;1994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1995" name="Google Shape;1995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</p:grpSpPr>
          <p:sp>
            <p:nvSpPr>
              <p:cNvPr id="1996" name="Google Shape;1996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97" name="Google Shape;1997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98" name="Google Shape;1998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999" name="Google Shape;1999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00" name="Google Shape;2000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01" name="Google Shape;2001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</p:grpSpPr>
          <p:sp>
            <p:nvSpPr>
              <p:cNvPr id="2002" name="Google Shape;2002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03" name="Google Shape;2003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04" name="Google Shape;2004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05" name="Google Shape;2005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06" name="Google Shape;2006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07" name="Google Shape;2007;p72"/>
          <p:cNvGrpSpPr/>
          <p:nvPr/>
        </p:nvGrpSpPr>
        <p:grpSpPr>
          <a:xfrm>
            <a:off x="7815053" y="4596739"/>
            <a:ext cx="627111" cy="734813"/>
            <a:chOff x="2101675" y="2194570"/>
            <a:chExt cx="627111" cy="734813"/>
          </a:xfrm>
        </p:grpSpPr>
        <p:cxnSp>
          <p:nvCxnSpPr>
            <p:cNvPr id="2008" name="Google Shape;2008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09" name="Google Shape;2009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10" name="Google Shape;2010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</p:grpSpPr>
          <p:sp>
            <p:nvSpPr>
              <p:cNvPr id="2011" name="Google Shape;2011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12" name="Google Shape;2012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13" name="Google Shape;2013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14" name="Google Shape;2014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15" name="Google Shape;2015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16" name="Google Shape;2016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</p:grpSpPr>
          <p:sp>
            <p:nvSpPr>
              <p:cNvPr id="2017" name="Google Shape;2017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18" name="Google Shape;2018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19" name="Google Shape;2019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20" name="Google Shape;2020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21" name="Google Shape;2021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22" name="Google Shape;2022;p72"/>
          <p:cNvGrpSpPr/>
          <p:nvPr/>
        </p:nvGrpSpPr>
        <p:grpSpPr>
          <a:xfrm>
            <a:off x="10636606" y="3978264"/>
            <a:ext cx="627111" cy="734813"/>
            <a:chOff x="2101675" y="2194570"/>
            <a:chExt cx="627111" cy="734813"/>
          </a:xfrm>
        </p:grpSpPr>
        <p:cxnSp>
          <p:nvCxnSpPr>
            <p:cNvPr id="2023" name="Google Shape;2023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24" name="Google Shape;2024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25" name="Google Shape;2025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</p:grpSpPr>
          <p:sp>
            <p:nvSpPr>
              <p:cNvPr id="2026" name="Google Shape;2026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27" name="Google Shape;2027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28" name="Google Shape;2028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29" name="Google Shape;2029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30" name="Google Shape;2030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31" name="Google Shape;2031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</p:grpSpPr>
          <p:sp>
            <p:nvSpPr>
              <p:cNvPr id="2032" name="Google Shape;2032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33" name="Google Shape;2033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34" name="Google Shape;2034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35" name="Google Shape;2035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36" name="Google Shape;2036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37" name="Google Shape;2037;p72"/>
          <p:cNvGrpSpPr/>
          <p:nvPr/>
        </p:nvGrpSpPr>
        <p:grpSpPr>
          <a:xfrm>
            <a:off x="10636606" y="5022040"/>
            <a:ext cx="627111" cy="734813"/>
            <a:chOff x="2101675" y="2194570"/>
            <a:chExt cx="627111" cy="734813"/>
          </a:xfrm>
        </p:grpSpPr>
        <p:cxnSp>
          <p:nvCxnSpPr>
            <p:cNvPr id="2038" name="Google Shape;2038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39" name="Google Shape;2039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40" name="Google Shape;2040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</p:grpSpPr>
          <p:sp>
            <p:nvSpPr>
              <p:cNvPr id="2041" name="Google Shape;2041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42" name="Google Shape;2042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3" name="Google Shape;2043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4" name="Google Shape;2044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5" name="Google Shape;2045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46" name="Google Shape;2046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</p:grpSpPr>
          <p:sp>
            <p:nvSpPr>
              <p:cNvPr id="2047" name="Google Shape;2047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no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48" name="Google Shape;2048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9" name="Google Shape;2049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50" name="Google Shape;2050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51" name="Google Shape;2051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sp>
        <p:nvSpPr>
          <p:cNvPr id="2052" name="Google Shape;2052;p72"/>
          <p:cNvSpPr/>
          <p:nvPr/>
        </p:nvSpPr>
        <p:spPr>
          <a:xfrm>
            <a:off x="3598816" y="2249488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72"/>
          <p:cNvSpPr/>
          <p:nvPr/>
        </p:nvSpPr>
        <p:spPr>
          <a:xfrm>
            <a:off x="6445870" y="2794562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72"/>
          <p:cNvSpPr/>
          <p:nvPr/>
        </p:nvSpPr>
        <p:spPr>
          <a:xfrm>
            <a:off x="6445870" y="3336884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72"/>
          <p:cNvSpPr/>
          <p:nvPr/>
        </p:nvSpPr>
        <p:spPr>
          <a:xfrm>
            <a:off x="6445870" y="3875996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72"/>
          <p:cNvSpPr/>
          <p:nvPr/>
        </p:nvSpPr>
        <p:spPr>
          <a:xfrm>
            <a:off x="6445870" y="2249488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7" name="Google Shape;2057;p72"/>
          <p:cNvSpPr/>
          <p:nvPr/>
        </p:nvSpPr>
        <p:spPr>
          <a:xfrm>
            <a:off x="9276261" y="2794562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72"/>
          <p:cNvSpPr/>
          <p:nvPr/>
        </p:nvSpPr>
        <p:spPr>
          <a:xfrm>
            <a:off x="9276261" y="3336884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72"/>
          <p:cNvSpPr/>
          <p:nvPr/>
        </p:nvSpPr>
        <p:spPr>
          <a:xfrm>
            <a:off x="9276261" y="2249488"/>
            <a:ext cx="726008" cy="40639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35c6e7e29b5_0_0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NSX Edge Cluster Models </a:t>
            </a:r>
            <a:endParaRPr/>
          </a:p>
        </p:txBody>
      </p:sp>
      <p:sp>
        <p:nvSpPr>
          <p:cNvPr id="2065" name="Google Shape;2065;g35c6e7e29b5_0_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/>
              <a:t>Single Availability Zones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35c6e7e29b5_0_1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000">
                <a:solidFill>
                  <a:srgbClr val="005C8A"/>
                </a:solidFill>
              </a:rPr>
              <a:t>Host Fault Tolerant NSX Edge Cluster</a:t>
            </a:r>
            <a:endParaRPr sz="2000"/>
          </a:p>
        </p:txBody>
      </p:sp>
      <p:pic>
        <p:nvPicPr>
          <p:cNvPr id="2071" name="Google Shape;2071;g35c6e7e29b5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8050" y="857776"/>
            <a:ext cx="2158075" cy="575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35c6e7e29b5_0_2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000">
                <a:solidFill>
                  <a:srgbClr val="005C8A"/>
                </a:solidFill>
              </a:rPr>
              <a:t>Rack Fault Tolerant Design using two or more vertical Layer 2 vsphere clusters in separate racks</a:t>
            </a:r>
            <a:endParaRPr sz="2000"/>
          </a:p>
        </p:txBody>
      </p:sp>
      <p:pic>
        <p:nvPicPr>
          <p:cNvPr id="2077" name="Google Shape;2077;g35c6e7e29b5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9650" y="1052201"/>
            <a:ext cx="3680751" cy="575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35c6e7e29b5_0_2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000">
                <a:solidFill>
                  <a:srgbClr val="005C8A"/>
                </a:solidFill>
              </a:rPr>
              <a:t>Rack Fault Tolerant Design using a single Layer 3 vsphere Cluster deployed across multiple racks</a:t>
            </a:r>
            <a:endParaRPr sz="2000"/>
          </a:p>
        </p:txBody>
      </p:sp>
      <p:pic>
        <p:nvPicPr>
          <p:cNvPr id="2083" name="Google Shape;2083;g35c6e7e29b5_0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362" y="914401"/>
            <a:ext cx="9062918" cy="57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g35c6e7e29b5_0_3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000"/>
              <a:t>Rack Fault Tolerant Design using a single Layer 2 vsphere Cluster deployed across multiple racks</a:t>
            </a:r>
            <a:endParaRPr/>
          </a:p>
        </p:txBody>
      </p:sp>
      <p:pic>
        <p:nvPicPr>
          <p:cNvPr id="2089" name="Google Shape;2089;g35c6e7e29b5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3600" y="870201"/>
            <a:ext cx="9062918" cy="57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35c6e7e29b5_0_44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NSX Edge Cluster Models </a:t>
            </a:r>
            <a:endParaRPr/>
          </a:p>
        </p:txBody>
      </p:sp>
      <p:sp>
        <p:nvSpPr>
          <p:cNvPr id="2095" name="Google Shape;2095;g35c6e7e29b5_0_4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/>
              <a:t>Dual Availability Zones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g35c6e7e29b5_0_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000">
                <a:solidFill>
                  <a:srgbClr val="005C8A"/>
                </a:solidFill>
              </a:rPr>
              <a:t>Dual Availability Zone Design based on NSX Edge Node HA - Dedicated vSphere cluster</a:t>
            </a:r>
            <a:endParaRPr sz="2000"/>
          </a:p>
        </p:txBody>
      </p:sp>
      <p:pic>
        <p:nvPicPr>
          <p:cNvPr id="2101" name="Google Shape;2101;g35c6e7e29b5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1250" y="1006476"/>
            <a:ext cx="4783504" cy="575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35c6e7e29b5_0_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000">
                <a:solidFill>
                  <a:srgbClr val="005C8A"/>
                </a:solidFill>
              </a:rPr>
              <a:t>Dual Availability Zone Design based on NSX Edge Node HA - stretched vSAN cluster</a:t>
            </a:r>
            <a:endParaRPr sz="2000"/>
          </a:p>
        </p:txBody>
      </p:sp>
      <p:pic>
        <p:nvPicPr>
          <p:cNvPr id="2107" name="Google Shape;2107;g35c6e7e29b5_0_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3575" y="1006476"/>
            <a:ext cx="4792636" cy="57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g35c6e7e29b5_0_6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000">
                <a:solidFill>
                  <a:srgbClr val="005C8A"/>
                </a:solidFill>
              </a:rPr>
              <a:t>Dual Availability Zone Design based on vSphere HA Recovery</a:t>
            </a:r>
            <a:endParaRPr sz="2000"/>
          </a:p>
        </p:txBody>
      </p:sp>
      <p:pic>
        <p:nvPicPr>
          <p:cNvPr id="2113" name="Google Shape;2113;g35c6e7e29b5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1250" y="1006476"/>
            <a:ext cx="4806447" cy="57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8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Supervisor Models</a:t>
            </a:r>
            <a:endParaRPr/>
          </a:p>
        </p:txBody>
      </p:sp>
      <p:sp>
        <p:nvSpPr>
          <p:cNvPr id="2119" name="Google Shape;2119;p8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82"/>
          <p:cNvSpPr txBox="1">
            <a:spLocks noGrp="1"/>
          </p:cNvSpPr>
          <p:nvPr>
            <p:ph type="subTitle" idx="1"/>
          </p:nvPr>
        </p:nvSpPr>
        <p:spPr>
          <a:xfrm>
            <a:off x="574522" y="324969"/>
            <a:ext cx="6948476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Simplified Supervisor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82"/>
          <p:cNvSpPr/>
          <p:nvPr/>
        </p:nvSpPr>
        <p:spPr>
          <a:xfrm flipH="1">
            <a:off x="574522" y="833401"/>
            <a:ext cx="3455894" cy="4624646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82"/>
          <p:cNvSpPr/>
          <p:nvPr/>
        </p:nvSpPr>
        <p:spPr>
          <a:xfrm flipH="1">
            <a:off x="1166192" y="1531611"/>
            <a:ext cx="2272554" cy="32723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82"/>
          <p:cNvSpPr/>
          <p:nvPr/>
        </p:nvSpPr>
        <p:spPr>
          <a:xfrm>
            <a:off x="1264094" y="1787438"/>
            <a:ext cx="2076750" cy="2902223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p82"/>
          <p:cNvSpPr/>
          <p:nvPr/>
        </p:nvSpPr>
        <p:spPr>
          <a:xfrm flipH="1">
            <a:off x="1344734" y="2403662"/>
            <a:ext cx="1930401" cy="2171699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0" name="Google Shape;2130;p82"/>
          <p:cNvSpPr/>
          <p:nvPr/>
        </p:nvSpPr>
        <p:spPr>
          <a:xfrm>
            <a:off x="666238" y="112272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1" name="Google Shape;2131;p82"/>
          <p:cNvSpPr/>
          <p:nvPr/>
        </p:nvSpPr>
        <p:spPr>
          <a:xfrm>
            <a:off x="2349629" y="112272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p82"/>
          <p:cNvSpPr/>
          <p:nvPr/>
        </p:nvSpPr>
        <p:spPr>
          <a:xfrm>
            <a:off x="1658881" y="2995867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</a:t>
            </a:r>
            <a:endParaRPr/>
          </a:p>
        </p:txBody>
      </p:sp>
      <p:grpSp>
        <p:nvGrpSpPr>
          <p:cNvPr id="2133" name="Google Shape;2133;p82"/>
          <p:cNvGrpSpPr/>
          <p:nvPr/>
        </p:nvGrpSpPr>
        <p:grpSpPr>
          <a:xfrm>
            <a:off x="2142289" y="2755384"/>
            <a:ext cx="325298" cy="325526"/>
            <a:chOff x="658852" y="4954224"/>
            <a:chExt cx="583799" cy="584209"/>
          </a:xfrm>
        </p:grpSpPr>
        <p:sp>
          <p:nvSpPr>
            <p:cNvPr id="2134" name="Google Shape;2134;p82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35" name="Google Shape;2135;p82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136" name="Google Shape;2136;p82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7" name="Google Shape;2137;p82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38" name="Google Shape;2138;p82"/>
          <p:cNvSpPr/>
          <p:nvPr/>
        </p:nvSpPr>
        <p:spPr>
          <a:xfrm>
            <a:off x="1421892" y="3522322"/>
            <a:ext cx="1771650" cy="94557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Service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82"/>
          <p:cNvSpPr/>
          <p:nvPr/>
        </p:nvSpPr>
        <p:spPr>
          <a:xfrm>
            <a:off x="1550895" y="3891600"/>
            <a:ext cx="1521178" cy="4442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82"/>
          <p:cNvSpPr/>
          <p:nvPr/>
        </p:nvSpPr>
        <p:spPr>
          <a:xfrm>
            <a:off x="1878474" y="3894097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1" name="Google Shape;2141;p82"/>
          <p:cNvGrpSpPr/>
          <p:nvPr/>
        </p:nvGrpSpPr>
        <p:grpSpPr>
          <a:xfrm>
            <a:off x="1667150" y="3998527"/>
            <a:ext cx="274320" cy="274320"/>
            <a:chOff x="658852" y="4954224"/>
            <a:chExt cx="583799" cy="584209"/>
          </a:xfrm>
        </p:grpSpPr>
        <p:sp>
          <p:nvSpPr>
            <p:cNvPr id="2142" name="Google Shape;2142;p82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3" name="Google Shape;2143;p82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144" name="Google Shape;2144;p82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5" name="Google Shape;2145;p82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46" name="Google Shape;2146;p82"/>
          <p:cNvSpPr/>
          <p:nvPr/>
        </p:nvSpPr>
        <p:spPr>
          <a:xfrm>
            <a:off x="1508925" y="4987464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7" name="Google Shape;2147;p82"/>
          <p:cNvCxnSpPr>
            <a:stCxn id="2127" idx="2"/>
            <a:endCxn id="2146" idx="0"/>
          </p:cNvCxnSpPr>
          <p:nvPr/>
        </p:nvCxnSpPr>
        <p:spPr>
          <a:xfrm>
            <a:off x="2302469" y="4803961"/>
            <a:ext cx="0" cy="1836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48" name="Google Shape;2148;p82" descr="SVG&#10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3082" y="833401"/>
            <a:ext cx="3480435" cy="4633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83"/>
          <p:cNvSpPr txBox="1">
            <a:spLocks noGrp="1"/>
          </p:cNvSpPr>
          <p:nvPr>
            <p:ph type="subTitle" idx="1"/>
          </p:nvPr>
        </p:nvSpPr>
        <p:spPr>
          <a:xfrm>
            <a:off x="539077" y="267224"/>
            <a:ext cx="7905675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Single Management Zone with Combined Workload Zones Model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Google Shape;2155;p83"/>
          <p:cNvSpPr/>
          <p:nvPr/>
        </p:nvSpPr>
        <p:spPr>
          <a:xfrm flipH="1">
            <a:off x="539077" y="786278"/>
            <a:ext cx="3455894" cy="507402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83"/>
          <p:cNvSpPr/>
          <p:nvPr/>
        </p:nvSpPr>
        <p:spPr>
          <a:xfrm flipH="1">
            <a:off x="1130747" y="1484489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7" name="Google Shape;2157;p83"/>
          <p:cNvSpPr/>
          <p:nvPr/>
        </p:nvSpPr>
        <p:spPr>
          <a:xfrm>
            <a:off x="1228649" y="1740316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83"/>
          <p:cNvSpPr/>
          <p:nvPr/>
        </p:nvSpPr>
        <p:spPr>
          <a:xfrm flipH="1">
            <a:off x="1309294" y="2308933"/>
            <a:ext cx="1930401" cy="2816113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83"/>
          <p:cNvSpPr/>
          <p:nvPr/>
        </p:nvSpPr>
        <p:spPr>
          <a:xfrm>
            <a:off x="1385496" y="3199830"/>
            <a:ext cx="177165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83"/>
          <p:cNvSpPr/>
          <p:nvPr/>
        </p:nvSpPr>
        <p:spPr>
          <a:xfrm>
            <a:off x="1514499" y="3436922"/>
            <a:ext cx="1521178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1" name="Google Shape;2161;p83"/>
          <p:cNvGrpSpPr/>
          <p:nvPr/>
        </p:nvGrpSpPr>
        <p:grpSpPr>
          <a:xfrm>
            <a:off x="1721883" y="3519380"/>
            <a:ext cx="314932" cy="306639"/>
            <a:chOff x="624431" y="1107698"/>
            <a:chExt cx="682601" cy="664625"/>
          </a:xfrm>
        </p:grpSpPr>
        <p:sp>
          <p:nvSpPr>
            <p:cNvPr id="2162" name="Google Shape;2162;p83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83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83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83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83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83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83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83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83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83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83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83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83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5" name="Google Shape;2175;p83"/>
          <p:cNvSpPr/>
          <p:nvPr/>
        </p:nvSpPr>
        <p:spPr>
          <a:xfrm>
            <a:off x="2000818" y="3425162"/>
            <a:ext cx="899005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83"/>
          <p:cNvSpPr/>
          <p:nvPr/>
        </p:nvSpPr>
        <p:spPr>
          <a:xfrm>
            <a:off x="630793" y="1075598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83"/>
          <p:cNvSpPr/>
          <p:nvPr/>
        </p:nvSpPr>
        <p:spPr>
          <a:xfrm>
            <a:off x="2314184" y="1075598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8" name="Google Shape;2178;p83"/>
          <p:cNvGrpSpPr/>
          <p:nvPr/>
        </p:nvGrpSpPr>
        <p:grpSpPr>
          <a:xfrm>
            <a:off x="1637130" y="2640218"/>
            <a:ext cx="1274727" cy="660774"/>
            <a:chOff x="4836335" y="2749875"/>
            <a:chExt cx="1274727" cy="660774"/>
          </a:xfrm>
        </p:grpSpPr>
        <p:sp>
          <p:nvSpPr>
            <p:cNvPr id="2179" name="Google Shape;2179;p83"/>
            <p:cNvSpPr/>
            <p:nvPr/>
          </p:nvSpPr>
          <p:spPr>
            <a:xfrm>
              <a:off x="4836335" y="2937779"/>
              <a:ext cx="1274727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VMs</a:t>
              </a:r>
              <a:endParaRPr/>
            </a:p>
          </p:txBody>
        </p:sp>
        <p:grpSp>
          <p:nvGrpSpPr>
            <p:cNvPr id="2180" name="Google Shape;2180;p83"/>
            <p:cNvGrpSpPr/>
            <p:nvPr/>
          </p:nvGrpSpPr>
          <p:grpSpPr>
            <a:xfrm>
              <a:off x="4938502" y="2749875"/>
              <a:ext cx="1053717" cy="325526"/>
              <a:chOff x="4930942" y="3130758"/>
              <a:chExt cx="1053717" cy="325526"/>
            </a:xfrm>
          </p:grpSpPr>
          <p:grpSp>
            <p:nvGrpSpPr>
              <p:cNvPr id="2181" name="Google Shape;2181;p83"/>
              <p:cNvGrpSpPr/>
              <p:nvPr/>
            </p:nvGrpSpPr>
            <p:grpSpPr>
              <a:xfrm>
                <a:off x="5295151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2182" name="Google Shape;2182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83" name="Google Shape;2183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2184" name="Google Shape;2184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5" name="Google Shape;2185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186" name="Google Shape;2186;p83"/>
              <p:cNvGrpSpPr/>
              <p:nvPr/>
            </p:nvGrpSpPr>
            <p:grpSpPr>
              <a:xfrm>
                <a:off x="5659361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2187" name="Google Shape;2187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88" name="Google Shape;2188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2189" name="Google Shape;2189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0" name="Google Shape;2190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191" name="Google Shape;2191;p83"/>
              <p:cNvGrpSpPr/>
              <p:nvPr/>
            </p:nvGrpSpPr>
            <p:grpSpPr>
              <a:xfrm>
                <a:off x="4930942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2192" name="Google Shape;2192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93" name="Google Shape;2193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2194" name="Google Shape;2194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5" name="Google Shape;2195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2196" name="Google Shape;2196;p83"/>
          <p:cNvSpPr/>
          <p:nvPr/>
        </p:nvSpPr>
        <p:spPr>
          <a:xfrm>
            <a:off x="1385496" y="4152511"/>
            <a:ext cx="177165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83"/>
          <p:cNvSpPr/>
          <p:nvPr/>
        </p:nvSpPr>
        <p:spPr>
          <a:xfrm>
            <a:off x="1514499" y="4394637"/>
            <a:ext cx="1521178" cy="4442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83"/>
          <p:cNvSpPr/>
          <p:nvPr/>
        </p:nvSpPr>
        <p:spPr>
          <a:xfrm>
            <a:off x="1842078" y="4378084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9" name="Google Shape;2199;p83"/>
          <p:cNvGrpSpPr/>
          <p:nvPr/>
        </p:nvGrpSpPr>
        <p:grpSpPr>
          <a:xfrm>
            <a:off x="1630754" y="4482514"/>
            <a:ext cx="274320" cy="274320"/>
            <a:chOff x="658852" y="4954224"/>
            <a:chExt cx="583799" cy="584209"/>
          </a:xfrm>
        </p:grpSpPr>
        <p:sp>
          <p:nvSpPr>
            <p:cNvPr id="2200" name="Google Shape;2200;p83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01" name="Google Shape;2201;p83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202" name="Google Shape;2202;p83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3" name="Google Shape;2203;p83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04" name="Google Shape;2204;p83"/>
          <p:cNvSpPr/>
          <p:nvPr/>
        </p:nvSpPr>
        <p:spPr>
          <a:xfrm>
            <a:off x="1474100" y="5439668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5" name="Google Shape;2205;p83"/>
          <p:cNvCxnSpPr>
            <a:stCxn id="2156" idx="2"/>
            <a:endCxn id="2204" idx="0"/>
          </p:cNvCxnSpPr>
          <p:nvPr/>
        </p:nvCxnSpPr>
        <p:spPr>
          <a:xfrm>
            <a:off x="2267024" y="5309683"/>
            <a:ext cx="600" cy="129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06" name="Google Shape;2206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469" y="786278"/>
            <a:ext cx="3469386" cy="5089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84"/>
          <p:cNvSpPr txBox="1">
            <a:spLocks noGrp="1"/>
          </p:cNvSpPr>
          <p:nvPr>
            <p:ph type="subTitle" idx="1"/>
          </p:nvPr>
        </p:nvSpPr>
        <p:spPr>
          <a:xfrm>
            <a:off x="697055" y="263377"/>
            <a:ext cx="831581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Single Management Zone with Isolated Workload Zones Model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84"/>
          <p:cNvSpPr/>
          <p:nvPr/>
        </p:nvSpPr>
        <p:spPr>
          <a:xfrm flipH="1">
            <a:off x="697053" y="708286"/>
            <a:ext cx="6919757" cy="520834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84"/>
          <p:cNvSpPr txBox="1"/>
          <p:nvPr/>
        </p:nvSpPr>
        <p:spPr>
          <a:xfrm>
            <a:off x="3112718" y="2433713"/>
            <a:ext cx="106641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/>
          </a:p>
        </p:txBody>
      </p:sp>
      <p:grpSp>
        <p:nvGrpSpPr>
          <p:cNvPr id="2215" name="Google Shape;2215;p84"/>
          <p:cNvGrpSpPr/>
          <p:nvPr/>
        </p:nvGrpSpPr>
        <p:grpSpPr>
          <a:xfrm>
            <a:off x="794493" y="1383324"/>
            <a:ext cx="6643216" cy="3825194"/>
            <a:chOff x="2774391" y="1012884"/>
            <a:chExt cx="6643216" cy="3825194"/>
          </a:xfrm>
        </p:grpSpPr>
        <p:sp>
          <p:nvSpPr>
            <p:cNvPr id="2216" name="Google Shape;2216;p84"/>
            <p:cNvSpPr/>
            <p:nvPr/>
          </p:nvSpPr>
          <p:spPr>
            <a:xfrm flipH="1">
              <a:off x="2774391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1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84"/>
            <p:cNvSpPr/>
            <p:nvPr/>
          </p:nvSpPr>
          <p:spPr>
            <a:xfrm flipH="1">
              <a:off x="4454608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2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84"/>
            <p:cNvSpPr/>
            <p:nvPr/>
          </p:nvSpPr>
          <p:spPr>
            <a:xfrm flipH="1">
              <a:off x="6136832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3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84"/>
            <p:cNvSpPr/>
            <p:nvPr/>
          </p:nvSpPr>
          <p:spPr>
            <a:xfrm flipH="1">
              <a:off x="7830270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4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84"/>
            <p:cNvSpPr/>
            <p:nvPr/>
          </p:nvSpPr>
          <p:spPr>
            <a:xfrm>
              <a:off x="2898668" y="1386161"/>
              <a:ext cx="1338783" cy="3313540"/>
            </a:xfrm>
            <a:prstGeom prst="rect">
              <a:avLst/>
            </a:prstGeom>
            <a:solidFill>
              <a:srgbClr val="007DA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vSphere Zone 1</a:t>
              </a:r>
              <a:b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(Management)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84"/>
            <p:cNvSpPr/>
            <p:nvPr/>
          </p:nvSpPr>
          <p:spPr>
            <a:xfrm>
              <a:off x="6261110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3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84"/>
            <p:cNvSpPr/>
            <p:nvPr/>
          </p:nvSpPr>
          <p:spPr>
            <a:xfrm>
              <a:off x="7954548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4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84"/>
            <p:cNvSpPr/>
            <p:nvPr/>
          </p:nvSpPr>
          <p:spPr>
            <a:xfrm>
              <a:off x="4578886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2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4" name="Google Shape;2224;p84"/>
          <p:cNvSpPr/>
          <p:nvPr/>
        </p:nvSpPr>
        <p:spPr>
          <a:xfrm flipH="1">
            <a:off x="1011051" y="2351352"/>
            <a:ext cx="6223536" cy="2558229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84"/>
          <p:cNvSpPr/>
          <p:nvPr/>
        </p:nvSpPr>
        <p:spPr>
          <a:xfrm>
            <a:off x="5891998" y="2427678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/>
          </a:p>
        </p:txBody>
      </p:sp>
      <p:grpSp>
        <p:nvGrpSpPr>
          <p:cNvPr id="2226" name="Google Shape;2226;p84"/>
          <p:cNvGrpSpPr/>
          <p:nvPr/>
        </p:nvGrpSpPr>
        <p:grpSpPr>
          <a:xfrm>
            <a:off x="2754449" y="2657090"/>
            <a:ext cx="4339704" cy="912201"/>
            <a:chOff x="4734347" y="2424098"/>
            <a:chExt cx="4339704" cy="912201"/>
          </a:xfrm>
        </p:grpSpPr>
        <p:sp>
          <p:nvSpPr>
            <p:cNvPr id="2227" name="Google Shape;2227;p84"/>
            <p:cNvSpPr/>
            <p:nvPr/>
          </p:nvSpPr>
          <p:spPr>
            <a:xfrm>
              <a:off x="4734347" y="2424098"/>
              <a:ext cx="4339704" cy="91220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A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84"/>
            <p:cNvSpPr/>
            <p:nvPr/>
          </p:nvSpPr>
          <p:spPr>
            <a:xfrm>
              <a:off x="4957168" y="2707393"/>
              <a:ext cx="3894063" cy="46356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VKS Clusters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29" name="Google Shape;2229;p84"/>
            <p:cNvGrpSpPr/>
            <p:nvPr/>
          </p:nvGrpSpPr>
          <p:grpSpPr>
            <a:xfrm>
              <a:off x="6153588" y="2765247"/>
              <a:ext cx="314932" cy="306639"/>
              <a:chOff x="624431" y="1107698"/>
              <a:chExt cx="682601" cy="664625"/>
            </a:xfrm>
          </p:grpSpPr>
          <p:sp>
            <p:nvSpPr>
              <p:cNvPr id="2230" name="Google Shape;2230;p84"/>
              <p:cNvSpPr/>
              <p:nvPr/>
            </p:nvSpPr>
            <p:spPr>
              <a:xfrm>
                <a:off x="1004841" y="1579446"/>
                <a:ext cx="1943" cy="7287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7287" extrusionOk="0">
                    <a:moveTo>
                      <a:pt x="0" y="486"/>
                    </a:moveTo>
                    <a:lnTo>
                      <a:pt x="1943" y="7288"/>
                    </a:lnTo>
                    <a:lnTo>
                      <a:pt x="486" y="0"/>
                    </a:lnTo>
                    <a:cubicBezTo>
                      <a:pt x="486" y="0"/>
                      <a:pt x="486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p84"/>
              <p:cNvSpPr/>
              <p:nvPr/>
            </p:nvSpPr>
            <p:spPr>
              <a:xfrm>
                <a:off x="878038" y="1319523"/>
                <a:ext cx="62673" cy="67379"/>
              </a:xfrm>
              <a:custGeom>
                <a:avLst/>
                <a:gdLst/>
                <a:ahLst/>
                <a:cxnLst/>
                <a:rect l="l" t="t" r="r" b="b"/>
                <a:pathLst>
                  <a:path w="62673" h="67379" extrusionOk="0">
                    <a:moveTo>
                      <a:pt x="51499" y="66560"/>
                    </a:moveTo>
                    <a:cubicBezTo>
                      <a:pt x="51499" y="66560"/>
                      <a:pt x="54900" y="68017"/>
                      <a:pt x="56357" y="67046"/>
                    </a:cubicBezTo>
                    <a:cubicBezTo>
                      <a:pt x="57815" y="66560"/>
                      <a:pt x="58786" y="65102"/>
                      <a:pt x="58786" y="63159"/>
                    </a:cubicBezTo>
                    <a:cubicBezTo>
                      <a:pt x="59758" y="47126"/>
                      <a:pt x="60730" y="30608"/>
                      <a:pt x="61701" y="14575"/>
                    </a:cubicBezTo>
                    <a:lnTo>
                      <a:pt x="62673" y="0"/>
                    </a:lnTo>
                    <a:cubicBezTo>
                      <a:pt x="38381" y="4858"/>
                      <a:pt x="17976" y="15061"/>
                      <a:pt x="0" y="30122"/>
                    </a:cubicBezTo>
                    <a:cubicBezTo>
                      <a:pt x="7773" y="35466"/>
                      <a:pt x="15547" y="41296"/>
                      <a:pt x="23320" y="46640"/>
                    </a:cubicBezTo>
                    <a:cubicBezTo>
                      <a:pt x="32551" y="53442"/>
                      <a:pt x="42268" y="59758"/>
                      <a:pt x="51499" y="66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p84"/>
              <p:cNvSpPr/>
              <p:nvPr/>
            </p:nvSpPr>
            <p:spPr>
              <a:xfrm>
                <a:off x="1014072" y="1494424"/>
                <a:ext cx="74333" cy="65102"/>
              </a:xfrm>
              <a:custGeom>
                <a:avLst/>
                <a:gdLst/>
                <a:ahLst/>
                <a:cxnLst/>
                <a:rect l="l" t="t" r="r" b="b"/>
                <a:pathLst>
                  <a:path w="74333" h="65102" extrusionOk="0">
                    <a:moveTo>
                      <a:pt x="8259" y="972"/>
                    </a:moveTo>
                    <a:cubicBezTo>
                      <a:pt x="8259" y="972"/>
                      <a:pt x="6316" y="2915"/>
                      <a:pt x="6316" y="4858"/>
                    </a:cubicBezTo>
                    <a:lnTo>
                      <a:pt x="0" y="9717"/>
                    </a:lnTo>
                    <a:lnTo>
                      <a:pt x="6802" y="6802"/>
                    </a:lnTo>
                    <a:lnTo>
                      <a:pt x="12632" y="20891"/>
                    </a:lnTo>
                    <a:cubicBezTo>
                      <a:pt x="18948" y="35466"/>
                      <a:pt x="24778" y="50527"/>
                      <a:pt x="31094" y="65102"/>
                    </a:cubicBezTo>
                    <a:cubicBezTo>
                      <a:pt x="50527" y="50527"/>
                      <a:pt x="64616" y="32551"/>
                      <a:pt x="74333" y="10688"/>
                    </a:cubicBezTo>
                    <a:lnTo>
                      <a:pt x="12146" y="0"/>
                    </a:lnTo>
                    <a:cubicBezTo>
                      <a:pt x="12146" y="0"/>
                      <a:pt x="9231" y="486"/>
                      <a:pt x="8259" y="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p84"/>
              <p:cNvSpPr/>
              <p:nvPr/>
            </p:nvSpPr>
            <p:spPr>
              <a:xfrm>
                <a:off x="842572" y="1494424"/>
                <a:ext cx="67045" cy="64616"/>
              </a:xfrm>
              <a:custGeom>
                <a:avLst/>
                <a:gdLst/>
                <a:ahLst/>
                <a:cxnLst/>
                <a:rect l="l" t="t" r="r" b="b"/>
                <a:pathLst>
                  <a:path w="67045" h="64616" extrusionOk="0">
                    <a:moveTo>
                      <a:pt x="62673" y="0"/>
                    </a:moveTo>
                    <a:lnTo>
                      <a:pt x="46155" y="2915"/>
                    </a:lnTo>
                    <a:cubicBezTo>
                      <a:pt x="30608" y="5344"/>
                      <a:pt x="15547" y="8259"/>
                      <a:pt x="0" y="10688"/>
                    </a:cubicBezTo>
                    <a:cubicBezTo>
                      <a:pt x="9717" y="32551"/>
                      <a:pt x="24292" y="50527"/>
                      <a:pt x="43240" y="64616"/>
                    </a:cubicBezTo>
                    <a:cubicBezTo>
                      <a:pt x="48584" y="51985"/>
                      <a:pt x="53442" y="39839"/>
                      <a:pt x="58300" y="27693"/>
                    </a:cubicBezTo>
                    <a:lnTo>
                      <a:pt x="65588" y="9717"/>
                    </a:lnTo>
                    <a:cubicBezTo>
                      <a:pt x="65588" y="9717"/>
                      <a:pt x="66560" y="6802"/>
                      <a:pt x="67046" y="5830"/>
                    </a:cubicBezTo>
                    <a:cubicBezTo>
                      <a:pt x="67046" y="4858"/>
                      <a:pt x="67046" y="3401"/>
                      <a:pt x="66074" y="2429"/>
                    </a:cubicBezTo>
                    <a:cubicBezTo>
                      <a:pt x="65102" y="1457"/>
                      <a:pt x="64131" y="972"/>
                      <a:pt x="62673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4" name="Google Shape;2234;p84"/>
              <p:cNvSpPr/>
              <p:nvPr/>
            </p:nvSpPr>
            <p:spPr>
              <a:xfrm>
                <a:off x="930994" y="1523575"/>
                <a:ext cx="68503" cy="62187"/>
              </a:xfrm>
              <a:custGeom>
                <a:avLst/>
                <a:gdLst/>
                <a:ahLst/>
                <a:cxnLst/>
                <a:rect l="l" t="t" r="r" b="b"/>
                <a:pathLst>
                  <a:path w="68503" h="62187" extrusionOk="0">
                    <a:moveTo>
                      <a:pt x="55385" y="32551"/>
                    </a:moveTo>
                    <a:cubicBezTo>
                      <a:pt x="50041" y="22834"/>
                      <a:pt x="44697" y="12632"/>
                      <a:pt x="38867" y="2915"/>
                    </a:cubicBezTo>
                    <a:cubicBezTo>
                      <a:pt x="37895" y="972"/>
                      <a:pt x="35952" y="486"/>
                      <a:pt x="34494" y="0"/>
                    </a:cubicBezTo>
                    <a:cubicBezTo>
                      <a:pt x="33037" y="0"/>
                      <a:pt x="31094" y="972"/>
                      <a:pt x="30122" y="2915"/>
                    </a:cubicBezTo>
                    <a:lnTo>
                      <a:pt x="17490" y="25749"/>
                    </a:lnTo>
                    <a:cubicBezTo>
                      <a:pt x="11660" y="36438"/>
                      <a:pt x="5830" y="46640"/>
                      <a:pt x="0" y="57329"/>
                    </a:cubicBezTo>
                    <a:cubicBezTo>
                      <a:pt x="11660" y="60244"/>
                      <a:pt x="22834" y="61701"/>
                      <a:pt x="34494" y="62187"/>
                    </a:cubicBezTo>
                    <a:cubicBezTo>
                      <a:pt x="45669" y="62187"/>
                      <a:pt x="57329" y="60730"/>
                      <a:pt x="68503" y="57815"/>
                    </a:cubicBezTo>
                    <a:cubicBezTo>
                      <a:pt x="67046" y="54900"/>
                      <a:pt x="65588" y="52470"/>
                      <a:pt x="64131" y="50041"/>
                    </a:cubicBezTo>
                    <a:lnTo>
                      <a:pt x="54900" y="330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5" name="Google Shape;2235;p84"/>
              <p:cNvSpPr/>
              <p:nvPr/>
            </p:nvSpPr>
            <p:spPr>
              <a:xfrm>
                <a:off x="1090835" y="1499768"/>
                <a:ext cx="6801" cy="2915"/>
              </a:xfrm>
              <a:custGeom>
                <a:avLst/>
                <a:gdLst/>
                <a:ahLst/>
                <a:cxnLst/>
                <a:rect l="l" t="t" r="r" b="b"/>
                <a:pathLst>
                  <a:path w="6801" h="2915" extrusionOk="0">
                    <a:moveTo>
                      <a:pt x="0" y="0"/>
                    </a:moveTo>
                    <a:lnTo>
                      <a:pt x="6802" y="291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p84"/>
              <p:cNvSpPr/>
              <p:nvPr/>
            </p:nvSpPr>
            <p:spPr>
              <a:xfrm>
                <a:off x="831667" y="1388512"/>
                <a:ext cx="64346" cy="67531"/>
              </a:xfrm>
              <a:custGeom>
                <a:avLst/>
                <a:gdLst/>
                <a:ahLst/>
                <a:cxnLst/>
                <a:rect l="l" t="t" r="r" b="b"/>
                <a:pathLst>
                  <a:path w="64346" h="67531" extrusionOk="0">
                    <a:moveTo>
                      <a:pt x="63375" y="47126"/>
                    </a:moveTo>
                    <a:cubicBezTo>
                      <a:pt x="63375" y="47126"/>
                      <a:pt x="63375" y="43725"/>
                      <a:pt x="60460" y="40810"/>
                    </a:cubicBezTo>
                    <a:cubicBezTo>
                      <a:pt x="45399" y="27207"/>
                      <a:pt x="30338" y="13603"/>
                      <a:pt x="15277" y="0"/>
                    </a:cubicBezTo>
                    <a:cubicBezTo>
                      <a:pt x="6532" y="17004"/>
                      <a:pt x="1673" y="34494"/>
                      <a:pt x="216" y="52956"/>
                    </a:cubicBezTo>
                    <a:cubicBezTo>
                      <a:pt x="216" y="57329"/>
                      <a:pt x="-270" y="62673"/>
                      <a:pt x="216" y="67531"/>
                    </a:cubicBezTo>
                    <a:lnTo>
                      <a:pt x="10419" y="64616"/>
                    </a:lnTo>
                    <a:cubicBezTo>
                      <a:pt x="26451" y="59758"/>
                      <a:pt x="42970" y="55385"/>
                      <a:pt x="59002" y="50527"/>
                    </a:cubicBezTo>
                    <a:cubicBezTo>
                      <a:pt x="63375" y="49070"/>
                      <a:pt x="63861" y="47612"/>
                      <a:pt x="64346" y="46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7" name="Google Shape;2237;p84"/>
              <p:cNvSpPr/>
              <p:nvPr/>
            </p:nvSpPr>
            <p:spPr>
              <a:xfrm>
                <a:off x="990752" y="1319523"/>
                <a:ext cx="61701" cy="66751"/>
              </a:xfrm>
              <a:custGeom>
                <a:avLst/>
                <a:gdLst/>
                <a:ahLst/>
                <a:cxnLst/>
                <a:rect l="l" t="t" r="r" b="b"/>
                <a:pathLst>
                  <a:path w="61701" h="66751" extrusionOk="0">
                    <a:moveTo>
                      <a:pt x="5830" y="66560"/>
                    </a:moveTo>
                    <a:cubicBezTo>
                      <a:pt x="5830" y="66560"/>
                      <a:pt x="8745" y="67531"/>
                      <a:pt x="12146" y="65102"/>
                    </a:cubicBezTo>
                    <a:cubicBezTo>
                      <a:pt x="28664" y="53442"/>
                      <a:pt x="45183" y="41782"/>
                      <a:pt x="61701" y="30122"/>
                    </a:cubicBezTo>
                    <a:cubicBezTo>
                      <a:pt x="42754" y="14575"/>
                      <a:pt x="22348" y="4373"/>
                      <a:pt x="0" y="0"/>
                    </a:cubicBezTo>
                    <a:lnTo>
                      <a:pt x="3401" y="60730"/>
                    </a:lnTo>
                    <a:cubicBezTo>
                      <a:pt x="3401" y="65102"/>
                      <a:pt x="4858" y="65588"/>
                      <a:pt x="5830" y="660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8" name="Google Shape;2238;p84"/>
              <p:cNvSpPr/>
              <p:nvPr/>
            </p:nvSpPr>
            <p:spPr>
              <a:xfrm>
                <a:off x="732681" y="1210695"/>
                <a:ext cx="466686" cy="454812"/>
              </a:xfrm>
              <a:custGeom>
                <a:avLst/>
                <a:gdLst/>
                <a:ahLst/>
                <a:cxnLst/>
                <a:rect l="l" t="t" r="r" b="b"/>
                <a:pathLst>
                  <a:path w="466686" h="454812" extrusionOk="0">
                    <a:moveTo>
                      <a:pt x="444146" y="283729"/>
                    </a:moveTo>
                    <a:cubicBezTo>
                      <a:pt x="438802" y="283243"/>
                      <a:pt x="433458" y="282757"/>
                      <a:pt x="428600" y="281786"/>
                    </a:cubicBezTo>
                    <a:cubicBezTo>
                      <a:pt x="421798" y="280814"/>
                      <a:pt x="414024" y="279842"/>
                      <a:pt x="409166" y="272555"/>
                    </a:cubicBezTo>
                    <a:cubicBezTo>
                      <a:pt x="406251" y="272069"/>
                      <a:pt x="404308" y="270611"/>
                      <a:pt x="403336" y="269154"/>
                    </a:cubicBezTo>
                    <a:cubicBezTo>
                      <a:pt x="400421" y="265753"/>
                      <a:pt x="400907" y="261866"/>
                      <a:pt x="401393" y="259923"/>
                    </a:cubicBezTo>
                    <a:cubicBezTo>
                      <a:pt x="402364" y="250206"/>
                      <a:pt x="402850" y="240975"/>
                      <a:pt x="402364" y="231744"/>
                    </a:cubicBezTo>
                    <a:cubicBezTo>
                      <a:pt x="400907" y="202108"/>
                      <a:pt x="391676" y="174416"/>
                      <a:pt x="376129" y="149152"/>
                    </a:cubicBezTo>
                    <a:cubicBezTo>
                      <a:pt x="375158" y="147695"/>
                      <a:pt x="373214" y="144294"/>
                      <a:pt x="374186" y="139921"/>
                    </a:cubicBezTo>
                    <a:cubicBezTo>
                      <a:pt x="374672" y="137492"/>
                      <a:pt x="376129" y="135549"/>
                      <a:pt x="378073" y="134091"/>
                    </a:cubicBezTo>
                    <a:cubicBezTo>
                      <a:pt x="378558" y="129719"/>
                      <a:pt x="380988" y="125832"/>
                      <a:pt x="384874" y="122431"/>
                    </a:cubicBezTo>
                    <a:cubicBezTo>
                      <a:pt x="391190" y="117087"/>
                      <a:pt x="398478" y="112228"/>
                      <a:pt x="408194" y="106884"/>
                    </a:cubicBezTo>
                    <a:cubicBezTo>
                      <a:pt x="412081" y="104941"/>
                      <a:pt x="415482" y="102998"/>
                      <a:pt x="417911" y="100083"/>
                    </a:cubicBezTo>
                    <a:cubicBezTo>
                      <a:pt x="421312" y="97167"/>
                      <a:pt x="421312" y="94738"/>
                      <a:pt x="420826" y="93281"/>
                    </a:cubicBezTo>
                    <a:cubicBezTo>
                      <a:pt x="420826" y="90852"/>
                      <a:pt x="418883" y="89394"/>
                      <a:pt x="417911" y="88908"/>
                    </a:cubicBezTo>
                    <a:cubicBezTo>
                      <a:pt x="415968" y="87937"/>
                      <a:pt x="413053" y="88422"/>
                      <a:pt x="410624" y="89880"/>
                    </a:cubicBezTo>
                    <a:cubicBezTo>
                      <a:pt x="407223" y="91823"/>
                      <a:pt x="404308" y="95224"/>
                      <a:pt x="401393" y="98139"/>
                    </a:cubicBezTo>
                    <a:cubicBezTo>
                      <a:pt x="395563" y="104941"/>
                      <a:pt x="389247" y="111257"/>
                      <a:pt x="382445" y="116601"/>
                    </a:cubicBezTo>
                    <a:cubicBezTo>
                      <a:pt x="380502" y="118058"/>
                      <a:pt x="375643" y="122431"/>
                      <a:pt x="368356" y="121459"/>
                    </a:cubicBezTo>
                    <a:cubicBezTo>
                      <a:pt x="366412" y="123403"/>
                      <a:pt x="363983" y="124374"/>
                      <a:pt x="361554" y="123889"/>
                    </a:cubicBezTo>
                    <a:cubicBezTo>
                      <a:pt x="357182" y="123889"/>
                      <a:pt x="354267" y="120974"/>
                      <a:pt x="352809" y="119516"/>
                    </a:cubicBezTo>
                    <a:cubicBezTo>
                      <a:pt x="333861" y="100568"/>
                      <a:pt x="311513" y="86965"/>
                      <a:pt x="286249" y="78220"/>
                    </a:cubicBezTo>
                    <a:cubicBezTo>
                      <a:pt x="275075" y="74333"/>
                      <a:pt x="263415" y="71904"/>
                      <a:pt x="249811" y="69961"/>
                    </a:cubicBezTo>
                    <a:cubicBezTo>
                      <a:pt x="248354" y="69961"/>
                      <a:pt x="244953" y="69961"/>
                      <a:pt x="242524" y="67046"/>
                    </a:cubicBezTo>
                    <a:lnTo>
                      <a:pt x="240581" y="64616"/>
                    </a:lnTo>
                    <a:lnTo>
                      <a:pt x="240581" y="60244"/>
                    </a:lnTo>
                    <a:cubicBezTo>
                      <a:pt x="237180" y="56357"/>
                      <a:pt x="235722" y="52956"/>
                      <a:pt x="235722" y="49070"/>
                    </a:cubicBezTo>
                    <a:lnTo>
                      <a:pt x="235722" y="47126"/>
                    </a:lnTo>
                    <a:cubicBezTo>
                      <a:pt x="235722" y="42754"/>
                      <a:pt x="235722" y="38867"/>
                      <a:pt x="236208" y="34494"/>
                    </a:cubicBezTo>
                    <a:cubicBezTo>
                      <a:pt x="237180" y="28664"/>
                      <a:pt x="237666" y="23320"/>
                      <a:pt x="238637" y="17490"/>
                    </a:cubicBezTo>
                    <a:lnTo>
                      <a:pt x="238637" y="11660"/>
                    </a:lnTo>
                    <a:cubicBezTo>
                      <a:pt x="238637" y="11660"/>
                      <a:pt x="239123" y="7288"/>
                      <a:pt x="239123" y="7288"/>
                    </a:cubicBezTo>
                    <a:cubicBezTo>
                      <a:pt x="239123" y="3401"/>
                      <a:pt x="236208" y="486"/>
                      <a:pt x="233293" y="0"/>
                    </a:cubicBezTo>
                    <a:cubicBezTo>
                      <a:pt x="229892" y="0"/>
                      <a:pt x="226977" y="2429"/>
                      <a:pt x="226491" y="6316"/>
                    </a:cubicBezTo>
                    <a:cubicBezTo>
                      <a:pt x="226491" y="9231"/>
                      <a:pt x="226491" y="12632"/>
                      <a:pt x="226977" y="17490"/>
                    </a:cubicBezTo>
                    <a:cubicBezTo>
                      <a:pt x="228435" y="26721"/>
                      <a:pt x="229892" y="36438"/>
                      <a:pt x="229892" y="46640"/>
                    </a:cubicBezTo>
                    <a:cubicBezTo>
                      <a:pt x="229892" y="49070"/>
                      <a:pt x="229892" y="54414"/>
                      <a:pt x="225520" y="58786"/>
                    </a:cubicBezTo>
                    <a:cubicBezTo>
                      <a:pt x="225520" y="62187"/>
                      <a:pt x="224548" y="64616"/>
                      <a:pt x="223090" y="66560"/>
                    </a:cubicBezTo>
                    <a:cubicBezTo>
                      <a:pt x="221633" y="68503"/>
                      <a:pt x="219204" y="69475"/>
                      <a:pt x="215803" y="69961"/>
                    </a:cubicBezTo>
                    <a:lnTo>
                      <a:pt x="212402" y="69961"/>
                    </a:lnTo>
                    <a:cubicBezTo>
                      <a:pt x="174021" y="75305"/>
                      <a:pt x="140012" y="91337"/>
                      <a:pt x="112805" y="119030"/>
                    </a:cubicBezTo>
                    <a:cubicBezTo>
                      <a:pt x="111348" y="120488"/>
                      <a:pt x="108433" y="124374"/>
                      <a:pt x="103574" y="123403"/>
                    </a:cubicBezTo>
                    <a:cubicBezTo>
                      <a:pt x="101631" y="123403"/>
                      <a:pt x="99202" y="122431"/>
                      <a:pt x="97259" y="121459"/>
                    </a:cubicBezTo>
                    <a:cubicBezTo>
                      <a:pt x="90943" y="121945"/>
                      <a:pt x="86570" y="118544"/>
                      <a:pt x="84627" y="117573"/>
                    </a:cubicBezTo>
                    <a:cubicBezTo>
                      <a:pt x="77825" y="112228"/>
                      <a:pt x="71509" y="106398"/>
                      <a:pt x="64707" y="98625"/>
                    </a:cubicBezTo>
                    <a:cubicBezTo>
                      <a:pt x="61307" y="94738"/>
                      <a:pt x="58392" y="91823"/>
                      <a:pt x="54991" y="89394"/>
                    </a:cubicBezTo>
                    <a:cubicBezTo>
                      <a:pt x="51590" y="87451"/>
                      <a:pt x="47703" y="87937"/>
                      <a:pt x="45760" y="90366"/>
                    </a:cubicBezTo>
                    <a:cubicBezTo>
                      <a:pt x="43816" y="92795"/>
                      <a:pt x="44302" y="96682"/>
                      <a:pt x="47217" y="99597"/>
                    </a:cubicBezTo>
                    <a:cubicBezTo>
                      <a:pt x="50132" y="102512"/>
                      <a:pt x="53533" y="104455"/>
                      <a:pt x="57420" y="106398"/>
                    </a:cubicBezTo>
                    <a:cubicBezTo>
                      <a:pt x="65193" y="110771"/>
                      <a:pt x="72481" y="115143"/>
                      <a:pt x="78797" y="120488"/>
                    </a:cubicBezTo>
                    <a:cubicBezTo>
                      <a:pt x="81712" y="122917"/>
                      <a:pt x="86570" y="126804"/>
                      <a:pt x="87542" y="133605"/>
                    </a:cubicBezTo>
                    <a:cubicBezTo>
                      <a:pt x="89485" y="135063"/>
                      <a:pt x="90457" y="137006"/>
                      <a:pt x="90943" y="138949"/>
                    </a:cubicBezTo>
                    <a:cubicBezTo>
                      <a:pt x="91914" y="143322"/>
                      <a:pt x="89971" y="147209"/>
                      <a:pt x="88514" y="149152"/>
                    </a:cubicBezTo>
                    <a:cubicBezTo>
                      <a:pt x="67622" y="183161"/>
                      <a:pt x="59363" y="220084"/>
                      <a:pt x="64222" y="258951"/>
                    </a:cubicBezTo>
                    <a:cubicBezTo>
                      <a:pt x="65193" y="268182"/>
                      <a:pt x="59363" y="271097"/>
                      <a:pt x="56448" y="271583"/>
                    </a:cubicBezTo>
                    <a:cubicBezTo>
                      <a:pt x="53047" y="276927"/>
                      <a:pt x="47703" y="278385"/>
                      <a:pt x="43816" y="279356"/>
                    </a:cubicBezTo>
                    <a:cubicBezTo>
                      <a:pt x="34586" y="281300"/>
                      <a:pt x="24869" y="282272"/>
                      <a:pt x="15638" y="282757"/>
                    </a:cubicBezTo>
                    <a:cubicBezTo>
                      <a:pt x="11265" y="282757"/>
                      <a:pt x="7864" y="283729"/>
                      <a:pt x="4464" y="284701"/>
                    </a:cubicBezTo>
                    <a:cubicBezTo>
                      <a:pt x="1063" y="286158"/>
                      <a:pt x="-395" y="289559"/>
                      <a:pt x="91" y="291988"/>
                    </a:cubicBezTo>
                    <a:cubicBezTo>
                      <a:pt x="577" y="294903"/>
                      <a:pt x="3978" y="297818"/>
                      <a:pt x="7379" y="296847"/>
                    </a:cubicBezTo>
                    <a:cubicBezTo>
                      <a:pt x="11265" y="296847"/>
                      <a:pt x="15152" y="295389"/>
                      <a:pt x="19525" y="293446"/>
                    </a:cubicBezTo>
                    <a:cubicBezTo>
                      <a:pt x="28755" y="289559"/>
                      <a:pt x="37015" y="286644"/>
                      <a:pt x="44788" y="284701"/>
                    </a:cubicBezTo>
                    <a:cubicBezTo>
                      <a:pt x="48675" y="283729"/>
                      <a:pt x="53533" y="282272"/>
                      <a:pt x="58392" y="285187"/>
                    </a:cubicBezTo>
                    <a:cubicBezTo>
                      <a:pt x="59849" y="286158"/>
                      <a:pt x="60335" y="286158"/>
                      <a:pt x="60335" y="286158"/>
                    </a:cubicBezTo>
                    <a:lnTo>
                      <a:pt x="63250" y="285187"/>
                    </a:lnTo>
                    <a:lnTo>
                      <a:pt x="67622" y="286644"/>
                    </a:lnTo>
                    <a:cubicBezTo>
                      <a:pt x="71023" y="288587"/>
                      <a:pt x="71995" y="291502"/>
                      <a:pt x="72481" y="292960"/>
                    </a:cubicBezTo>
                    <a:cubicBezTo>
                      <a:pt x="86084" y="331341"/>
                      <a:pt x="109890" y="361463"/>
                      <a:pt x="144385" y="382840"/>
                    </a:cubicBezTo>
                    <a:cubicBezTo>
                      <a:pt x="150701" y="386727"/>
                      <a:pt x="150701" y="392557"/>
                      <a:pt x="148271" y="396929"/>
                    </a:cubicBezTo>
                    <a:cubicBezTo>
                      <a:pt x="150701" y="403245"/>
                      <a:pt x="148271" y="408589"/>
                      <a:pt x="146814" y="410533"/>
                    </a:cubicBezTo>
                    <a:cubicBezTo>
                      <a:pt x="142927" y="418306"/>
                      <a:pt x="138555" y="426079"/>
                      <a:pt x="131753" y="435310"/>
                    </a:cubicBezTo>
                    <a:cubicBezTo>
                      <a:pt x="128838" y="439197"/>
                      <a:pt x="127380" y="442112"/>
                      <a:pt x="126409" y="445027"/>
                    </a:cubicBezTo>
                    <a:cubicBezTo>
                      <a:pt x="124951" y="448914"/>
                      <a:pt x="126409" y="452800"/>
                      <a:pt x="129324" y="454258"/>
                    </a:cubicBezTo>
                    <a:cubicBezTo>
                      <a:pt x="132239" y="455715"/>
                      <a:pt x="136126" y="454258"/>
                      <a:pt x="138069" y="450371"/>
                    </a:cubicBezTo>
                    <a:cubicBezTo>
                      <a:pt x="139526" y="447942"/>
                      <a:pt x="140984" y="444541"/>
                      <a:pt x="141956" y="440654"/>
                    </a:cubicBezTo>
                    <a:cubicBezTo>
                      <a:pt x="144871" y="430938"/>
                      <a:pt x="147786" y="422193"/>
                      <a:pt x="151672" y="414419"/>
                    </a:cubicBezTo>
                    <a:cubicBezTo>
                      <a:pt x="152644" y="411990"/>
                      <a:pt x="155559" y="406160"/>
                      <a:pt x="162361" y="403731"/>
                    </a:cubicBezTo>
                    <a:cubicBezTo>
                      <a:pt x="163818" y="400330"/>
                      <a:pt x="168191" y="395472"/>
                      <a:pt x="176936" y="398387"/>
                    </a:cubicBezTo>
                    <a:cubicBezTo>
                      <a:pt x="213860" y="411504"/>
                      <a:pt x="251269" y="411504"/>
                      <a:pt x="289164" y="398872"/>
                    </a:cubicBezTo>
                    <a:cubicBezTo>
                      <a:pt x="292079" y="397901"/>
                      <a:pt x="295966" y="396443"/>
                      <a:pt x="300339" y="398872"/>
                    </a:cubicBezTo>
                    <a:cubicBezTo>
                      <a:pt x="302282" y="399844"/>
                      <a:pt x="303739" y="401302"/>
                      <a:pt x="304711" y="403731"/>
                    </a:cubicBezTo>
                    <a:cubicBezTo>
                      <a:pt x="309084" y="405188"/>
                      <a:pt x="311999" y="408103"/>
                      <a:pt x="314428" y="412962"/>
                    </a:cubicBezTo>
                    <a:cubicBezTo>
                      <a:pt x="319286" y="422678"/>
                      <a:pt x="322201" y="432881"/>
                      <a:pt x="324630" y="441140"/>
                    </a:cubicBezTo>
                    <a:cubicBezTo>
                      <a:pt x="326088" y="445999"/>
                      <a:pt x="327545" y="449400"/>
                      <a:pt x="329975" y="451829"/>
                    </a:cubicBezTo>
                    <a:cubicBezTo>
                      <a:pt x="332404" y="454258"/>
                      <a:pt x="335319" y="454744"/>
                      <a:pt x="337748" y="453286"/>
                    </a:cubicBezTo>
                    <a:cubicBezTo>
                      <a:pt x="340177" y="451829"/>
                      <a:pt x="341149" y="448428"/>
                      <a:pt x="340177" y="445513"/>
                    </a:cubicBezTo>
                    <a:cubicBezTo>
                      <a:pt x="339206" y="441626"/>
                      <a:pt x="336776" y="438225"/>
                      <a:pt x="334347" y="434824"/>
                    </a:cubicBezTo>
                    <a:cubicBezTo>
                      <a:pt x="329003" y="427051"/>
                      <a:pt x="324145" y="419763"/>
                      <a:pt x="320258" y="412476"/>
                    </a:cubicBezTo>
                    <a:cubicBezTo>
                      <a:pt x="318800" y="409561"/>
                      <a:pt x="315400" y="403731"/>
                      <a:pt x="317829" y="396443"/>
                    </a:cubicBezTo>
                    <a:cubicBezTo>
                      <a:pt x="315885" y="392071"/>
                      <a:pt x="316371" y="386727"/>
                      <a:pt x="322687" y="382840"/>
                    </a:cubicBezTo>
                    <a:cubicBezTo>
                      <a:pt x="339691" y="372637"/>
                      <a:pt x="354752" y="359034"/>
                      <a:pt x="367384" y="343001"/>
                    </a:cubicBezTo>
                    <a:cubicBezTo>
                      <a:pt x="379044" y="327940"/>
                      <a:pt x="388275" y="311422"/>
                      <a:pt x="394105" y="293446"/>
                    </a:cubicBezTo>
                    <a:cubicBezTo>
                      <a:pt x="396534" y="285672"/>
                      <a:pt x="402850" y="284215"/>
                      <a:pt x="407709" y="285672"/>
                    </a:cubicBezTo>
                    <a:cubicBezTo>
                      <a:pt x="409652" y="283243"/>
                      <a:pt x="414510" y="282272"/>
                      <a:pt x="419369" y="283243"/>
                    </a:cubicBezTo>
                    <a:cubicBezTo>
                      <a:pt x="425199" y="284701"/>
                      <a:pt x="431029" y="286158"/>
                      <a:pt x="436373" y="288102"/>
                    </a:cubicBezTo>
                    <a:cubicBezTo>
                      <a:pt x="440260" y="289559"/>
                      <a:pt x="442689" y="290531"/>
                      <a:pt x="445118" y="291502"/>
                    </a:cubicBezTo>
                    <a:cubicBezTo>
                      <a:pt x="449491" y="293446"/>
                      <a:pt x="453377" y="294903"/>
                      <a:pt x="457750" y="295389"/>
                    </a:cubicBezTo>
                    <a:cubicBezTo>
                      <a:pt x="462122" y="296361"/>
                      <a:pt x="464066" y="294417"/>
                      <a:pt x="465523" y="292474"/>
                    </a:cubicBezTo>
                    <a:cubicBezTo>
                      <a:pt x="466981" y="290531"/>
                      <a:pt x="466981" y="289073"/>
                      <a:pt x="466009" y="287130"/>
                    </a:cubicBezTo>
                    <a:cubicBezTo>
                      <a:pt x="464552" y="284215"/>
                      <a:pt x="462608" y="282757"/>
                      <a:pt x="459207" y="282272"/>
                    </a:cubicBezTo>
                    <a:cubicBezTo>
                      <a:pt x="454349" y="281786"/>
                      <a:pt x="449491" y="281300"/>
                      <a:pt x="444632" y="280814"/>
                    </a:cubicBezTo>
                    <a:close/>
                    <a:moveTo>
                      <a:pt x="246411" y="95710"/>
                    </a:moveTo>
                    <a:cubicBezTo>
                      <a:pt x="249811" y="92795"/>
                      <a:pt x="254184" y="93281"/>
                      <a:pt x="259042" y="94252"/>
                    </a:cubicBezTo>
                    <a:lnTo>
                      <a:pt x="259042" y="94252"/>
                    </a:lnTo>
                    <a:cubicBezTo>
                      <a:pt x="286249" y="99111"/>
                      <a:pt x="311513" y="111743"/>
                      <a:pt x="332890" y="131176"/>
                    </a:cubicBezTo>
                    <a:cubicBezTo>
                      <a:pt x="334347" y="132634"/>
                      <a:pt x="337748" y="135549"/>
                      <a:pt x="337262" y="139921"/>
                    </a:cubicBezTo>
                    <a:cubicBezTo>
                      <a:pt x="337262" y="144294"/>
                      <a:pt x="333376" y="147209"/>
                      <a:pt x="331918" y="148180"/>
                    </a:cubicBezTo>
                    <a:cubicBezTo>
                      <a:pt x="313942" y="160812"/>
                      <a:pt x="296452" y="173444"/>
                      <a:pt x="278476" y="186076"/>
                    </a:cubicBezTo>
                    <a:cubicBezTo>
                      <a:pt x="274103" y="188991"/>
                      <a:pt x="269731" y="190448"/>
                      <a:pt x="265358" y="190448"/>
                    </a:cubicBezTo>
                    <a:cubicBezTo>
                      <a:pt x="262443" y="190448"/>
                      <a:pt x="260014" y="189962"/>
                      <a:pt x="257099" y="188505"/>
                    </a:cubicBezTo>
                    <a:cubicBezTo>
                      <a:pt x="250297" y="185590"/>
                      <a:pt x="246411" y="179274"/>
                      <a:pt x="245925" y="170529"/>
                    </a:cubicBezTo>
                    <a:lnTo>
                      <a:pt x="242524" y="108828"/>
                    </a:lnTo>
                    <a:cubicBezTo>
                      <a:pt x="242524" y="102998"/>
                      <a:pt x="242524" y="98625"/>
                      <a:pt x="245925" y="95710"/>
                    </a:cubicBezTo>
                    <a:close/>
                    <a:moveTo>
                      <a:pt x="249326" y="207938"/>
                    </a:moveTo>
                    <a:lnTo>
                      <a:pt x="269245" y="233202"/>
                    </a:lnTo>
                    <a:lnTo>
                      <a:pt x="262443" y="264781"/>
                    </a:lnTo>
                    <a:lnTo>
                      <a:pt x="233293" y="278871"/>
                    </a:lnTo>
                    <a:lnTo>
                      <a:pt x="204143" y="264781"/>
                    </a:lnTo>
                    <a:lnTo>
                      <a:pt x="196855" y="233202"/>
                    </a:lnTo>
                    <a:lnTo>
                      <a:pt x="216775" y="207938"/>
                    </a:lnTo>
                    <a:lnTo>
                      <a:pt x="249326" y="207938"/>
                    </a:lnTo>
                    <a:close/>
                    <a:moveTo>
                      <a:pt x="130781" y="132148"/>
                    </a:moveTo>
                    <a:lnTo>
                      <a:pt x="136126" y="137492"/>
                    </a:lnTo>
                    <a:lnTo>
                      <a:pt x="131267" y="132148"/>
                    </a:lnTo>
                    <a:cubicBezTo>
                      <a:pt x="152158" y="112714"/>
                      <a:pt x="176936" y="100568"/>
                      <a:pt x="204629" y="95224"/>
                    </a:cubicBezTo>
                    <a:cubicBezTo>
                      <a:pt x="206572" y="95224"/>
                      <a:pt x="208029" y="94738"/>
                      <a:pt x="209001" y="94252"/>
                    </a:cubicBezTo>
                    <a:cubicBezTo>
                      <a:pt x="212888" y="93767"/>
                      <a:pt x="216289" y="93281"/>
                      <a:pt x="219690" y="96196"/>
                    </a:cubicBezTo>
                    <a:cubicBezTo>
                      <a:pt x="223090" y="99111"/>
                      <a:pt x="222605" y="102998"/>
                      <a:pt x="222605" y="106398"/>
                    </a:cubicBezTo>
                    <a:lnTo>
                      <a:pt x="221633" y="124374"/>
                    </a:lnTo>
                    <a:cubicBezTo>
                      <a:pt x="220661" y="140407"/>
                      <a:pt x="219690" y="156925"/>
                      <a:pt x="218718" y="172958"/>
                    </a:cubicBezTo>
                    <a:cubicBezTo>
                      <a:pt x="218718" y="180246"/>
                      <a:pt x="214345" y="186076"/>
                      <a:pt x="208029" y="188991"/>
                    </a:cubicBezTo>
                    <a:cubicBezTo>
                      <a:pt x="205600" y="190448"/>
                      <a:pt x="202685" y="190934"/>
                      <a:pt x="199770" y="190934"/>
                    </a:cubicBezTo>
                    <a:cubicBezTo>
                      <a:pt x="195884" y="190934"/>
                      <a:pt x="191997" y="189477"/>
                      <a:pt x="188596" y="187533"/>
                    </a:cubicBezTo>
                    <a:cubicBezTo>
                      <a:pt x="179365" y="180731"/>
                      <a:pt x="169648" y="174416"/>
                      <a:pt x="160417" y="167614"/>
                    </a:cubicBezTo>
                    <a:cubicBezTo>
                      <a:pt x="151187" y="160812"/>
                      <a:pt x="141470" y="154496"/>
                      <a:pt x="132239" y="147695"/>
                    </a:cubicBezTo>
                    <a:cubicBezTo>
                      <a:pt x="129324" y="145751"/>
                      <a:pt x="127866" y="143322"/>
                      <a:pt x="127380" y="140407"/>
                    </a:cubicBezTo>
                    <a:cubicBezTo>
                      <a:pt x="127380" y="136034"/>
                      <a:pt x="129810" y="133605"/>
                      <a:pt x="131267" y="132634"/>
                    </a:cubicBezTo>
                    <a:close/>
                    <a:moveTo>
                      <a:pt x="85113" y="256522"/>
                    </a:moveTo>
                    <a:cubicBezTo>
                      <a:pt x="83169" y="246805"/>
                      <a:pt x="83655" y="237574"/>
                      <a:pt x="84141" y="229801"/>
                    </a:cubicBezTo>
                    <a:cubicBezTo>
                      <a:pt x="85598" y="206967"/>
                      <a:pt x="92400" y="185590"/>
                      <a:pt x="103574" y="166156"/>
                    </a:cubicBezTo>
                    <a:cubicBezTo>
                      <a:pt x="104546" y="164699"/>
                      <a:pt x="106489" y="160812"/>
                      <a:pt x="110862" y="160326"/>
                    </a:cubicBezTo>
                    <a:cubicBezTo>
                      <a:pt x="115235" y="159841"/>
                      <a:pt x="118150" y="162270"/>
                      <a:pt x="119607" y="163241"/>
                    </a:cubicBezTo>
                    <a:cubicBezTo>
                      <a:pt x="136126" y="178302"/>
                      <a:pt x="152644" y="192877"/>
                      <a:pt x="169162" y="207453"/>
                    </a:cubicBezTo>
                    <a:cubicBezTo>
                      <a:pt x="175964" y="213283"/>
                      <a:pt x="178393" y="220084"/>
                      <a:pt x="176450" y="227858"/>
                    </a:cubicBezTo>
                    <a:cubicBezTo>
                      <a:pt x="174021" y="239032"/>
                      <a:pt x="164304" y="241461"/>
                      <a:pt x="160903" y="242433"/>
                    </a:cubicBezTo>
                    <a:cubicBezTo>
                      <a:pt x="144871" y="246805"/>
                      <a:pt x="128838" y="251664"/>
                      <a:pt x="112320" y="256522"/>
                    </a:cubicBezTo>
                    <a:lnTo>
                      <a:pt x="86570" y="263810"/>
                    </a:lnTo>
                    <a:lnTo>
                      <a:pt x="85113" y="256036"/>
                    </a:lnTo>
                    <a:close/>
                    <a:moveTo>
                      <a:pt x="164790" y="358062"/>
                    </a:moveTo>
                    <a:cubicBezTo>
                      <a:pt x="164790" y="358062"/>
                      <a:pt x="162361" y="363892"/>
                      <a:pt x="157988" y="365350"/>
                    </a:cubicBezTo>
                    <a:cubicBezTo>
                      <a:pt x="157017" y="365350"/>
                      <a:pt x="156045" y="365350"/>
                      <a:pt x="155559" y="365350"/>
                    </a:cubicBezTo>
                    <a:cubicBezTo>
                      <a:pt x="152158" y="365350"/>
                      <a:pt x="149729" y="363406"/>
                      <a:pt x="148271" y="362435"/>
                    </a:cubicBezTo>
                    <a:cubicBezTo>
                      <a:pt x="123980" y="345430"/>
                      <a:pt x="105518" y="322596"/>
                      <a:pt x="94344" y="294903"/>
                    </a:cubicBezTo>
                    <a:cubicBezTo>
                      <a:pt x="93372" y="292960"/>
                      <a:pt x="91914" y="289073"/>
                      <a:pt x="94344" y="285672"/>
                    </a:cubicBezTo>
                    <a:cubicBezTo>
                      <a:pt x="95801" y="283243"/>
                      <a:pt x="98230" y="281300"/>
                      <a:pt x="102117" y="280814"/>
                    </a:cubicBezTo>
                    <a:cubicBezTo>
                      <a:pt x="119121" y="277899"/>
                      <a:pt x="136611" y="274984"/>
                      <a:pt x="153616" y="272069"/>
                    </a:cubicBezTo>
                    <a:lnTo>
                      <a:pt x="172563" y="269154"/>
                    </a:lnTo>
                    <a:cubicBezTo>
                      <a:pt x="178393" y="268668"/>
                      <a:pt x="183738" y="271583"/>
                      <a:pt x="187624" y="275956"/>
                    </a:cubicBezTo>
                    <a:cubicBezTo>
                      <a:pt x="191511" y="280328"/>
                      <a:pt x="192969" y="286158"/>
                      <a:pt x="191997" y="291988"/>
                    </a:cubicBezTo>
                    <a:lnTo>
                      <a:pt x="191997" y="291988"/>
                    </a:lnTo>
                    <a:cubicBezTo>
                      <a:pt x="191997" y="291988"/>
                      <a:pt x="190539" y="296361"/>
                      <a:pt x="190053" y="298790"/>
                    </a:cubicBezTo>
                    <a:lnTo>
                      <a:pt x="182766" y="316766"/>
                    </a:lnTo>
                    <a:cubicBezTo>
                      <a:pt x="176936" y="330369"/>
                      <a:pt x="171592" y="343973"/>
                      <a:pt x="165762" y="358062"/>
                    </a:cubicBezTo>
                    <a:close/>
                    <a:moveTo>
                      <a:pt x="283820" y="377010"/>
                    </a:moveTo>
                    <a:cubicBezTo>
                      <a:pt x="281877" y="381382"/>
                      <a:pt x="277504" y="382840"/>
                      <a:pt x="276047" y="383326"/>
                    </a:cubicBezTo>
                    <a:cubicBezTo>
                      <a:pt x="261472" y="387212"/>
                      <a:pt x="247382" y="389642"/>
                      <a:pt x="232807" y="389642"/>
                    </a:cubicBezTo>
                    <a:cubicBezTo>
                      <a:pt x="217746" y="389642"/>
                      <a:pt x="203171" y="387212"/>
                      <a:pt x="188596" y="382840"/>
                    </a:cubicBezTo>
                    <a:cubicBezTo>
                      <a:pt x="187138" y="382840"/>
                      <a:pt x="183252" y="381382"/>
                      <a:pt x="181308" y="377010"/>
                    </a:cubicBezTo>
                    <a:cubicBezTo>
                      <a:pt x="179851" y="373123"/>
                      <a:pt x="181308" y="369236"/>
                      <a:pt x="182280" y="367779"/>
                    </a:cubicBezTo>
                    <a:cubicBezTo>
                      <a:pt x="189082" y="355633"/>
                      <a:pt x="195398" y="343973"/>
                      <a:pt x="202199" y="331827"/>
                    </a:cubicBezTo>
                    <a:lnTo>
                      <a:pt x="214831" y="308993"/>
                    </a:lnTo>
                    <a:cubicBezTo>
                      <a:pt x="218718" y="302191"/>
                      <a:pt x="225034" y="298304"/>
                      <a:pt x="231836" y="298304"/>
                    </a:cubicBezTo>
                    <a:lnTo>
                      <a:pt x="231836" y="298304"/>
                    </a:lnTo>
                    <a:cubicBezTo>
                      <a:pt x="238637" y="298304"/>
                      <a:pt x="244953" y="302191"/>
                      <a:pt x="248840" y="308993"/>
                    </a:cubicBezTo>
                    <a:cubicBezTo>
                      <a:pt x="254670" y="318709"/>
                      <a:pt x="260014" y="328912"/>
                      <a:pt x="265358" y="338629"/>
                    </a:cubicBezTo>
                    <a:lnTo>
                      <a:pt x="274589" y="355633"/>
                    </a:lnTo>
                    <a:cubicBezTo>
                      <a:pt x="276533" y="359520"/>
                      <a:pt x="278962" y="363406"/>
                      <a:pt x="280905" y="367293"/>
                    </a:cubicBezTo>
                    <a:cubicBezTo>
                      <a:pt x="281877" y="368751"/>
                      <a:pt x="284306" y="372637"/>
                      <a:pt x="282363" y="377010"/>
                    </a:cubicBezTo>
                    <a:close/>
                    <a:moveTo>
                      <a:pt x="371757" y="294417"/>
                    </a:moveTo>
                    <a:cubicBezTo>
                      <a:pt x="360582" y="323082"/>
                      <a:pt x="341635" y="346402"/>
                      <a:pt x="316857" y="363892"/>
                    </a:cubicBezTo>
                    <a:cubicBezTo>
                      <a:pt x="315885" y="364378"/>
                      <a:pt x="313456" y="366321"/>
                      <a:pt x="310541" y="366321"/>
                    </a:cubicBezTo>
                    <a:cubicBezTo>
                      <a:pt x="309569" y="366321"/>
                      <a:pt x="309084" y="366321"/>
                      <a:pt x="308112" y="366321"/>
                    </a:cubicBezTo>
                    <a:cubicBezTo>
                      <a:pt x="303739" y="364864"/>
                      <a:pt x="302282" y="360977"/>
                      <a:pt x="301796" y="360005"/>
                    </a:cubicBezTo>
                    <a:cubicBezTo>
                      <a:pt x="294994" y="343487"/>
                      <a:pt x="288193" y="326969"/>
                      <a:pt x="281391" y="310450"/>
                    </a:cubicBezTo>
                    <a:lnTo>
                      <a:pt x="275561" y="296361"/>
                    </a:lnTo>
                    <a:cubicBezTo>
                      <a:pt x="275561" y="296361"/>
                      <a:pt x="273618" y="291017"/>
                      <a:pt x="274103" y="287616"/>
                    </a:cubicBezTo>
                    <a:cubicBezTo>
                      <a:pt x="274103" y="282757"/>
                      <a:pt x="276533" y="277413"/>
                      <a:pt x="280905" y="273526"/>
                    </a:cubicBezTo>
                    <a:cubicBezTo>
                      <a:pt x="285278" y="270126"/>
                      <a:pt x="290622" y="268668"/>
                      <a:pt x="296452" y="269640"/>
                    </a:cubicBezTo>
                    <a:lnTo>
                      <a:pt x="363983" y="281300"/>
                    </a:lnTo>
                    <a:cubicBezTo>
                      <a:pt x="363983" y="281300"/>
                      <a:pt x="369328" y="282272"/>
                      <a:pt x="371757" y="286158"/>
                    </a:cubicBezTo>
                    <a:cubicBezTo>
                      <a:pt x="373214" y="288587"/>
                      <a:pt x="373214" y="291502"/>
                      <a:pt x="371757" y="294903"/>
                    </a:cubicBezTo>
                    <a:lnTo>
                      <a:pt x="371757" y="294903"/>
                    </a:lnTo>
                    <a:close/>
                    <a:moveTo>
                      <a:pt x="380988" y="253121"/>
                    </a:moveTo>
                    <a:cubicBezTo>
                      <a:pt x="380988" y="256522"/>
                      <a:pt x="379530" y="258951"/>
                      <a:pt x="377101" y="260409"/>
                    </a:cubicBezTo>
                    <a:cubicBezTo>
                      <a:pt x="375643" y="261380"/>
                      <a:pt x="373700" y="261866"/>
                      <a:pt x="372242" y="261866"/>
                    </a:cubicBezTo>
                    <a:cubicBezTo>
                      <a:pt x="370785" y="261866"/>
                      <a:pt x="369328" y="261866"/>
                      <a:pt x="368842" y="261380"/>
                    </a:cubicBezTo>
                    <a:lnTo>
                      <a:pt x="347465" y="255065"/>
                    </a:lnTo>
                    <a:cubicBezTo>
                      <a:pt x="332404" y="250692"/>
                      <a:pt x="317829" y="246320"/>
                      <a:pt x="302768" y="241947"/>
                    </a:cubicBezTo>
                    <a:cubicBezTo>
                      <a:pt x="295480" y="240004"/>
                      <a:pt x="290136" y="234659"/>
                      <a:pt x="288678" y="227858"/>
                    </a:cubicBezTo>
                    <a:cubicBezTo>
                      <a:pt x="287221" y="221056"/>
                      <a:pt x="289650" y="213768"/>
                      <a:pt x="295480" y="208910"/>
                    </a:cubicBezTo>
                    <a:lnTo>
                      <a:pt x="346007" y="163727"/>
                    </a:lnTo>
                    <a:cubicBezTo>
                      <a:pt x="346007" y="163727"/>
                      <a:pt x="350380" y="159841"/>
                      <a:pt x="354752" y="160812"/>
                    </a:cubicBezTo>
                    <a:cubicBezTo>
                      <a:pt x="359125" y="161298"/>
                      <a:pt x="361068" y="165185"/>
                      <a:pt x="362040" y="166642"/>
                    </a:cubicBezTo>
                    <a:cubicBezTo>
                      <a:pt x="373214" y="186076"/>
                      <a:pt x="380016" y="206967"/>
                      <a:pt x="381473" y="228829"/>
                    </a:cubicBezTo>
                    <a:cubicBezTo>
                      <a:pt x="381473" y="234174"/>
                      <a:pt x="382445" y="238060"/>
                      <a:pt x="381959" y="241947"/>
                    </a:cubicBezTo>
                    <a:cubicBezTo>
                      <a:pt x="381959" y="246320"/>
                      <a:pt x="381959" y="249720"/>
                      <a:pt x="381473" y="2536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p84"/>
              <p:cNvSpPr/>
              <p:nvPr/>
            </p:nvSpPr>
            <p:spPr>
              <a:xfrm>
                <a:off x="624431" y="1107698"/>
                <a:ext cx="682601" cy="664625"/>
              </a:xfrm>
              <a:custGeom>
                <a:avLst/>
                <a:gdLst/>
                <a:ahLst/>
                <a:cxnLst/>
                <a:rect l="l" t="t" r="r" b="b"/>
                <a:pathLst>
                  <a:path w="682601" h="664625" extrusionOk="0">
                    <a:moveTo>
                      <a:pt x="614584" y="131662"/>
                    </a:moveTo>
                    <a:lnTo>
                      <a:pt x="341058" y="0"/>
                    </a:lnTo>
                    <a:lnTo>
                      <a:pt x="67531" y="131662"/>
                    </a:lnTo>
                    <a:lnTo>
                      <a:pt x="0" y="427537"/>
                    </a:lnTo>
                    <a:lnTo>
                      <a:pt x="189477" y="664626"/>
                    </a:lnTo>
                    <a:lnTo>
                      <a:pt x="493125" y="664626"/>
                    </a:lnTo>
                    <a:lnTo>
                      <a:pt x="682601" y="427537"/>
                    </a:lnTo>
                    <a:lnTo>
                      <a:pt x="615070" y="131662"/>
                    </a:lnTo>
                    <a:close/>
                    <a:moveTo>
                      <a:pt x="584462" y="407618"/>
                    </a:moveTo>
                    <a:cubicBezTo>
                      <a:pt x="579118" y="413933"/>
                      <a:pt x="571831" y="416848"/>
                      <a:pt x="563085" y="415877"/>
                    </a:cubicBezTo>
                    <a:cubicBezTo>
                      <a:pt x="557255" y="414905"/>
                      <a:pt x="551911" y="412962"/>
                      <a:pt x="547053" y="411018"/>
                    </a:cubicBezTo>
                    <a:cubicBezTo>
                      <a:pt x="544624" y="410047"/>
                      <a:pt x="542680" y="409075"/>
                      <a:pt x="540251" y="408103"/>
                    </a:cubicBezTo>
                    <a:cubicBezTo>
                      <a:pt x="533935" y="406160"/>
                      <a:pt x="529077" y="404217"/>
                      <a:pt x="523733" y="403245"/>
                    </a:cubicBezTo>
                    <a:cubicBezTo>
                      <a:pt x="519846" y="405188"/>
                      <a:pt x="516931" y="405674"/>
                      <a:pt x="514988" y="405674"/>
                    </a:cubicBezTo>
                    <a:cubicBezTo>
                      <a:pt x="508186" y="424136"/>
                      <a:pt x="498955" y="441626"/>
                      <a:pt x="486809" y="457173"/>
                    </a:cubicBezTo>
                    <a:cubicBezTo>
                      <a:pt x="473691" y="474177"/>
                      <a:pt x="458145" y="488267"/>
                      <a:pt x="440654" y="498955"/>
                    </a:cubicBezTo>
                    <a:cubicBezTo>
                      <a:pt x="441140" y="501870"/>
                      <a:pt x="440654" y="504299"/>
                      <a:pt x="440169" y="505757"/>
                    </a:cubicBezTo>
                    <a:cubicBezTo>
                      <a:pt x="440169" y="506728"/>
                      <a:pt x="439683" y="507700"/>
                      <a:pt x="441626" y="511101"/>
                    </a:cubicBezTo>
                    <a:cubicBezTo>
                      <a:pt x="445027" y="517903"/>
                      <a:pt x="449400" y="524704"/>
                      <a:pt x="454258" y="531992"/>
                    </a:cubicBezTo>
                    <a:cubicBezTo>
                      <a:pt x="457173" y="536364"/>
                      <a:pt x="460574" y="541223"/>
                      <a:pt x="462031" y="547539"/>
                    </a:cubicBezTo>
                    <a:cubicBezTo>
                      <a:pt x="464461" y="557255"/>
                      <a:pt x="460574" y="566972"/>
                      <a:pt x="452315" y="571831"/>
                    </a:cubicBezTo>
                    <a:cubicBezTo>
                      <a:pt x="444055" y="576689"/>
                      <a:pt x="433853" y="574746"/>
                      <a:pt x="426565" y="567458"/>
                    </a:cubicBezTo>
                    <a:cubicBezTo>
                      <a:pt x="421707" y="562114"/>
                      <a:pt x="419763" y="556284"/>
                      <a:pt x="417820" y="550454"/>
                    </a:cubicBezTo>
                    <a:cubicBezTo>
                      <a:pt x="415391" y="542680"/>
                      <a:pt x="412476" y="532964"/>
                      <a:pt x="408103" y="524218"/>
                    </a:cubicBezTo>
                    <a:cubicBezTo>
                      <a:pt x="407132" y="522275"/>
                      <a:pt x="406646" y="522275"/>
                      <a:pt x="406160" y="522275"/>
                    </a:cubicBezTo>
                    <a:cubicBezTo>
                      <a:pt x="402759" y="521303"/>
                      <a:pt x="400816" y="519846"/>
                      <a:pt x="399844" y="518388"/>
                    </a:cubicBezTo>
                    <a:cubicBezTo>
                      <a:pt x="360005" y="531506"/>
                      <a:pt x="320167" y="531506"/>
                      <a:pt x="280814" y="518388"/>
                    </a:cubicBezTo>
                    <a:cubicBezTo>
                      <a:pt x="278871" y="521303"/>
                      <a:pt x="275956" y="522275"/>
                      <a:pt x="274498" y="522761"/>
                    </a:cubicBezTo>
                    <a:cubicBezTo>
                      <a:pt x="274012" y="522761"/>
                      <a:pt x="273526" y="522761"/>
                      <a:pt x="272069" y="526162"/>
                    </a:cubicBezTo>
                    <a:cubicBezTo>
                      <a:pt x="268668" y="533449"/>
                      <a:pt x="265753" y="541709"/>
                      <a:pt x="263324" y="550454"/>
                    </a:cubicBezTo>
                    <a:cubicBezTo>
                      <a:pt x="261866" y="555312"/>
                      <a:pt x="259923" y="559685"/>
                      <a:pt x="257980" y="563571"/>
                    </a:cubicBezTo>
                    <a:cubicBezTo>
                      <a:pt x="253607" y="570859"/>
                      <a:pt x="246320" y="574746"/>
                      <a:pt x="239032" y="574746"/>
                    </a:cubicBezTo>
                    <a:cubicBezTo>
                      <a:pt x="236117" y="574746"/>
                      <a:pt x="233202" y="574260"/>
                      <a:pt x="230287" y="572802"/>
                    </a:cubicBezTo>
                    <a:cubicBezTo>
                      <a:pt x="220570" y="567944"/>
                      <a:pt x="216198" y="556284"/>
                      <a:pt x="220084" y="545595"/>
                    </a:cubicBezTo>
                    <a:cubicBezTo>
                      <a:pt x="222028" y="540251"/>
                      <a:pt x="224943" y="535879"/>
                      <a:pt x="227372" y="532478"/>
                    </a:cubicBezTo>
                    <a:cubicBezTo>
                      <a:pt x="233202" y="524218"/>
                      <a:pt x="237574" y="516931"/>
                      <a:pt x="240975" y="510129"/>
                    </a:cubicBezTo>
                    <a:cubicBezTo>
                      <a:pt x="241947" y="508186"/>
                      <a:pt x="241947" y="507700"/>
                      <a:pt x="241461" y="507214"/>
                    </a:cubicBezTo>
                    <a:cubicBezTo>
                      <a:pt x="240004" y="504299"/>
                      <a:pt x="240004" y="501384"/>
                      <a:pt x="240975" y="498955"/>
                    </a:cubicBezTo>
                    <a:cubicBezTo>
                      <a:pt x="205995" y="476121"/>
                      <a:pt x="181217" y="445027"/>
                      <a:pt x="166642" y="406160"/>
                    </a:cubicBezTo>
                    <a:cubicBezTo>
                      <a:pt x="163241" y="406160"/>
                      <a:pt x="160326" y="404703"/>
                      <a:pt x="157897" y="403245"/>
                    </a:cubicBezTo>
                    <a:cubicBezTo>
                      <a:pt x="157897" y="403245"/>
                      <a:pt x="156440" y="403245"/>
                      <a:pt x="155468" y="403731"/>
                    </a:cubicBezTo>
                    <a:cubicBezTo>
                      <a:pt x="147209" y="405674"/>
                      <a:pt x="139921" y="408103"/>
                      <a:pt x="131176" y="411990"/>
                    </a:cubicBezTo>
                    <a:cubicBezTo>
                      <a:pt x="125832" y="414419"/>
                      <a:pt x="120002" y="416363"/>
                      <a:pt x="113200" y="416363"/>
                    </a:cubicBezTo>
                    <a:cubicBezTo>
                      <a:pt x="102512" y="416363"/>
                      <a:pt x="93767" y="409561"/>
                      <a:pt x="91823" y="399844"/>
                    </a:cubicBezTo>
                    <a:cubicBezTo>
                      <a:pt x="89880" y="390127"/>
                      <a:pt x="95710" y="379925"/>
                      <a:pt x="104941" y="376038"/>
                    </a:cubicBezTo>
                    <a:cubicBezTo>
                      <a:pt x="109799" y="374095"/>
                      <a:pt x="114658" y="373123"/>
                      <a:pt x="120974" y="372637"/>
                    </a:cubicBezTo>
                    <a:cubicBezTo>
                      <a:pt x="129719" y="372637"/>
                      <a:pt x="138464" y="371180"/>
                      <a:pt x="146723" y="369236"/>
                    </a:cubicBezTo>
                    <a:cubicBezTo>
                      <a:pt x="149638" y="368751"/>
                      <a:pt x="150124" y="368265"/>
                      <a:pt x="150124" y="367779"/>
                    </a:cubicBezTo>
                    <a:cubicBezTo>
                      <a:pt x="151095" y="365836"/>
                      <a:pt x="152553" y="363892"/>
                      <a:pt x="155468" y="362435"/>
                    </a:cubicBezTo>
                    <a:cubicBezTo>
                      <a:pt x="151095" y="321138"/>
                      <a:pt x="159840" y="282271"/>
                      <a:pt x="181703" y="246320"/>
                    </a:cubicBezTo>
                    <a:cubicBezTo>
                      <a:pt x="180246" y="244376"/>
                      <a:pt x="179274" y="241947"/>
                      <a:pt x="179274" y="239518"/>
                    </a:cubicBezTo>
                    <a:cubicBezTo>
                      <a:pt x="179274" y="238546"/>
                      <a:pt x="179274" y="238060"/>
                      <a:pt x="175873" y="235631"/>
                    </a:cubicBezTo>
                    <a:cubicBezTo>
                      <a:pt x="170043" y="231259"/>
                      <a:pt x="163241" y="226886"/>
                      <a:pt x="155954" y="222999"/>
                    </a:cubicBezTo>
                    <a:cubicBezTo>
                      <a:pt x="151581" y="220570"/>
                      <a:pt x="146723" y="217655"/>
                      <a:pt x="142350" y="213283"/>
                    </a:cubicBezTo>
                    <a:cubicBezTo>
                      <a:pt x="134577" y="205509"/>
                      <a:pt x="133119" y="193363"/>
                      <a:pt x="139921" y="185104"/>
                    </a:cubicBezTo>
                    <a:cubicBezTo>
                      <a:pt x="146237" y="176359"/>
                      <a:pt x="158383" y="174416"/>
                      <a:pt x="168100" y="180246"/>
                    </a:cubicBezTo>
                    <a:cubicBezTo>
                      <a:pt x="173444" y="183161"/>
                      <a:pt x="177331" y="187533"/>
                      <a:pt x="181217" y="191906"/>
                    </a:cubicBezTo>
                    <a:cubicBezTo>
                      <a:pt x="187533" y="199193"/>
                      <a:pt x="193363" y="204538"/>
                      <a:pt x="199193" y="208910"/>
                    </a:cubicBezTo>
                    <a:cubicBezTo>
                      <a:pt x="199193" y="208910"/>
                      <a:pt x="200651" y="210368"/>
                      <a:pt x="201137" y="209882"/>
                    </a:cubicBezTo>
                    <a:cubicBezTo>
                      <a:pt x="204052" y="208910"/>
                      <a:pt x="206481" y="209882"/>
                      <a:pt x="208910" y="210853"/>
                    </a:cubicBezTo>
                    <a:cubicBezTo>
                      <a:pt x="239518" y="181217"/>
                      <a:pt x="274984" y="164213"/>
                      <a:pt x="316280" y="159355"/>
                    </a:cubicBezTo>
                    <a:cubicBezTo>
                      <a:pt x="316280" y="159355"/>
                      <a:pt x="316280" y="159355"/>
                      <a:pt x="316280" y="159355"/>
                    </a:cubicBezTo>
                    <a:cubicBezTo>
                      <a:pt x="316766" y="156925"/>
                      <a:pt x="318709" y="154010"/>
                      <a:pt x="320653" y="152067"/>
                    </a:cubicBezTo>
                    <a:cubicBezTo>
                      <a:pt x="320653" y="152067"/>
                      <a:pt x="320653" y="152067"/>
                      <a:pt x="320653" y="150610"/>
                    </a:cubicBezTo>
                    <a:cubicBezTo>
                      <a:pt x="320653" y="141379"/>
                      <a:pt x="319195" y="132148"/>
                      <a:pt x="317738" y="123889"/>
                    </a:cubicBezTo>
                    <a:cubicBezTo>
                      <a:pt x="316766" y="118058"/>
                      <a:pt x="316766" y="113200"/>
                      <a:pt x="317252" y="108828"/>
                    </a:cubicBezTo>
                    <a:cubicBezTo>
                      <a:pt x="318709" y="97167"/>
                      <a:pt x="327454" y="88908"/>
                      <a:pt x="339114" y="89394"/>
                    </a:cubicBezTo>
                    <a:cubicBezTo>
                      <a:pt x="348831" y="89394"/>
                      <a:pt x="357090" y="97653"/>
                      <a:pt x="358548" y="107370"/>
                    </a:cubicBezTo>
                    <a:lnTo>
                      <a:pt x="360977" y="107370"/>
                    </a:lnTo>
                    <a:lnTo>
                      <a:pt x="358062" y="122431"/>
                    </a:lnTo>
                    <a:cubicBezTo>
                      <a:pt x="357576" y="128261"/>
                      <a:pt x="356605" y="134091"/>
                      <a:pt x="355633" y="139921"/>
                    </a:cubicBezTo>
                    <a:cubicBezTo>
                      <a:pt x="355633" y="143322"/>
                      <a:pt x="355633" y="146723"/>
                      <a:pt x="355633" y="150124"/>
                    </a:cubicBezTo>
                    <a:lnTo>
                      <a:pt x="355633" y="152553"/>
                    </a:lnTo>
                    <a:cubicBezTo>
                      <a:pt x="355633" y="152553"/>
                      <a:pt x="359034" y="155954"/>
                      <a:pt x="360005" y="159840"/>
                    </a:cubicBezTo>
                    <a:cubicBezTo>
                      <a:pt x="374095" y="161784"/>
                      <a:pt x="385755" y="164213"/>
                      <a:pt x="396443" y="168100"/>
                    </a:cubicBezTo>
                    <a:cubicBezTo>
                      <a:pt x="423164" y="177331"/>
                      <a:pt x="446970" y="191906"/>
                      <a:pt x="467376" y="211339"/>
                    </a:cubicBezTo>
                    <a:cubicBezTo>
                      <a:pt x="469805" y="209882"/>
                      <a:pt x="472234" y="209396"/>
                      <a:pt x="475149" y="209882"/>
                    </a:cubicBezTo>
                    <a:cubicBezTo>
                      <a:pt x="475149" y="209882"/>
                      <a:pt x="476121" y="209882"/>
                      <a:pt x="478550" y="207938"/>
                    </a:cubicBezTo>
                    <a:cubicBezTo>
                      <a:pt x="484380" y="203080"/>
                      <a:pt x="490210" y="197250"/>
                      <a:pt x="496040" y="190934"/>
                    </a:cubicBezTo>
                    <a:cubicBezTo>
                      <a:pt x="499441" y="187047"/>
                      <a:pt x="503328" y="182675"/>
                      <a:pt x="508672" y="179760"/>
                    </a:cubicBezTo>
                    <a:cubicBezTo>
                      <a:pt x="514988" y="175873"/>
                      <a:pt x="522761" y="175387"/>
                      <a:pt x="529563" y="178302"/>
                    </a:cubicBezTo>
                    <a:cubicBezTo>
                      <a:pt x="535393" y="181217"/>
                      <a:pt x="539765" y="186562"/>
                      <a:pt x="541223" y="193363"/>
                    </a:cubicBezTo>
                    <a:cubicBezTo>
                      <a:pt x="542195" y="198707"/>
                      <a:pt x="541223" y="205995"/>
                      <a:pt x="533935" y="213768"/>
                    </a:cubicBezTo>
                    <a:cubicBezTo>
                      <a:pt x="530049" y="217655"/>
                      <a:pt x="525190" y="220570"/>
                      <a:pt x="520818" y="222513"/>
                    </a:cubicBezTo>
                    <a:cubicBezTo>
                      <a:pt x="512073" y="227372"/>
                      <a:pt x="505271" y="231744"/>
                      <a:pt x="499927" y="236603"/>
                    </a:cubicBezTo>
                    <a:cubicBezTo>
                      <a:pt x="498469" y="238060"/>
                      <a:pt x="498469" y="238546"/>
                      <a:pt x="498469" y="239032"/>
                    </a:cubicBezTo>
                    <a:cubicBezTo>
                      <a:pt x="498469" y="241947"/>
                      <a:pt x="497497" y="244376"/>
                      <a:pt x="495554" y="246320"/>
                    </a:cubicBezTo>
                    <a:cubicBezTo>
                      <a:pt x="512073" y="273526"/>
                      <a:pt x="521303" y="302677"/>
                      <a:pt x="523247" y="333770"/>
                    </a:cubicBezTo>
                    <a:cubicBezTo>
                      <a:pt x="523733" y="343001"/>
                      <a:pt x="523247" y="352232"/>
                      <a:pt x="522275" y="361949"/>
                    </a:cubicBezTo>
                    <a:cubicBezTo>
                      <a:pt x="525190" y="362921"/>
                      <a:pt x="526162" y="365350"/>
                      <a:pt x="527134" y="366321"/>
                    </a:cubicBezTo>
                    <a:cubicBezTo>
                      <a:pt x="528105" y="368265"/>
                      <a:pt x="529563" y="368751"/>
                      <a:pt x="534907" y="369236"/>
                    </a:cubicBezTo>
                    <a:cubicBezTo>
                      <a:pt x="541709" y="370208"/>
                      <a:pt x="546567" y="370694"/>
                      <a:pt x="551911" y="371180"/>
                    </a:cubicBezTo>
                    <a:cubicBezTo>
                      <a:pt x="556770" y="371666"/>
                      <a:pt x="561628" y="372151"/>
                      <a:pt x="566972" y="373123"/>
                    </a:cubicBezTo>
                    <a:cubicBezTo>
                      <a:pt x="575231" y="374095"/>
                      <a:pt x="581547" y="378953"/>
                      <a:pt x="584948" y="386241"/>
                    </a:cubicBezTo>
                    <a:lnTo>
                      <a:pt x="584948" y="386241"/>
                    </a:lnTo>
                    <a:cubicBezTo>
                      <a:pt x="588349" y="393528"/>
                      <a:pt x="587377" y="400816"/>
                      <a:pt x="582519" y="407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84"/>
              <p:cNvSpPr/>
              <p:nvPr/>
            </p:nvSpPr>
            <p:spPr>
              <a:xfrm>
                <a:off x="1099094" y="1462359"/>
                <a:ext cx="7287" cy="485"/>
              </a:xfrm>
              <a:custGeom>
                <a:avLst/>
                <a:gdLst/>
                <a:ahLst/>
                <a:cxnLst/>
                <a:rect l="l" t="t" r="r" b="b"/>
                <a:pathLst>
                  <a:path w="7287" h="485" extrusionOk="0">
                    <a:moveTo>
                      <a:pt x="0" y="0"/>
                    </a:moveTo>
                    <a:lnTo>
                      <a:pt x="7288" y="48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1" name="Google Shape;2241;p84"/>
              <p:cNvSpPr/>
              <p:nvPr/>
            </p:nvSpPr>
            <p:spPr>
              <a:xfrm>
                <a:off x="952371" y="1440011"/>
                <a:ext cx="26235" cy="25749"/>
              </a:xfrm>
              <a:custGeom>
                <a:avLst/>
                <a:gdLst/>
                <a:ahLst/>
                <a:cxnLst/>
                <a:rect l="l" t="t" r="r" b="b"/>
                <a:pathLst>
                  <a:path w="26235" h="25749" extrusionOk="0">
                    <a:moveTo>
                      <a:pt x="13118" y="25749"/>
                    </a:moveTo>
                    <a:lnTo>
                      <a:pt x="23806" y="20405"/>
                    </a:lnTo>
                    <a:lnTo>
                      <a:pt x="26235" y="9231"/>
                    </a:lnTo>
                    <a:lnTo>
                      <a:pt x="18948" y="0"/>
                    </a:lnTo>
                    <a:lnTo>
                      <a:pt x="7288" y="0"/>
                    </a:lnTo>
                    <a:lnTo>
                      <a:pt x="0" y="9231"/>
                    </a:lnTo>
                    <a:lnTo>
                      <a:pt x="2429" y="20405"/>
                    </a:lnTo>
                    <a:lnTo>
                      <a:pt x="13118" y="257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2" name="Google Shape;2242;p84"/>
              <p:cNvSpPr/>
              <p:nvPr/>
            </p:nvSpPr>
            <p:spPr>
              <a:xfrm>
                <a:off x="1035871" y="1388512"/>
                <a:ext cx="63708" cy="67045"/>
              </a:xfrm>
              <a:custGeom>
                <a:avLst/>
                <a:gdLst/>
                <a:ahLst/>
                <a:cxnLst/>
                <a:rect l="l" t="t" r="r" b="b"/>
                <a:pathLst>
                  <a:path w="63708" h="67045" extrusionOk="0">
                    <a:moveTo>
                      <a:pt x="63709" y="63645"/>
                    </a:moveTo>
                    <a:cubicBezTo>
                      <a:pt x="63709" y="59758"/>
                      <a:pt x="63709" y="56357"/>
                      <a:pt x="63223" y="52956"/>
                    </a:cubicBezTo>
                    <a:cubicBezTo>
                      <a:pt x="61766" y="34009"/>
                      <a:pt x="56421" y="16518"/>
                      <a:pt x="48162" y="0"/>
                    </a:cubicBezTo>
                    <a:lnTo>
                      <a:pt x="2008" y="41296"/>
                    </a:lnTo>
                    <a:cubicBezTo>
                      <a:pt x="2008" y="41296"/>
                      <a:pt x="-422" y="44697"/>
                      <a:pt x="64" y="46155"/>
                    </a:cubicBezTo>
                    <a:cubicBezTo>
                      <a:pt x="64" y="47612"/>
                      <a:pt x="2008" y="49070"/>
                      <a:pt x="3951" y="49555"/>
                    </a:cubicBezTo>
                    <a:cubicBezTo>
                      <a:pt x="18526" y="53928"/>
                      <a:pt x="33587" y="58300"/>
                      <a:pt x="48162" y="62673"/>
                    </a:cubicBezTo>
                    <a:lnTo>
                      <a:pt x="63709" y="67046"/>
                    </a:lnTo>
                    <a:cubicBezTo>
                      <a:pt x="63709" y="67046"/>
                      <a:pt x="63709" y="64616"/>
                      <a:pt x="63709" y="631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3" name="Google Shape;2243;p84"/>
          <p:cNvGrpSpPr/>
          <p:nvPr/>
        </p:nvGrpSpPr>
        <p:grpSpPr>
          <a:xfrm>
            <a:off x="2754449" y="3703604"/>
            <a:ext cx="1066412" cy="1084431"/>
            <a:chOff x="9526136" y="3631678"/>
            <a:chExt cx="1066412" cy="1084431"/>
          </a:xfrm>
        </p:grpSpPr>
        <p:sp>
          <p:nvSpPr>
            <p:cNvPr id="2244" name="Google Shape;2244;p84"/>
            <p:cNvSpPr/>
            <p:nvPr/>
          </p:nvSpPr>
          <p:spPr>
            <a:xfrm>
              <a:off x="9526136" y="3631678"/>
              <a:ext cx="1066412" cy="108443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B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5" name="Google Shape;2245;p84"/>
            <p:cNvGrpSpPr/>
            <p:nvPr/>
          </p:nvGrpSpPr>
          <p:grpSpPr>
            <a:xfrm>
              <a:off x="9641262" y="4203374"/>
              <a:ext cx="314932" cy="306639"/>
              <a:chOff x="624431" y="1107698"/>
              <a:chExt cx="682601" cy="664625"/>
            </a:xfrm>
          </p:grpSpPr>
          <p:sp>
            <p:nvSpPr>
              <p:cNvPr id="2246" name="Google Shape;2246;p84"/>
              <p:cNvSpPr/>
              <p:nvPr/>
            </p:nvSpPr>
            <p:spPr>
              <a:xfrm>
                <a:off x="1004841" y="1579446"/>
                <a:ext cx="1943" cy="7287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7287" extrusionOk="0">
                    <a:moveTo>
                      <a:pt x="0" y="486"/>
                    </a:moveTo>
                    <a:lnTo>
                      <a:pt x="1943" y="7288"/>
                    </a:lnTo>
                    <a:lnTo>
                      <a:pt x="486" y="0"/>
                    </a:lnTo>
                    <a:cubicBezTo>
                      <a:pt x="486" y="0"/>
                      <a:pt x="486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7" name="Google Shape;2247;p84"/>
              <p:cNvSpPr/>
              <p:nvPr/>
            </p:nvSpPr>
            <p:spPr>
              <a:xfrm>
                <a:off x="878038" y="1319523"/>
                <a:ext cx="62673" cy="67379"/>
              </a:xfrm>
              <a:custGeom>
                <a:avLst/>
                <a:gdLst/>
                <a:ahLst/>
                <a:cxnLst/>
                <a:rect l="l" t="t" r="r" b="b"/>
                <a:pathLst>
                  <a:path w="62673" h="67379" extrusionOk="0">
                    <a:moveTo>
                      <a:pt x="51499" y="66560"/>
                    </a:moveTo>
                    <a:cubicBezTo>
                      <a:pt x="51499" y="66560"/>
                      <a:pt x="54900" y="68017"/>
                      <a:pt x="56357" y="67046"/>
                    </a:cubicBezTo>
                    <a:cubicBezTo>
                      <a:pt x="57815" y="66560"/>
                      <a:pt x="58786" y="65102"/>
                      <a:pt x="58786" y="63159"/>
                    </a:cubicBezTo>
                    <a:cubicBezTo>
                      <a:pt x="59758" y="47126"/>
                      <a:pt x="60730" y="30608"/>
                      <a:pt x="61701" y="14575"/>
                    </a:cubicBezTo>
                    <a:lnTo>
                      <a:pt x="62673" y="0"/>
                    </a:lnTo>
                    <a:cubicBezTo>
                      <a:pt x="38381" y="4858"/>
                      <a:pt x="17976" y="15061"/>
                      <a:pt x="0" y="30122"/>
                    </a:cubicBezTo>
                    <a:cubicBezTo>
                      <a:pt x="7773" y="35466"/>
                      <a:pt x="15547" y="41296"/>
                      <a:pt x="23320" y="46640"/>
                    </a:cubicBezTo>
                    <a:cubicBezTo>
                      <a:pt x="32551" y="53442"/>
                      <a:pt x="42268" y="59758"/>
                      <a:pt x="51499" y="66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8" name="Google Shape;2248;p84"/>
              <p:cNvSpPr/>
              <p:nvPr/>
            </p:nvSpPr>
            <p:spPr>
              <a:xfrm>
                <a:off x="1014072" y="1494424"/>
                <a:ext cx="74333" cy="65102"/>
              </a:xfrm>
              <a:custGeom>
                <a:avLst/>
                <a:gdLst/>
                <a:ahLst/>
                <a:cxnLst/>
                <a:rect l="l" t="t" r="r" b="b"/>
                <a:pathLst>
                  <a:path w="74333" h="65102" extrusionOk="0">
                    <a:moveTo>
                      <a:pt x="8259" y="972"/>
                    </a:moveTo>
                    <a:cubicBezTo>
                      <a:pt x="8259" y="972"/>
                      <a:pt x="6316" y="2915"/>
                      <a:pt x="6316" y="4858"/>
                    </a:cubicBezTo>
                    <a:lnTo>
                      <a:pt x="0" y="9717"/>
                    </a:lnTo>
                    <a:lnTo>
                      <a:pt x="6802" y="6802"/>
                    </a:lnTo>
                    <a:lnTo>
                      <a:pt x="12632" y="20891"/>
                    </a:lnTo>
                    <a:cubicBezTo>
                      <a:pt x="18948" y="35466"/>
                      <a:pt x="24778" y="50527"/>
                      <a:pt x="31094" y="65102"/>
                    </a:cubicBezTo>
                    <a:cubicBezTo>
                      <a:pt x="50527" y="50527"/>
                      <a:pt x="64616" y="32551"/>
                      <a:pt x="74333" y="10688"/>
                    </a:cubicBezTo>
                    <a:lnTo>
                      <a:pt x="12146" y="0"/>
                    </a:lnTo>
                    <a:cubicBezTo>
                      <a:pt x="12146" y="0"/>
                      <a:pt x="9231" y="486"/>
                      <a:pt x="8259" y="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p84"/>
              <p:cNvSpPr/>
              <p:nvPr/>
            </p:nvSpPr>
            <p:spPr>
              <a:xfrm>
                <a:off x="842572" y="1494424"/>
                <a:ext cx="67045" cy="64616"/>
              </a:xfrm>
              <a:custGeom>
                <a:avLst/>
                <a:gdLst/>
                <a:ahLst/>
                <a:cxnLst/>
                <a:rect l="l" t="t" r="r" b="b"/>
                <a:pathLst>
                  <a:path w="67045" h="64616" extrusionOk="0">
                    <a:moveTo>
                      <a:pt x="62673" y="0"/>
                    </a:moveTo>
                    <a:lnTo>
                      <a:pt x="46155" y="2915"/>
                    </a:lnTo>
                    <a:cubicBezTo>
                      <a:pt x="30608" y="5344"/>
                      <a:pt x="15547" y="8259"/>
                      <a:pt x="0" y="10688"/>
                    </a:cubicBezTo>
                    <a:cubicBezTo>
                      <a:pt x="9717" y="32551"/>
                      <a:pt x="24292" y="50527"/>
                      <a:pt x="43240" y="64616"/>
                    </a:cubicBezTo>
                    <a:cubicBezTo>
                      <a:pt x="48584" y="51985"/>
                      <a:pt x="53442" y="39839"/>
                      <a:pt x="58300" y="27693"/>
                    </a:cubicBezTo>
                    <a:lnTo>
                      <a:pt x="65588" y="9717"/>
                    </a:lnTo>
                    <a:cubicBezTo>
                      <a:pt x="65588" y="9717"/>
                      <a:pt x="66560" y="6802"/>
                      <a:pt x="67046" y="5830"/>
                    </a:cubicBezTo>
                    <a:cubicBezTo>
                      <a:pt x="67046" y="4858"/>
                      <a:pt x="67046" y="3401"/>
                      <a:pt x="66074" y="2429"/>
                    </a:cubicBezTo>
                    <a:cubicBezTo>
                      <a:pt x="65102" y="1457"/>
                      <a:pt x="64131" y="972"/>
                      <a:pt x="62673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0" name="Google Shape;2250;p84"/>
              <p:cNvSpPr/>
              <p:nvPr/>
            </p:nvSpPr>
            <p:spPr>
              <a:xfrm>
                <a:off x="930994" y="1523575"/>
                <a:ext cx="68503" cy="62187"/>
              </a:xfrm>
              <a:custGeom>
                <a:avLst/>
                <a:gdLst/>
                <a:ahLst/>
                <a:cxnLst/>
                <a:rect l="l" t="t" r="r" b="b"/>
                <a:pathLst>
                  <a:path w="68503" h="62187" extrusionOk="0">
                    <a:moveTo>
                      <a:pt x="55385" y="32551"/>
                    </a:moveTo>
                    <a:cubicBezTo>
                      <a:pt x="50041" y="22834"/>
                      <a:pt x="44697" y="12632"/>
                      <a:pt x="38867" y="2915"/>
                    </a:cubicBezTo>
                    <a:cubicBezTo>
                      <a:pt x="37895" y="972"/>
                      <a:pt x="35952" y="486"/>
                      <a:pt x="34494" y="0"/>
                    </a:cubicBezTo>
                    <a:cubicBezTo>
                      <a:pt x="33037" y="0"/>
                      <a:pt x="31094" y="972"/>
                      <a:pt x="30122" y="2915"/>
                    </a:cubicBezTo>
                    <a:lnTo>
                      <a:pt x="17490" y="25749"/>
                    </a:lnTo>
                    <a:cubicBezTo>
                      <a:pt x="11660" y="36438"/>
                      <a:pt x="5830" y="46640"/>
                      <a:pt x="0" y="57329"/>
                    </a:cubicBezTo>
                    <a:cubicBezTo>
                      <a:pt x="11660" y="60244"/>
                      <a:pt x="22834" y="61701"/>
                      <a:pt x="34494" y="62187"/>
                    </a:cubicBezTo>
                    <a:cubicBezTo>
                      <a:pt x="45669" y="62187"/>
                      <a:pt x="57329" y="60730"/>
                      <a:pt x="68503" y="57815"/>
                    </a:cubicBezTo>
                    <a:cubicBezTo>
                      <a:pt x="67046" y="54900"/>
                      <a:pt x="65588" y="52470"/>
                      <a:pt x="64131" y="50041"/>
                    </a:cubicBezTo>
                    <a:lnTo>
                      <a:pt x="54900" y="330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p84"/>
              <p:cNvSpPr/>
              <p:nvPr/>
            </p:nvSpPr>
            <p:spPr>
              <a:xfrm>
                <a:off x="1090835" y="1499768"/>
                <a:ext cx="6801" cy="2915"/>
              </a:xfrm>
              <a:custGeom>
                <a:avLst/>
                <a:gdLst/>
                <a:ahLst/>
                <a:cxnLst/>
                <a:rect l="l" t="t" r="r" b="b"/>
                <a:pathLst>
                  <a:path w="6801" h="2915" extrusionOk="0">
                    <a:moveTo>
                      <a:pt x="0" y="0"/>
                    </a:moveTo>
                    <a:lnTo>
                      <a:pt x="6802" y="291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2" name="Google Shape;2252;p84"/>
              <p:cNvSpPr/>
              <p:nvPr/>
            </p:nvSpPr>
            <p:spPr>
              <a:xfrm>
                <a:off x="831667" y="1388512"/>
                <a:ext cx="64346" cy="67531"/>
              </a:xfrm>
              <a:custGeom>
                <a:avLst/>
                <a:gdLst/>
                <a:ahLst/>
                <a:cxnLst/>
                <a:rect l="l" t="t" r="r" b="b"/>
                <a:pathLst>
                  <a:path w="64346" h="67531" extrusionOk="0">
                    <a:moveTo>
                      <a:pt x="63375" y="47126"/>
                    </a:moveTo>
                    <a:cubicBezTo>
                      <a:pt x="63375" y="47126"/>
                      <a:pt x="63375" y="43725"/>
                      <a:pt x="60460" y="40810"/>
                    </a:cubicBezTo>
                    <a:cubicBezTo>
                      <a:pt x="45399" y="27207"/>
                      <a:pt x="30338" y="13603"/>
                      <a:pt x="15277" y="0"/>
                    </a:cubicBezTo>
                    <a:cubicBezTo>
                      <a:pt x="6532" y="17004"/>
                      <a:pt x="1673" y="34494"/>
                      <a:pt x="216" y="52956"/>
                    </a:cubicBezTo>
                    <a:cubicBezTo>
                      <a:pt x="216" y="57329"/>
                      <a:pt x="-270" y="62673"/>
                      <a:pt x="216" y="67531"/>
                    </a:cubicBezTo>
                    <a:lnTo>
                      <a:pt x="10419" y="64616"/>
                    </a:lnTo>
                    <a:cubicBezTo>
                      <a:pt x="26451" y="59758"/>
                      <a:pt x="42970" y="55385"/>
                      <a:pt x="59002" y="50527"/>
                    </a:cubicBezTo>
                    <a:cubicBezTo>
                      <a:pt x="63375" y="49070"/>
                      <a:pt x="63861" y="47612"/>
                      <a:pt x="64346" y="46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3" name="Google Shape;2253;p84"/>
              <p:cNvSpPr/>
              <p:nvPr/>
            </p:nvSpPr>
            <p:spPr>
              <a:xfrm>
                <a:off x="990752" y="1319523"/>
                <a:ext cx="61701" cy="66751"/>
              </a:xfrm>
              <a:custGeom>
                <a:avLst/>
                <a:gdLst/>
                <a:ahLst/>
                <a:cxnLst/>
                <a:rect l="l" t="t" r="r" b="b"/>
                <a:pathLst>
                  <a:path w="61701" h="66751" extrusionOk="0">
                    <a:moveTo>
                      <a:pt x="5830" y="66560"/>
                    </a:moveTo>
                    <a:cubicBezTo>
                      <a:pt x="5830" y="66560"/>
                      <a:pt x="8745" y="67531"/>
                      <a:pt x="12146" y="65102"/>
                    </a:cubicBezTo>
                    <a:cubicBezTo>
                      <a:pt x="28664" y="53442"/>
                      <a:pt x="45183" y="41782"/>
                      <a:pt x="61701" y="30122"/>
                    </a:cubicBezTo>
                    <a:cubicBezTo>
                      <a:pt x="42754" y="14575"/>
                      <a:pt x="22348" y="4373"/>
                      <a:pt x="0" y="0"/>
                    </a:cubicBezTo>
                    <a:lnTo>
                      <a:pt x="3401" y="60730"/>
                    </a:lnTo>
                    <a:cubicBezTo>
                      <a:pt x="3401" y="65102"/>
                      <a:pt x="4858" y="65588"/>
                      <a:pt x="5830" y="660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84"/>
              <p:cNvSpPr/>
              <p:nvPr/>
            </p:nvSpPr>
            <p:spPr>
              <a:xfrm>
                <a:off x="732681" y="1210695"/>
                <a:ext cx="466686" cy="454812"/>
              </a:xfrm>
              <a:custGeom>
                <a:avLst/>
                <a:gdLst/>
                <a:ahLst/>
                <a:cxnLst/>
                <a:rect l="l" t="t" r="r" b="b"/>
                <a:pathLst>
                  <a:path w="466686" h="454812" extrusionOk="0">
                    <a:moveTo>
                      <a:pt x="444146" y="283729"/>
                    </a:moveTo>
                    <a:cubicBezTo>
                      <a:pt x="438802" y="283243"/>
                      <a:pt x="433458" y="282757"/>
                      <a:pt x="428600" y="281786"/>
                    </a:cubicBezTo>
                    <a:cubicBezTo>
                      <a:pt x="421798" y="280814"/>
                      <a:pt x="414024" y="279842"/>
                      <a:pt x="409166" y="272555"/>
                    </a:cubicBezTo>
                    <a:cubicBezTo>
                      <a:pt x="406251" y="272069"/>
                      <a:pt x="404308" y="270611"/>
                      <a:pt x="403336" y="269154"/>
                    </a:cubicBezTo>
                    <a:cubicBezTo>
                      <a:pt x="400421" y="265753"/>
                      <a:pt x="400907" y="261866"/>
                      <a:pt x="401393" y="259923"/>
                    </a:cubicBezTo>
                    <a:cubicBezTo>
                      <a:pt x="402364" y="250206"/>
                      <a:pt x="402850" y="240975"/>
                      <a:pt x="402364" y="231744"/>
                    </a:cubicBezTo>
                    <a:cubicBezTo>
                      <a:pt x="400907" y="202108"/>
                      <a:pt x="391676" y="174416"/>
                      <a:pt x="376129" y="149152"/>
                    </a:cubicBezTo>
                    <a:cubicBezTo>
                      <a:pt x="375158" y="147695"/>
                      <a:pt x="373214" y="144294"/>
                      <a:pt x="374186" y="139921"/>
                    </a:cubicBezTo>
                    <a:cubicBezTo>
                      <a:pt x="374672" y="137492"/>
                      <a:pt x="376129" y="135549"/>
                      <a:pt x="378073" y="134091"/>
                    </a:cubicBezTo>
                    <a:cubicBezTo>
                      <a:pt x="378558" y="129719"/>
                      <a:pt x="380988" y="125832"/>
                      <a:pt x="384874" y="122431"/>
                    </a:cubicBezTo>
                    <a:cubicBezTo>
                      <a:pt x="391190" y="117087"/>
                      <a:pt x="398478" y="112228"/>
                      <a:pt x="408194" y="106884"/>
                    </a:cubicBezTo>
                    <a:cubicBezTo>
                      <a:pt x="412081" y="104941"/>
                      <a:pt x="415482" y="102998"/>
                      <a:pt x="417911" y="100083"/>
                    </a:cubicBezTo>
                    <a:cubicBezTo>
                      <a:pt x="421312" y="97167"/>
                      <a:pt x="421312" y="94738"/>
                      <a:pt x="420826" y="93281"/>
                    </a:cubicBezTo>
                    <a:cubicBezTo>
                      <a:pt x="420826" y="90852"/>
                      <a:pt x="418883" y="89394"/>
                      <a:pt x="417911" y="88908"/>
                    </a:cubicBezTo>
                    <a:cubicBezTo>
                      <a:pt x="415968" y="87937"/>
                      <a:pt x="413053" y="88422"/>
                      <a:pt x="410624" y="89880"/>
                    </a:cubicBezTo>
                    <a:cubicBezTo>
                      <a:pt x="407223" y="91823"/>
                      <a:pt x="404308" y="95224"/>
                      <a:pt x="401393" y="98139"/>
                    </a:cubicBezTo>
                    <a:cubicBezTo>
                      <a:pt x="395563" y="104941"/>
                      <a:pt x="389247" y="111257"/>
                      <a:pt x="382445" y="116601"/>
                    </a:cubicBezTo>
                    <a:cubicBezTo>
                      <a:pt x="380502" y="118058"/>
                      <a:pt x="375643" y="122431"/>
                      <a:pt x="368356" y="121459"/>
                    </a:cubicBezTo>
                    <a:cubicBezTo>
                      <a:pt x="366412" y="123403"/>
                      <a:pt x="363983" y="124374"/>
                      <a:pt x="361554" y="123889"/>
                    </a:cubicBezTo>
                    <a:cubicBezTo>
                      <a:pt x="357182" y="123889"/>
                      <a:pt x="354267" y="120974"/>
                      <a:pt x="352809" y="119516"/>
                    </a:cubicBezTo>
                    <a:cubicBezTo>
                      <a:pt x="333861" y="100568"/>
                      <a:pt x="311513" y="86965"/>
                      <a:pt x="286249" y="78220"/>
                    </a:cubicBezTo>
                    <a:cubicBezTo>
                      <a:pt x="275075" y="74333"/>
                      <a:pt x="263415" y="71904"/>
                      <a:pt x="249811" y="69961"/>
                    </a:cubicBezTo>
                    <a:cubicBezTo>
                      <a:pt x="248354" y="69961"/>
                      <a:pt x="244953" y="69961"/>
                      <a:pt x="242524" y="67046"/>
                    </a:cubicBezTo>
                    <a:lnTo>
                      <a:pt x="240581" y="64616"/>
                    </a:lnTo>
                    <a:lnTo>
                      <a:pt x="240581" y="60244"/>
                    </a:lnTo>
                    <a:cubicBezTo>
                      <a:pt x="237180" y="56357"/>
                      <a:pt x="235722" y="52956"/>
                      <a:pt x="235722" y="49070"/>
                    </a:cubicBezTo>
                    <a:lnTo>
                      <a:pt x="235722" y="47126"/>
                    </a:lnTo>
                    <a:cubicBezTo>
                      <a:pt x="235722" y="42754"/>
                      <a:pt x="235722" y="38867"/>
                      <a:pt x="236208" y="34494"/>
                    </a:cubicBezTo>
                    <a:cubicBezTo>
                      <a:pt x="237180" y="28664"/>
                      <a:pt x="237666" y="23320"/>
                      <a:pt x="238637" y="17490"/>
                    </a:cubicBezTo>
                    <a:lnTo>
                      <a:pt x="238637" y="11660"/>
                    </a:lnTo>
                    <a:cubicBezTo>
                      <a:pt x="238637" y="11660"/>
                      <a:pt x="239123" y="7288"/>
                      <a:pt x="239123" y="7288"/>
                    </a:cubicBezTo>
                    <a:cubicBezTo>
                      <a:pt x="239123" y="3401"/>
                      <a:pt x="236208" y="486"/>
                      <a:pt x="233293" y="0"/>
                    </a:cubicBezTo>
                    <a:cubicBezTo>
                      <a:pt x="229892" y="0"/>
                      <a:pt x="226977" y="2429"/>
                      <a:pt x="226491" y="6316"/>
                    </a:cubicBezTo>
                    <a:cubicBezTo>
                      <a:pt x="226491" y="9231"/>
                      <a:pt x="226491" y="12632"/>
                      <a:pt x="226977" y="17490"/>
                    </a:cubicBezTo>
                    <a:cubicBezTo>
                      <a:pt x="228435" y="26721"/>
                      <a:pt x="229892" y="36438"/>
                      <a:pt x="229892" y="46640"/>
                    </a:cubicBezTo>
                    <a:cubicBezTo>
                      <a:pt x="229892" y="49070"/>
                      <a:pt x="229892" y="54414"/>
                      <a:pt x="225520" y="58786"/>
                    </a:cubicBezTo>
                    <a:cubicBezTo>
                      <a:pt x="225520" y="62187"/>
                      <a:pt x="224548" y="64616"/>
                      <a:pt x="223090" y="66560"/>
                    </a:cubicBezTo>
                    <a:cubicBezTo>
                      <a:pt x="221633" y="68503"/>
                      <a:pt x="219204" y="69475"/>
                      <a:pt x="215803" y="69961"/>
                    </a:cubicBezTo>
                    <a:lnTo>
                      <a:pt x="212402" y="69961"/>
                    </a:lnTo>
                    <a:cubicBezTo>
                      <a:pt x="174021" y="75305"/>
                      <a:pt x="140012" y="91337"/>
                      <a:pt x="112805" y="119030"/>
                    </a:cubicBezTo>
                    <a:cubicBezTo>
                      <a:pt x="111348" y="120488"/>
                      <a:pt x="108433" y="124374"/>
                      <a:pt x="103574" y="123403"/>
                    </a:cubicBezTo>
                    <a:cubicBezTo>
                      <a:pt x="101631" y="123403"/>
                      <a:pt x="99202" y="122431"/>
                      <a:pt x="97259" y="121459"/>
                    </a:cubicBezTo>
                    <a:cubicBezTo>
                      <a:pt x="90943" y="121945"/>
                      <a:pt x="86570" y="118544"/>
                      <a:pt x="84627" y="117573"/>
                    </a:cubicBezTo>
                    <a:cubicBezTo>
                      <a:pt x="77825" y="112228"/>
                      <a:pt x="71509" y="106398"/>
                      <a:pt x="64707" y="98625"/>
                    </a:cubicBezTo>
                    <a:cubicBezTo>
                      <a:pt x="61307" y="94738"/>
                      <a:pt x="58392" y="91823"/>
                      <a:pt x="54991" y="89394"/>
                    </a:cubicBezTo>
                    <a:cubicBezTo>
                      <a:pt x="51590" y="87451"/>
                      <a:pt x="47703" y="87937"/>
                      <a:pt x="45760" y="90366"/>
                    </a:cubicBezTo>
                    <a:cubicBezTo>
                      <a:pt x="43816" y="92795"/>
                      <a:pt x="44302" y="96682"/>
                      <a:pt x="47217" y="99597"/>
                    </a:cubicBezTo>
                    <a:cubicBezTo>
                      <a:pt x="50132" y="102512"/>
                      <a:pt x="53533" y="104455"/>
                      <a:pt x="57420" y="106398"/>
                    </a:cubicBezTo>
                    <a:cubicBezTo>
                      <a:pt x="65193" y="110771"/>
                      <a:pt x="72481" y="115143"/>
                      <a:pt x="78797" y="120488"/>
                    </a:cubicBezTo>
                    <a:cubicBezTo>
                      <a:pt x="81712" y="122917"/>
                      <a:pt x="86570" y="126804"/>
                      <a:pt x="87542" y="133605"/>
                    </a:cubicBezTo>
                    <a:cubicBezTo>
                      <a:pt x="89485" y="135063"/>
                      <a:pt x="90457" y="137006"/>
                      <a:pt x="90943" y="138949"/>
                    </a:cubicBezTo>
                    <a:cubicBezTo>
                      <a:pt x="91914" y="143322"/>
                      <a:pt x="89971" y="147209"/>
                      <a:pt x="88514" y="149152"/>
                    </a:cubicBezTo>
                    <a:cubicBezTo>
                      <a:pt x="67622" y="183161"/>
                      <a:pt x="59363" y="220084"/>
                      <a:pt x="64222" y="258951"/>
                    </a:cubicBezTo>
                    <a:cubicBezTo>
                      <a:pt x="65193" y="268182"/>
                      <a:pt x="59363" y="271097"/>
                      <a:pt x="56448" y="271583"/>
                    </a:cubicBezTo>
                    <a:cubicBezTo>
                      <a:pt x="53047" y="276927"/>
                      <a:pt x="47703" y="278385"/>
                      <a:pt x="43816" y="279356"/>
                    </a:cubicBezTo>
                    <a:cubicBezTo>
                      <a:pt x="34586" y="281300"/>
                      <a:pt x="24869" y="282272"/>
                      <a:pt x="15638" y="282757"/>
                    </a:cubicBezTo>
                    <a:cubicBezTo>
                      <a:pt x="11265" y="282757"/>
                      <a:pt x="7864" y="283729"/>
                      <a:pt x="4464" y="284701"/>
                    </a:cubicBezTo>
                    <a:cubicBezTo>
                      <a:pt x="1063" y="286158"/>
                      <a:pt x="-395" y="289559"/>
                      <a:pt x="91" y="291988"/>
                    </a:cubicBezTo>
                    <a:cubicBezTo>
                      <a:pt x="577" y="294903"/>
                      <a:pt x="3978" y="297818"/>
                      <a:pt x="7379" y="296847"/>
                    </a:cubicBezTo>
                    <a:cubicBezTo>
                      <a:pt x="11265" y="296847"/>
                      <a:pt x="15152" y="295389"/>
                      <a:pt x="19525" y="293446"/>
                    </a:cubicBezTo>
                    <a:cubicBezTo>
                      <a:pt x="28755" y="289559"/>
                      <a:pt x="37015" y="286644"/>
                      <a:pt x="44788" y="284701"/>
                    </a:cubicBezTo>
                    <a:cubicBezTo>
                      <a:pt x="48675" y="283729"/>
                      <a:pt x="53533" y="282272"/>
                      <a:pt x="58392" y="285187"/>
                    </a:cubicBezTo>
                    <a:cubicBezTo>
                      <a:pt x="59849" y="286158"/>
                      <a:pt x="60335" y="286158"/>
                      <a:pt x="60335" y="286158"/>
                    </a:cubicBezTo>
                    <a:lnTo>
                      <a:pt x="63250" y="285187"/>
                    </a:lnTo>
                    <a:lnTo>
                      <a:pt x="67622" y="286644"/>
                    </a:lnTo>
                    <a:cubicBezTo>
                      <a:pt x="71023" y="288587"/>
                      <a:pt x="71995" y="291502"/>
                      <a:pt x="72481" y="292960"/>
                    </a:cubicBezTo>
                    <a:cubicBezTo>
                      <a:pt x="86084" y="331341"/>
                      <a:pt x="109890" y="361463"/>
                      <a:pt x="144385" y="382840"/>
                    </a:cubicBezTo>
                    <a:cubicBezTo>
                      <a:pt x="150701" y="386727"/>
                      <a:pt x="150701" y="392557"/>
                      <a:pt x="148271" y="396929"/>
                    </a:cubicBezTo>
                    <a:cubicBezTo>
                      <a:pt x="150701" y="403245"/>
                      <a:pt x="148271" y="408589"/>
                      <a:pt x="146814" y="410533"/>
                    </a:cubicBezTo>
                    <a:cubicBezTo>
                      <a:pt x="142927" y="418306"/>
                      <a:pt x="138555" y="426079"/>
                      <a:pt x="131753" y="435310"/>
                    </a:cubicBezTo>
                    <a:cubicBezTo>
                      <a:pt x="128838" y="439197"/>
                      <a:pt x="127380" y="442112"/>
                      <a:pt x="126409" y="445027"/>
                    </a:cubicBezTo>
                    <a:cubicBezTo>
                      <a:pt x="124951" y="448914"/>
                      <a:pt x="126409" y="452800"/>
                      <a:pt x="129324" y="454258"/>
                    </a:cubicBezTo>
                    <a:cubicBezTo>
                      <a:pt x="132239" y="455715"/>
                      <a:pt x="136126" y="454258"/>
                      <a:pt x="138069" y="450371"/>
                    </a:cubicBezTo>
                    <a:cubicBezTo>
                      <a:pt x="139526" y="447942"/>
                      <a:pt x="140984" y="444541"/>
                      <a:pt x="141956" y="440654"/>
                    </a:cubicBezTo>
                    <a:cubicBezTo>
                      <a:pt x="144871" y="430938"/>
                      <a:pt x="147786" y="422193"/>
                      <a:pt x="151672" y="414419"/>
                    </a:cubicBezTo>
                    <a:cubicBezTo>
                      <a:pt x="152644" y="411990"/>
                      <a:pt x="155559" y="406160"/>
                      <a:pt x="162361" y="403731"/>
                    </a:cubicBezTo>
                    <a:cubicBezTo>
                      <a:pt x="163818" y="400330"/>
                      <a:pt x="168191" y="395472"/>
                      <a:pt x="176936" y="398387"/>
                    </a:cubicBezTo>
                    <a:cubicBezTo>
                      <a:pt x="213860" y="411504"/>
                      <a:pt x="251269" y="411504"/>
                      <a:pt x="289164" y="398872"/>
                    </a:cubicBezTo>
                    <a:cubicBezTo>
                      <a:pt x="292079" y="397901"/>
                      <a:pt x="295966" y="396443"/>
                      <a:pt x="300339" y="398872"/>
                    </a:cubicBezTo>
                    <a:cubicBezTo>
                      <a:pt x="302282" y="399844"/>
                      <a:pt x="303739" y="401302"/>
                      <a:pt x="304711" y="403731"/>
                    </a:cubicBezTo>
                    <a:cubicBezTo>
                      <a:pt x="309084" y="405188"/>
                      <a:pt x="311999" y="408103"/>
                      <a:pt x="314428" y="412962"/>
                    </a:cubicBezTo>
                    <a:cubicBezTo>
                      <a:pt x="319286" y="422678"/>
                      <a:pt x="322201" y="432881"/>
                      <a:pt x="324630" y="441140"/>
                    </a:cubicBezTo>
                    <a:cubicBezTo>
                      <a:pt x="326088" y="445999"/>
                      <a:pt x="327545" y="449400"/>
                      <a:pt x="329975" y="451829"/>
                    </a:cubicBezTo>
                    <a:cubicBezTo>
                      <a:pt x="332404" y="454258"/>
                      <a:pt x="335319" y="454744"/>
                      <a:pt x="337748" y="453286"/>
                    </a:cubicBezTo>
                    <a:cubicBezTo>
                      <a:pt x="340177" y="451829"/>
                      <a:pt x="341149" y="448428"/>
                      <a:pt x="340177" y="445513"/>
                    </a:cubicBezTo>
                    <a:cubicBezTo>
                      <a:pt x="339206" y="441626"/>
                      <a:pt x="336776" y="438225"/>
                      <a:pt x="334347" y="434824"/>
                    </a:cubicBezTo>
                    <a:cubicBezTo>
                      <a:pt x="329003" y="427051"/>
                      <a:pt x="324145" y="419763"/>
                      <a:pt x="320258" y="412476"/>
                    </a:cubicBezTo>
                    <a:cubicBezTo>
                      <a:pt x="318800" y="409561"/>
                      <a:pt x="315400" y="403731"/>
                      <a:pt x="317829" y="396443"/>
                    </a:cubicBezTo>
                    <a:cubicBezTo>
                      <a:pt x="315885" y="392071"/>
                      <a:pt x="316371" y="386727"/>
                      <a:pt x="322687" y="382840"/>
                    </a:cubicBezTo>
                    <a:cubicBezTo>
                      <a:pt x="339691" y="372637"/>
                      <a:pt x="354752" y="359034"/>
                      <a:pt x="367384" y="343001"/>
                    </a:cubicBezTo>
                    <a:cubicBezTo>
                      <a:pt x="379044" y="327940"/>
                      <a:pt x="388275" y="311422"/>
                      <a:pt x="394105" y="293446"/>
                    </a:cubicBezTo>
                    <a:cubicBezTo>
                      <a:pt x="396534" y="285672"/>
                      <a:pt x="402850" y="284215"/>
                      <a:pt x="407709" y="285672"/>
                    </a:cubicBezTo>
                    <a:cubicBezTo>
                      <a:pt x="409652" y="283243"/>
                      <a:pt x="414510" y="282272"/>
                      <a:pt x="419369" y="283243"/>
                    </a:cubicBezTo>
                    <a:cubicBezTo>
                      <a:pt x="425199" y="284701"/>
                      <a:pt x="431029" y="286158"/>
                      <a:pt x="436373" y="288102"/>
                    </a:cubicBezTo>
                    <a:cubicBezTo>
                      <a:pt x="440260" y="289559"/>
                      <a:pt x="442689" y="290531"/>
                      <a:pt x="445118" y="291502"/>
                    </a:cubicBezTo>
                    <a:cubicBezTo>
                      <a:pt x="449491" y="293446"/>
                      <a:pt x="453377" y="294903"/>
                      <a:pt x="457750" y="295389"/>
                    </a:cubicBezTo>
                    <a:cubicBezTo>
                      <a:pt x="462122" y="296361"/>
                      <a:pt x="464066" y="294417"/>
                      <a:pt x="465523" y="292474"/>
                    </a:cubicBezTo>
                    <a:cubicBezTo>
                      <a:pt x="466981" y="290531"/>
                      <a:pt x="466981" y="289073"/>
                      <a:pt x="466009" y="287130"/>
                    </a:cubicBezTo>
                    <a:cubicBezTo>
                      <a:pt x="464552" y="284215"/>
                      <a:pt x="462608" y="282757"/>
                      <a:pt x="459207" y="282272"/>
                    </a:cubicBezTo>
                    <a:cubicBezTo>
                      <a:pt x="454349" y="281786"/>
                      <a:pt x="449491" y="281300"/>
                      <a:pt x="444632" y="280814"/>
                    </a:cubicBezTo>
                    <a:close/>
                    <a:moveTo>
                      <a:pt x="246411" y="95710"/>
                    </a:moveTo>
                    <a:cubicBezTo>
                      <a:pt x="249811" y="92795"/>
                      <a:pt x="254184" y="93281"/>
                      <a:pt x="259042" y="94252"/>
                    </a:cubicBezTo>
                    <a:lnTo>
                      <a:pt x="259042" y="94252"/>
                    </a:lnTo>
                    <a:cubicBezTo>
                      <a:pt x="286249" y="99111"/>
                      <a:pt x="311513" y="111743"/>
                      <a:pt x="332890" y="131176"/>
                    </a:cubicBezTo>
                    <a:cubicBezTo>
                      <a:pt x="334347" y="132634"/>
                      <a:pt x="337748" y="135549"/>
                      <a:pt x="337262" y="139921"/>
                    </a:cubicBezTo>
                    <a:cubicBezTo>
                      <a:pt x="337262" y="144294"/>
                      <a:pt x="333376" y="147209"/>
                      <a:pt x="331918" y="148180"/>
                    </a:cubicBezTo>
                    <a:cubicBezTo>
                      <a:pt x="313942" y="160812"/>
                      <a:pt x="296452" y="173444"/>
                      <a:pt x="278476" y="186076"/>
                    </a:cubicBezTo>
                    <a:cubicBezTo>
                      <a:pt x="274103" y="188991"/>
                      <a:pt x="269731" y="190448"/>
                      <a:pt x="265358" y="190448"/>
                    </a:cubicBezTo>
                    <a:cubicBezTo>
                      <a:pt x="262443" y="190448"/>
                      <a:pt x="260014" y="189962"/>
                      <a:pt x="257099" y="188505"/>
                    </a:cubicBezTo>
                    <a:cubicBezTo>
                      <a:pt x="250297" y="185590"/>
                      <a:pt x="246411" y="179274"/>
                      <a:pt x="245925" y="170529"/>
                    </a:cubicBezTo>
                    <a:lnTo>
                      <a:pt x="242524" y="108828"/>
                    </a:lnTo>
                    <a:cubicBezTo>
                      <a:pt x="242524" y="102998"/>
                      <a:pt x="242524" y="98625"/>
                      <a:pt x="245925" y="95710"/>
                    </a:cubicBezTo>
                    <a:close/>
                    <a:moveTo>
                      <a:pt x="249326" y="207938"/>
                    </a:moveTo>
                    <a:lnTo>
                      <a:pt x="269245" y="233202"/>
                    </a:lnTo>
                    <a:lnTo>
                      <a:pt x="262443" y="264781"/>
                    </a:lnTo>
                    <a:lnTo>
                      <a:pt x="233293" y="278871"/>
                    </a:lnTo>
                    <a:lnTo>
                      <a:pt x="204143" y="264781"/>
                    </a:lnTo>
                    <a:lnTo>
                      <a:pt x="196855" y="233202"/>
                    </a:lnTo>
                    <a:lnTo>
                      <a:pt x="216775" y="207938"/>
                    </a:lnTo>
                    <a:lnTo>
                      <a:pt x="249326" y="207938"/>
                    </a:lnTo>
                    <a:close/>
                    <a:moveTo>
                      <a:pt x="130781" y="132148"/>
                    </a:moveTo>
                    <a:lnTo>
                      <a:pt x="136126" y="137492"/>
                    </a:lnTo>
                    <a:lnTo>
                      <a:pt x="131267" y="132148"/>
                    </a:lnTo>
                    <a:cubicBezTo>
                      <a:pt x="152158" y="112714"/>
                      <a:pt x="176936" y="100568"/>
                      <a:pt x="204629" y="95224"/>
                    </a:cubicBezTo>
                    <a:cubicBezTo>
                      <a:pt x="206572" y="95224"/>
                      <a:pt x="208029" y="94738"/>
                      <a:pt x="209001" y="94252"/>
                    </a:cubicBezTo>
                    <a:cubicBezTo>
                      <a:pt x="212888" y="93767"/>
                      <a:pt x="216289" y="93281"/>
                      <a:pt x="219690" y="96196"/>
                    </a:cubicBezTo>
                    <a:cubicBezTo>
                      <a:pt x="223090" y="99111"/>
                      <a:pt x="222605" y="102998"/>
                      <a:pt x="222605" y="106398"/>
                    </a:cubicBezTo>
                    <a:lnTo>
                      <a:pt x="221633" y="124374"/>
                    </a:lnTo>
                    <a:cubicBezTo>
                      <a:pt x="220661" y="140407"/>
                      <a:pt x="219690" y="156925"/>
                      <a:pt x="218718" y="172958"/>
                    </a:cubicBezTo>
                    <a:cubicBezTo>
                      <a:pt x="218718" y="180246"/>
                      <a:pt x="214345" y="186076"/>
                      <a:pt x="208029" y="188991"/>
                    </a:cubicBezTo>
                    <a:cubicBezTo>
                      <a:pt x="205600" y="190448"/>
                      <a:pt x="202685" y="190934"/>
                      <a:pt x="199770" y="190934"/>
                    </a:cubicBezTo>
                    <a:cubicBezTo>
                      <a:pt x="195884" y="190934"/>
                      <a:pt x="191997" y="189477"/>
                      <a:pt x="188596" y="187533"/>
                    </a:cubicBezTo>
                    <a:cubicBezTo>
                      <a:pt x="179365" y="180731"/>
                      <a:pt x="169648" y="174416"/>
                      <a:pt x="160417" y="167614"/>
                    </a:cubicBezTo>
                    <a:cubicBezTo>
                      <a:pt x="151187" y="160812"/>
                      <a:pt x="141470" y="154496"/>
                      <a:pt x="132239" y="147695"/>
                    </a:cubicBezTo>
                    <a:cubicBezTo>
                      <a:pt x="129324" y="145751"/>
                      <a:pt x="127866" y="143322"/>
                      <a:pt x="127380" y="140407"/>
                    </a:cubicBezTo>
                    <a:cubicBezTo>
                      <a:pt x="127380" y="136034"/>
                      <a:pt x="129810" y="133605"/>
                      <a:pt x="131267" y="132634"/>
                    </a:cubicBezTo>
                    <a:close/>
                    <a:moveTo>
                      <a:pt x="85113" y="256522"/>
                    </a:moveTo>
                    <a:cubicBezTo>
                      <a:pt x="83169" y="246805"/>
                      <a:pt x="83655" y="237574"/>
                      <a:pt x="84141" y="229801"/>
                    </a:cubicBezTo>
                    <a:cubicBezTo>
                      <a:pt x="85598" y="206967"/>
                      <a:pt x="92400" y="185590"/>
                      <a:pt x="103574" y="166156"/>
                    </a:cubicBezTo>
                    <a:cubicBezTo>
                      <a:pt x="104546" y="164699"/>
                      <a:pt x="106489" y="160812"/>
                      <a:pt x="110862" y="160326"/>
                    </a:cubicBezTo>
                    <a:cubicBezTo>
                      <a:pt x="115235" y="159841"/>
                      <a:pt x="118150" y="162270"/>
                      <a:pt x="119607" y="163241"/>
                    </a:cubicBezTo>
                    <a:cubicBezTo>
                      <a:pt x="136126" y="178302"/>
                      <a:pt x="152644" y="192877"/>
                      <a:pt x="169162" y="207453"/>
                    </a:cubicBezTo>
                    <a:cubicBezTo>
                      <a:pt x="175964" y="213283"/>
                      <a:pt x="178393" y="220084"/>
                      <a:pt x="176450" y="227858"/>
                    </a:cubicBezTo>
                    <a:cubicBezTo>
                      <a:pt x="174021" y="239032"/>
                      <a:pt x="164304" y="241461"/>
                      <a:pt x="160903" y="242433"/>
                    </a:cubicBezTo>
                    <a:cubicBezTo>
                      <a:pt x="144871" y="246805"/>
                      <a:pt x="128838" y="251664"/>
                      <a:pt x="112320" y="256522"/>
                    </a:cubicBezTo>
                    <a:lnTo>
                      <a:pt x="86570" y="263810"/>
                    </a:lnTo>
                    <a:lnTo>
                      <a:pt x="85113" y="256036"/>
                    </a:lnTo>
                    <a:close/>
                    <a:moveTo>
                      <a:pt x="164790" y="358062"/>
                    </a:moveTo>
                    <a:cubicBezTo>
                      <a:pt x="164790" y="358062"/>
                      <a:pt x="162361" y="363892"/>
                      <a:pt x="157988" y="365350"/>
                    </a:cubicBezTo>
                    <a:cubicBezTo>
                      <a:pt x="157017" y="365350"/>
                      <a:pt x="156045" y="365350"/>
                      <a:pt x="155559" y="365350"/>
                    </a:cubicBezTo>
                    <a:cubicBezTo>
                      <a:pt x="152158" y="365350"/>
                      <a:pt x="149729" y="363406"/>
                      <a:pt x="148271" y="362435"/>
                    </a:cubicBezTo>
                    <a:cubicBezTo>
                      <a:pt x="123980" y="345430"/>
                      <a:pt x="105518" y="322596"/>
                      <a:pt x="94344" y="294903"/>
                    </a:cubicBezTo>
                    <a:cubicBezTo>
                      <a:pt x="93372" y="292960"/>
                      <a:pt x="91914" y="289073"/>
                      <a:pt x="94344" y="285672"/>
                    </a:cubicBezTo>
                    <a:cubicBezTo>
                      <a:pt x="95801" y="283243"/>
                      <a:pt x="98230" y="281300"/>
                      <a:pt x="102117" y="280814"/>
                    </a:cubicBezTo>
                    <a:cubicBezTo>
                      <a:pt x="119121" y="277899"/>
                      <a:pt x="136611" y="274984"/>
                      <a:pt x="153616" y="272069"/>
                    </a:cubicBezTo>
                    <a:lnTo>
                      <a:pt x="172563" y="269154"/>
                    </a:lnTo>
                    <a:cubicBezTo>
                      <a:pt x="178393" y="268668"/>
                      <a:pt x="183738" y="271583"/>
                      <a:pt x="187624" y="275956"/>
                    </a:cubicBezTo>
                    <a:cubicBezTo>
                      <a:pt x="191511" y="280328"/>
                      <a:pt x="192969" y="286158"/>
                      <a:pt x="191997" y="291988"/>
                    </a:cubicBezTo>
                    <a:lnTo>
                      <a:pt x="191997" y="291988"/>
                    </a:lnTo>
                    <a:cubicBezTo>
                      <a:pt x="191997" y="291988"/>
                      <a:pt x="190539" y="296361"/>
                      <a:pt x="190053" y="298790"/>
                    </a:cubicBezTo>
                    <a:lnTo>
                      <a:pt x="182766" y="316766"/>
                    </a:lnTo>
                    <a:cubicBezTo>
                      <a:pt x="176936" y="330369"/>
                      <a:pt x="171592" y="343973"/>
                      <a:pt x="165762" y="358062"/>
                    </a:cubicBezTo>
                    <a:close/>
                    <a:moveTo>
                      <a:pt x="283820" y="377010"/>
                    </a:moveTo>
                    <a:cubicBezTo>
                      <a:pt x="281877" y="381382"/>
                      <a:pt x="277504" y="382840"/>
                      <a:pt x="276047" y="383326"/>
                    </a:cubicBezTo>
                    <a:cubicBezTo>
                      <a:pt x="261472" y="387212"/>
                      <a:pt x="247382" y="389642"/>
                      <a:pt x="232807" y="389642"/>
                    </a:cubicBezTo>
                    <a:cubicBezTo>
                      <a:pt x="217746" y="389642"/>
                      <a:pt x="203171" y="387212"/>
                      <a:pt x="188596" y="382840"/>
                    </a:cubicBezTo>
                    <a:cubicBezTo>
                      <a:pt x="187138" y="382840"/>
                      <a:pt x="183252" y="381382"/>
                      <a:pt x="181308" y="377010"/>
                    </a:cubicBezTo>
                    <a:cubicBezTo>
                      <a:pt x="179851" y="373123"/>
                      <a:pt x="181308" y="369236"/>
                      <a:pt x="182280" y="367779"/>
                    </a:cubicBezTo>
                    <a:cubicBezTo>
                      <a:pt x="189082" y="355633"/>
                      <a:pt x="195398" y="343973"/>
                      <a:pt x="202199" y="331827"/>
                    </a:cubicBezTo>
                    <a:lnTo>
                      <a:pt x="214831" y="308993"/>
                    </a:lnTo>
                    <a:cubicBezTo>
                      <a:pt x="218718" y="302191"/>
                      <a:pt x="225034" y="298304"/>
                      <a:pt x="231836" y="298304"/>
                    </a:cubicBezTo>
                    <a:lnTo>
                      <a:pt x="231836" y="298304"/>
                    </a:lnTo>
                    <a:cubicBezTo>
                      <a:pt x="238637" y="298304"/>
                      <a:pt x="244953" y="302191"/>
                      <a:pt x="248840" y="308993"/>
                    </a:cubicBezTo>
                    <a:cubicBezTo>
                      <a:pt x="254670" y="318709"/>
                      <a:pt x="260014" y="328912"/>
                      <a:pt x="265358" y="338629"/>
                    </a:cubicBezTo>
                    <a:lnTo>
                      <a:pt x="274589" y="355633"/>
                    </a:lnTo>
                    <a:cubicBezTo>
                      <a:pt x="276533" y="359520"/>
                      <a:pt x="278962" y="363406"/>
                      <a:pt x="280905" y="367293"/>
                    </a:cubicBezTo>
                    <a:cubicBezTo>
                      <a:pt x="281877" y="368751"/>
                      <a:pt x="284306" y="372637"/>
                      <a:pt x="282363" y="377010"/>
                    </a:cubicBezTo>
                    <a:close/>
                    <a:moveTo>
                      <a:pt x="371757" y="294417"/>
                    </a:moveTo>
                    <a:cubicBezTo>
                      <a:pt x="360582" y="323082"/>
                      <a:pt x="341635" y="346402"/>
                      <a:pt x="316857" y="363892"/>
                    </a:cubicBezTo>
                    <a:cubicBezTo>
                      <a:pt x="315885" y="364378"/>
                      <a:pt x="313456" y="366321"/>
                      <a:pt x="310541" y="366321"/>
                    </a:cubicBezTo>
                    <a:cubicBezTo>
                      <a:pt x="309569" y="366321"/>
                      <a:pt x="309084" y="366321"/>
                      <a:pt x="308112" y="366321"/>
                    </a:cubicBezTo>
                    <a:cubicBezTo>
                      <a:pt x="303739" y="364864"/>
                      <a:pt x="302282" y="360977"/>
                      <a:pt x="301796" y="360005"/>
                    </a:cubicBezTo>
                    <a:cubicBezTo>
                      <a:pt x="294994" y="343487"/>
                      <a:pt x="288193" y="326969"/>
                      <a:pt x="281391" y="310450"/>
                    </a:cubicBezTo>
                    <a:lnTo>
                      <a:pt x="275561" y="296361"/>
                    </a:lnTo>
                    <a:cubicBezTo>
                      <a:pt x="275561" y="296361"/>
                      <a:pt x="273618" y="291017"/>
                      <a:pt x="274103" y="287616"/>
                    </a:cubicBezTo>
                    <a:cubicBezTo>
                      <a:pt x="274103" y="282757"/>
                      <a:pt x="276533" y="277413"/>
                      <a:pt x="280905" y="273526"/>
                    </a:cubicBezTo>
                    <a:cubicBezTo>
                      <a:pt x="285278" y="270126"/>
                      <a:pt x="290622" y="268668"/>
                      <a:pt x="296452" y="269640"/>
                    </a:cubicBezTo>
                    <a:lnTo>
                      <a:pt x="363983" y="281300"/>
                    </a:lnTo>
                    <a:cubicBezTo>
                      <a:pt x="363983" y="281300"/>
                      <a:pt x="369328" y="282272"/>
                      <a:pt x="371757" y="286158"/>
                    </a:cubicBezTo>
                    <a:cubicBezTo>
                      <a:pt x="373214" y="288587"/>
                      <a:pt x="373214" y="291502"/>
                      <a:pt x="371757" y="294903"/>
                    </a:cubicBezTo>
                    <a:lnTo>
                      <a:pt x="371757" y="294903"/>
                    </a:lnTo>
                    <a:close/>
                    <a:moveTo>
                      <a:pt x="380988" y="253121"/>
                    </a:moveTo>
                    <a:cubicBezTo>
                      <a:pt x="380988" y="256522"/>
                      <a:pt x="379530" y="258951"/>
                      <a:pt x="377101" y="260409"/>
                    </a:cubicBezTo>
                    <a:cubicBezTo>
                      <a:pt x="375643" y="261380"/>
                      <a:pt x="373700" y="261866"/>
                      <a:pt x="372242" y="261866"/>
                    </a:cubicBezTo>
                    <a:cubicBezTo>
                      <a:pt x="370785" y="261866"/>
                      <a:pt x="369328" y="261866"/>
                      <a:pt x="368842" y="261380"/>
                    </a:cubicBezTo>
                    <a:lnTo>
                      <a:pt x="347465" y="255065"/>
                    </a:lnTo>
                    <a:cubicBezTo>
                      <a:pt x="332404" y="250692"/>
                      <a:pt x="317829" y="246320"/>
                      <a:pt x="302768" y="241947"/>
                    </a:cubicBezTo>
                    <a:cubicBezTo>
                      <a:pt x="295480" y="240004"/>
                      <a:pt x="290136" y="234659"/>
                      <a:pt x="288678" y="227858"/>
                    </a:cubicBezTo>
                    <a:cubicBezTo>
                      <a:pt x="287221" y="221056"/>
                      <a:pt x="289650" y="213768"/>
                      <a:pt x="295480" y="208910"/>
                    </a:cubicBezTo>
                    <a:lnTo>
                      <a:pt x="346007" y="163727"/>
                    </a:lnTo>
                    <a:cubicBezTo>
                      <a:pt x="346007" y="163727"/>
                      <a:pt x="350380" y="159841"/>
                      <a:pt x="354752" y="160812"/>
                    </a:cubicBezTo>
                    <a:cubicBezTo>
                      <a:pt x="359125" y="161298"/>
                      <a:pt x="361068" y="165185"/>
                      <a:pt x="362040" y="166642"/>
                    </a:cubicBezTo>
                    <a:cubicBezTo>
                      <a:pt x="373214" y="186076"/>
                      <a:pt x="380016" y="206967"/>
                      <a:pt x="381473" y="228829"/>
                    </a:cubicBezTo>
                    <a:cubicBezTo>
                      <a:pt x="381473" y="234174"/>
                      <a:pt x="382445" y="238060"/>
                      <a:pt x="381959" y="241947"/>
                    </a:cubicBezTo>
                    <a:cubicBezTo>
                      <a:pt x="381959" y="246320"/>
                      <a:pt x="381959" y="249720"/>
                      <a:pt x="381473" y="2536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5" name="Google Shape;2255;p84"/>
              <p:cNvSpPr/>
              <p:nvPr/>
            </p:nvSpPr>
            <p:spPr>
              <a:xfrm>
                <a:off x="624431" y="1107698"/>
                <a:ext cx="682601" cy="664625"/>
              </a:xfrm>
              <a:custGeom>
                <a:avLst/>
                <a:gdLst/>
                <a:ahLst/>
                <a:cxnLst/>
                <a:rect l="l" t="t" r="r" b="b"/>
                <a:pathLst>
                  <a:path w="682601" h="664625" extrusionOk="0">
                    <a:moveTo>
                      <a:pt x="614584" y="131662"/>
                    </a:moveTo>
                    <a:lnTo>
                      <a:pt x="341058" y="0"/>
                    </a:lnTo>
                    <a:lnTo>
                      <a:pt x="67531" y="131662"/>
                    </a:lnTo>
                    <a:lnTo>
                      <a:pt x="0" y="427537"/>
                    </a:lnTo>
                    <a:lnTo>
                      <a:pt x="189477" y="664626"/>
                    </a:lnTo>
                    <a:lnTo>
                      <a:pt x="493125" y="664626"/>
                    </a:lnTo>
                    <a:lnTo>
                      <a:pt x="682601" y="427537"/>
                    </a:lnTo>
                    <a:lnTo>
                      <a:pt x="615070" y="131662"/>
                    </a:lnTo>
                    <a:close/>
                    <a:moveTo>
                      <a:pt x="584462" y="407618"/>
                    </a:moveTo>
                    <a:cubicBezTo>
                      <a:pt x="579118" y="413933"/>
                      <a:pt x="571831" y="416848"/>
                      <a:pt x="563085" y="415877"/>
                    </a:cubicBezTo>
                    <a:cubicBezTo>
                      <a:pt x="557255" y="414905"/>
                      <a:pt x="551911" y="412962"/>
                      <a:pt x="547053" y="411018"/>
                    </a:cubicBezTo>
                    <a:cubicBezTo>
                      <a:pt x="544624" y="410047"/>
                      <a:pt x="542680" y="409075"/>
                      <a:pt x="540251" y="408103"/>
                    </a:cubicBezTo>
                    <a:cubicBezTo>
                      <a:pt x="533935" y="406160"/>
                      <a:pt x="529077" y="404217"/>
                      <a:pt x="523733" y="403245"/>
                    </a:cubicBezTo>
                    <a:cubicBezTo>
                      <a:pt x="519846" y="405188"/>
                      <a:pt x="516931" y="405674"/>
                      <a:pt x="514988" y="405674"/>
                    </a:cubicBezTo>
                    <a:cubicBezTo>
                      <a:pt x="508186" y="424136"/>
                      <a:pt x="498955" y="441626"/>
                      <a:pt x="486809" y="457173"/>
                    </a:cubicBezTo>
                    <a:cubicBezTo>
                      <a:pt x="473691" y="474177"/>
                      <a:pt x="458145" y="488267"/>
                      <a:pt x="440654" y="498955"/>
                    </a:cubicBezTo>
                    <a:cubicBezTo>
                      <a:pt x="441140" y="501870"/>
                      <a:pt x="440654" y="504299"/>
                      <a:pt x="440169" y="505757"/>
                    </a:cubicBezTo>
                    <a:cubicBezTo>
                      <a:pt x="440169" y="506728"/>
                      <a:pt x="439683" y="507700"/>
                      <a:pt x="441626" y="511101"/>
                    </a:cubicBezTo>
                    <a:cubicBezTo>
                      <a:pt x="445027" y="517903"/>
                      <a:pt x="449400" y="524704"/>
                      <a:pt x="454258" y="531992"/>
                    </a:cubicBezTo>
                    <a:cubicBezTo>
                      <a:pt x="457173" y="536364"/>
                      <a:pt x="460574" y="541223"/>
                      <a:pt x="462031" y="547539"/>
                    </a:cubicBezTo>
                    <a:cubicBezTo>
                      <a:pt x="464461" y="557255"/>
                      <a:pt x="460574" y="566972"/>
                      <a:pt x="452315" y="571831"/>
                    </a:cubicBezTo>
                    <a:cubicBezTo>
                      <a:pt x="444055" y="576689"/>
                      <a:pt x="433853" y="574746"/>
                      <a:pt x="426565" y="567458"/>
                    </a:cubicBezTo>
                    <a:cubicBezTo>
                      <a:pt x="421707" y="562114"/>
                      <a:pt x="419763" y="556284"/>
                      <a:pt x="417820" y="550454"/>
                    </a:cubicBezTo>
                    <a:cubicBezTo>
                      <a:pt x="415391" y="542680"/>
                      <a:pt x="412476" y="532964"/>
                      <a:pt x="408103" y="524218"/>
                    </a:cubicBezTo>
                    <a:cubicBezTo>
                      <a:pt x="407132" y="522275"/>
                      <a:pt x="406646" y="522275"/>
                      <a:pt x="406160" y="522275"/>
                    </a:cubicBezTo>
                    <a:cubicBezTo>
                      <a:pt x="402759" y="521303"/>
                      <a:pt x="400816" y="519846"/>
                      <a:pt x="399844" y="518388"/>
                    </a:cubicBezTo>
                    <a:cubicBezTo>
                      <a:pt x="360005" y="531506"/>
                      <a:pt x="320167" y="531506"/>
                      <a:pt x="280814" y="518388"/>
                    </a:cubicBezTo>
                    <a:cubicBezTo>
                      <a:pt x="278871" y="521303"/>
                      <a:pt x="275956" y="522275"/>
                      <a:pt x="274498" y="522761"/>
                    </a:cubicBezTo>
                    <a:cubicBezTo>
                      <a:pt x="274012" y="522761"/>
                      <a:pt x="273526" y="522761"/>
                      <a:pt x="272069" y="526162"/>
                    </a:cubicBezTo>
                    <a:cubicBezTo>
                      <a:pt x="268668" y="533449"/>
                      <a:pt x="265753" y="541709"/>
                      <a:pt x="263324" y="550454"/>
                    </a:cubicBezTo>
                    <a:cubicBezTo>
                      <a:pt x="261866" y="555312"/>
                      <a:pt x="259923" y="559685"/>
                      <a:pt x="257980" y="563571"/>
                    </a:cubicBezTo>
                    <a:cubicBezTo>
                      <a:pt x="253607" y="570859"/>
                      <a:pt x="246320" y="574746"/>
                      <a:pt x="239032" y="574746"/>
                    </a:cubicBezTo>
                    <a:cubicBezTo>
                      <a:pt x="236117" y="574746"/>
                      <a:pt x="233202" y="574260"/>
                      <a:pt x="230287" y="572802"/>
                    </a:cubicBezTo>
                    <a:cubicBezTo>
                      <a:pt x="220570" y="567944"/>
                      <a:pt x="216198" y="556284"/>
                      <a:pt x="220084" y="545595"/>
                    </a:cubicBezTo>
                    <a:cubicBezTo>
                      <a:pt x="222028" y="540251"/>
                      <a:pt x="224943" y="535879"/>
                      <a:pt x="227372" y="532478"/>
                    </a:cubicBezTo>
                    <a:cubicBezTo>
                      <a:pt x="233202" y="524218"/>
                      <a:pt x="237574" y="516931"/>
                      <a:pt x="240975" y="510129"/>
                    </a:cubicBezTo>
                    <a:cubicBezTo>
                      <a:pt x="241947" y="508186"/>
                      <a:pt x="241947" y="507700"/>
                      <a:pt x="241461" y="507214"/>
                    </a:cubicBezTo>
                    <a:cubicBezTo>
                      <a:pt x="240004" y="504299"/>
                      <a:pt x="240004" y="501384"/>
                      <a:pt x="240975" y="498955"/>
                    </a:cubicBezTo>
                    <a:cubicBezTo>
                      <a:pt x="205995" y="476121"/>
                      <a:pt x="181217" y="445027"/>
                      <a:pt x="166642" y="406160"/>
                    </a:cubicBezTo>
                    <a:cubicBezTo>
                      <a:pt x="163241" y="406160"/>
                      <a:pt x="160326" y="404703"/>
                      <a:pt x="157897" y="403245"/>
                    </a:cubicBezTo>
                    <a:cubicBezTo>
                      <a:pt x="157897" y="403245"/>
                      <a:pt x="156440" y="403245"/>
                      <a:pt x="155468" y="403731"/>
                    </a:cubicBezTo>
                    <a:cubicBezTo>
                      <a:pt x="147209" y="405674"/>
                      <a:pt x="139921" y="408103"/>
                      <a:pt x="131176" y="411990"/>
                    </a:cubicBezTo>
                    <a:cubicBezTo>
                      <a:pt x="125832" y="414419"/>
                      <a:pt x="120002" y="416363"/>
                      <a:pt x="113200" y="416363"/>
                    </a:cubicBezTo>
                    <a:cubicBezTo>
                      <a:pt x="102512" y="416363"/>
                      <a:pt x="93767" y="409561"/>
                      <a:pt x="91823" y="399844"/>
                    </a:cubicBezTo>
                    <a:cubicBezTo>
                      <a:pt x="89880" y="390127"/>
                      <a:pt x="95710" y="379925"/>
                      <a:pt x="104941" y="376038"/>
                    </a:cubicBezTo>
                    <a:cubicBezTo>
                      <a:pt x="109799" y="374095"/>
                      <a:pt x="114658" y="373123"/>
                      <a:pt x="120974" y="372637"/>
                    </a:cubicBezTo>
                    <a:cubicBezTo>
                      <a:pt x="129719" y="372637"/>
                      <a:pt x="138464" y="371180"/>
                      <a:pt x="146723" y="369236"/>
                    </a:cubicBezTo>
                    <a:cubicBezTo>
                      <a:pt x="149638" y="368751"/>
                      <a:pt x="150124" y="368265"/>
                      <a:pt x="150124" y="367779"/>
                    </a:cubicBezTo>
                    <a:cubicBezTo>
                      <a:pt x="151095" y="365836"/>
                      <a:pt x="152553" y="363892"/>
                      <a:pt x="155468" y="362435"/>
                    </a:cubicBezTo>
                    <a:cubicBezTo>
                      <a:pt x="151095" y="321138"/>
                      <a:pt x="159840" y="282271"/>
                      <a:pt x="181703" y="246320"/>
                    </a:cubicBezTo>
                    <a:cubicBezTo>
                      <a:pt x="180246" y="244376"/>
                      <a:pt x="179274" y="241947"/>
                      <a:pt x="179274" y="239518"/>
                    </a:cubicBezTo>
                    <a:cubicBezTo>
                      <a:pt x="179274" y="238546"/>
                      <a:pt x="179274" y="238060"/>
                      <a:pt x="175873" y="235631"/>
                    </a:cubicBezTo>
                    <a:cubicBezTo>
                      <a:pt x="170043" y="231259"/>
                      <a:pt x="163241" y="226886"/>
                      <a:pt x="155954" y="222999"/>
                    </a:cubicBezTo>
                    <a:cubicBezTo>
                      <a:pt x="151581" y="220570"/>
                      <a:pt x="146723" y="217655"/>
                      <a:pt x="142350" y="213283"/>
                    </a:cubicBezTo>
                    <a:cubicBezTo>
                      <a:pt x="134577" y="205509"/>
                      <a:pt x="133119" y="193363"/>
                      <a:pt x="139921" y="185104"/>
                    </a:cubicBezTo>
                    <a:cubicBezTo>
                      <a:pt x="146237" y="176359"/>
                      <a:pt x="158383" y="174416"/>
                      <a:pt x="168100" y="180246"/>
                    </a:cubicBezTo>
                    <a:cubicBezTo>
                      <a:pt x="173444" y="183161"/>
                      <a:pt x="177331" y="187533"/>
                      <a:pt x="181217" y="191906"/>
                    </a:cubicBezTo>
                    <a:cubicBezTo>
                      <a:pt x="187533" y="199193"/>
                      <a:pt x="193363" y="204538"/>
                      <a:pt x="199193" y="208910"/>
                    </a:cubicBezTo>
                    <a:cubicBezTo>
                      <a:pt x="199193" y="208910"/>
                      <a:pt x="200651" y="210368"/>
                      <a:pt x="201137" y="209882"/>
                    </a:cubicBezTo>
                    <a:cubicBezTo>
                      <a:pt x="204052" y="208910"/>
                      <a:pt x="206481" y="209882"/>
                      <a:pt x="208910" y="210853"/>
                    </a:cubicBezTo>
                    <a:cubicBezTo>
                      <a:pt x="239518" y="181217"/>
                      <a:pt x="274984" y="164213"/>
                      <a:pt x="316280" y="159355"/>
                    </a:cubicBezTo>
                    <a:cubicBezTo>
                      <a:pt x="316280" y="159355"/>
                      <a:pt x="316280" y="159355"/>
                      <a:pt x="316280" y="159355"/>
                    </a:cubicBezTo>
                    <a:cubicBezTo>
                      <a:pt x="316766" y="156925"/>
                      <a:pt x="318709" y="154010"/>
                      <a:pt x="320653" y="152067"/>
                    </a:cubicBezTo>
                    <a:cubicBezTo>
                      <a:pt x="320653" y="152067"/>
                      <a:pt x="320653" y="152067"/>
                      <a:pt x="320653" y="150610"/>
                    </a:cubicBezTo>
                    <a:cubicBezTo>
                      <a:pt x="320653" y="141379"/>
                      <a:pt x="319195" y="132148"/>
                      <a:pt x="317738" y="123889"/>
                    </a:cubicBezTo>
                    <a:cubicBezTo>
                      <a:pt x="316766" y="118058"/>
                      <a:pt x="316766" y="113200"/>
                      <a:pt x="317252" y="108828"/>
                    </a:cubicBezTo>
                    <a:cubicBezTo>
                      <a:pt x="318709" y="97167"/>
                      <a:pt x="327454" y="88908"/>
                      <a:pt x="339114" y="89394"/>
                    </a:cubicBezTo>
                    <a:cubicBezTo>
                      <a:pt x="348831" y="89394"/>
                      <a:pt x="357090" y="97653"/>
                      <a:pt x="358548" y="107370"/>
                    </a:cubicBezTo>
                    <a:lnTo>
                      <a:pt x="360977" y="107370"/>
                    </a:lnTo>
                    <a:lnTo>
                      <a:pt x="358062" y="122431"/>
                    </a:lnTo>
                    <a:cubicBezTo>
                      <a:pt x="357576" y="128261"/>
                      <a:pt x="356605" y="134091"/>
                      <a:pt x="355633" y="139921"/>
                    </a:cubicBezTo>
                    <a:cubicBezTo>
                      <a:pt x="355633" y="143322"/>
                      <a:pt x="355633" y="146723"/>
                      <a:pt x="355633" y="150124"/>
                    </a:cubicBezTo>
                    <a:lnTo>
                      <a:pt x="355633" y="152553"/>
                    </a:lnTo>
                    <a:cubicBezTo>
                      <a:pt x="355633" y="152553"/>
                      <a:pt x="359034" y="155954"/>
                      <a:pt x="360005" y="159840"/>
                    </a:cubicBezTo>
                    <a:cubicBezTo>
                      <a:pt x="374095" y="161784"/>
                      <a:pt x="385755" y="164213"/>
                      <a:pt x="396443" y="168100"/>
                    </a:cubicBezTo>
                    <a:cubicBezTo>
                      <a:pt x="423164" y="177331"/>
                      <a:pt x="446970" y="191906"/>
                      <a:pt x="467376" y="211339"/>
                    </a:cubicBezTo>
                    <a:cubicBezTo>
                      <a:pt x="469805" y="209882"/>
                      <a:pt x="472234" y="209396"/>
                      <a:pt x="475149" y="209882"/>
                    </a:cubicBezTo>
                    <a:cubicBezTo>
                      <a:pt x="475149" y="209882"/>
                      <a:pt x="476121" y="209882"/>
                      <a:pt x="478550" y="207938"/>
                    </a:cubicBezTo>
                    <a:cubicBezTo>
                      <a:pt x="484380" y="203080"/>
                      <a:pt x="490210" y="197250"/>
                      <a:pt x="496040" y="190934"/>
                    </a:cubicBezTo>
                    <a:cubicBezTo>
                      <a:pt x="499441" y="187047"/>
                      <a:pt x="503328" y="182675"/>
                      <a:pt x="508672" y="179760"/>
                    </a:cubicBezTo>
                    <a:cubicBezTo>
                      <a:pt x="514988" y="175873"/>
                      <a:pt x="522761" y="175387"/>
                      <a:pt x="529563" y="178302"/>
                    </a:cubicBezTo>
                    <a:cubicBezTo>
                      <a:pt x="535393" y="181217"/>
                      <a:pt x="539765" y="186562"/>
                      <a:pt x="541223" y="193363"/>
                    </a:cubicBezTo>
                    <a:cubicBezTo>
                      <a:pt x="542195" y="198707"/>
                      <a:pt x="541223" y="205995"/>
                      <a:pt x="533935" y="213768"/>
                    </a:cubicBezTo>
                    <a:cubicBezTo>
                      <a:pt x="530049" y="217655"/>
                      <a:pt x="525190" y="220570"/>
                      <a:pt x="520818" y="222513"/>
                    </a:cubicBezTo>
                    <a:cubicBezTo>
                      <a:pt x="512073" y="227372"/>
                      <a:pt x="505271" y="231744"/>
                      <a:pt x="499927" y="236603"/>
                    </a:cubicBezTo>
                    <a:cubicBezTo>
                      <a:pt x="498469" y="238060"/>
                      <a:pt x="498469" y="238546"/>
                      <a:pt x="498469" y="239032"/>
                    </a:cubicBezTo>
                    <a:cubicBezTo>
                      <a:pt x="498469" y="241947"/>
                      <a:pt x="497497" y="244376"/>
                      <a:pt x="495554" y="246320"/>
                    </a:cubicBezTo>
                    <a:cubicBezTo>
                      <a:pt x="512073" y="273526"/>
                      <a:pt x="521303" y="302677"/>
                      <a:pt x="523247" y="333770"/>
                    </a:cubicBezTo>
                    <a:cubicBezTo>
                      <a:pt x="523733" y="343001"/>
                      <a:pt x="523247" y="352232"/>
                      <a:pt x="522275" y="361949"/>
                    </a:cubicBezTo>
                    <a:cubicBezTo>
                      <a:pt x="525190" y="362921"/>
                      <a:pt x="526162" y="365350"/>
                      <a:pt x="527134" y="366321"/>
                    </a:cubicBezTo>
                    <a:cubicBezTo>
                      <a:pt x="528105" y="368265"/>
                      <a:pt x="529563" y="368751"/>
                      <a:pt x="534907" y="369236"/>
                    </a:cubicBezTo>
                    <a:cubicBezTo>
                      <a:pt x="541709" y="370208"/>
                      <a:pt x="546567" y="370694"/>
                      <a:pt x="551911" y="371180"/>
                    </a:cubicBezTo>
                    <a:cubicBezTo>
                      <a:pt x="556770" y="371666"/>
                      <a:pt x="561628" y="372151"/>
                      <a:pt x="566972" y="373123"/>
                    </a:cubicBezTo>
                    <a:cubicBezTo>
                      <a:pt x="575231" y="374095"/>
                      <a:pt x="581547" y="378953"/>
                      <a:pt x="584948" y="386241"/>
                    </a:cubicBezTo>
                    <a:lnTo>
                      <a:pt x="584948" y="386241"/>
                    </a:lnTo>
                    <a:cubicBezTo>
                      <a:pt x="588349" y="393528"/>
                      <a:pt x="587377" y="400816"/>
                      <a:pt x="582519" y="407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6" name="Google Shape;2256;p84"/>
              <p:cNvSpPr/>
              <p:nvPr/>
            </p:nvSpPr>
            <p:spPr>
              <a:xfrm>
                <a:off x="1099094" y="1462359"/>
                <a:ext cx="7287" cy="485"/>
              </a:xfrm>
              <a:custGeom>
                <a:avLst/>
                <a:gdLst/>
                <a:ahLst/>
                <a:cxnLst/>
                <a:rect l="l" t="t" r="r" b="b"/>
                <a:pathLst>
                  <a:path w="7287" h="485" extrusionOk="0">
                    <a:moveTo>
                      <a:pt x="0" y="0"/>
                    </a:moveTo>
                    <a:lnTo>
                      <a:pt x="7288" y="48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7" name="Google Shape;2257;p84"/>
              <p:cNvSpPr/>
              <p:nvPr/>
            </p:nvSpPr>
            <p:spPr>
              <a:xfrm>
                <a:off x="952371" y="1440011"/>
                <a:ext cx="26235" cy="25749"/>
              </a:xfrm>
              <a:custGeom>
                <a:avLst/>
                <a:gdLst/>
                <a:ahLst/>
                <a:cxnLst/>
                <a:rect l="l" t="t" r="r" b="b"/>
                <a:pathLst>
                  <a:path w="26235" h="25749" extrusionOk="0">
                    <a:moveTo>
                      <a:pt x="13118" y="25749"/>
                    </a:moveTo>
                    <a:lnTo>
                      <a:pt x="23806" y="20405"/>
                    </a:lnTo>
                    <a:lnTo>
                      <a:pt x="26235" y="9231"/>
                    </a:lnTo>
                    <a:lnTo>
                      <a:pt x="18948" y="0"/>
                    </a:lnTo>
                    <a:lnTo>
                      <a:pt x="7288" y="0"/>
                    </a:lnTo>
                    <a:lnTo>
                      <a:pt x="0" y="9231"/>
                    </a:lnTo>
                    <a:lnTo>
                      <a:pt x="2429" y="20405"/>
                    </a:lnTo>
                    <a:lnTo>
                      <a:pt x="13118" y="257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8" name="Google Shape;2258;p84"/>
              <p:cNvSpPr/>
              <p:nvPr/>
            </p:nvSpPr>
            <p:spPr>
              <a:xfrm>
                <a:off x="1035871" y="1388512"/>
                <a:ext cx="63708" cy="67045"/>
              </a:xfrm>
              <a:custGeom>
                <a:avLst/>
                <a:gdLst/>
                <a:ahLst/>
                <a:cxnLst/>
                <a:rect l="l" t="t" r="r" b="b"/>
                <a:pathLst>
                  <a:path w="63708" h="67045" extrusionOk="0">
                    <a:moveTo>
                      <a:pt x="63709" y="63645"/>
                    </a:moveTo>
                    <a:cubicBezTo>
                      <a:pt x="63709" y="59758"/>
                      <a:pt x="63709" y="56357"/>
                      <a:pt x="63223" y="52956"/>
                    </a:cubicBezTo>
                    <a:cubicBezTo>
                      <a:pt x="61766" y="34009"/>
                      <a:pt x="56421" y="16518"/>
                      <a:pt x="48162" y="0"/>
                    </a:cubicBezTo>
                    <a:lnTo>
                      <a:pt x="2008" y="41296"/>
                    </a:lnTo>
                    <a:cubicBezTo>
                      <a:pt x="2008" y="41296"/>
                      <a:pt x="-422" y="44697"/>
                      <a:pt x="64" y="46155"/>
                    </a:cubicBezTo>
                    <a:cubicBezTo>
                      <a:pt x="64" y="47612"/>
                      <a:pt x="2008" y="49070"/>
                      <a:pt x="3951" y="49555"/>
                    </a:cubicBezTo>
                    <a:cubicBezTo>
                      <a:pt x="18526" y="53928"/>
                      <a:pt x="33587" y="58300"/>
                      <a:pt x="48162" y="62673"/>
                    </a:cubicBezTo>
                    <a:lnTo>
                      <a:pt x="63709" y="67046"/>
                    </a:lnTo>
                    <a:cubicBezTo>
                      <a:pt x="63709" y="67046"/>
                      <a:pt x="63709" y="64616"/>
                      <a:pt x="63709" y="631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59" name="Google Shape;2259;p84"/>
            <p:cNvSpPr/>
            <p:nvPr/>
          </p:nvSpPr>
          <p:spPr>
            <a:xfrm>
              <a:off x="9600534" y="4096985"/>
              <a:ext cx="901479" cy="508763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0" name="Google Shape;2260;p84"/>
          <p:cNvGrpSpPr/>
          <p:nvPr/>
        </p:nvGrpSpPr>
        <p:grpSpPr>
          <a:xfrm>
            <a:off x="1135691" y="2661515"/>
            <a:ext cx="325298" cy="325526"/>
            <a:chOff x="658852" y="4954224"/>
            <a:chExt cx="583799" cy="584209"/>
          </a:xfrm>
        </p:grpSpPr>
        <p:sp>
          <p:nvSpPr>
            <p:cNvPr id="2261" name="Google Shape;2261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2" name="Google Shape;2262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263" name="Google Shape;2263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4" name="Google Shape;2264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65" name="Google Shape;2265;p84"/>
          <p:cNvGrpSpPr/>
          <p:nvPr/>
        </p:nvGrpSpPr>
        <p:grpSpPr>
          <a:xfrm>
            <a:off x="1499900" y="2661515"/>
            <a:ext cx="325298" cy="325526"/>
            <a:chOff x="658852" y="4954224"/>
            <a:chExt cx="583799" cy="584209"/>
          </a:xfrm>
        </p:grpSpPr>
        <p:sp>
          <p:nvSpPr>
            <p:cNvPr id="2266" name="Google Shape;2266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7" name="Google Shape;2267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268" name="Google Shape;2268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9" name="Google Shape;2269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70" name="Google Shape;2270;p84"/>
          <p:cNvGrpSpPr/>
          <p:nvPr/>
        </p:nvGrpSpPr>
        <p:grpSpPr>
          <a:xfrm>
            <a:off x="1864110" y="2661515"/>
            <a:ext cx="325298" cy="325526"/>
            <a:chOff x="658852" y="4954224"/>
            <a:chExt cx="583799" cy="584209"/>
          </a:xfrm>
        </p:grpSpPr>
        <p:sp>
          <p:nvSpPr>
            <p:cNvPr id="2271" name="Google Shape;2271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2" name="Google Shape;2272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273" name="Google Shape;2273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4" name="Google Shape;2274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75" name="Google Shape;2275;p84"/>
          <p:cNvSpPr/>
          <p:nvPr/>
        </p:nvSpPr>
        <p:spPr>
          <a:xfrm>
            <a:off x="1022408" y="2886305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VMs</a:t>
            </a:r>
            <a:endParaRPr/>
          </a:p>
        </p:txBody>
      </p:sp>
      <p:sp>
        <p:nvSpPr>
          <p:cNvPr id="2276" name="Google Shape;2276;p84"/>
          <p:cNvSpPr/>
          <p:nvPr/>
        </p:nvSpPr>
        <p:spPr>
          <a:xfrm>
            <a:off x="2474711" y="941367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84"/>
          <p:cNvSpPr/>
          <p:nvPr/>
        </p:nvSpPr>
        <p:spPr>
          <a:xfrm>
            <a:off x="4158102" y="941367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8" name="Google Shape;2278;p84"/>
          <p:cNvGrpSpPr/>
          <p:nvPr/>
        </p:nvGrpSpPr>
        <p:grpSpPr>
          <a:xfrm>
            <a:off x="4397594" y="3707041"/>
            <a:ext cx="2696559" cy="1077556"/>
            <a:chOff x="6233693" y="3638553"/>
            <a:chExt cx="2696559" cy="1077556"/>
          </a:xfrm>
        </p:grpSpPr>
        <p:sp>
          <p:nvSpPr>
            <p:cNvPr id="2279" name="Google Shape;2279;p84"/>
            <p:cNvSpPr/>
            <p:nvPr/>
          </p:nvSpPr>
          <p:spPr>
            <a:xfrm>
              <a:off x="6233693" y="3638553"/>
              <a:ext cx="2696559" cy="107755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C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84"/>
            <p:cNvSpPr/>
            <p:nvPr/>
          </p:nvSpPr>
          <p:spPr>
            <a:xfrm>
              <a:off x="6431073" y="4108836"/>
              <a:ext cx="2301798" cy="49691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Virtual Machines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1" name="Google Shape;2281;p84"/>
            <p:cNvGrpSpPr/>
            <p:nvPr/>
          </p:nvGrpSpPr>
          <p:grpSpPr>
            <a:xfrm>
              <a:off x="6732639" y="4207605"/>
              <a:ext cx="325298" cy="325526"/>
              <a:chOff x="658852" y="4954224"/>
              <a:chExt cx="583799" cy="584209"/>
            </a:xfrm>
          </p:grpSpPr>
          <p:sp>
            <p:nvSpPr>
              <p:cNvPr id="2282" name="Google Shape;2282;p84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83" name="Google Shape;2283;p84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2284" name="Google Shape;2284;p84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5" name="Google Shape;2285;p84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286" name="Google Shape;2286;p84"/>
          <p:cNvSpPr/>
          <p:nvPr/>
        </p:nvSpPr>
        <p:spPr>
          <a:xfrm>
            <a:off x="3100256" y="4206406"/>
            <a:ext cx="657753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84"/>
          <p:cNvSpPr/>
          <p:nvPr/>
        </p:nvSpPr>
        <p:spPr>
          <a:xfrm>
            <a:off x="1002846" y="5443418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8" name="Google Shape;2288;p84"/>
          <p:cNvCxnSpPr>
            <a:stCxn id="2216" idx="2"/>
            <a:endCxn id="2287" idx="0"/>
          </p:cNvCxnSpPr>
          <p:nvPr/>
        </p:nvCxnSpPr>
        <p:spPr>
          <a:xfrm flipH="1">
            <a:off x="1586062" y="5208518"/>
            <a:ext cx="2100" cy="234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9" name="Google Shape;2289;p84"/>
          <p:cNvSpPr/>
          <p:nvPr/>
        </p:nvSpPr>
        <p:spPr>
          <a:xfrm>
            <a:off x="2689667" y="5441572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0" name="Google Shape;2290;p84"/>
          <p:cNvCxnSpPr>
            <a:stCxn id="2217" idx="2"/>
            <a:endCxn id="2289" idx="0"/>
          </p:cNvCxnSpPr>
          <p:nvPr/>
        </p:nvCxnSpPr>
        <p:spPr>
          <a:xfrm>
            <a:off x="3268379" y="5208518"/>
            <a:ext cx="4500" cy="2331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91" name="Google Shape;2291;p84"/>
          <p:cNvCxnSpPr>
            <a:stCxn id="2218" idx="2"/>
            <a:endCxn id="2292" idx="0"/>
          </p:cNvCxnSpPr>
          <p:nvPr/>
        </p:nvCxnSpPr>
        <p:spPr>
          <a:xfrm>
            <a:off x="4950603" y="5208518"/>
            <a:ext cx="3300" cy="239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92" name="Google Shape;2292;p84"/>
          <p:cNvSpPr/>
          <p:nvPr/>
        </p:nvSpPr>
        <p:spPr>
          <a:xfrm>
            <a:off x="4370606" y="5448188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84"/>
          <p:cNvSpPr/>
          <p:nvPr/>
        </p:nvSpPr>
        <p:spPr>
          <a:xfrm>
            <a:off x="6057427" y="5448188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4" name="Google Shape;2294;p84"/>
          <p:cNvCxnSpPr>
            <a:stCxn id="2219" idx="2"/>
            <a:endCxn id="2293" idx="0"/>
          </p:cNvCxnSpPr>
          <p:nvPr/>
        </p:nvCxnSpPr>
        <p:spPr>
          <a:xfrm flipH="1">
            <a:off x="6640741" y="5208518"/>
            <a:ext cx="3300" cy="239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85"/>
          <p:cNvSpPr txBox="1">
            <a:spLocks noGrp="1"/>
          </p:cNvSpPr>
          <p:nvPr>
            <p:ph type="subTitle" idx="1"/>
          </p:nvPr>
        </p:nvSpPr>
        <p:spPr>
          <a:xfrm>
            <a:off x="697055" y="263377"/>
            <a:ext cx="8865159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Single Management Zone with Isolated Workload Zones Model (SVG)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1" name="Google Shape;2301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055" y="744279"/>
            <a:ext cx="6924040" cy="5215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86"/>
          <p:cNvSpPr txBox="1">
            <a:spLocks noGrp="1"/>
          </p:cNvSpPr>
          <p:nvPr>
            <p:ph type="subTitle" idx="1"/>
          </p:nvPr>
        </p:nvSpPr>
        <p:spPr>
          <a:xfrm>
            <a:off x="489586" y="387361"/>
            <a:ext cx="828462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Three Management Zones with Combined Workload Zones Model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86"/>
          <p:cNvSpPr/>
          <p:nvPr/>
        </p:nvSpPr>
        <p:spPr>
          <a:xfrm flipH="1">
            <a:off x="1654220" y="866960"/>
            <a:ext cx="7452111" cy="5204387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86"/>
          <p:cNvSpPr/>
          <p:nvPr/>
        </p:nvSpPr>
        <p:spPr>
          <a:xfrm flipH="1">
            <a:off x="1810680" y="1559317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86"/>
          <p:cNvSpPr/>
          <p:nvPr/>
        </p:nvSpPr>
        <p:spPr>
          <a:xfrm>
            <a:off x="1908582" y="1815144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86"/>
          <p:cNvSpPr/>
          <p:nvPr/>
        </p:nvSpPr>
        <p:spPr>
          <a:xfrm>
            <a:off x="3767271" y="1132839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p86"/>
          <p:cNvSpPr/>
          <p:nvPr/>
        </p:nvSpPr>
        <p:spPr>
          <a:xfrm>
            <a:off x="5450662" y="1132839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3" name="Google Shape;2313;p86"/>
          <p:cNvGrpSpPr/>
          <p:nvPr/>
        </p:nvGrpSpPr>
        <p:grpSpPr>
          <a:xfrm>
            <a:off x="2194644" y="2631208"/>
            <a:ext cx="1643606" cy="472870"/>
            <a:chOff x="2703176" y="3135473"/>
            <a:chExt cx="1643606" cy="472870"/>
          </a:xfrm>
        </p:grpSpPr>
        <p:sp>
          <p:nvSpPr>
            <p:cNvPr id="2314" name="Google Shape;2314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1</a:t>
              </a:r>
              <a:endParaRPr/>
            </a:p>
          </p:txBody>
        </p:sp>
        <p:grpSp>
          <p:nvGrpSpPr>
            <p:cNvPr id="2315" name="Google Shape;2315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2316" name="Google Shape;2316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317" name="Google Shape;2317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2318" name="Google Shape;2318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9" name="Google Shape;2319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320" name="Google Shape;2320;p86"/>
          <p:cNvSpPr/>
          <p:nvPr/>
        </p:nvSpPr>
        <p:spPr>
          <a:xfrm flipH="1">
            <a:off x="4253590" y="1559317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86"/>
          <p:cNvSpPr/>
          <p:nvPr/>
        </p:nvSpPr>
        <p:spPr>
          <a:xfrm>
            <a:off x="4351492" y="1815144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86"/>
          <p:cNvSpPr/>
          <p:nvPr/>
        </p:nvSpPr>
        <p:spPr>
          <a:xfrm flipH="1">
            <a:off x="6690117" y="1559317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86"/>
          <p:cNvSpPr/>
          <p:nvPr/>
        </p:nvSpPr>
        <p:spPr>
          <a:xfrm>
            <a:off x="6788019" y="1815144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4" name="Google Shape;2324;p86"/>
          <p:cNvSpPr/>
          <p:nvPr/>
        </p:nvSpPr>
        <p:spPr>
          <a:xfrm>
            <a:off x="2065428" y="3274658"/>
            <a:ext cx="6587509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86"/>
          <p:cNvSpPr/>
          <p:nvPr/>
        </p:nvSpPr>
        <p:spPr>
          <a:xfrm>
            <a:off x="2166691" y="3511829"/>
            <a:ext cx="6375836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86"/>
          <p:cNvSpPr/>
          <p:nvPr/>
        </p:nvSpPr>
        <p:spPr>
          <a:xfrm flipH="1">
            <a:off x="1989226" y="2383761"/>
            <a:ext cx="6780718" cy="2816113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7" name="Google Shape;2327;p86"/>
          <p:cNvGrpSpPr/>
          <p:nvPr/>
        </p:nvGrpSpPr>
        <p:grpSpPr>
          <a:xfrm>
            <a:off x="4600725" y="2633626"/>
            <a:ext cx="1643606" cy="472870"/>
            <a:chOff x="2703176" y="3135473"/>
            <a:chExt cx="1643606" cy="472870"/>
          </a:xfrm>
        </p:grpSpPr>
        <p:sp>
          <p:nvSpPr>
            <p:cNvPr id="2328" name="Google Shape;2328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2</a:t>
              </a:r>
              <a:endParaRPr/>
            </a:p>
          </p:txBody>
        </p:sp>
        <p:grpSp>
          <p:nvGrpSpPr>
            <p:cNvPr id="2329" name="Google Shape;2329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2330" name="Google Shape;2330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331" name="Google Shape;2331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2332" name="Google Shape;2332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3" name="Google Shape;2333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334" name="Google Shape;2334;p86"/>
          <p:cNvGrpSpPr/>
          <p:nvPr/>
        </p:nvGrpSpPr>
        <p:grpSpPr>
          <a:xfrm>
            <a:off x="7038000" y="2633626"/>
            <a:ext cx="1643606" cy="472870"/>
            <a:chOff x="2703176" y="3135473"/>
            <a:chExt cx="1643606" cy="472870"/>
          </a:xfrm>
        </p:grpSpPr>
        <p:sp>
          <p:nvSpPr>
            <p:cNvPr id="2335" name="Google Shape;2335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3</a:t>
              </a:r>
              <a:endParaRPr/>
            </a:p>
          </p:txBody>
        </p:sp>
        <p:grpSp>
          <p:nvGrpSpPr>
            <p:cNvPr id="2336" name="Google Shape;2336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2337" name="Google Shape;2337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338" name="Google Shape;2338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2339" name="Google Shape;2339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0" name="Google Shape;2340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341" name="Google Shape;2341;p86"/>
          <p:cNvSpPr/>
          <p:nvPr/>
        </p:nvSpPr>
        <p:spPr>
          <a:xfrm>
            <a:off x="7406553" y="2445934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/>
          </a:p>
        </p:txBody>
      </p:sp>
      <p:grpSp>
        <p:nvGrpSpPr>
          <p:cNvPr id="2342" name="Google Shape;2342;p86"/>
          <p:cNvGrpSpPr/>
          <p:nvPr/>
        </p:nvGrpSpPr>
        <p:grpSpPr>
          <a:xfrm>
            <a:off x="4768557" y="3624327"/>
            <a:ext cx="314932" cy="306639"/>
            <a:chOff x="624431" y="1107698"/>
            <a:chExt cx="682601" cy="664625"/>
          </a:xfrm>
        </p:grpSpPr>
        <p:sp>
          <p:nvSpPr>
            <p:cNvPr id="2343" name="Google Shape;2343;p86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86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86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86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86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86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86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86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86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86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86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86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86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6" name="Google Shape;2356;p86"/>
          <p:cNvSpPr/>
          <p:nvPr/>
        </p:nvSpPr>
        <p:spPr>
          <a:xfrm>
            <a:off x="5047493" y="3530109"/>
            <a:ext cx="939968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86"/>
          <p:cNvSpPr/>
          <p:nvPr/>
        </p:nvSpPr>
        <p:spPr>
          <a:xfrm>
            <a:off x="2065429" y="4190047"/>
            <a:ext cx="1839014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86"/>
          <p:cNvSpPr/>
          <p:nvPr/>
        </p:nvSpPr>
        <p:spPr>
          <a:xfrm>
            <a:off x="2166692" y="4427218"/>
            <a:ext cx="1659466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86"/>
          <p:cNvSpPr/>
          <p:nvPr/>
        </p:nvSpPr>
        <p:spPr>
          <a:xfrm>
            <a:off x="4475977" y="4192737"/>
            <a:ext cx="417696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C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86"/>
          <p:cNvSpPr/>
          <p:nvPr/>
        </p:nvSpPr>
        <p:spPr>
          <a:xfrm>
            <a:off x="4577240" y="4427217"/>
            <a:ext cx="3965287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86"/>
          <p:cNvSpPr/>
          <p:nvPr/>
        </p:nvSpPr>
        <p:spPr>
          <a:xfrm>
            <a:off x="6143123" y="4437752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2" name="Google Shape;2362;p86"/>
          <p:cNvGrpSpPr/>
          <p:nvPr/>
        </p:nvGrpSpPr>
        <p:grpSpPr>
          <a:xfrm>
            <a:off x="5900378" y="4537027"/>
            <a:ext cx="274320" cy="274320"/>
            <a:chOff x="658852" y="4954224"/>
            <a:chExt cx="583799" cy="584209"/>
          </a:xfrm>
        </p:grpSpPr>
        <p:sp>
          <p:nvSpPr>
            <p:cNvPr id="2363" name="Google Shape;2363;p86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64" name="Google Shape;2364;p86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365" name="Google Shape;2365;p86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p86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67" name="Google Shape;2367;p86"/>
          <p:cNvGrpSpPr/>
          <p:nvPr/>
        </p:nvGrpSpPr>
        <p:grpSpPr>
          <a:xfrm>
            <a:off x="2464990" y="4518826"/>
            <a:ext cx="314932" cy="306639"/>
            <a:chOff x="624431" y="1107698"/>
            <a:chExt cx="682601" cy="664625"/>
          </a:xfrm>
        </p:grpSpPr>
        <p:sp>
          <p:nvSpPr>
            <p:cNvPr id="2368" name="Google Shape;2368;p86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86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86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86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86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86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86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86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86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86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86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86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86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1" name="Google Shape;2381;p86"/>
          <p:cNvSpPr/>
          <p:nvPr/>
        </p:nvSpPr>
        <p:spPr>
          <a:xfrm>
            <a:off x="2665864" y="4427217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Pods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86"/>
          <p:cNvSpPr/>
          <p:nvPr/>
        </p:nvSpPr>
        <p:spPr>
          <a:xfrm>
            <a:off x="2153288" y="5562535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3" name="Google Shape;2383;p86"/>
          <p:cNvCxnSpPr>
            <a:stCxn id="2309" idx="2"/>
            <a:endCxn id="2382" idx="0"/>
          </p:cNvCxnSpPr>
          <p:nvPr/>
        </p:nvCxnSpPr>
        <p:spPr>
          <a:xfrm>
            <a:off x="2946957" y="5384511"/>
            <a:ext cx="0" cy="177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4" name="Google Shape;2384;p86"/>
          <p:cNvSpPr/>
          <p:nvPr/>
        </p:nvSpPr>
        <p:spPr>
          <a:xfrm>
            <a:off x="4593006" y="556133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5" name="Google Shape;2385;p86"/>
          <p:cNvCxnSpPr>
            <a:stCxn id="2320" idx="2"/>
            <a:endCxn id="2384" idx="0"/>
          </p:cNvCxnSpPr>
          <p:nvPr/>
        </p:nvCxnSpPr>
        <p:spPr>
          <a:xfrm flipH="1">
            <a:off x="5386567" y="5384511"/>
            <a:ext cx="3300" cy="176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6" name="Google Shape;2386;p86"/>
          <p:cNvSpPr/>
          <p:nvPr/>
        </p:nvSpPr>
        <p:spPr>
          <a:xfrm>
            <a:off x="7032724" y="5562609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7" name="Google Shape;2387;p86"/>
          <p:cNvCxnSpPr>
            <a:stCxn id="2322" idx="2"/>
            <a:endCxn id="2386" idx="0"/>
          </p:cNvCxnSpPr>
          <p:nvPr/>
        </p:nvCxnSpPr>
        <p:spPr>
          <a:xfrm>
            <a:off x="7826394" y="5384511"/>
            <a:ext cx="0" cy="1782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87"/>
          <p:cNvSpPr txBox="1">
            <a:spLocks noGrp="1"/>
          </p:cNvSpPr>
          <p:nvPr>
            <p:ph type="subTitle" idx="1"/>
          </p:nvPr>
        </p:nvSpPr>
        <p:spPr>
          <a:xfrm>
            <a:off x="489585" y="387361"/>
            <a:ext cx="8824535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Three Management Zones with Combined Workload Zones Model (SVG)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4" name="Google Shape;2394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9307" y="821436"/>
            <a:ext cx="7454392" cy="5215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88"/>
          <p:cNvSpPr txBox="1">
            <a:spLocks noGrp="1"/>
          </p:cNvSpPr>
          <p:nvPr>
            <p:ph type="subTitle" idx="1"/>
          </p:nvPr>
        </p:nvSpPr>
        <p:spPr>
          <a:xfrm>
            <a:off x="538344" y="339249"/>
            <a:ext cx="8826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Three Management Zones with Isolated Workload Zones Model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88"/>
          <p:cNvSpPr/>
          <p:nvPr/>
        </p:nvSpPr>
        <p:spPr>
          <a:xfrm flipH="1">
            <a:off x="846196" y="835211"/>
            <a:ext cx="10312445" cy="5377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88"/>
          <p:cNvSpPr/>
          <p:nvPr/>
        </p:nvSpPr>
        <p:spPr>
          <a:xfrm flipH="1">
            <a:off x="989964" y="1517837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88"/>
          <p:cNvSpPr/>
          <p:nvPr/>
        </p:nvSpPr>
        <p:spPr>
          <a:xfrm>
            <a:off x="1109940" y="1821684"/>
            <a:ext cx="1347389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88"/>
          <p:cNvSpPr/>
          <p:nvPr/>
        </p:nvSpPr>
        <p:spPr>
          <a:xfrm flipH="1">
            <a:off x="2670181" y="1517837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88"/>
          <p:cNvSpPr/>
          <p:nvPr/>
        </p:nvSpPr>
        <p:spPr>
          <a:xfrm>
            <a:off x="2794460" y="1821684"/>
            <a:ext cx="1338783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88"/>
          <p:cNvSpPr/>
          <p:nvPr/>
        </p:nvSpPr>
        <p:spPr>
          <a:xfrm flipH="1">
            <a:off x="4350398" y="1517837"/>
            <a:ext cx="1589344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88"/>
          <p:cNvSpPr/>
          <p:nvPr/>
        </p:nvSpPr>
        <p:spPr>
          <a:xfrm>
            <a:off x="4476684" y="1821684"/>
            <a:ext cx="1338783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p88"/>
          <p:cNvSpPr/>
          <p:nvPr/>
        </p:nvSpPr>
        <p:spPr>
          <a:xfrm flipH="1">
            <a:off x="6045841" y="1517838"/>
            <a:ext cx="1587337" cy="3943384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88"/>
          <p:cNvSpPr/>
          <p:nvPr/>
        </p:nvSpPr>
        <p:spPr>
          <a:xfrm>
            <a:off x="6170122" y="1821684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4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88"/>
          <p:cNvSpPr/>
          <p:nvPr/>
        </p:nvSpPr>
        <p:spPr>
          <a:xfrm flipH="1">
            <a:off x="7727270" y="1517837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5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88"/>
          <p:cNvSpPr/>
          <p:nvPr/>
        </p:nvSpPr>
        <p:spPr>
          <a:xfrm>
            <a:off x="7851549" y="1821684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5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88"/>
          <p:cNvSpPr/>
          <p:nvPr/>
        </p:nvSpPr>
        <p:spPr>
          <a:xfrm flipH="1">
            <a:off x="9408292" y="1517837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88"/>
          <p:cNvSpPr/>
          <p:nvPr/>
        </p:nvSpPr>
        <p:spPr>
          <a:xfrm>
            <a:off x="9532571" y="1821684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6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88"/>
          <p:cNvSpPr/>
          <p:nvPr/>
        </p:nvSpPr>
        <p:spPr>
          <a:xfrm flipH="1">
            <a:off x="1227417" y="2384612"/>
            <a:ext cx="9521476" cy="2817577"/>
          </a:xfrm>
          <a:prstGeom prst="rect">
            <a:avLst/>
          </a:prstGeom>
          <a:solidFill>
            <a:srgbClr val="005C8A">
              <a:alpha val="0"/>
            </a:srgbClr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88"/>
          <p:cNvSpPr/>
          <p:nvPr/>
        </p:nvSpPr>
        <p:spPr>
          <a:xfrm>
            <a:off x="6271749" y="2728919"/>
            <a:ext cx="4368569" cy="8590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88"/>
          <p:cNvSpPr/>
          <p:nvPr/>
        </p:nvSpPr>
        <p:spPr>
          <a:xfrm>
            <a:off x="6396025" y="2970292"/>
            <a:ext cx="4140493" cy="5126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7" name="Google Shape;2417;p88"/>
          <p:cNvSpPr/>
          <p:nvPr/>
        </p:nvSpPr>
        <p:spPr>
          <a:xfrm>
            <a:off x="7960885" y="3749221"/>
            <a:ext cx="2679434" cy="12831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C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88"/>
          <p:cNvSpPr/>
          <p:nvPr/>
        </p:nvSpPr>
        <p:spPr>
          <a:xfrm>
            <a:off x="8057089" y="4150870"/>
            <a:ext cx="2473589" cy="78383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88"/>
          <p:cNvSpPr txBox="1"/>
          <p:nvPr/>
        </p:nvSpPr>
        <p:spPr>
          <a:xfrm>
            <a:off x="4532304" y="3640303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VM3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88"/>
          <p:cNvSpPr/>
          <p:nvPr/>
        </p:nvSpPr>
        <p:spPr>
          <a:xfrm>
            <a:off x="4932966" y="3115897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1" name="Google Shape;2421;p88"/>
          <p:cNvGrpSpPr/>
          <p:nvPr/>
        </p:nvGrpSpPr>
        <p:grpSpPr>
          <a:xfrm>
            <a:off x="5068603" y="3315063"/>
            <a:ext cx="167402" cy="60353"/>
            <a:chOff x="834156" y="5211637"/>
            <a:chExt cx="216359" cy="78004"/>
          </a:xfrm>
        </p:grpSpPr>
        <p:sp>
          <p:nvSpPr>
            <p:cNvPr id="2422" name="Google Shape;2422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4" name="Google Shape;2424;p88"/>
          <p:cNvSpPr/>
          <p:nvPr/>
        </p:nvSpPr>
        <p:spPr>
          <a:xfrm>
            <a:off x="7923507" y="3296320"/>
            <a:ext cx="896" cy="3362"/>
          </a:xfrm>
          <a:custGeom>
            <a:avLst/>
            <a:gdLst/>
            <a:ahLst/>
            <a:cxnLst/>
            <a:rect l="l" t="t" r="r" b="b"/>
            <a:pathLst>
              <a:path w="1943" h="7287" extrusionOk="0">
                <a:moveTo>
                  <a:pt x="0" y="486"/>
                </a:moveTo>
                <a:lnTo>
                  <a:pt x="1943" y="7288"/>
                </a:lnTo>
                <a:lnTo>
                  <a:pt x="486" y="0"/>
                </a:lnTo>
                <a:cubicBezTo>
                  <a:pt x="486" y="0"/>
                  <a:pt x="486" y="0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88"/>
          <p:cNvSpPr/>
          <p:nvPr/>
        </p:nvSpPr>
        <p:spPr>
          <a:xfrm>
            <a:off x="7865004" y="3176399"/>
            <a:ext cx="28915" cy="31087"/>
          </a:xfrm>
          <a:custGeom>
            <a:avLst/>
            <a:gdLst/>
            <a:ahLst/>
            <a:cxnLst/>
            <a:rect l="l" t="t" r="r" b="b"/>
            <a:pathLst>
              <a:path w="62673" h="67379" extrusionOk="0">
                <a:moveTo>
                  <a:pt x="51499" y="66560"/>
                </a:moveTo>
                <a:cubicBezTo>
                  <a:pt x="51499" y="66560"/>
                  <a:pt x="54900" y="68017"/>
                  <a:pt x="56357" y="67046"/>
                </a:cubicBezTo>
                <a:cubicBezTo>
                  <a:pt x="57815" y="66560"/>
                  <a:pt x="58786" y="65102"/>
                  <a:pt x="58786" y="63159"/>
                </a:cubicBezTo>
                <a:cubicBezTo>
                  <a:pt x="59758" y="47126"/>
                  <a:pt x="60730" y="30608"/>
                  <a:pt x="61701" y="14575"/>
                </a:cubicBezTo>
                <a:lnTo>
                  <a:pt x="62673" y="0"/>
                </a:lnTo>
                <a:cubicBezTo>
                  <a:pt x="38381" y="4858"/>
                  <a:pt x="17976" y="15061"/>
                  <a:pt x="0" y="30122"/>
                </a:cubicBezTo>
                <a:cubicBezTo>
                  <a:pt x="7773" y="35466"/>
                  <a:pt x="15547" y="41296"/>
                  <a:pt x="23320" y="46640"/>
                </a:cubicBezTo>
                <a:cubicBezTo>
                  <a:pt x="32551" y="53442"/>
                  <a:pt x="42268" y="59758"/>
                  <a:pt x="51499" y="6656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88"/>
          <p:cNvSpPr/>
          <p:nvPr/>
        </p:nvSpPr>
        <p:spPr>
          <a:xfrm>
            <a:off x="7927766" y="3257093"/>
            <a:ext cx="34295" cy="30036"/>
          </a:xfrm>
          <a:custGeom>
            <a:avLst/>
            <a:gdLst/>
            <a:ahLst/>
            <a:cxnLst/>
            <a:rect l="l" t="t" r="r" b="b"/>
            <a:pathLst>
              <a:path w="74333" h="65102" extrusionOk="0">
                <a:moveTo>
                  <a:pt x="8259" y="972"/>
                </a:moveTo>
                <a:cubicBezTo>
                  <a:pt x="8259" y="972"/>
                  <a:pt x="6316" y="2915"/>
                  <a:pt x="6316" y="4858"/>
                </a:cubicBezTo>
                <a:lnTo>
                  <a:pt x="0" y="9717"/>
                </a:lnTo>
                <a:lnTo>
                  <a:pt x="6802" y="6802"/>
                </a:lnTo>
                <a:lnTo>
                  <a:pt x="12632" y="20891"/>
                </a:lnTo>
                <a:cubicBezTo>
                  <a:pt x="18948" y="35466"/>
                  <a:pt x="24778" y="50527"/>
                  <a:pt x="31094" y="65102"/>
                </a:cubicBezTo>
                <a:cubicBezTo>
                  <a:pt x="50527" y="50527"/>
                  <a:pt x="64616" y="32551"/>
                  <a:pt x="74333" y="10688"/>
                </a:cubicBezTo>
                <a:lnTo>
                  <a:pt x="12146" y="0"/>
                </a:lnTo>
                <a:cubicBezTo>
                  <a:pt x="12146" y="0"/>
                  <a:pt x="9231" y="486"/>
                  <a:pt x="8259" y="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88"/>
          <p:cNvSpPr/>
          <p:nvPr/>
        </p:nvSpPr>
        <p:spPr>
          <a:xfrm>
            <a:off x="7848641" y="3257093"/>
            <a:ext cx="30933" cy="29812"/>
          </a:xfrm>
          <a:custGeom>
            <a:avLst/>
            <a:gdLst/>
            <a:ahLst/>
            <a:cxnLst/>
            <a:rect l="l" t="t" r="r" b="b"/>
            <a:pathLst>
              <a:path w="67045" h="64616" extrusionOk="0">
                <a:moveTo>
                  <a:pt x="62673" y="0"/>
                </a:moveTo>
                <a:lnTo>
                  <a:pt x="46155" y="2915"/>
                </a:lnTo>
                <a:cubicBezTo>
                  <a:pt x="30608" y="5344"/>
                  <a:pt x="15547" y="8259"/>
                  <a:pt x="0" y="10688"/>
                </a:cubicBezTo>
                <a:cubicBezTo>
                  <a:pt x="9717" y="32551"/>
                  <a:pt x="24292" y="50527"/>
                  <a:pt x="43240" y="64616"/>
                </a:cubicBezTo>
                <a:cubicBezTo>
                  <a:pt x="48584" y="51985"/>
                  <a:pt x="53442" y="39839"/>
                  <a:pt x="58300" y="27693"/>
                </a:cubicBezTo>
                <a:lnTo>
                  <a:pt x="65588" y="9717"/>
                </a:lnTo>
                <a:cubicBezTo>
                  <a:pt x="65588" y="9717"/>
                  <a:pt x="66560" y="6802"/>
                  <a:pt x="67046" y="5830"/>
                </a:cubicBezTo>
                <a:cubicBezTo>
                  <a:pt x="67046" y="4858"/>
                  <a:pt x="67046" y="3401"/>
                  <a:pt x="66074" y="2429"/>
                </a:cubicBezTo>
                <a:cubicBezTo>
                  <a:pt x="65102" y="1457"/>
                  <a:pt x="64131" y="972"/>
                  <a:pt x="62673" y="4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8" name="Google Shape;2428;p88"/>
          <p:cNvSpPr/>
          <p:nvPr/>
        </p:nvSpPr>
        <p:spPr>
          <a:xfrm>
            <a:off x="7889436" y="3270543"/>
            <a:ext cx="31605" cy="28691"/>
          </a:xfrm>
          <a:custGeom>
            <a:avLst/>
            <a:gdLst/>
            <a:ahLst/>
            <a:cxnLst/>
            <a:rect l="l" t="t" r="r" b="b"/>
            <a:pathLst>
              <a:path w="68503" h="62187" extrusionOk="0">
                <a:moveTo>
                  <a:pt x="55385" y="32551"/>
                </a:moveTo>
                <a:cubicBezTo>
                  <a:pt x="50041" y="22834"/>
                  <a:pt x="44697" y="12632"/>
                  <a:pt x="38867" y="2915"/>
                </a:cubicBezTo>
                <a:cubicBezTo>
                  <a:pt x="37895" y="972"/>
                  <a:pt x="35952" y="486"/>
                  <a:pt x="34494" y="0"/>
                </a:cubicBezTo>
                <a:cubicBezTo>
                  <a:pt x="33037" y="0"/>
                  <a:pt x="31094" y="972"/>
                  <a:pt x="30122" y="2915"/>
                </a:cubicBezTo>
                <a:lnTo>
                  <a:pt x="17490" y="25749"/>
                </a:lnTo>
                <a:cubicBezTo>
                  <a:pt x="11660" y="36438"/>
                  <a:pt x="5830" y="46640"/>
                  <a:pt x="0" y="57329"/>
                </a:cubicBezTo>
                <a:cubicBezTo>
                  <a:pt x="11660" y="60244"/>
                  <a:pt x="22834" y="61701"/>
                  <a:pt x="34494" y="62187"/>
                </a:cubicBezTo>
                <a:cubicBezTo>
                  <a:pt x="45669" y="62187"/>
                  <a:pt x="57329" y="60730"/>
                  <a:pt x="68503" y="57815"/>
                </a:cubicBezTo>
                <a:cubicBezTo>
                  <a:pt x="67046" y="54900"/>
                  <a:pt x="65588" y="52470"/>
                  <a:pt x="64131" y="50041"/>
                </a:cubicBezTo>
                <a:lnTo>
                  <a:pt x="54900" y="3303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9" name="Google Shape;2429;p88"/>
          <p:cNvSpPr/>
          <p:nvPr/>
        </p:nvSpPr>
        <p:spPr>
          <a:xfrm>
            <a:off x="7963182" y="3259559"/>
            <a:ext cx="3138" cy="1345"/>
          </a:xfrm>
          <a:custGeom>
            <a:avLst/>
            <a:gdLst/>
            <a:ahLst/>
            <a:cxnLst/>
            <a:rect l="l" t="t" r="r" b="b"/>
            <a:pathLst>
              <a:path w="6801" h="2915" extrusionOk="0">
                <a:moveTo>
                  <a:pt x="0" y="0"/>
                </a:moveTo>
                <a:lnTo>
                  <a:pt x="6802" y="291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88"/>
          <p:cNvSpPr/>
          <p:nvPr/>
        </p:nvSpPr>
        <p:spPr>
          <a:xfrm>
            <a:off x="7843610" y="3208229"/>
            <a:ext cx="29687" cy="31157"/>
          </a:xfrm>
          <a:custGeom>
            <a:avLst/>
            <a:gdLst/>
            <a:ahLst/>
            <a:cxnLst/>
            <a:rect l="l" t="t" r="r" b="b"/>
            <a:pathLst>
              <a:path w="64346" h="67531" extrusionOk="0">
                <a:moveTo>
                  <a:pt x="63375" y="47126"/>
                </a:moveTo>
                <a:cubicBezTo>
                  <a:pt x="63375" y="47126"/>
                  <a:pt x="63375" y="43725"/>
                  <a:pt x="60460" y="40810"/>
                </a:cubicBezTo>
                <a:cubicBezTo>
                  <a:pt x="45399" y="27207"/>
                  <a:pt x="30338" y="13603"/>
                  <a:pt x="15277" y="0"/>
                </a:cubicBezTo>
                <a:cubicBezTo>
                  <a:pt x="6532" y="17004"/>
                  <a:pt x="1673" y="34494"/>
                  <a:pt x="216" y="52956"/>
                </a:cubicBezTo>
                <a:cubicBezTo>
                  <a:pt x="216" y="57329"/>
                  <a:pt x="-270" y="62673"/>
                  <a:pt x="216" y="67531"/>
                </a:cubicBezTo>
                <a:lnTo>
                  <a:pt x="10419" y="64616"/>
                </a:lnTo>
                <a:cubicBezTo>
                  <a:pt x="26451" y="59758"/>
                  <a:pt x="42970" y="55385"/>
                  <a:pt x="59002" y="50527"/>
                </a:cubicBezTo>
                <a:cubicBezTo>
                  <a:pt x="63375" y="49070"/>
                  <a:pt x="63861" y="47612"/>
                  <a:pt x="64346" y="466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88"/>
          <p:cNvSpPr/>
          <p:nvPr/>
        </p:nvSpPr>
        <p:spPr>
          <a:xfrm>
            <a:off x="7917007" y="3176399"/>
            <a:ext cx="28467" cy="30797"/>
          </a:xfrm>
          <a:custGeom>
            <a:avLst/>
            <a:gdLst/>
            <a:ahLst/>
            <a:cxnLst/>
            <a:rect l="l" t="t" r="r" b="b"/>
            <a:pathLst>
              <a:path w="61701" h="66751" extrusionOk="0">
                <a:moveTo>
                  <a:pt x="5830" y="66560"/>
                </a:moveTo>
                <a:cubicBezTo>
                  <a:pt x="5830" y="66560"/>
                  <a:pt x="8745" y="67531"/>
                  <a:pt x="12146" y="65102"/>
                </a:cubicBezTo>
                <a:cubicBezTo>
                  <a:pt x="28664" y="53442"/>
                  <a:pt x="45183" y="41782"/>
                  <a:pt x="61701" y="30122"/>
                </a:cubicBezTo>
                <a:cubicBezTo>
                  <a:pt x="42754" y="14575"/>
                  <a:pt x="22348" y="4373"/>
                  <a:pt x="0" y="0"/>
                </a:cubicBezTo>
                <a:lnTo>
                  <a:pt x="3401" y="60730"/>
                </a:lnTo>
                <a:cubicBezTo>
                  <a:pt x="3401" y="65102"/>
                  <a:pt x="4858" y="65588"/>
                  <a:pt x="5830" y="6607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2" name="Google Shape;2432;p88"/>
          <p:cNvSpPr/>
          <p:nvPr/>
        </p:nvSpPr>
        <p:spPr>
          <a:xfrm>
            <a:off x="7797940" y="3126189"/>
            <a:ext cx="215315" cy="209837"/>
          </a:xfrm>
          <a:custGeom>
            <a:avLst/>
            <a:gdLst/>
            <a:ahLst/>
            <a:cxnLst/>
            <a:rect l="l" t="t" r="r" b="b"/>
            <a:pathLst>
              <a:path w="466686" h="454812" extrusionOk="0">
                <a:moveTo>
                  <a:pt x="444146" y="283729"/>
                </a:moveTo>
                <a:cubicBezTo>
                  <a:pt x="438802" y="283243"/>
                  <a:pt x="433458" y="282757"/>
                  <a:pt x="428600" y="281786"/>
                </a:cubicBezTo>
                <a:cubicBezTo>
                  <a:pt x="421798" y="280814"/>
                  <a:pt x="414024" y="279842"/>
                  <a:pt x="409166" y="272555"/>
                </a:cubicBezTo>
                <a:cubicBezTo>
                  <a:pt x="406251" y="272069"/>
                  <a:pt x="404308" y="270611"/>
                  <a:pt x="403336" y="269154"/>
                </a:cubicBezTo>
                <a:cubicBezTo>
                  <a:pt x="400421" y="265753"/>
                  <a:pt x="400907" y="261866"/>
                  <a:pt x="401393" y="259923"/>
                </a:cubicBezTo>
                <a:cubicBezTo>
                  <a:pt x="402364" y="250206"/>
                  <a:pt x="402850" y="240975"/>
                  <a:pt x="402364" y="231744"/>
                </a:cubicBezTo>
                <a:cubicBezTo>
                  <a:pt x="400907" y="202108"/>
                  <a:pt x="391676" y="174416"/>
                  <a:pt x="376129" y="149152"/>
                </a:cubicBezTo>
                <a:cubicBezTo>
                  <a:pt x="375158" y="147695"/>
                  <a:pt x="373214" y="144294"/>
                  <a:pt x="374186" y="139921"/>
                </a:cubicBezTo>
                <a:cubicBezTo>
                  <a:pt x="374672" y="137492"/>
                  <a:pt x="376129" y="135549"/>
                  <a:pt x="378073" y="134091"/>
                </a:cubicBezTo>
                <a:cubicBezTo>
                  <a:pt x="378558" y="129719"/>
                  <a:pt x="380988" y="125832"/>
                  <a:pt x="384874" y="122431"/>
                </a:cubicBezTo>
                <a:cubicBezTo>
                  <a:pt x="391190" y="117087"/>
                  <a:pt x="398478" y="112228"/>
                  <a:pt x="408194" y="106884"/>
                </a:cubicBezTo>
                <a:cubicBezTo>
                  <a:pt x="412081" y="104941"/>
                  <a:pt x="415482" y="102998"/>
                  <a:pt x="417911" y="100083"/>
                </a:cubicBezTo>
                <a:cubicBezTo>
                  <a:pt x="421312" y="97167"/>
                  <a:pt x="421312" y="94738"/>
                  <a:pt x="420826" y="93281"/>
                </a:cubicBezTo>
                <a:cubicBezTo>
                  <a:pt x="420826" y="90852"/>
                  <a:pt x="418883" y="89394"/>
                  <a:pt x="417911" y="88908"/>
                </a:cubicBezTo>
                <a:cubicBezTo>
                  <a:pt x="415968" y="87937"/>
                  <a:pt x="413053" y="88422"/>
                  <a:pt x="410624" y="89880"/>
                </a:cubicBezTo>
                <a:cubicBezTo>
                  <a:pt x="407223" y="91823"/>
                  <a:pt x="404308" y="95224"/>
                  <a:pt x="401393" y="98139"/>
                </a:cubicBezTo>
                <a:cubicBezTo>
                  <a:pt x="395563" y="104941"/>
                  <a:pt x="389247" y="111257"/>
                  <a:pt x="382445" y="116601"/>
                </a:cubicBezTo>
                <a:cubicBezTo>
                  <a:pt x="380502" y="118058"/>
                  <a:pt x="375643" y="122431"/>
                  <a:pt x="368356" y="121459"/>
                </a:cubicBezTo>
                <a:cubicBezTo>
                  <a:pt x="366412" y="123403"/>
                  <a:pt x="363983" y="124374"/>
                  <a:pt x="361554" y="123889"/>
                </a:cubicBezTo>
                <a:cubicBezTo>
                  <a:pt x="357182" y="123889"/>
                  <a:pt x="354267" y="120974"/>
                  <a:pt x="352809" y="119516"/>
                </a:cubicBezTo>
                <a:cubicBezTo>
                  <a:pt x="333861" y="100568"/>
                  <a:pt x="311513" y="86965"/>
                  <a:pt x="286249" y="78220"/>
                </a:cubicBezTo>
                <a:cubicBezTo>
                  <a:pt x="275075" y="74333"/>
                  <a:pt x="263415" y="71904"/>
                  <a:pt x="249811" y="69961"/>
                </a:cubicBezTo>
                <a:cubicBezTo>
                  <a:pt x="248354" y="69961"/>
                  <a:pt x="244953" y="69961"/>
                  <a:pt x="242524" y="67046"/>
                </a:cubicBezTo>
                <a:lnTo>
                  <a:pt x="240581" y="64616"/>
                </a:lnTo>
                <a:lnTo>
                  <a:pt x="240581" y="60244"/>
                </a:lnTo>
                <a:cubicBezTo>
                  <a:pt x="237180" y="56357"/>
                  <a:pt x="235722" y="52956"/>
                  <a:pt x="235722" y="49070"/>
                </a:cubicBezTo>
                <a:lnTo>
                  <a:pt x="235722" y="47126"/>
                </a:lnTo>
                <a:cubicBezTo>
                  <a:pt x="235722" y="42754"/>
                  <a:pt x="235722" y="38867"/>
                  <a:pt x="236208" y="34494"/>
                </a:cubicBezTo>
                <a:cubicBezTo>
                  <a:pt x="237180" y="28664"/>
                  <a:pt x="237666" y="23320"/>
                  <a:pt x="238637" y="17490"/>
                </a:cubicBezTo>
                <a:lnTo>
                  <a:pt x="238637" y="11660"/>
                </a:lnTo>
                <a:cubicBezTo>
                  <a:pt x="238637" y="11660"/>
                  <a:pt x="239123" y="7288"/>
                  <a:pt x="239123" y="7288"/>
                </a:cubicBezTo>
                <a:cubicBezTo>
                  <a:pt x="239123" y="3401"/>
                  <a:pt x="236208" y="486"/>
                  <a:pt x="233293" y="0"/>
                </a:cubicBezTo>
                <a:cubicBezTo>
                  <a:pt x="229892" y="0"/>
                  <a:pt x="226977" y="2429"/>
                  <a:pt x="226491" y="6316"/>
                </a:cubicBezTo>
                <a:cubicBezTo>
                  <a:pt x="226491" y="9231"/>
                  <a:pt x="226491" y="12632"/>
                  <a:pt x="226977" y="17490"/>
                </a:cubicBezTo>
                <a:cubicBezTo>
                  <a:pt x="228435" y="26721"/>
                  <a:pt x="229892" y="36438"/>
                  <a:pt x="229892" y="46640"/>
                </a:cubicBezTo>
                <a:cubicBezTo>
                  <a:pt x="229892" y="49070"/>
                  <a:pt x="229892" y="54414"/>
                  <a:pt x="225520" y="58786"/>
                </a:cubicBezTo>
                <a:cubicBezTo>
                  <a:pt x="225520" y="62187"/>
                  <a:pt x="224548" y="64616"/>
                  <a:pt x="223090" y="66560"/>
                </a:cubicBezTo>
                <a:cubicBezTo>
                  <a:pt x="221633" y="68503"/>
                  <a:pt x="219204" y="69475"/>
                  <a:pt x="215803" y="69961"/>
                </a:cubicBezTo>
                <a:lnTo>
                  <a:pt x="212402" y="69961"/>
                </a:lnTo>
                <a:cubicBezTo>
                  <a:pt x="174021" y="75305"/>
                  <a:pt x="140012" y="91337"/>
                  <a:pt x="112805" y="119030"/>
                </a:cubicBezTo>
                <a:cubicBezTo>
                  <a:pt x="111348" y="120488"/>
                  <a:pt x="108433" y="124374"/>
                  <a:pt x="103574" y="123403"/>
                </a:cubicBezTo>
                <a:cubicBezTo>
                  <a:pt x="101631" y="123403"/>
                  <a:pt x="99202" y="122431"/>
                  <a:pt x="97259" y="121459"/>
                </a:cubicBezTo>
                <a:cubicBezTo>
                  <a:pt x="90943" y="121945"/>
                  <a:pt x="86570" y="118544"/>
                  <a:pt x="84627" y="117573"/>
                </a:cubicBezTo>
                <a:cubicBezTo>
                  <a:pt x="77825" y="112228"/>
                  <a:pt x="71509" y="106398"/>
                  <a:pt x="64707" y="98625"/>
                </a:cubicBezTo>
                <a:cubicBezTo>
                  <a:pt x="61307" y="94738"/>
                  <a:pt x="58392" y="91823"/>
                  <a:pt x="54991" y="89394"/>
                </a:cubicBezTo>
                <a:cubicBezTo>
                  <a:pt x="51590" y="87451"/>
                  <a:pt x="47703" y="87937"/>
                  <a:pt x="45760" y="90366"/>
                </a:cubicBezTo>
                <a:cubicBezTo>
                  <a:pt x="43816" y="92795"/>
                  <a:pt x="44302" y="96682"/>
                  <a:pt x="47217" y="99597"/>
                </a:cubicBezTo>
                <a:cubicBezTo>
                  <a:pt x="50132" y="102512"/>
                  <a:pt x="53533" y="104455"/>
                  <a:pt x="57420" y="106398"/>
                </a:cubicBezTo>
                <a:cubicBezTo>
                  <a:pt x="65193" y="110771"/>
                  <a:pt x="72481" y="115143"/>
                  <a:pt x="78797" y="120488"/>
                </a:cubicBezTo>
                <a:cubicBezTo>
                  <a:pt x="81712" y="122917"/>
                  <a:pt x="86570" y="126804"/>
                  <a:pt x="87542" y="133605"/>
                </a:cubicBezTo>
                <a:cubicBezTo>
                  <a:pt x="89485" y="135063"/>
                  <a:pt x="90457" y="137006"/>
                  <a:pt x="90943" y="138949"/>
                </a:cubicBezTo>
                <a:cubicBezTo>
                  <a:pt x="91914" y="143322"/>
                  <a:pt x="89971" y="147209"/>
                  <a:pt x="88514" y="149152"/>
                </a:cubicBezTo>
                <a:cubicBezTo>
                  <a:pt x="67622" y="183161"/>
                  <a:pt x="59363" y="220084"/>
                  <a:pt x="64222" y="258951"/>
                </a:cubicBezTo>
                <a:cubicBezTo>
                  <a:pt x="65193" y="268182"/>
                  <a:pt x="59363" y="271097"/>
                  <a:pt x="56448" y="271583"/>
                </a:cubicBezTo>
                <a:cubicBezTo>
                  <a:pt x="53047" y="276927"/>
                  <a:pt x="47703" y="278385"/>
                  <a:pt x="43816" y="279356"/>
                </a:cubicBezTo>
                <a:cubicBezTo>
                  <a:pt x="34586" y="281300"/>
                  <a:pt x="24869" y="282272"/>
                  <a:pt x="15638" y="282757"/>
                </a:cubicBezTo>
                <a:cubicBezTo>
                  <a:pt x="11265" y="282757"/>
                  <a:pt x="7864" y="283729"/>
                  <a:pt x="4464" y="284701"/>
                </a:cubicBezTo>
                <a:cubicBezTo>
                  <a:pt x="1063" y="286158"/>
                  <a:pt x="-395" y="289559"/>
                  <a:pt x="91" y="291988"/>
                </a:cubicBezTo>
                <a:cubicBezTo>
                  <a:pt x="577" y="294903"/>
                  <a:pt x="3978" y="297818"/>
                  <a:pt x="7379" y="296847"/>
                </a:cubicBezTo>
                <a:cubicBezTo>
                  <a:pt x="11265" y="296847"/>
                  <a:pt x="15152" y="295389"/>
                  <a:pt x="19525" y="293446"/>
                </a:cubicBezTo>
                <a:cubicBezTo>
                  <a:pt x="28755" y="289559"/>
                  <a:pt x="37015" y="286644"/>
                  <a:pt x="44788" y="284701"/>
                </a:cubicBezTo>
                <a:cubicBezTo>
                  <a:pt x="48675" y="283729"/>
                  <a:pt x="53533" y="282272"/>
                  <a:pt x="58392" y="285187"/>
                </a:cubicBezTo>
                <a:cubicBezTo>
                  <a:pt x="59849" y="286158"/>
                  <a:pt x="60335" y="286158"/>
                  <a:pt x="60335" y="286158"/>
                </a:cubicBezTo>
                <a:lnTo>
                  <a:pt x="63250" y="285187"/>
                </a:lnTo>
                <a:lnTo>
                  <a:pt x="67622" y="286644"/>
                </a:lnTo>
                <a:cubicBezTo>
                  <a:pt x="71023" y="288587"/>
                  <a:pt x="71995" y="291502"/>
                  <a:pt x="72481" y="292960"/>
                </a:cubicBezTo>
                <a:cubicBezTo>
                  <a:pt x="86084" y="331341"/>
                  <a:pt x="109890" y="361463"/>
                  <a:pt x="144385" y="382840"/>
                </a:cubicBezTo>
                <a:cubicBezTo>
                  <a:pt x="150701" y="386727"/>
                  <a:pt x="150701" y="392557"/>
                  <a:pt x="148271" y="396929"/>
                </a:cubicBezTo>
                <a:cubicBezTo>
                  <a:pt x="150701" y="403245"/>
                  <a:pt x="148271" y="408589"/>
                  <a:pt x="146814" y="410533"/>
                </a:cubicBezTo>
                <a:cubicBezTo>
                  <a:pt x="142927" y="418306"/>
                  <a:pt x="138555" y="426079"/>
                  <a:pt x="131753" y="435310"/>
                </a:cubicBezTo>
                <a:cubicBezTo>
                  <a:pt x="128838" y="439197"/>
                  <a:pt x="127380" y="442112"/>
                  <a:pt x="126409" y="445027"/>
                </a:cubicBezTo>
                <a:cubicBezTo>
                  <a:pt x="124951" y="448914"/>
                  <a:pt x="126409" y="452800"/>
                  <a:pt x="129324" y="454258"/>
                </a:cubicBezTo>
                <a:cubicBezTo>
                  <a:pt x="132239" y="455715"/>
                  <a:pt x="136126" y="454258"/>
                  <a:pt x="138069" y="450371"/>
                </a:cubicBezTo>
                <a:cubicBezTo>
                  <a:pt x="139526" y="447942"/>
                  <a:pt x="140984" y="444541"/>
                  <a:pt x="141956" y="440654"/>
                </a:cubicBezTo>
                <a:cubicBezTo>
                  <a:pt x="144871" y="430938"/>
                  <a:pt x="147786" y="422193"/>
                  <a:pt x="151672" y="414419"/>
                </a:cubicBezTo>
                <a:cubicBezTo>
                  <a:pt x="152644" y="411990"/>
                  <a:pt x="155559" y="406160"/>
                  <a:pt x="162361" y="403731"/>
                </a:cubicBezTo>
                <a:cubicBezTo>
                  <a:pt x="163818" y="400330"/>
                  <a:pt x="168191" y="395472"/>
                  <a:pt x="176936" y="398387"/>
                </a:cubicBezTo>
                <a:cubicBezTo>
                  <a:pt x="213860" y="411504"/>
                  <a:pt x="251269" y="411504"/>
                  <a:pt x="289164" y="398872"/>
                </a:cubicBezTo>
                <a:cubicBezTo>
                  <a:pt x="292079" y="397901"/>
                  <a:pt x="295966" y="396443"/>
                  <a:pt x="300339" y="398872"/>
                </a:cubicBezTo>
                <a:cubicBezTo>
                  <a:pt x="302282" y="399844"/>
                  <a:pt x="303739" y="401302"/>
                  <a:pt x="304711" y="403731"/>
                </a:cubicBezTo>
                <a:cubicBezTo>
                  <a:pt x="309084" y="405188"/>
                  <a:pt x="311999" y="408103"/>
                  <a:pt x="314428" y="412962"/>
                </a:cubicBezTo>
                <a:cubicBezTo>
                  <a:pt x="319286" y="422678"/>
                  <a:pt x="322201" y="432881"/>
                  <a:pt x="324630" y="441140"/>
                </a:cubicBezTo>
                <a:cubicBezTo>
                  <a:pt x="326088" y="445999"/>
                  <a:pt x="327545" y="449400"/>
                  <a:pt x="329975" y="451829"/>
                </a:cubicBezTo>
                <a:cubicBezTo>
                  <a:pt x="332404" y="454258"/>
                  <a:pt x="335319" y="454744"/>
                  <a:pt x="337748" y="453286"/>
                </a:cubicBezTo>
                <a:cubicBezTo>
                  <a:pt x="340177" y="451829"/>
                  <a:pt x="341149" y="448428"/>
                  <a:pt x="340177" y="445513"/>
                </a:cubicBezTo>
                <a:cubicBezTo>
                  <a:pt x="339206" y="441626"/>
                  <a:pt x="336776" y="438225"/>
                  <a:pt x="334347" y="434824"/>
                </a:cubicBezTo>
                <a:cubicBezTo>
                  <a:pt x="329003" y="427051"/>
                  <a:pt x="324145" y="419763"/>
                  <a:pt x="320258" y="412476"/>
                </a:cubicBezTo>
                <a:cubicBezTo>
                  <a:pt x="318800" y="409561"/>
                  <a:pt x="315400" y="403731"/>
                  <a:pt x="317829" y="396443"/>
                </a:cubicBezTo>
                <a:cubicBezTo>
                  <a:pt x="315885" y="392071"/>
                  <a:pt x="316371" y="386727"/>
                  <a:pt x="322687" y="382840"/>
                </a:cubicBezTo>
                <a:cubicBezTo>
                  <a:pt x="339691" y="372637"/>
                  <a:pt x="354752" y="359034"/>
                  <a:pt x="367384" y="343001"/>
                </a:cubicBezTo>
                <a:cubicBezTo>
                  <a:pt x="379044" y="327940"/>
                  <a:pt x="388275" y="311422"/>
                  <a:pt x="394105" y="293446"/>
                </a:cubicBezTo>
                <a:cubicBezTo>
                  <a:pt x="396534" y="285672"/>
                  <a:pt x="402850" y="284215"/>
                  <a:pt x="407709" y="285672"/>
                </a:cubicBezTo>
                <a:cubicBezTo>
                  <a:pt x="409652" y="283243"/>
                  <a:pt x="414510" y="282272"/>
                  <a:pt x="419369" y="283243"/>
                </a:cubicBezTo>
                <a:cubicBezTo>
                  <a:pt x="425199" y="284701"/>
                  <a:pt x="431029" y="286158"/>
                  <a:pt x="436373" y="288102"/>
                </a:cubicBezTo>
                <a:cubicBezTo>
                  <a:pt x="440260" y="289559"/>
                  <a:pt x="442689" y="290531"/>
                  <a:pt x="445118" y="291502"/>
                </a:cubicBezTo>
                <a:cubicBezTo>
                  <a:pt x="449491" y="293446"/>
                  <a:pt x="453377" y="294903"/>
                  <a:pt x="457750" y="295389"/>
                </a:cubicBezTo>
                <a:cubicBezTo>
                  <a:pt x="462122" y="296361"/>
                  <a:pt x="464066" y="294417"/>
                  <a:pt x="465523" y="292474"/>
                </a:cubicBezTo>
                <a:cubicBezTo>
                  <a:pt x="466981" y="290531"/>
                  <a:pt x="466981" y="289073"/>
                  <a:pt x="466009" y="287130"/>
                </a:cubicBezTo>
                <a:cubicBezTo>
                  <a:pt x="464552" y="284215"/>
                  <a:pt x="462608" y="282757"/>
                  <a:pt x="459207" y="282272"/>
                </a:cubicBezTo>
                <a:cubicBezTo>
                  <a:pt x="454349" y="281786"/>
                  <a:pt x="449491" y="281300"/>
                  <a:pt x="444632" y="280814"/>
                </a:cubicBezTo>
                <a:close/>
                <a:moveTo>
                  <a:pt x="246411" y="95710"/>
                </a:moveTo>
                <a:cubicBezTo>
                  <a:pt x="249811" y="92795"/>
                  <a:pt x="254184" y="93281"/>
                  <a:pt x="259042" y="94252"/>
                </a:cubicBezTo>
                <a:lnTo>
                  <a:pt x="259042" y="94252"/>
                </a:lnTo>
                <a:cubicBezTo>
                  <a:pt x="286249" y="99111"/>
                  <a:pt x="311513" y="111743"/>
                  <a:pt x="332890" y="131176"/>
                </a:cubicBezTo>
                <a:cubicBezTo>
                  <a:pt x="334347" y="132634"/>
                  <a:pt x="337748" y="135549"/>
                  <a:pt x="337262" y="139921"/>
                </a:cubicBezTo>
                <a:cubicBezTo>
                  <a:pt x="337262" y="144294"/>
                  <a:pt x="333376" y="147209"/>
                  <a:pt x="331918" y="148180"/>
                </a:cubicBezTo>
                <a:cubicBezTo>
                  <a:pt x="313942" y="160812"/>
                  <a:pt x="296452" y="173444"/>
                  <a:pt x="278476" y="186076"/>
                </a:cubicBezTo>
                <a:cubicBezTo>
                  <a:pt x="274103" y="188991"/>
                  <a:pt x="269731" y="190448"/>
                  <a:pt x="265358" y="190448"/>
                </a:cubicBezTo>
                <a:cubicBezTo>
                  <a:pt x="262443" y="190448"/>
                  <a:pt x="260014" y="189962"/>
                  <a:pt x="257099" y="188505"/>
                </a:cubicBezTo>
                <a:cubicBezTo>
                  <a:pt x="250297" y="185590"/>
                  <a:pt x="246411" y="179274"/>
                  <a:pt x="245925" y="170529"/>
                </a:cubicBezTo>
                <a:lnTo>
                  <a:pt x="242524" y="108828"/>
                </a:lnTo>
                <a:cubicBezTo>
                  <a:pt x="242524" y="102998"/>
                  <a:pt x="242524" y="98625"/>
                  <a:pt x="245925" y="95710"/>
                </a:cubicBezTo>
                <a:close/>
                <a:moveTo>
                  <a:pt x="249326" y="207938"/>
                </a:moveTo>
                <a:lnTo>
                  <a:pt x="269245" y="233202"/>
                </a:lnTo>
                <a:lnTo>
                  <a:pt x="262443" y="264781"/>
                </a:lnTo>
                <a:lnTo>
                  <a:pt x="233293" y="278871"/>
                </a:lnTo>
                <a:lnTo>
                  <a:pt x="204143" y="264781"/>
                </a:lnTo>
                <a:lnTo>
                  <a:pt x="196855" y="233202"/>
                </a:lnTo>
                <a:lnTo>
                  <a:pt x="216775" y="207938"/>
                </a:lnTo>
                <a:lnTo>
                  <a:pt x="249326" y="207938"/>
                </a:lnTo>
                <a:close/>
                <a:moveTo>
                  <a:pt x="130781" y="132148"/>
                </a:moveTo>
                <a:lnTo>
                  <a:pt x="136126" y="137492"/>
                </a:lnTo>
                <a:lnTo>
                  <a:pt x="131267" y="132148"/>
                </a:lnTo>
                <a:cubicBezTo>
                  <a:pt x="152158" y="112714"/>
                  <a:pt x="176936" y="100568"/>
                  <a:pt x="204629" y="95224"/>
                </a:cubicBezTo>
                <a:cubicBezTo>
                  <a:pt x="206572" y="95224"/>
                  <a:pt x="208029" y="94738"/>
                  <a:pt x="209001" y="94252"/>
                </a:cubicBezTo>
                <a:cubicBezTo>
                  <a:pt x="212888" y="93767"/>
                  <a:pt x="216289" y="93281"/>
                  <a:pt x="219690" y="96196"/>
                </a:cubicBezTo>
                <a:cubicBezTo>
                  <a:pt x="223090" y="99111"/>
                  <a:pt x="222605" y="102998"/>
                  <a:pt x="222605" y="106398"/>
                </a:cubicBezTo>
                <a:lnTo>
                  <a:pt x="221633" y="124374"/>
                </a:lnTo>
                <a:cubicBezTo>
                  <a:pt x="220661" y="140407"/>
                  <a:pt x="219690" y="156925"/>
                  <a:pt x="218718" y="172958"/>
                </a:cubicBezTo>
                <a:cubicBezTo>
                  <a:pt x="218718" y="180246"/>
                  <a:pt x="214345" y="186076"/>
                  <a:pt x="208029" y="188991"/>
                </a:cubicBezTo>
                <a:cubicBezTo>
                  <a:pt x="205600" y="190448"/>
                  <a:pt x="202685" y="190934"/>
                  <a:pt x="199770" y="190934"/>
                </a:cubicBezTo>
                <a:cubicBezTo>
                  <a:pt x="195884" y="190934"/>
                  <a:pt x="191997" y="189477"/>
                  <a:pt x="188596" y="187533"/>
                </a:cubicBezTo>
                <a:cubicBezTo>
                  <a:pt x="179365" y="180731"/>
                  <a:pt x="169648" y="174416"/>
                  <a:pt x="160417" y="167614"/>
                </a:cubicBezTo>
                <a:cubicBezTo>
                  <a:pt x="151187" y="160812"/>
                  <a:pt x="141470" y="154496"/>
                  <a:pt x="132239" y="147695"/>
                </a:cubicBezTo>
                <a:cubicBezTo>
                  <a:pt x="129324" y="145751"/>
                  <a:pt x="127866" y="143322"/>
                  <a:pt x="127380" y="140407"/>
                </a:cubicBezTo>
                <a:cubicBezTo>
                  <a:pt x="127380" y="136034"/>
                  <a:pt x="129810" y="133605"/>
                  <a:pt x="131267" y="132634"/>
                </a:cubicBezTo>
                <a:close/>
                <a:moveTo>
                  <a:pt x="85113" y="256522"/>
                </a:moveTo>
                <a:cubicBezTo>
                  <a:pt x="83169" y="246805"/>
                  <a:pt x="83655" y="237574"/>
                  <a:pt x="84141" y="229801"/>
                </a:cubicBezTo>
                <a:cubicBezTo>
                  <a:pt x="85598" y="206967"/>
                  <a:pt x="92400" y="185590"/>
                  <a:pt x="103574" y="166156"/>
                </a:cubicBezTo>
                <a:cubicBezTo>
                  <a:pt x="104546" y="164699"/>
                  <a:pt x="106489" y="160812"/>
                  <a:pt x="110862" y="160326"/>
                </a:cubicBezTo>
                <a:cubicBezTo>
                  <a:pt x="115235" y="159841"/>
                  <a:pt x="118150" y="162270"/>
                  <a:pt x="119607" y="163241"/>
                </a:cubicBezTo>
                <a:cubicBezTo>
                  <a:pt x="136126" y="178302"/>
                  <a:pt x="152644" y="192877"/>
                  <a:pt x="169162" y="207453"/>
                </a:cubicBezTo>
                <a:cubicBezTo>
                  <a:pt x="175964" y="213283"/>
                  <a:pt x="178393" y="220084"/>
                  <a:pt x="176450" y="227858"/>
                </a:cubicBezTo>
                <a:cubicBezTo>
                  <a:pt x="174021" y="239032"/>
                  <a:pt x="164304" y="241461"/>
                  <a:pt x="160903" y="242433"/>
                </a:cubicBezTo>
                <a:cubicBezTo>
                  <a:pt x="144871" y="246805"/>
                  <a:pt x="128838" y="251664"/>
                  <a:pt x="112320" y="256522"/>
                </a:cubicBezTo>
                <a:lnTo>
                  <a:pt x="86570" y="263810"/>
                </a:lnTo>
                <a:lnTo>
                  <a:pt x="85113" y="256036"/>
                </a:lnTo>
                <a:close/>
                <a:moveTo>
                  <a:pt x="164790" y="358062"/>
                </a:moveTo>
                <a:cubicBezTo>
                  <a:pt x="164790" y="358062"/>
                  <a:pt x="162361" y="363892"/>
                  <a:pt x="157988" y="365350"/>
                </a:cubicBezTo>
                <a:cubicBezTo>
                  <a:pt x="157017" y="365350"/>
                  <a:pt x="156045" y="365350"/>
                  <a:pt x="155559" y="365350"/>
                </a:cubicBezTo>
                <a:cubicBezTo>
                  <a:pt x="152158" y="365350"/>
                  <a:pt x="149729" y="363406"/>
                  <a:pt x="148271" y="362435"/>
                </a:cubicBezTo>
                <a:cubicBezTo>
                  <a:pt x="123980" y="345430"/>
                  <a:pt x="105518" y="322596"/>
                  <a:pt x="94344" y="294903"/>
                </a:cubicBezTo>
                <a:cubicBezTo>
                  <a:pt x="93372" y="292960"/>
                  <a:pt x="91914" y="289073"/>
                  <a:pt x="94344" y="285672"/>
                </a:cubicBezTo>
                <a:cubicBezTo>
                  <a:pt x="95801" y="283243"/>
                  <a:pt x="98230" y="281300"/>
                  <a:pt x="102117" y="280814"/>
                </a:cubicBezTo>
                <a:cubicBezTo>
                  <a:pt x="119121" y="277899"/>
                  <a:pt x="136611" y="274984"/>
                  <a:pt x="153616" y="272069"/>
                </a:cubicBezTo>
                <a:lnTo>
                  <a:pt x="172563" y="269154"/>
                </a:lnTo>
                <a:cubicBezTo>
                  <a:pt x="178393" y="268668"/>
                  <a:pt x="183738" y="271583"/>
                  <a:pt x="187624" y="275956"/>
                </a:cubicBezTo>
                <a:cubicBezTo>
                  <a:pt x="191511" y="280328"/>
                  <a:pt x="192969" y="286158"/>
                  <a:pt x="191997" y="291988"/>
                </a:cubicBezTo>
                <a:lnTo>
                  <a:pt x="191997" y="291988"/>
                </a:lnTo>
                <a:cubicBezTo>
                  <a:pt x="191997" y="291988"/>
                  <a:pt x="190539" y="296361"/>
                  <a:pt x="190053" y="298790"/>
                </a:cubicBezTo>
                <a:lnTo>
                  <a:pt x="182766" y="316766"/>
                </a:lnTo>
                <a:cubicBezTo>
                  <a:pt x="176936" y="330369"/>
                  <a:pt x="171592" y="343973"/>
                  <a:pt x="165762" y="358062"/>
                </a:cubicBezTo>
                <a:close/>
                <a:moveTo>
                  <a:pt x="283820" y="377010"/>
                </a:moveTo>
                <a:cubicBezTo>
                  <a:pt x="281877" y="381382"/>
                  <a:pt x="277504" y="382840"/>
                  <a:pt x="276047" y="383326"/>
                </a:cubicBezTo>
                <a:cubicBezTo>
                  <a:pt x="261472" y="387212"/>
                  <a:pt x="247382" y="389642"/>
                  <a:pt x="232807" y="389642"/>
                </a:cubicBezTo>
                <a:cubicBezTo>
                  <a:pt x="217746" y="389642"/>
                  <a:pt x="203171" y="387212"/>
                  <a:pt x="188596" y="382840"/>
                </a:cubicBezTo>
                <a:cubicBezTo>
                  <a:pt x="187138" y="382840"/>
                  <a:pt x="183252" y="381382"/>
                  <a:pt x="181308" y="377010"/>
                </a:cubicBezTo>
                <a:cubicBezTo>
                  <a:pt x="179851" y="373123"/>
                  <a:pt x="181308" y="369236"/>
                  <a:pt x="182280" y="367779"/>
                </a:cubicBezTo>
                <a:cubicBezTo>
                  <a:pt x="189082" y="355633"/>
                  <a:pt x="195398" y="343973"/>
                  <a:pt x="202199" y="331827"/>
                </a:cubicBezTo>
                <a:lnTo>
                  <a:pt x="214831" y="308993"/>
                </a:lnTo>
                <a:cubicBezTo>
                  <a:pt x="218718" y="302191"/>
                  <a:pt x="225034" y="298304"/>
                  <a:pt x="231836" y="298304"/>
                </a:cubicBezTo>
                <a:lnTo>
                  <a:pt x="231836" y="298304"/>
                </a:lnTo>
                <a:cubicBezTo>
                  <a:pt x="238637" y="298304"/>
                  <a:pt x="244953" y="302191"/>
                  <a:pt x="248840" y="308993"/>
                </a:cubicBezTo>
                <a:cubicBezTo>
                  <a:pt x="254670" y="318709"/>
                  <a:pt x="260014" y="328912"/>
                  <a:pt x="265358" y="338629"/>
                </a:cubicBezTo>
                <a:lnTo>
                  <a:pt x="274589" y="355633"/>
                </a:lnTo>
                <a:cubicBezTo>
                  <a:pt x="276533" y="359520"/>
                  <a:pt x="278962" y="363406"/>
                  <a:pt x="280905" y="367293"/>
                </a:cubicBezTo>
                <a:cubicBezTo>
                  <a:pt x="281877" y="368751"/>
                  <a:pt x="284306" y="372637"/>
                  <a:pt x="282363" y="377010"/>
                </a:cubicBezTo>
                <a:close/>
                <a:moveTo>
                  <a:pt x="371757" y="294417"/>
                </a:moveTo>
                <a:cubicBezTo>
                  <a:pt x="360582" y="323082"/>
                  <a:pt x="341635" y="346402"/>
                  <a:pt x="316857" y="363892"/>
                </a:cubicBezTo>
                <a:cubicBezTo>
                  <a:pt x="315885" y="364378"/>
                  <a:pt x="313456" y="366321"/>
                  <a:pt x="310541" y="366321"/>
                </a:cubicBezTo>
                <a:cubicBezTo>
                  <a:pt x="309569" y="366321"/>
                  <a:pt x="309084" y="366321"/>
                  <a:pt x="308112" y="366321"/>
                </a:cubicBezTo>
                <a:cubicBezTo>
                  <a:pt x="303739" y="364864"/>
                  <a:pt x="302282" y="360977"/>
                  <a:pt x="301796" y="360005"/>
                </a:cubicBezTo>
                <a:cubicBezTo>
                  <a:pt x="294994" y="343487"/>
                  <a:pt x="288193" y="326969"/>
                  <a:pt x="281391" y="310450"/>
                </a:cubicBezTo>
                <a:lnTo>
                  <a:pt x="275561" y="296361"/>
                </a:lnTo>
                <a:cubicBezTo>
                  <a:pt x="275561" y="296361"/>
                  <a:pt x="273618" y="291017"/>
                  <a:pt x="274103" y="287616"/>
                </a:cubicBezTo>
                <a:cubicBezTo>
                  <a:pt x="274103" y="282757"/>
                  <a:pt x="276533" y="277413"/>
                  <a:pt x="280905" y="273526"/>
                </a:cubicBezTo>
                <a:cubicBezTo>
                  <a:pt x="285278" y="270126"/>
                  <a:pt x="290622" y="268668"/>
                  <a:pt x="296452" y="269640"/>
                </a:cubicBezTo>
                <a:lnTo>
                  <a:pt x="363983" y="281300"/>
                </a:lnTo>
                <a:cubicBezTo>
                  <a:pt x="363983" y="281300"/>
                  <a:pt x="369328" y="282272"/>
                  <a:pt x="371757" y="286158"/>
                </a:cubicBezTo>
                <a:cubicBezTo>
                  <a:pt x="373214" y="288587"/>
                  <a:pt x="373214" y="291502"/>
                  <a:pt x="371757" y="294903"/>
                </a:cubicBezTo>
                <a:lnTo>
                  <a:pt x="371757" y="294903"/>
                </a:lnTo>
                <a:close/>
                <a:moveTo>
                  <a:pt x="380988" y="253121"/>
                </a:moveTo>
                <a:cubicBezTo>
                  <a:pt x="380988" y="256522"/>
                  <a:pt x="379530" y="258951"/>
                  <a:pt x="377101" y="260409"/>
                </a:cubicBezTo>
                <a:cubicBezTo>
                  <a:pt x="375643" y="261380"/>
                  <a:pt x="373700" y="261866"/>
                  <a:pt x="372242" y="261866"/>
                </a:cubicBezTo>
                <a:cubicBezTo>
                  <a:pt x="370785" y="261866"/>
                  <a:pt x="369328" y="261866"/>
                  <a:pt x="368842" y="261380"/>
                </a:cubicBezTo>
                <a:lnTo>
                  <a:pt x="347465" y="255065"/>
                </a:lnTo>
                <a:cubicBezTo>
                  <a:pt x="332404" y="250692"/>
                  <a:pt x="317829" y="246320"/>
                  <a:pt x="302768" y="241947"/>
                </a:cubicBezTo>
                <a:cubicBezTo>
                  <a:pt x="295480" y="240004"/>
                  <a:pt x="290136" y="234659"/>
                  <a:pt x="288678" y="227858"/>
                </a:cubicBezTo>
                <a:cubicBezTo>
                  <a:pt x="287221" y="221056"/>
                  <a:pt x="289650" y="213768"/>
                  <a:pt x="295480" y="208910"/>
                </a:cubicBezTo>
                <a:lnTo>
                  <a:pt x="346007" y="163727"/>
                </a:lnTo>
                <a:cubicBezTo>
                  <a:pt x="346007" y="163727"/>
                  <a:pt x="350380" y="159841"/>
                  <a:pt x="354752" y="160812"/>
                </a:cubicBezTo>
                <a:cubicBezTo>
                  <a:pt x="359125" y="161298"/>
                  <a:pt x="361068" y="165185"/>
                  <a:pt x="362040" y="166642"/>
                </a:cubicBezTo>
                <a:cubicBezTo>
                  <a:pt x="373214" y="186076"/>
                  <a:pt x="380016" y="206967"/>
                  <a:pt x="381473" y="228829"/>
                </a:cubicBezTo>
                <a:cubicBezTo>
                  <a:pt x="381473" y="234174"/>
                  <a:pt x="382445" y="238060"/>
                  <a:pt x="381959" y="241947"/>
                </a:cubicBezTo>
                <a:cubicBezTo>
                  <a:pt x="381959" y="246320"/>
                  <a:pt x="381959" y="249720"/>
                  <a:pt x="381473" y="25360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88"/>
          <p:cNvSpPr/>
          <p:nvPr/>
        </p:nvSpPr>
        <p:spPr>
          <a:xfrm>
            <a:off x="7747997" y="3078669"/>
            <a:ext cx="314932" cy="306639"/>
          </a:xfrm>
          <a:custGeom>
            <a:avLst/>
            <a:gdLst/>
            <a:ahLst/>
            <a:cxnLst/>
            <a:rect l="l" t="t" r="r" b="b"/>
            <a:pathLst>
              <a:path w="682601" h="664625" extrusionOk="0">
                <a:moveTo>
                  <a:pt x="614584" y="131662"/>
                </a:moveTo>
                <a:lnTo>
                  <a:pt x="341058" y="0"/>
                </a:lnTo>
                <a:lnTo>
                  <a:pt x="67531" y="131662"/>
                </a:lnTo>
                <a:lnTo>
                  <a:pt x="0" y="427537"/>
                </a:lnTo>
                <a:lnTo>
                  <a:pt x="189477" y="664626"/>
                </a:lnTo>
                <a:lnTo>
                  <a:pt x="493125" y="664626"/>
                </a:lnTo>
                <a:lnTo>
                  <a:pt x="682601" y="427537"/>
                </a:lnTo>
                <a:lnTo>
                  <a:pt x="615070" y="131662"/>
                </a:lnTo>
                <a:close/>
                <a:moveTo>
                  <a:pt x="584462" y="407618"/>
                </a:moveTo>
                <a:cubicBezTo>
                  <a:pt x="579118" y="413933"/>
                  <a:pt x="571831" y="416848"/>
                  <a:pt x="563085" y="415877"/>
                </a:cubicBezTo>
                <a:cubicBezTo>
                  <a:pt x="557255" y="414905"/>
                  <a:pt x="551911" y="412962"/>
                  <a:pt x="547053" y="411018"/>
                </a:cubicBezTo>
                <a:cubicBezTo>
                  <a:pt x="544624" y="410047"/>
                  <a:pt x="542680" y="409075"/>
                  <a:pt x="540251" y="408103"/>
                </a:cubicBezTo>
                <a:cubicBezTo>
                  <a:pt x="533935" y="406160"/>
                  <a:pt x="529077" y="404217"/>
                  <a:pt x="523733" y="403245"/>
                </a:cubicBezTo>
                <a:cubicBezTo>
                  <a:pt x="519846" y="405188"/>
                  <a:pt x="516931" y="405674"/>
                  <a:pt x="514988" y="405674"/>
                </a:cubicBezTo>
                <a:cubicBezTo>
                  <a:pt x="508186" y="424136"/>
                  <a:pt x="498955" y="441626"/>
                  <a:pt x="486809" y="457173"/>
                </a:cubicBezTo>
                <a:cubicBezTo>
                  <a:pt x="473691" y="474177"/>
                  <a:pt x="458145" y="488267"/>
                  <a:pt x="440654" y="498955"/>
                </a:cubicBezTo>
                <a:cubicBezTo>
                  <a:pt x="441140" y="501870"/>
                  <a:pt x="440654" y="504299"/>
                  <a:pt x="440169" y="505757"/>
                </a:cubicBezTo>
                <a:cubicBezTo>
                  <a:pt x="440169" y="506728"/>
                  <a:pt x="439683" y="507700"/>
                  <a:pt x="441626" y="511101"/>
                </a:cubicBezTo>
                <a:cubicBezTo>
                  <a:pt x="445027" y="517903"/>
                  <a:pt x="449400" y="524704"/>
                  <a:pt x="454258" y="531992"/>
                </a:cubicBezTo>
                <a:cubicBezTo>
                  <a:pt x="457173" y="536364"/>
                  <a:pt x="460574" y="541223"/>
                  <a:pt x="462031" y="547539"/>
                </a:cubicBezTo>
                <a:cubicBezTo>
                  <a:pt x="464461" y="557255"/>
                  <a:pt x="460574" y="566972"/>
                  <a:pt x="452315" y="571831"/>
                </a:cubicBezTo>
                <a:cubicBezTo>
                  <a:pt x="444055" y="576689"/>
                  <a:pt x="433853" y="574746"/>
                  <a:pt x="426565" y="567458"/>
                </a:cubicBezTo>
                <a:cubicBezTo>
                  <a:pt x="421707" y="562114"/>
                  <a:pt x="419763" y="556284"/>
                  <a:pt x="417820" y="550454"/>
                </a:cubicBezTo>
                <a:cubicBezTo>
                  <a:pt x="415391" y="542680"/>
                  <a:pt x="412476" y="532964"/>
                  <a:pt x="408103" y="524218"/>
                </a:cubicBezTo>
                <a:cubicBezTo>
                  <a:pt x="407132" y="522275"/>
                  <a:pt x="406646" y="522275"/>
                  <a:pt x="406160" y="522275"/>
                </a:cubicBezTo>
                <a:cubicBezTo>
                  <a:pt x="402759" y="521303"/>
                  <a:pt x="400816" y="519846"/>
                  <a:pt x="399844" y="518388"/>
                </a:cubicBezTo>
                <a:cubicBezTo>
                  <a:pt x="360005" y="531506"/>
                  <a:pt x="320167" y="531506"/>
                  <a:pt x="280814" y="518388"/>
                </a:cubicBezTo>
                <a:cubicBezTo>
                  <a:pt x="278871" y="521303"/>
                  <a:pt x="275956" y="522275"/>
                  <a:pt x="274498" y="522761"/>
                </a:cubicBezTo>
                <a:cubicBezTo>
                  <a:pt x="274012" y="522761"/>
                  <a:pt x="273526" y="522761"/>
                  <a:pt x="272069" y="526162"/>
                </a:cubicBezTo>
                <a:cubicBezTo>
                  <a:pt x="268668" y="533449"/>
                  <a:pt x="265753" y="541709"/>
                  <a:pt x="263324" y="550454"/>
                </a:cubicBezTo>
                <a:cubicBezTo>
                  <a:pt x="261866" y="555312"/>
                  <a:pt x="259923" y="559685"/>
                  <a:pt x="257980" y="563571"/>
                </a:cubicBezTo>
                <a:cubicBezTo>
                  <a:pt x="253607" y="570859"/>
                  <a:pt x="246320" y="574746"/>
                  <a:pt x="239032" y="574746"/>
                </a:cubicBezTo>
                <a:cubicBezTo>
                  <a:pt x="236117" y="574746"/>
                  <a:pt x="233202" y="574260"/>
                  <a:pt x="230287" y="572802"/>
                </a:cubicBezTo>
                <a:cubicBezTo>
                  <a:pt x="220570" y="567944"/>
                  <a:pt x="216198" y="556284"/>
                  <a:pt x="220084" y="545595"/>
                </a:cubicBezTo>
                <a:cubicBezTo>
                  <a:pt x="222028" y="540251"/>
                  <a:pt x="224943" y="535879"/>
                  <a:pt x="227372" y="532478"/>
                </a:cubicBezTo>
                <a:cubicBezTo>
                  <a:pt x="233202" y="524218"/>
                  <a:pt x="237574" y="516931"/>
                  <a:pt x="240975" y="510129"/>
                </a:cubicBezTo>
                <a:cubicBezTo>
                  <a:pt x="241947" y="508186"/>
                  <a:pt x="241947" y="507700"/>
                  <a:pt x="241461" y="507214"/>
                </a:cubicBezTo>
                <a:cubicBezTo>
                  <a:pt x="240004" y="504299"/>
                  <a:pt x="240004" y="501384"/>
                  <a:pt x="240975" y="498955"/>
                </a:cubicBezTo>
                <a:cubicBezTo>
                  <a:pt x="205995" y="476121"/>
                  <a:pt x="181217" y="445027"/>
                  <a:pt x="166642" y="406160"/>
                </a:cubicBezTo>
                <a:cubicBezTo>
                  <a:pt x="163241" y="406160"/>
                  <a:pt x="160326" y="404703"/>
                  <a:pt x="157897" y="403245"/>
                </a:cubicBezTo>
                <a:cubicBezTo>
                  <a:pt x="157897" y="403245"/>
                  <a:pt x="156440" y="403245"/>
                  <a:pt x="155468" y="403731"/>
                </a:cubicBezTo>
                <a:cubicBezTo>
                  <a:pt x="147209" y="405674"/>
                  <a:pt x="139921" y="408103"/>
                  <a:pt x="131176" y="411990"/>
                </a:cubicBezTo>
                <a:cubicBezTo>
                  <a:pt x="125832" y="414419"/>
                  <a:pt x="120002" y="416363"/>
                  <a:pt x="113200" y="416363"/>
                </a:cubicBezTo>
                <a:cubicBezTo>
                  <a:pt x="102512" y="416363"/>
                  <a:pt x="93767" y="409561"/>
                  <a:pt x="91823" y="399844"/>
                </a:cubicBezTo>
                <a:cubicBezTo>
                  <a:pt x="89880" y="390127"/>
                  <a:pt x="95710" y="379925"/>
                  <a:pt x="104941" y="376038"/>
                </a:cubicBezTo>
                <a:cubicBezTo>
                  <a:pt x="109799" y="374095"/>
                  <a:pt x="114658" y="373123"/>
                  <a:pt x="120974" y="372637"/>
                </a:cubicBezTo>
                <a:cubicBezTo>
                  <a:pt x="129719" y="372637"/>
                  <a:pt x="138464" y="371180"/>
                  <a:pt x="146723" y="369236"/>
                </a:cubicBezTo>
                <a:cubicBezTo>
                  <a:pt x="149638" y="368751"/>
                  <a:pt x="150124" y="368265"/>
                  <a:pt x="150124" y="367779"/>
                </a:cubicBezTo>
                <a:cubicBezTo>
                  <a:pt x="151095" y="365836"/>
                  <a:pt x="152553" y="363892"/>
                  <a:pt x="155468" y="362435"/>
                </a:cubicBezTo>
                <a:cubicBezTo>
                  <a:pt x="151095" y="321138"/>
                  <a:pt x="159840" y="282271"/>
                  <a:pt x="181703" y="246320"/>
                </a:cubicBezTo>
                <a:cubicBezTo>
                  <a:pt x="180246" y="244376"/>
                  <a:pt x="179274" y="241947"/>
                  <a:pt x="179274" y="239518"/>
                </a:cubicBezTo>
                <a:cubicBezTo>
                  <a:pt x="179274" y="238546"/>
                  <a:pt x="179274" y="238060"/>
                  <a:pt x="175873" y="235631"/>
                </a:cubicBezTo>
                <a:cubicBezTo>
                  <a:pt x="170043" y="231259"/>
                  <a:pt x="163241" y="226886"/>
                  <a:pt x="155954" y="222999"/>
                </a:cubicBezTo>
                <a:cubicBezTo>
                  <a:pt x="151581" y="220570"/>
                  <a:pt x="146723" y="217655"/>
                  <a:pt x="142350" y="213283"/>
                </a:cubicBezTo>
                <a:cubicBezTo>
                  <a:pt x="134577" y="205509"/>
                  <a:pt x="133119" y="193363"/>
                  <a:pt x="139921" y="185104"/>
                </a:cubicBezTo>
                <a:cubicBezTo>
                  <a:pt x="146237" y="176359"/>
                  <a:pt x="158383" y="174416"/>
                  <a:pt x="168100" y="180246"/>
                </a:cubicBezTo>
                <a:cubicBezTo>
                  <a:pt x="173444" y="183161"/>
                  <a:pt x="177331" y="187533"/>
                  <a:pt x="181217" y="191906"/>
                </a:cubicBezTo>
                <a:cubicBezTo>
                  <a:pt x="187533" y="199193"/>
                  <a:pt x="193363" y="204538"/>
                  <a:pt x="199193" y="208910"/>
                </a:cubicBezTo>
                <a:cubicBezTo>
                  <a:pt x="199193" y="208910"/>
                  <a:pt x="200651" y="210368"/>
                  <a:pt x="201137" y="209882"/>
                </a:cubicBezTo>
                <a:cubicBezTo>
                  <a:pt x="204052" y="208910"/>
                  <a:pt x="206481" y="209882"/>
                  <a:pt x="208910" y="210853"/>
                </a:cubicBezTo>
                <a:cubicBezTo>
                  <a:pt x="239518" y="181217"/>
                  <a:pt x="274984" y="164213"/>
                  <a:pt x="316280" y="159355"/>
                </a:cubicBezTo>
                <a:cubicBezTo>
                  <a:pt x="316280" y="159355"/>
                  <a:pt x="316280" y="159355"/>
                  <a:pt x="316280" y="159355"/>
                </a:cubicBezTo>
                <a:cubicBezTo>
                  <a:pt x="316766" y="156925"/>
                  <a:pt x="318709" y="154010"/>
                  <a:pt x="320653" y="152067"/>
                </a:cubicBezTo>
                <a:cubicBezTo>
                  <a:pt x="320653" y="152067"/>
                  <a:pt x="320653" y="152067"/>
                  <a:pt x="320653" y="150610"/>
                </a:cubicBezTo>
                <a:cubicBezTo>
                  <a:pt x="320653" y="141379"/>
                  <a:pt x="319195" y="132148"/>
                  <a:pt x="317738" y="123889"/>
                </a:cubicBezTo>
                <a:cubicBezTo>
                  <a:pt x="316766" y="118058"/>
                  <a:pt x="316766" y="113200"/>
                  <a:pt x="317252" y="108828"/>
                </a:cubicBezTo>
                <a:cubicBezTo>
                  <a:pt x="318709" y="97167"/>
                  <a:pt x="327454" y="88908"/>
                  <a:pt x="339114" y="89394"/>
                </a:cubicBezTo>
                <a:cubicBezTo>
                  <a:pt x="348831" y="89394"/>
                  <a:pt x="357090" y="97653"/>
                  <a:pt x="358548" y="107370"/>
                </a:cubicBezTo>
                <a:lnTo>
                  <a:pt x="360977" y="107370"/>
                </a:lnTo>
                <a:lnTo>
                  <a:pt x="358062" y="122431"/>
                </a:lnTo>
                <a:cubicBezTo>
                  <a:pt x="357576" y="128261"/>
                  <a:pt x="356605" y="134091"/>
                  <a:pt x="355633" y="139921"/>
                </a:cubicBezTo>
                <a:cubicBezTo>
                  <a:pt x="355633" y="143322"/>
                  <a:pt x="355633" y="146723"/>
                  <a:pt x="355633" y="150124"/>
                </a:cubicBezTo>
                <a:lnTo>
                  <a:pt x="355633" y="152553"/>
                </a:lnTo>
                <a:cubicBezTo>
                  <a:pt x="355633" y="152553"/>
                  <a:pt x="359034" y="155954"/>
                  <a:pt x="360005" y="159840"/>
                </a:cubicBezTo>
                <a:cubicBezTo>
                  <a:pt x="374095" y="161784"/>
                  <a:pt x="385755" y="164213"/>
                  <a:pt x="396443" y="168100"/>
                </a:cubicBezTo>
                <a:cubicBezTo>
                  <a:pt x="423164" y="177331"/>
                  <a:pt x="446970" y="191906"/>
                  <a:pt x="467376" y="211339"/>
                </a:cubicBezTo>
                <a:cubicBezTo>
                  <a:pt x="469805" y="209882"/>
                  <a:pt x="472234" y="209396"/>
                  <a:pt x="475149" y="209882"/>
                </a:cubicBezTo>
                <a:cubicBezTo>
                  <a:pt x="475149" y="209882"/>
                  <a:pt x="476121" y="209882"/>
                  <a:pt x="478550" y="207938"/>
                </a:cubicBezTo>
                <a:cubicBezTo>
                  <a:pt x="484380" y="203080"/>
                  <a:pt x="490210" y="197250"/>
                  <a:pt x="496040" y="190934"/>
                </a:cubicBezTo>
                <a:cubicBezTo>
                  <a:pt x="499441" y="187047"/>
                  <a:pt x="503328" y="182675"/>
                  <a:pt x="508672" y="179760"/>
                </a:cubicBezTo>
                <a:cubicBezTo>
                  <a:pt x="514988" y="175873"/>
                  <a:pt x="522761" y="175387"/>
                  <a:pt x="529563" y="178302"/>
                </a:cubicBezTo>
                <a:cubicBezTo>
                  <a:pt x="535393" y="181217"/>
                  <a:pt x="539765" y="186562"/>
                  <a:pt x="541223" y="193363"/>
                </a:cubicBezTo>
                <a:cubicBezTo>
                  <a:pt x="542195" y="198707"/>
                  <a:pt x="541223" y="205995"/>
                  <a:pt x="533935" y="213768"/>
                </a:cubicBezTo>
                <a:cubicBezTo>
                  <a:pt x="530049" y="217655"/>
                  <a:pt x="525190" y="220570"/>
                  <a:pt x="520818" y="222513"/>
                </a:cubicBezTo>
                <a:cubicBezTo>
                  <a:pt x="512073" y="227372"/>
                  <a:pt x="505271" y="231744"/>
                  <a:pt x="499927" y="236603"/>
                </a:cubicBezTo>
                <a:cubicBezTo>
                  <a:pt x="498469" y="238060"/>
                  <a:pt x="498469" y="238546"/>
                  <a:pt x="498469" y="239032"/>
                </a:cubicBezTo>
                <a:cubicBezTo>
                  <a:pt x="498469" y="241947"/>
                  <a:pt x="497497" y="244376"/>
                  <a:pt x="495554" y="246320"/>
                </a:cubicBezTo>
                <a:cubicBezTo>
                  <a:pt x="512073" y="273526"/>
                  <a:pt x="521303" y="302677"/>
                  <a:pt x="523247" y="333770"/>
                </a:cubicBezTo>
                <a:cubicBezTo>
                  <a:pt x="523733" y="343001"/>
                  <a:pt x="523247" y="352232"/>
                  <a:pt x="522275" y="361949"/>
                </a:cubicBezTo>
                <a:cubicBezTo>
                  <a:pt x="525190" y="362921"/>
                  <a:pt x="526162" y="365350"/>
                  <a:pt x="527134" y="366321"/>
                </a:cubicBezTo>
                <a:cubicBezTo>
                  <a:pt x="528105" y="368265"/>
                  <a:pt x="529563" y="368751"/>
                  <a:pt x="534907" y="369236"/>
                </a:cubicBezTo>
                <a:cubicBezTo>
                  <a:pt x="541709" y="370208"/>
                  <a:pt x="546567" y="370694"/>
                  <a:pt x="551911" y="371180"/>
                </a:cubicBezTo>
                <a:cubicBezTo>
                  <a:pt x="556770" y="371666"/>
                  <a:pt x="561628" y="372151"/>
                  <a:pt x="566972" y="373123"/>
                </a:cubicBezTo>
                <a:cubicBezTo>
                  <a:pt x="575231" y="374095"/>
                  <a:pt x="581547" y="378953"/>
                  <a:pt x="584948" y="386241"/>
                </a:cubicBezTo>
                <a:lnTo>
                  <a:pt x="584948" y="386241"/>
                </a:lnTo>
                <a:cubicBezTo>
                  <a:pt x="588349" y="393528"/>
                  <a:pt x="587377" y="400816"/>
                  <a:pt x="582519" y="4071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88"/>
          <p:cNvSpPr/>
          <p:nvPr/>
        </p:nvSpPr>
        <p:spPr>
          <a:xfrm>
            <a:off x="7966993" y="3242299"/>
            <a:ext cx="3362" cy="224"/>
          </a:xfrm>
          <a:custGeom>
            <a:avLst/>
            <a:gdLst/>
            <a:ahLst/>
            <a:cxnLst/>
            <a:rect l="l" t="t" r="r" b="b"/>
            <a:pathLst>
              <a:path w="7287" h="485" extrusionOk="0">
                <a:moveTo>
                  <a:pt x="0" y="0"/>
                </a:moveTo>
                <a:lnTo>
                  <a:pt x="7288" y="48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p88"/>
          <p:cNvSpPr/>
          <p:nvPr/>
        </p:nvSpPr>
        <p:spPr>
          <a:xfrm>
            <a:off x="7899299" y="3231989"/>
            <a:ext cx="12104" cy="11880"/>
          </a:xfrm>
          <a:custGeom>
            <a:avLst/>
            <a:gdLst/>
            <a:ahLst/>
            <a:cxnLst/>
            <a:rect l="l" t="t" r="r" b="b"/>
            <a:pathLst>
              <a:path w="26235" h="25749" extrusionOk="0">
                <a:moveTo>
                  <a:pt x="13118" y="25749"/>
                </a:moveTo>
                <a:lnTo>
                  <a:pt x="23806" y="20405"/>
                </a:lnTo>
                <a:lnTo>
                  <a:pt x="26235" y="9231"/>
                </a:lnTo>
                <a:lnTo>
                  <a:pt x="18948" y="0"/>
                </a:lnTo>
                <a:lnTo>
                  <a:pt x="7288" y="0"/>
                </a:lnTo>
                <a:lnTo>
                  <a:pt x="0" y="9231"/>
                </a:lnTo>
                <a:lnTo>
                  <a:pt x="2429" y="20405"/>
                </a:lnTo>
                <a:lnTo>
                  <a:pt x="13118" y="2574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88"/>
          <p:cNvSpPr/>
          <p:nvPr/>
        </p:nvSpPr>
        <p:spPr>
          <a:xfrm>
            <a:off x="7937823" y="3208229"/>
            <a:ext cx="29393" cy="30933"/>
          </a:xfrm>
          <a:custGeom>
            <a:avLst/>
            <a:gdLst/>
            <a:ahLst/>
            <a:cxnLst/>
            <a:rect l="l" t="t" r="r" b="b"/>
            <a:pathLst>
              <a:path w="63708" h="67045" extrusionOk="0">
                <a:moveTo>
                  <a:pt x="63709" y="63645"/>
                </a:moveTo>
                <a:cubicBezTo>
                  <a:pt x="63709" y="59758"/>
                  <a:pt x="63709" y="56357"/>
                  <a:pt x="63223" y="52956"/>
                </a:cubicBezTo>
                <a:cubicBezTo>
                  <a:pt x="61766" y="34009"/>
                  <a:pt x="56421" y="16518"/>
                  <a:pt x="48162" y="0"/>
                </a:cubicBezTo>
                <a:lnTo>
                  <a:pt x="2008" y="41296"/>
                </a:lnTo>
                <a:cubicBezTo>
                  <a:pt x="2008" y="41296"/>
                  <a:pt x="-422" y="44697"/>
                  <a:pt x="64" y="46155"/>
                </a:cubicBezTo>
                <a:cubicBezTo>
                  <a:pt x="64" y="47612"/>
                  <a:pt x="2008" y="49070"/>
                  <a:pt x="3951" y="49555"/>
                </a:cubicBezTo>
                <a:cubicBezTo>
                  <a:pt x="18526" y="53928"/>
                  <a:pt x="33587" y="58300"/>
                  <a:pt x="48162" y="62673"/>
                </a:cubicBezTo>
                <a:lnTo>
                  <a:pt x="63709" y="67046"/>
                </a:lnTo>
                <a:cubicBezTo>
                  <a:pt x="63709" y="67046"/>
                  <a:pt x="63709" y="64616"/>
                  <a:pt x="63709" y="6315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p88"/>
          <p:cNvSpPr txBox="1"/>
          <p:nvPr/>
        </p:nvSpPr>
        <p:spPr>
          <a:xfrm>
            <a:off x="9338329" y="2428435"/>
            <a:ext cx="158733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/>
          </a:p>
        </p:txBody>
      </p:sp>
      <p:sp>
        <p:nvSpPr>
          <p:cNvPr id="2438" name="Google Shape;2438;p88"/>
          <p:cNvSpPr txBox="1"/>
          <p:nvPr/>
        </p:nvSpPr>
        <p:spPr>
          <a:xfrm>
            <a:off x="2854642" y="3630947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VM2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88"/>
          <p:cNvSpPr/>
          <p:nvPr/>
        </p:nvSpPr>
        <p:spPr>
          <a:xfrm>
            <a:off x="3255304" y="3106541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0" name="Google Shape;2440;p88"/>
          <p:cNvGrpSpPr/>
          <p:nvPr/>
        </p:nvGrpSpPr>
        <p:grpSpPr>
          <a:xfrm>
            <a:off x="3390941" y="3305707"/>
            <a:ext cx="167402" cy="60353"/>
            <a:chOff x="834156" y="5211637"/>
            <a:chExt cx="216359" cy="78004"/>
          </a:xfrm>
        </p:grpSpPr>
        <p:sp>
          <p:nvSpPr>
            <p:cNvPr id="2441" name="Google Shape;2441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3" name="Google Shape;2443;p88"/>
          <p:cNvSpPr txBox="1"/>
          <p:nvPr/>
        </p:nvSpPr>
        <p:spPr>
          <a:xfrm>
            <a:off x="1227417" y="3621532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VM1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4" name="Google Shape;2444;p88"/>
          <p:cNvSpPr/>
          <p:nvPr/>
        </p:nvSpPr>
        <p:spPr>
          <a:xfrm>
            <a:off x="1628079" y="3097126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5" name="Google Shape;2445;p88"/>
          <p:cNvGrpSpPr/>
          <p:nvPr/>
        </p:nvGrpSpPr>
        <p:grpSpPr>
          <a:xfrm>
            <a:off x="1763716" y="3296292"/>
            <a:ext cx="167402" cy="60353"/>
            <a:chOff x="834156" y="5211637"/>
            <a:chExt cx="216359" cy="78004"/>
          </a:xfrm>
        </p:grpSpPr>
        <p:sp>
          <p:nvSpPr>
            <p:cNvPr id="2446" name="Google Shape;2446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8" name="Google Shape;2448;p88"/>
          <p:cNvSpPr/>
          <p:nvPr/>
        </p:nvSpPr>
        <p:spPr>
          <a:xfrm>
            <a:off x="4348527" y="1104167"/>
            <a:ext cx="1587337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88"/>
          <p:cNvSpPr/>
          <p:nvPr/>
        </p:nvSpPr>
        <p:spPr>
          <a:xfrm>
            <a:off x="6033863" y="1104167"/>
            <a:ext cx="1587337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0" name="Google Shape;2450;p88"/>
          <p:cNvSpPr/>
          <p:nvPr/>
        </p:nvSpPr>
        <p:spPr>
          <a:xfrm>
            <a:off x="8899618" y="4304295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1" name="Google Shape;2451;p88"/>
          <p:cNvGrpSpPr/>
          <p:nvPr/>
        </p:nvGrpSpPr>
        <p:grpSpPr>
          <a:xfrm>
            <a:off x="8671732" y="4403570"/>
            <a:ext cx="274320" cy="274320"/>
            <a:chOff x="8818218" y="4793569"/>
            <a:chExt cx="274320" cy="274320"/>
          </a:xfrm>
        </p:grpSpPr>
        <p:sp>
          <p:nvSpPr>
            <p:cNvPr id="2452" name="Google Shape;2452;p88"/>
            <p:cNvSpPr/>
            <p:nvPr/>
          </p:nvSpPr>
          <p:spPr>
            <a:xfrm>
              <a:off x="8818218" y="4793569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53" name="Google Shape;2453;p88"/>
            <p:cNvGrpSpPr/>
            <p:nvPr/>
          </p:nvGrpSpPr>
          <p:grpSpPr>
            <a:xfrm>
              <a:off x="8900591" y="4914439"/>
              <a:ext cx="101664" cy="36627"/>
              <a:chOff x="834156" y="5211637"/>
              <a:chExt cx="216359" cy="78004"/>
            </a:xfrm>
          </p:grpSpPr>
          <p:sp>
            <p:nvSpPr>
              <p:cNvPr id="2454" name="Google Shape;2454;p88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5" name="Google Shape;2455;p88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56" name="Google Shape;2456;p88"/>
          <p:cNvSpPr/>
          <p:nvPr/>
        </p:nvSpPr>
        <p:spPr>
          <a:xfrm>
            <a:off x="6274178" y="3754621"/>
            <a:ext cx="1130662" cy="12777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88"/>
          <p:cNvSpPr/>
          <p:nvPr/>
        </p:nvSpPr>
        <p:spPr>
          <a:xfrm>
            <a:off x="6363996" y="4154042"/>
            <a:ext cx="951026" cy="78066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8" name="Google Shape;2458;p88"/>
          <p:cNvGrpSpPr/>
          <p:nvPr/>
        </p:nvGrpSpPr>
        <p:grpSpPr>
          <a:xfrm>
            <a:off x="6428276" y="4390780"/>
            <a:ext cx="314932" cy="306639"/>
            <a:chOff x="6662294" y="4803722"/>
            <a:chExt cx="314932" cy="306639"/>
          </a:xfrm>
        </p:grpSpPr>
        <p:sp>
          <p:nvSpPr>
            <p:cNvPr id="2459" name="Google Shape;2459;p88"/>
            <p:cNvSpPr/>
            <p:nvPr/>
          </p:nvSpPr>
          <p:spPr>
            <a:xfrm>
              <a:off x="6837804" y="5021373"/>
              <a:ext cx="896" cy="3362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88"/>
            <p:cNvSpPr/>
            <p:nvPr/>
          </p:nvSpPr>
          <p:spPr>
            <a:xfrm>
              <a:off x="6779301" y="4901452"/>
              <a:ext cx="28915" cy="31087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88"/>
            <p:cNvSpPr/>
            <p:nvPr/>
          </p:nvSpPr>
          <p:spPr>
            <a:xfrm>
              <a:off x="6842063" y="4982146"/>
              <a:ext cx="34295" cy="30036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88"/>
            <p:cNvSpPr/>
            <p:nvPr/>
          </p:nvSpPr>
          <p:spPr>
            <a:xfrm>
              <a:off x="6762938" y="4982146"/>
              <a:ext cx="30933" cy="29812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88"/>
            <p:cNvSpPr/>
            <p:nvPr/>
          </p:nvSpPr>
          <p:spPr>
            <a:xfrm>
              <a:off x="6803733" y="4995596"/>
              <a:ext cx="31605" cy="28691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88"/>
            <p:cNvSpPr/>
            <p:nvPr/>
          </p:nvSpPr>
          <p:spPr>
            <a:xfrm>
              <a:off x="6877479" y="4984612"/>
              <a:ext cx="3138" cy="134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88"/>
            <p:cNvSpPr/>
            <p:nvPr/>
          </p:nvSpPr>
          <p:spPr>
            <a:xfrm>
              <a:off x="6757907" y="4933282"/>
              <a:ext cx="29687" cy="31157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88"/>
            <p:cNvSpPr/>
            <p:nvPr/>
          </p:nvSpPr>
          <p:spPr>
            <a:xfrm>
              <a:off x="6831304" y="4901452"/>
              <a:ext cx="28467" cy="30797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88"/>
            <p:cNvSpPr/>
            <p:nvPr/>
          </p:nvSpPr>
          <p:spPr>
            <a:xfrm>
              <a:off x="6712237" y="4851242"/>
              <a:ext cx="215315" cy="209837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88"/>
            <p:cNvSpPr/>
            <p:nvPr/>
          </p:nvSpPr>
          <p:spPr>
            <a:xfrm>
              <a:off x="6662294" y="4803722"/>
              <a:ext cx="314932" cy="306639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88"/>
            <p:cNvSpPr/>
            <p:nvPr/>
          </p:nvSpPr>
          <p:spPr>
            <a:xfrm>
              <a:off x="6881290" y="4967352"/>
              <a:ext cx="3362" cy="224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88"/>
            <p:cNvSpPr/>
            <p:nvPr/>
          </p:nvSpPr>
          <p:spPr>
            <a:xfrm>
              <a:off x="6813596" y="4957042"/>
              <a:ext cx="12104" cy="11880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88"/>
            <p:cNvSpPr/>
            <p:nvPr/>
          </p:nvSpPr>
          <p:spPr>
            <a:xfrm>
              <a:off x="6852120" y="4933282"/>
              <a:ext cx="29393" cy="30933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2" name="Google Shape;2472;p88"/>
          <p:cNvSpPr/>
          <p:nvPr/>
        </p:nvSpPr>
        <p:spPr>
          <a:xfrm>
            <a:off x="6672556" y="4243721"/>
            <a:ext cx="663916" cy="5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88"/>
          <p:cNvSpPr/>
          <p:nvPr/>
        </p:nvSpPr>
        <p:spPr>
          <a:xfrm>
            <a:off x="1200437" y="5610051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88"/>
          <p:cNvSpPr/>
          <p:nvPr/>
        </p:nvSpPr>
        <p:spPr>
          <a:xfrm>
            <a:off x="2879718" y="5610051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5" name="Google Shape;2475;p88"/>
          <p:cNvSpPr/>
          <p:nvPr/>
        </p:nvSpPr>
        <p:spPr>
          <a:xfrm>
            <a:off x="4558999" y="5610051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6" name="Google Shape;2476;p88"/>
          <p:cNvSpPr/>
          <p:nvPr/>
        </p:nvSpPr>
        <p:spPr>
          <a:xfrm>
            <a:off x="6256314" y="5610077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7" name="Google Shape;2477;p88"/>
          <p:cNvCxnSpPr>
            <a:stCxn id="2402" idx="2"/>
            <a:endCxn id="2473" idx="0"/>
          </p:cNvCxnSpPr>
          <p:nvPr/>
        </p:nvCxnSpPr>
        <p:spPr>
          <a:xfrm>
            <a:off x="1783633" y="5461222"/>
            <a:ext cx="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78" name="Google Shape;2478;p88"/>
          <p:cNvCxnSpPr>
            <a:stCxn id="2404" idx="2"/>
            <a:endCxn id="2474" idx="0"/>
          </p:cNvCxnSpPr>
          <p:nvPr/>
        </p:nvCxnSpPr>
        <p:spPr>
          <a:xfrm flipH="1">
            <a:off x="3462950" y="5461222"/>
            <a:ext cx="9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79" name="Google Shape;2479;p88"/>
          <p:cNvCxnSpPr>
            <a:stCxn id="2406" idx="2"/>
            <a:endCxn id="2475" idx="0"/>
          </p:cNvCxnSpPr>
          <p:nvPr/>
        </p:nvCxnSpPr>
        <p:spPr>
          <a:xfrm flipH="1">
            <a:off x="5142070" y="5461222"/>
            <a:ext cx="30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80" name="Google Shape;2480;p88"/>
          <p:cNvCxnSpPr>
            <a:stCxn id="2408" idx="2"/>
            <a:endCxn id="2476" idx="0"/>
          </p:cNvCxnSpPr>
          <p:nvPr/>
        </p:nvCxnSpPr>
        <p:spPr>
          <a:xfrm>
            <a:off x="6839510" y="5461222"/>
            <a:ext cx="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81" name="Google Shape;2481;p88"/>
          <p:cNvSpPr/>
          <p:nvPr/>
        </p:nvSpPr>
        <p:spPr>
          <a:xfrm>
            <a:off x="7939953" y="5603838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5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2" name="Google Shape;2482;p88"/>
          <p:cNvCxnSpPr>
            <a:stCxn id="2410" idx="2"/>
            <a:endCxn id="2481" idx="0"/>
          </p:cNvCxnSpPr>
          <p:nvPr/>
        </p:nvCxnSpPr>
        <p:spPr>
          <a:xfrm>
            <a:off x="8520939" y="5461222"/>
            <a:ext cx="2100" cy="1425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83" name="Google Shape;2483;p88"/>
          <p:cNvSpPr/>
          <p:nvPr/>
        </p:nvSpPr>
        <p:spPr>
          <a:xfrm>
            <a:off x="9621382" y="5610051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4" name="Google Shape;2484;p88"/>
          <p:cNvCxnSpPr>
            <a:stCxn id="2412" idx="2"/>
            <a:endCxn id="2483" idx="0"/>
          </p:cNvCxnSpPr>
          <p:nvPr/>
        </p:nvCxnSpPr>
        <p:spPr>
          <a:xfrm>
            <a:off x="10201961" y="5461222"/>
            <a:ext cx="27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89"/>
          <p:cNvSpPr txBox="1">
            <a:spLocks noGrp="1"/>
          </p:cNvSpPr>
          <p:nvPr>
            <p:ph type="subTitle" idx="1"/>
          </p:nvPr>
        </p:nvSpPr>
        <p:spPr>
          <a:xfrm>
            <a:off x="538344" y="339249"/>
            <a:ext cx="8826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Three Management Zones with Isolated Workload Zones Model (SVG)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1" name="Google Shape;2491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1870" y="1189502"/>
            <a:ext cx="10305034" cy="538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p90"/>
          <p:cNvSpPr/>
          <p:nvPr/>
        </p:nvSpPr>
        <p:spPr>
          <a:xfrm flipH="1">
            <a:off x="579809" y="1532591"/>
            <a:ext cx="3455894" cy="285115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90"/>
          <p:cNvSpPr/>
          <p:nvPr/>
        </p:nvSpPr>
        <p:spPr>
          <a:xfrm flipH="1">
            <a:off x="1171479" y="2230801"/>
            <a:ext cx="2272554" cy="201174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9" name="Google Shape;2499;p90"/>
          <p:cNvSpPr/>
          <p:nvPr/>
        </p:nvSpPr>
        <p:spPr>
          <a:xfrm>
            <a:off x="1289588" y="2529532"/>
            <a:ext cx="2076750" cy="1586753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0" name="Google Shape;2500;p90"/>
          <p:cNvSpPr/>
          <p:nvPr/>
        </p:nvSpPr>
        <p:spPr>
          <a:xfrm flipH="1">
            <a:off x="1362762" y="2862736"/>
            <a:ext cx="1930401" cy="1132527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90"/>
          <p:cNvSpPr/>
          <p:nvPr/>
        </p:nvSpPr>
        <p:spPr>
          <a:xfrm>
            <a:off x="671525" y="182191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2" name="Google Shape;2502;p90"/>
          <p:cNvSpPr/>
          <p:nvPr/>
        </p:nvSpPr>
        <p:spPr>
          <a:xfrm>
            <a:off x="2354916" y="182191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3" name="Google Shape;2503;p90"/>
          <p:cNvGrpSpPr/>
          <p:nvPr/>
        </p:nvGrpSpPr>
        <p:grpSpPr>
          <a:xfrm>
            <a:off x="2165315" y="3199757"/>
            <a:ext cx="325298" cy="325526"/>
            <a:chOff x="658852" y="4954224"/>
            <a:chExt cx="583799" cy="584209"/>
          </a:xfrm>
        </p:grpSpPr>
        <p:sp>
          <p:nvSpPr>
            <p:cNvPr id="2504" name="Google Shape;2504;p90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5" name="Google Shape;2505;p90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506" name="Google Shape;2506;p90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90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08" name="Google Shape;2508;p90"/>
          <p:cNvSpPr/>
          <p:nvPr/>
        </p:nvSpPr>
        <p:spPr>
          <a:xfrm>
            <a:off x="1695548" y="3427941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</a:t>
            </a:r>
            <a:endParaRPr/>
          </a:p>
        </p:txBody>
      </p:sp>
      <p:sp>
        <p:nvSpPr>
          <p:cNvPr id="2509" name="Google Shape;2509;p90"/>
          <p:cNvSpPr txBox="1"/>
          <p:nvPr/>
        </p:nvSpPr>
        <p:spPr>
          <a:xfrm>
            <a:off x="579809" y="384726"/>
            <a:ext cx="6948476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Control Plane Model</a:t>
            </a:r>
            <a:endParaRPr/>
          </a:p>
        </p:txBody>
      </p:sp>
      <p:pic>
        <p:nvPicPr>
          <p:cNvPr id="2510" name="Google Shape;2510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3592" y="1532591"/>
            <a:ext cx="3469386" cy="2858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p91"/>
          <p:cNvSpPr txBox="1">
            <a:spLocks noGrp="1"/>
          </p:cNvSpPr>
          <p:nvPr>
            <p:ph type="subTitle" idx="1"/>
          </p:nvPr>
        </p:nvSpPr>
        <p:spPr>
          <a:xfrm>
            <a:off x="468016" y="482009"/>
            <a:ext cx="6948476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High Availability Control Plane Model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7" name="Google Shape;2517;p91"/>
          <p:cNvSpPr/>
          <p:nvPr/>
        </p:nvSpPr>
        <p:spPr>
          <a:xfrm flipH="1">
            <a:off x="468016" y="1905933"/>
            <a:ext cx="3455894" cy="277046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8" name="Google Shape;2518;p91"/>
          <p:cNvSpPr/>
          <p:nvPr/>
        </p:nvSpPr>
        <p:spPr>
          <a:xfrm flipH="1">
            <a:off x="1059686" y="2604143"/>
            <a:ext cx="2272554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9" name="Google Shape;2519;p91"/>
          <p:cNvSpPr/>
          <p:nvPr/>
        </p:nvSpPr>
        <p:spPr>
          <a:xfrm>
            <a:off x="1156718" y="2908465"/>
            <a:ext cx="2076750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0" name="Google Shape;2520;p91"/>
          <p:cNvSpPr/>
          <p:nvPr/>
        </p:nvSpPr>
        <p:spPr>
          <a:xfrm flipH="1">
            <a:off x="1229892" y="3192765"/>
            <a:ext cx="1930401" cy="1132527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1" name="Google Shape;2521;p91"/>
          <p:cNvSpPr/>
          <p:nvPr/>
        </p:nvSpPr>
        <p:spPr>
          <a:xfrm>
            <a:off x="559732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2" name="Google Shape;2522;p91"/>
          <p:cNvSpPr/>
          <p:nvPr/>
        </p:nvSpPr>
        <p:spPr>
          <a:xfrm>
            <a:off x="2243123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3" name="Google Shape;2523;p91"/>
          <p:cNvSpPr/>
          <p:nvPr/>
        </p:nvSpPr>
        <p:spPr>
          <a:xfrm>
            <a:off x="1467652" y="3290622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/>
          </a:p>
        </p:txBody>
      </p:sp>
      <p:grpSp>
        <p:nvGrpSpPr>
          <p:cNvPr id="2524" name="Google Shape;2524;p91"/>
          <p:cNvGrpSpPr/>
          <p:nvPr/>
        </p:nvGrpSpPr>
        <p:grpSpPr>
          <a:xfrm>
            <a:off x="2032445" y="3529786"/>
            <a:ext cx="325298" cy="325526"/>
            <a:chOff x="658852" y="4954224"/>
            <a:chExt cx="583799" cy="584209"/>
          </a:xfrm>
        </p:grpSpPr>
        <p:sp>
          <p:nvSpPr>
            <p:cNvPr id="2525" name="Google Shape;2525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26" name="Google Shape;2526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527" name="Google Shape;2527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8" name="Google Shape;2528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29" name="Google Shape;2529;p91"/>
          <p:cNvSpPr/>
          <p:nvPr/>
        </p:nvSpPr>
        <p:spPr>
          <a:xfrm>
            <a:off x="1562678" y="3757970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VMs</a:t>
            </a:r>
            <a:endParaRPr/>
          </a:p>
        </p:txBody>
      </p:sp>
      <p:grpSp>
        <p:nvGrpSpPr>
          <p:cNvPr id="2530" name="Google Shape;2530;p91"/>
          <p:cNvGrpSpPr/>
          <p:nvPr/>
        </p:nvGrpSpPr>
        <p:grpSpPr>
          <a:xfrm>
            <a:off x="2430917" y="3529786"/>
            <a:ext cx="325298" cy="325526"/>
            <a:chOff x="658852" y="4954224"/>
            <a:chExt cx="583799" cy="584209"/>
          </a:xfrm>
        </p:grpSpPr>
        <p:sp>
          <p:nvSpPr>
            <p:cNvPr id="2531" name="Google Shape;2531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2" name="Google Shape;2532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533" name="Google Shape;2533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35" name="Google Shape;2535;p91"/>
          <p:cNvGrpSpPr/>
          <p:nvPr/>
        </p:nvGrpSpPr>
        <p:grpSpPr>
          <a:xfrm>
            <a:off x="1628367" y="3529786"/>
            <a:ext cx="325298" cy="325526"/>
            <a:chOff x="658852" y="4954224"/>
            <a:chExt cx="583799" cy="584209"/>
          </a:xfrm>
        </p:grpSpPr>
        <p:sp>
          <p:nvSpPr>
            <p:cNvPr id="2536" name="Google Shape;2536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7" name="Google Shape;2537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538" name="Google Shape;2538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40" name="Google Shape;2540;p91"/>
          <p:cNvSpPr/>
          <p:nvPr/>
        </p:nvSpPr>
        <p:spPr>
          <a:xfrm flipH="1">
            <a:off x="5288443" y="1905933"/>
            <a:ext cx="4657258" cy="277046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91"/>
          <p:cNvSpPr/>
          <p:nvPr/>
        </p:nvSpPr>
        <p:spPr>
          <a:xfrm flipH="1">
            <a:off x="5422259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91"/>
          <p:cNvSpPr/>
          <p:nvPr/>
        </p:nvSpPr>
        <p:spPr>
          <a:xfrm>
            <a:off x="5519292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91"/>
          <p:cNvSpPr/>
          <p:nvPr/>
        </p:nvSpPr>
        <p:spPr>
          <a:xfrm>
            <a:off x="5975456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4" name="Google Shape;2544;p91"/>
          <p:cNvSpPr/>
          <p:nvPr/>
        </p:nvSpPr>
        <p:spPr>
          <a:xfrm>
            <a:off x="7658847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5" name="Google Shape;2545;p91"/>
          <p:cNvGrpSpPr/>
          <p:nvPr/>
        </p:nvGrpSpPr>
        <p:grpSpPr>
          <a:xfrm>
            <a:off x="5950552" y="3501318"/>
            <a:ext cx="325298" cy="325526"/>
            <a:chOff x="658852" y="4954224"/>
            <a:chExt cx="583799" cy="584209"/>
          </a:xfrm>
        </p:grpSpPr>
        <p:sp>
          <p:nvSpPr>
            <p:cNvPr id="2546" name="Google Shape;2546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47" name="Google Shape;2547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548" name="Google Shape;2548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9" name="Google Shape;2549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50" name="Google Shape;2550;p91"/>
          <p:cNvSpPr/>
          <p:nvPr/>
        </p:nvSpPr>
        <p:spPr>
          <a:xfrm>
            <a:off x="5519292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1</a:t>
            </a:r>
            <a:endParaRPr/>
          </a:p>
        </p:txBody>
      </p:sp>
      <p:sp>
        <p:nvSpPr>
          <p:cNvPr id="2551" name="Google Shape;2551;p91"/>
          <p:cNvSpPr/>
          <p:nvPr/>
        </p:nvSpPr>
        <p:spPr>
          <a:xfrm flipH="1">
            <a:off x="6918442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91"/>
          <p:cNvSpPr/>
          <p:nvPr/>
        </p:nvSpPr>
        <p:spPr>
          <a:xfrm>
            <a:off x="7015475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3" name="Google Shape;2553;p91"/>
          <p:cNvGrpSpPr/>
          <p:nvPr/>
        </p:nvGrpSpPr>
        <p:grpSpPr>
          <a:xfrm>
            <a:off x="7446735" y="3501318"/>
            <a:ext cx="325298" cy="325526"/>
            <a:chOff x="658852" y="4954224"/>
            <a:chExt cx="583799" cy="584209"/>
          </a:xfrm>
        </p:grpSpPr>
        <p:sp>
          <p:nvSpPr>
            <p:cNvPr id="2554" name="Google Shape;2554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55" name="Google Shape;2555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556" name="Google Shape;2556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58" name="Google Shape;2558;p91"/>
          <p:cNvSpPr/>
          <p:nvPr/>
        </p:nvSpPr>
        <p:spPr>
          <a:xfrm>
            <a:off x="7015475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2</a:t>
            </a:r>
            <a:endParaRPr/>
          </a:p>
        </p:txBody>
      </p:sp>
      <p:sp>
        <p:nvSpPr>
          <p:cNvPr id="2559" name="Google Shape;2559;p91"/>
          <p:cNvSpPr/>
          <p:nvPr/>
        </p:nvSpPr>
        <p:spPr>
          <a:xfrm flipH="1">
            <a:off x="8392594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0" name="Google Shape;2560;p91"/>
          <p:cNvSpPr/>
          <p:nvPr/>
        </p:nvSpPr>
        <p:spPr>
          <a:xfrm>
            <a:off x="8489627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1" name="Google Shape;2561;p91"/>
          <p:cNvGrpSpPr/>
          <p:nvPr/>
        </p:nvGrpSpPr>
        <p:grpSpPr>
          <a:xfrm>
            <a:off x="8920887" y="3501318"/>
            <a:ext cx="325298" cy="325526"/>
            <a:chOff x="658852" y="4954224"/>
            <a:chExt cx="583799" cy="584209"/>
          </a:xfrm>
        </p:grpSpPr>
        <p:sp>
          <p:nvSpPr>
            <p:cNvPr id="2562" name="Google Shape;2562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3" name="Google Shape;2563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2564" name="Google Shape;2564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5" name="Google Shape;2565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66" name="Google Shape;2566;p91"/>
          <p:cNvSpPr/>
          <p:nvPr/>
        </p:nvSpPr>
        <p:spPr>
          <a:xfrm>
            <a:off x="8489627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3</a:t>
            </a:r>
            <a:endParaRPr/>
          </a:p>
        </p:txBody>
      </p:sp>
      <p:sp>
        <p:nvSpPr>
          <p:cNvPr id="2567" name="Google Shape;2567;p91"/>
          <p:cNvSpPr/>
          <p:nvPr/>
        </p:nvSpPr>
        <p:spPr>
          <a:xfrm flipH="1">
            <a:off x="5584277" y="3181859"/>
            <a:ext cx="4040844" cy="1067544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91"/>
          <p:cNvSpPr/>
          <p:nvPr/>
        </p:nvSpPr>
        <p:spPr>
          <a:xfrm>
            <a:off x="8356094" y="3245987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/>
          </a:p>
        </p:txBody>
      </p:sp>
      <p:sp>
        <p:nvSpPr>
          <p:cNvPr id="2569" name="Google Shape;2569;p91"/>
          <p:cNvSpPr txBox="1"/>
          <p:nvPr/>
        </p:nvSpPr>
        <p:spPr>
          <a:xfrm>
            <a:off x="467276" y="1524840"/>
            <a:ext cx="232218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Management Zone</a:t>
            </a:r>
            <a:endParaRPr/>
          </a:p>
        </p:txBody>
      </p:sp>
      <p:sp>
        <p:nvSpPr>
          <p:cNvPr id="2570" name="Google Shape;2570;p91"/>
          <p:cNvSpPr txBox="1"/>
          <p:nvPr/>
        </p:nvSpPr>
        <p:spPr>
          <a:xfrm>
            <a:off x="5300808" y="1523661"/>
            <a:ext cx="232218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Management Zones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92"/>
          <p:cNvSpPr txBox="1">
            <a:spLocks noGrp="1"/>
          </p:cNvSpPr>
          <p:nvPr>
            <p:ph type="subTitle" idx="1"/>
          </p:nvPr>
        </p:nvSpPr>
        <p:spPr>
          <a:xfrm>
            <a:off x="468016" y="482009"/>
            <a:ext cx="6948476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High Availability Control Plane Model (SVG)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92"/>
          <p:cNvSpPr txBox="1"/>
          <p:nvPr/>
        </p:nvSpPr>
        <p:spPr>
          <a:xfrm>
            <a:off x="467276" y="1524840"/>
            <a:ext cx="232218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Management Zone</a:t>
            </a:r>
            <a:endParaRPr/>
          </a:p>
        </p:txBody>
      </p:sp>
      <p:sp>
        <p:nvSpPr>
          <p:cNvPr id="2578" name="Google Shape;2578;p92"/>
          <p:cNvSpPr txBox="1"/>
          <p:nvPr/>
        </p:nvSpPr>
        <p:spPr>
          <a:xfrm>
            <a:off x="5300808" y="1523661"/>
            <a:ext cx="232218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Management Zones</a:t>
            </a:r>
            <a:endParaRPr/>
          </a:p>
        </p:txBody>
      </p:sp>
      <p:pic>
        <p:nvPicPr>
          <p:cNvPr id="2579" name="Google Shape;2579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95" y="1971537"/>
            <a:ext cx="3465703" cy="278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0" name="Google Shape;2580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0808" y="2036826"/>
            <a:ext cx="4658995" cy="278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93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vSAN Diagrams</a:t>
            </a:r>
            <a:endParaRPr/>
          </a:p>
        </p:txBody>
      </p:sp>
      <p:sp>
        <p:nvSpPr>
          <p:cNvPr id="2586" name="Google Shape;2586;p9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94"/>
          <p:cNvSpPr txBox="1"/>
          <p:nvPr/>
        </p:nvSpPr>
        <p:spPr>
          <a:xfrm>
            <a:off x="7947271" y="45847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vSAN Cluster</a:t>
            </a:r>
            <a:endParaRPr/>
          </a:p>
        </p:txBody>
      </p:sp>
      <p:grpSp>
        <p:nvGrpSpPr>
          <p:cNvPr id="2592" name="Google Shape;2592;p94"/>
          <p:cNvGrpSpPr/>
          <p:nvPr/>
        </p:nvGrpSpPr>
        <p:grpSpPr>
          <a:xfrm>
            <a:off x="4544661" y="1274426"/>
            <a:ext cx="3099503" cy="3544863"/>
            <a:chOff x="4545845" y="1273865"/>
            <a:chExt cx="3100310" cy="3545786"/>
          </a:xfrm>
        </p:grpSpPr>
        <p:grpSp>
          <p:nvGrpSpPr>
            <p:cNvPr id="2593" name="Google Shape;2593;p94"/>
            <p:cNvGrpSpPr/>
            <p:nvPr/>
          </p:nvGrpSpPr>
          <p:grpSpPr>
            <a:xfrm>
              <a:off x="4545845" y="1273865"/>
              <a:ext cx="3100310" cy="3545786"/>
              <a:chOff x="4545845" y="1273865"/>
              <a:chExt cx="3100310" cy="3545786"/>
            </a:xfrm>
          </p:grpSpPr>
          <p:grpSp>
            <p:nvGrpSpPr>
              <p:cNvPr id="2594" name="Google Shape;2594;p94"/>
              <p:cNvGrpSpPr/>
              <p:nvPr/>
            </p:nvGrpSpPr>
            <p:grpSpPr>
              <a:xfrm>
                <a:off x="4545845" y="1273865"/>
                <a:ext cx="3100310" cy="3545786"/>
                <a:chOff x="1351711" y="1259528"/>
                <a:chExt cx="3100310" cy="3545786"/>
              </a:xfrm>
            </p:grpSpPr>
            <p:sp>
              <p:nvSpPr>
                <p:cNvPr id="2595" name="Google Shape;2595;p94"/>
                <p:cNvSpPr/>
                <p:nvPr/>
              </p:nvSpPr>
              <p:spPr>
                <a:xfrm>
                  <a:off x="1351711" y="1259528"/>
                  <a:ext cx="3100310" cy="3545786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VCF Instance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6" name="Google Shape;2596;p94"/>
                <p:cNvSpPr/>
                <p:nvPr/>
              </p:nvSpPr>
              <p:spPr>
                <a:xfrm>
                  <a:off x="1777916" y="2055763"/>
                  <a:ext cx="2171379" cy="20828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Rack</a:t>
                  </a:r>
                  <a:endParaRPr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597" name="Google Shape;2597;p9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008768" y="3183662"/>
                  <a:ext cx="829811" cy="2162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598" name="Google Shape;2598;p94"/>
                <p:cNvGrpSpPr/>
                <p:nvPr/>
              </p:nvGrpSpPr>
              <p:grpSpPr>
                <a:xfrm>
                  <a:off x="1999917" y="2643278"/>
                  <a:ext cx="1751665" cy="1302096"/>
                  <a:chOff x="7973890" y="2226254"/>
                  <a:chExt cx="1751665" cy="1302096"/>
                </a:xfrm>
              </p:grpSpPr>
              <p:pic>
                <p:nvPicPr>
                  <p:cNvPr id="2599" name="Google Shape;2599;p9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7985042" y="2226254"/>
                    <a:ext cx="829812" cy="2162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2600" name="Google Shape;2600;p94"/>
                  <p:cNvGrpSpPr/>
                  <p:nvPr/>
                </p:nvGrpSpPr>
                <p:grpSpPr>
                  <a:xfrm>
                    <a:off x="7973890" y="3119027"/>
                    <a:ext cx="1724231" cy="409323"/>
                    <a:chOff x="1138118" y="5070600"/>
                    <a:chExt cx="1911554" cy="330692"/>
                  </a:xfrm>
                </p:grpSpPr>
                <p:cxnSp>
                  <p:nvCxnSpPr>
                    <p:cNvPr id="2601" name="Google Shape;2601;p94"/>
                    <p:cNvCxnSpPr/>
                    <p:nvPr/>
                  </p:nvCxnSpPr>
                  <p:spPr>
                    <a:xfrm>
                      <a:off x="1144312" y="5103053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98C7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602" name="Google Shape;2602;p94"/>
                    <p:cNvCxnSpPr/>
                    <p:nvPr/>
                  </p:nvCxnSpPr>
                  <p:spPr>
                    <a:xfrm>
                      <a:off x="2718411" y="5234336"/>
                      <a:ext cx="331261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98C7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603" name="Google Shape;2603;p94"/>
                    <p:cNvCxnSpPr/>
                    <p:nvPr/>
                  </p:nvCxnSpPr>
                  <p:spPr>
                    <a:xfrm>
                      <a:off x="3049671" y="5070600"/>
                      <a:ext cx="0" cy="159181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98C7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604" name="Google Shape;2604;p94"/>
                    <p:cNvCxnSpPr/>
                    <p:nvPr/>
                  </p:nvCxnSpPr>
                  <p:spPr>
                    <a:xfrm>
                      <a:off x="1138118" y="5227184"/>
                      <a:ext cx="278276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98C7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sp>
                  <p:nvSpPr>
                    <p:cNvPr id="2605" name="Google Shape;2605;p94"/>
                    <p:cNvSpPr txBox="1"/>
                    <p:nvPr/>
                  </p:nvSpPr>
                  <p:spPr>
                    <a:xfrm>
                      <a:off x="1273486" y="5289399"/>
                      <a:ext cx="1588813" cy="11189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0" tIns="0" rIns="0" bIns="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98C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vSAN Cluster</a:t>
                      </a:r>
                      <a:endParaRPr/>
                    </a:p>
                  </p:txBody>
                </p:sp>
              </p:grpSp>
              <p:pic>
                <p:nvPicPr>
                  <p:cNvPr id="2606" name="Google Shape;2606;p9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8895743" y="2226254"/>
                    <a:ext cx="829812" cy="2162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2607" name="Google Shape;2607;p94"/>
                <p:cNvSpPr/>
                <p:nvPr/>
              </p:nvSpPr>
              <p:spPr>
                <a:xfrm>
                  <a:off x="1643592" y="1791177"/>
                  <a:ext cx="2451753" cy="2537886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chemeClr val="dk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Availability Zone 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8" name="Google Shape;2608;p94"/>
                <p:cNvSpPr/>
                <p:nvPr/>
              </p:nvSpPr>
              <p:spPr>
                <a:xfrm>
                  <a:off x="1449557" y="1539064"/>
                  <a:ext cx="2862341" cy="3018600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chemeClr val="dk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Workload Domain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09" name="Google Shape;2609;p94"/>
              <p:cNvGrpSpPr/>
              <p:nvPr/>
            </p:nvGrpSpPr>
            <p:grpSpPr>
              <a:xfrm>
                <a:off x="5156204" y="2209969"/>
                <a:ext cx="1851768" cy="1331699"/>
                <a:chOff x="5159863" y="2254604"/>
                <a:chExt cx="1851768" cy="1371874"/>
              </a:xfrm>
            </p:grpSpPr>
            <p:pic>
              <p:nvPicPr>
                <p:cNvPr id="2610" name="Google Shape;2610;p9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5621469" y="2267833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11" name="Google Shape;2611;p9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339962" y="2254604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12" name="Google Shape;2612;p94"/>
                <p:cNvSpPr/>
                <p:nvPr/>
              </p:nvSpPr>
              <p:spPr>
                <a:xfrm>
                  <a:off x="5159863" y="2659388"/>
                  <a:ext cx="1851768" cy="96709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13" name="Google Shape;2613;p94"/>
                <p:cNvCxnSpPr>
                  <a:stCxn id="2610" idx="2"/>
                </p:cNvCxnSpPr>
                <p:nvPr/>
              </p:nvCxnSpPr>
              <p:spPr>
                <a:xfrm>
                  <a:off x="5720364" y="2451225"/>
                  <a:ext cx="0" cy="2079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2614" name="Google Shape;2614;p94"/>
                <p:cNvCxnSpPr>
                  <a:stCxn id="2611" idx="2"/>
                </p:cNvCxnSpPr>
                <p:nvPr/>
              </p:nvCxnSpPr>
              <p:spPr>
                <a:xfrm>
                  <a:off x="6438857" y="2437996"/>
                  <a:ext cx="0" cy="2211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pic>
          <p:nvPicPr>
            <p:cNvPr id="2615" name="Google Shape;2615;p9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05203" y="2919113"/>
              <a:ext cx="829812" cy="2162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6" name="Google Shape;2616;p9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96000" y="2931280"/>
              <a:ext cx="829812" cy="2162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7" name="Google Shape;2617;p9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05437" y="3210816"/>
              <a:ext cx="829811" cy="21621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2" name="Google Shape;2622;p95"/>
          <p:cNvGrpSpPr/>
          <p:nvPr/>
        </p:nvGrpSpPr>
        <p:grpSpPr>
          <a:xfrm>
            <a:off x="2755182" y="464322"/>
            <a:ext cx="6945091" cy="5802389"/>
            <a:chOff x="2755900" y="463550"/>
            <a:chExt cx="6946900" cy="5803900"/>
          </a:xfrm>
        </p:grpSpPr>
        <p:sp>
          <p:nvSpPr>
            <p:cNvPr id="2623" name="Google Shape;2623;p95"/>
            <p:cNvSpPr/>
            <p:nvPr/>
          </p:nvSpPr>
          <p:spPr>
            <a:xfrm>
              <a:off x="2755900" y="463550"/>
              <a:ext cx="6946900" cy="58039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2E3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4" name="Google Shape;2624;p95"/>
            <p:cNvCxnSpPr/>
            <p:nvPr/>
          </p:nvCxnSpPr>
          <p:spPr>
            <a:xfrm rot="10800000">
              <a:off x="6856593" y="2317274"/>
              <a:ext cx="887400" cy="326100"/>
            </a:xfrm>
            <a:prstGeom prst="bentConnector3">
              <a:avLst>
                <a:gd name="adj1" fmla="val -105"/>
              </a:avLst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625" name="Google Shape;2625;p95"/>
            <p:cNvCxnSpPr/>
            <p:nvPr/>
          </p:nvCxnSpPr>
          <p:spPr>
            <a:xfrm>
              <a:off x="6090445" y="1222739"/>
              <a:ext cx="0" cy="335004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26" name="Google Shape;2626;p95"/>
            <p:cNvSpPr/>
            <p:nvPr/>
          </p:nvSpPr>
          <p:spPr>
            <a:xfrm>
              <a:off x="5275930" y="1492470"/>
              <a:ext cx="1637878" cy="1662539"/>
            </a:xfrm>
            <a:custGeom>
              <a:avLst/>
              <a:gdLst/>
              <a:ahLst/>
              <a:cxnLst/>
              <a:rect l="l" t="t" r="r" b="b"/>
              <a:pathLst>
                <a:path w="534" h="534" extrusionOk="0">
                  <a:moveTo>
                    <a:pt x="267" y="0"/>
                  </a:moveTo>
                  <a:lnTo>
                    <a:pt x="534" y="267"/>
                  </a:lnTo>
                  <a:lnTo>
                    <a:pt x="267" y="534"/>
                  </a:lnTo>
                  <a:lnTo>
                    <a:pt x="0" y="267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Flash NVMe devices supported with vSAN ESA?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7" name="Google Shape;2627;p95"/>
            <p:cNvCxnSpPr/>
            <p:nvPr/>
          </p:nvCxnSpPr>
          <p:spPr>
            <a:xfrm>
              <a:off x="7738162" y="3637944"/>
              <a:ext cx="5831" cy="361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28" name="Google Shape;2628;p95"/>
            <p:cNvCxnSpPr/>
            <p:nvPr/>
          </p:nvCxnSpPr>
          <p:spPr>
            <a:xfrm>
              <a:off x="4453845" y="3612949"/>
              <a:ext cx="0" cy="3960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29" name="Google Shape;2629;p95"/>
            <p:cNvSpPr txBox="1"/>
            <p:nvPr/>
          </p:nvSpPr>
          <p:spPr>
            <a:xfrm>
              <a:off x="4716379" y="2128422"/>
              <a:ext cx="260788" cy="20005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95"/>
            <p:cNvSpPr txBox="1"/>
            <p:nvPr/>
          </p:nvSpPr>
          <p:spPr>
            <a:xfrm>
              <a:off x="7136303" y="2120403"/>
              <a:ext cx="241156" cy="20005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1" name="Google Shape;2631;p95"/>
            <p:cNvCxnSpPr/>
            <p:nvPr/>
          </p:nvCxnSpPr>
          <p:spPr>
            <a:xfrm rot="5400000">
              <a:off x="7203993" y="5026501"/>
              <a:ext cx="576000" cy="504000"/>
            </a:xfrm>
            <a:prstGeom prst="bentConnector2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32" name="Google Shape;2632;p95"/>
            <p:cNvCxnSpPr/>
            <p:nvPr/>
          </p:nvCxnSpPr>
          <p:spPr>
            <a:xfrm rot="-5400000" flipH="1">
              <a:off x="4437948" y="5008501"/>
              <a:ext cx="576000" cy="540000"/>
            </a:xfrm>
            <a:prstGeom prst="bentConnector2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33" name="Google Shape;2633;p95"/>
            <p:cNvSpPr/>
            <p:nvPr/>
          </p:nvSpPr>
          <p:spPr>
            <a:xfrm>
              <a:off x="3596215" y="4016567"/>
              <a:ext cx="1715259" cy="98047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Single Tier Storage Architecture.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25Gb Network strongly recommended</a:t>
              </a:r>
              <a:endParaRPr/>
            </a:p>
          </p:txBody>
        </p:sp>
        <p:sp>
          <p:nvSpPr>
            <p:cNvPr id="2634" name="Google Shape;2634;p95"/>
            <p:cNvSpPr/>
            <p:nvPr/>
          </p:nvSpPr>
          <p:spPr>
            <a:xfrm>
              <a:off x="6880525" y="4016567"/>
              <a:ext cx="1715259" cy="98047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Tiered Storage Architecture.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Mix of SAS, SATA or NVMe devices supported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2635" name="Google Shape;2635;p95"/>
            <p:cNvSpPr/>
            <p:nvPr/>
          </p:nvSpPr>
          <p:spPr>
            <a:xfrm>
              <a:off x="3596215" y="2642910"/>
              <a:ext cx="1715259" cy="98047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vSAN (ESA) Express Storage Architecture.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95"/>
            <p:cNvSpPr/>
            <p:nvPr/>
          </p:nvSpPr>
          <p:spPr>
            <a:xfrm>
              <a:off x="6880525" y="2654049"/>
              <a:ext cx="1715259" cy="98047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vSAN (OSA) Original Storage Architecture.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95"/>
            <p:cNvSpPr/>
            <p:nvPr/>
          </p:nvSpPr>
          <p:spPr>
            <a:xfrm>
              <a:off x="4977167" y="797258"/>
              <a:ext cx="2239818" cy="425481"/>
            </a:xfrm>
            <a:custGeom>
              <a:avLst/>
              <a:gdLst/>
              <a:ahLst/>
              <a:cxnLst/>
              <a:rect l="l" t="t" r="r" b="b"/>
              <a:pathLst>
                <a:path w="3368" h="422" extrusionOk="0">
                  <a:moveTo>
                    <a:pt x="211" y="422"/>
                  </a:moveTo>
                  <a:lnTo>
                    <a:pt x="3157" y="422"/>
                  </a:lnTo>
                  <a:cubicBezTo>
                    <a:pt x="3274" y="422"/>
                    <a:pt x="3368" y="328"/>
                    <a:pt x="3368" y="211"/>
                  </a:cubicBezTo>
                  <a:lnTo>
                    <a:pt x="3368" y="211"/>
                  </a:lnTo>
                  <a:cubicBezTo>
                    <a:pt x="3368" y="94"/>
                    <a:pt x="3274" y="0"/>
                    <a:pt x="3157" y="0"/>
                  </a:cubicBezTo>
                  <a:lnTo>
                    <a:pt x="211" y="0"/>
                  </a:lnTo>
                  <a:cubicBezTo>
                    <a:pt x="94" y="0"/>
                    <a:pt x="0" y="94"/>
                    <a:pt x="0" y="211"/>
                  </a:cubicBezTo>
                  <a:lnTo>
                    <a:pt x="0" y="211"/>
                  </a:lnTo>
                  <a:cubicBezTo>
                    <a:pt x="0" y="328"/>
                    <a:pt x="94" y="422"/>
                    <a:pt x="211" y="422"/>
                  </a:cubicBezTo>
                  <a:close/>
                </a:path>
              </a:pathLst>
            </a:cu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D0E1A"/>
                  </a:solidFill>
                  <a:latin typeface="Arial"/>
                  <a:ea typeface="Arial"/>
                  <a:cs typeface="Arial"/>
                  <a:sym typeface="Arial"/>
                </a:rPr>
                <a:t>Start choosing an architectural model for vSAN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95"/>
            <p:cNvSpPr/>
            <p:nvPr/>
          </p:nvSpPr>
          <p:spPr>
            <a:xfrm>
              <a:off x="5002541" y="5346503"/>
              <a:ext cx="2239818" cy="425481"/>
            </a:xfrm>
            <a:custGeom>
              <a:avLst/>
              <a:gdLst/>
              <a:ahLst/>
              <a:cxnLst/>
              <a:rect l="l" t="t" r="r" b="b"/>
              <a:pathLst>
                <a:path w="3368" h="422" extrusionOk="0">
                  <a:moveTo>
                    <a:pt x="211" y="422"/>
                  </a:moveTo>
                  <a:lnTo>
                    <a:pt x="3157" y="422"/>
                  </a:lnTo>
                  <a:cubicBezTo>
                    <a:pt x="3274" y="422"/>
                    <a:pt x="3368" y="328"/>
                    <a:pt x="3368" y="211"/>
                  </a:cubicBezTo>
                  <a:lnTo>
                    <a:pt x="3368" y="211"/>
                  </a:lnTo>
                  <a:cubicBezTo>
                    <a:pt x="3368" y="94"/>
                    <a:pt x="3274" y="0"/>
                    <a:pt x="3157" y="0"/>
                  </a:cubicBezTo>
                  <a:lnTo>
                    <a:pt x="211" y="0"/>
                  </a:lnTo>
                  <a:cubicBezTo>
                    <a:pt x="94" y="0"/>
                    <a:pt x="0" y="94"/>
                    <a:pt x="0" y="211"/>
                  </a:cubicBezTo>
                  <a:lnTo>
                    <a:pt x="0" y="211"/>
                  </a:lnTo>
                  <a:cubicBezTo>
                    <a:pt x="0" y="328"/>
                    <a:pt x="94" y="422"/>
                    <a:pt x="211" y="422"/>
                  </a:cubicBezTo>
                  <a:close/>
                </a:path>
              </a:pathLst>
            </a:cu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D0E1A"/>
                  </a:solidFill>
                  <a:latin typeface="Arial"/>
                  <a:ea typeface="Arial"/>
                  <a:cs typeface="Arial"/>
                  <a:sym typeface="Arial"/>
                </a:rPr>
                <a:t>End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9" name="Google Shape;2639;p95"/>
            <p:cNvCxnSpPr>
              <a:stCxn id="2635" idx="0"/>
            </p:cNvCxnSpPr>
            <p:nvPr/>
          </p:nvCxnSpPr>
          <p:spPr>
            <a:xfrm rot="-5400000">
              <a:off x="4709595" y="2076660"/>
              <a:ext cx="310500" cy="822000"/>
            </a:xfrm>
            <a:prstGeom prst="bentConnector2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</p:grpSp>
      <p:sp>
        <p:nvSpPr>
          <p:cNvPr id="2640" name="Google Shape;2640;p95"/>
          <p:cNvSpPr txBox="1"/>
          <p:nvPr/>
        </p:nvSpPr>
        <p:spPr>
          <a:xfrm>
            <a:off x="7947271" y="45847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Choices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5" name="Google Shape;2645;p96"/>
          <p:cNvGrpSpPr/>
          <p:nvPr/>
        </p:nvGrpSpPr>
        <p:grpSpPr>
          <a:xfrm>
            <a:off x="2659531" y="1511322"/>
            <a:ext cx="6658266" cy="3599063"/>
            <a:chOff x="2660224" y="1510823"/>
            <a:chExt cx="6660000" cy="3600000"/>
          </a:xfrm>
        </p:grpSpPr>
        <p:grpSp>
          <p:nvGrpSpPr>
            <p:cNvPr id="2646" name="Google Shape;2646;p96"/>
            <p:cNvGrpSpPr/>
            <p:nvPr/>
          </p:nvGrpSpPr>
          <p:grpSpPr>
            <a:xfrm>
              <a:off x="2660224" y="1510823"/>
              <a:ext cx="6660000" cy="3600000"/>
              <a:chOff x="2679474" y="1260566"/>
              <a:chExt cx="6648994" cy="3690257"/>
            </a:xfrm>
          </p:grpSpPr>
          <p:sp>
            <p:nvSpPr>
              <p:cNvPr id="2647" name="Google Shape;2647;p96"/>
              <p:cNvSpPr/>
              <p:nvPr/>
            </p:nvSpPr>
            <p:spPr>
              <a:xfrm>
                <a:off x="2679474" y="1260566"/>
                <a:ext cx="6648994" cy="369025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648" name="Google Shape;2648;p96"/>
              <p:cNvGrpSpPr/>
              <p:nvPr/>
            </p:nvGrpSpPr>
            <p:grpSpPr>
              <a:xfrm>
                <a:off x="2845730" y="1415688"/>
                <a:ext cx="6266516" cy="3322129"/>
                <a:chOff x="166256" y="690699"/>
                <a:chExt cx="6266516" cy="3322129"/>
              </a:xfrm>
            </p:grpSpPr>
            <p:sp>
              <p:nvSpPr>
                <p:cNvPr id="2649" name="Google Shape;2649;p96"/>
                <p:cNvSpPr/>
                <p:nvPr/>
              </p:nvSpPr>
              <p:spPr>
                <a:xfrm>
                  <a:off x="166256" y="1566631"/>
                  <a:ext cx="6266516" cy="2446197"/>
                </a:xfrm>
                <a:prstGeom prst="rect">
                  <a:avLst/>
                </a:prstGeom>
                <a:solidFill>
                  <a:schemeClr val="lt1"/>
                </a:solidFill>
                <a:ln w="12700" cap="rnd" cmpd="sng">
                  <a:solidFill>
                    <a:srgbClr val="0098C7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0" name="Google Shape;2650;p96"/>
                <p:cNvSpPr/>
                <p:nvPr/>
              </p:nvSpPr>
              <p:spPr>
                <a:xfrm>
                  <a:off x="2503861" y="1781932"/>
                  <a:ext cx="1599941" cy="4572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vDS Uplinks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1" name="Google Shape;2651;p96"/>
                <p:cNvSpPr/>
                <p:nvPr/>
              </p:nvSpPr>
              <p:spPr>
                <a:xfrm>
                  <a:off x="392303" y="2239132"/>
                  <a:ext cx="5823059" cy="1380102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2" name="Google Shape;2652;p96"/>
                <p:cNvSpPr/>
                <p:nvPr/>
              </p:nvSpPr>
              <p:spPr>
                <a:xfrm>
                  <a:off x="550897" y="2804549"/>
                  <a:ext cx="898958" cy="59253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VM Mgmt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3" name="Google Shape;2653;p96"/>
                <p:cNvSpPr/>
                <p:nvPr/>
              </p:nvSpPr>
              <p:spPr>
                <a:xfrm>
                  <a:off x="1688047" y="2804549"/>
                  <a:ext cx="898958" cy="59253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ESX Mgmt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4" name="Google Shape;2654;p96"/>
                <p:cNvSpPr/>
                <p:nvPr/>
              </p:nvSpPr>
              <p:spPr>
                <a:xfrm>
                  <a:off x="2829899" y="2804549"/>
                  <a:ext cx="898958" cy="59253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vMotion</a:t>
                  </a:r>
                  <a:endParaRPr/>
                </a:p>
              </p:txBody>
            </p:sp>
            <p:sp>
              <p:nvSpPr>
                <p:cNvPr id="2655" name="Google Shape;2655;p96"/>
                <p:cNvSpPr/>
                <p:nvPr/>
              </p:nvSpPr>
              <p:spPr>
                <a:xfrm>
                  <a:off x="3971751" y="2801954"/>
                  <a:ext cx="898958" cy="592533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98C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0098C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vSAN Storage</a:t>
                  </a:r>
                  <a:endParaRPr sz="1400" b="0" i="0" u="none" strike="noStrike" cap="none">
                    <a:solidFill>
                      <a:srgbClr val="0098C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6" name="Google Shape;2656;p96"/>
                <p:cNvSpPr txBox="1"/>
                <p:nvPr/>
              </p:nvSpPr>
              <p:spPr>
                <a:xfrm>
                  <a:off x="491266" y="2422061"/>
                  <a:ext cx="898959" cy="157746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chemeClr val="dk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vDS01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7" name="Google Shape;2657;p96"/>
                <p:cNvSpPr txBox="1"/>
                <p:nvPr/>
              </p:nvSpPr>
              <p:spPr>
                <a:xfrm>
                  <a:off x="3015800" y="3723439"/>
                  <a:ext cx="567427" cy="157746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ESX Host</a:t>
                  </a:r>
                  <a:endParaRPr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58" name="Google Shape;2658;p96"/>
                <p:cNvCxnSpPr/>
                <p:nvPr/>
              </p:nvCxnSpPr>
              <p:spPr>
                <a:xfrm>
                  <a:off x="2956379" y="1214937"/>
                  <a:ext cx="0" cy="580294"/>
                </a:xfrm>
                <a:prstGeom prst="straightConnector1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</p:cxnSp>
            <p:cxnSp>
              <p:nvCxnSpPr>
                <p:cNvPr id="2659" name="Google Shape;2659;p96"/>
                <p:cNvCxnSpPr/>
                <p:nvPr/>
              </p:nvCxnSpPr>
              <p:spPr>
                <a:xfrm>
                  <a:off x="3677702" y="1214937"/>
                  <a:ext cx="0" cy="580294"/>
                </a:xfrm>
                <a:prstGeom prst="straightConnector1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</p:cxnSp>
            <p:pic>
              <p:nvPicPr>
                <p:cNvPr id="2660" name="Google Shape;2660;p9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3380475" y="697148"/>
                  <a:ext cx="591276" cy="5912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61" name="Google Shape;2661;p9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660327" y="690699"/>
                  <a:ext cx="591276" cy="5912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2662" name="Google Shape;2662;p96"/>
            <p:cNvSpPr/>
            <p:nvPr/>
          </p:nvSpPr>
          <p:spPr>
            <a:xfrm>
              <a:off x="7756196" y="3721769"/>
              <a:ext cx="912477" cy="58112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Virtual Networking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3" name="Google Shape;2663;p96"/>
          <p:cNvSpPr txBox="1"/>
          <p:nvPr/>
        </p:nvSpPr>
        <p:spPr>
          <a:xfrm>
            <a:off x="7947271" y="45847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2-Pnic shared network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8" name="Google Shape;2668;p97"/>
          <p:cNvGrpSpPr/>
          <p:nvPr/>
        </p:nvGrpSpPr>
        <p:grpSpPr>
          <a:xfrm>
            <a:off x="2869548" y="1422795"/>
            <a:ext cx="6658266" cy="3599063"/>
            <a:chOff x="2026331" y="1123406"/>
            <a:chExt cx="8033656" cy="3670664"/>
          </a:xfrm>
        </p:grpSpPr>
        <p:sp>
          <p:nvSpPr>
            <p:cNvPr id="2669" name="Google Shape;2669;p97"/>
            <p:cNvSpPr/>
            <p:nvPr/>
          </p:nvSpPr>
          <p:spPr>
            <a:xfrm>
              <a:off x="2026331" y="1123406"/>
              <a:ext cx="8033656" cy="367066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p97"/>
            <p:cNvSpPr/>
            <p:nvPr/>
          </p:nvSpPr>
          <p:spPr>
            <a:xfrm>
              <a:off x="7109026" y="2879666"/>
              <a:ext cx="2590083" cy="143611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p97"/>
            <p:cNvSpPr/>
            <p:nvPr/>
          </p:nvSpPr>
          <p:spPr>
            <a:xfrm>
              <a:off x="2390127" y="2879212"/>
              <a:ext cx="4578396" cy="143656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p97"/>
            <p:cNvSpPr/>
            <p:nvPr/>
          </p:nvSpPr>
          <p:spPr>
            <a:xfrm>
              <a:off x="2544571" y="3444629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VM Mgmt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97"/>
            <p:cNvSpPr/>
            <p:nvPr/>
          </p:nvSpPr>
          <p:spPr>
            <a:xfrm>
              <a:off x="3668226" y="3444629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ESX Mgmt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p97"/>
            <p:cNvSpPr txBox="1"/>
            <p:nvPr/>
          </p:nvSpPr>
          <p:spPr>
            <a:xfrm>
              <a:off x="2457485" y="3024169"/>
              <a:ext cx="463379" cy="1569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vDS01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97"/>
            <p:cNvSpPr/>
            <p:nvPr/>
          </p:nvSpPr>
          <p:spPr>
            <a:xfrm>
              <a:off x="4698237" y="3444629"/>
              <a:ext cx="898958" cy="60581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vMotion</a:t>
              </a:r>
              <a:endParaRPr/>
            </a:p>
          </p:txBody>
        </p:sp>
        <p:sp>
          <p:nvSpPr>
            <p:cNvPr id="2676" name="Google Shape;2676;p97"/>
            <p:cNvSpPr/>
            <p:nvPr/>
          </p:nvSpPr>
          <p:spPr>
            <a:xfrm>
              <a:off x="3879355" y="2422012"/>
              <a:ext cx="1599941" cy="457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vDS Uplinks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97"/>
            <p:cNvSpPr txBox="1"/>
            <p:nvPr/>
          </p:nvSpPr>
          <p:spPr>
            <a:xfrm>
              <a:off x="7173810" y="3024169"/>
              <a:ext cx="654390" cy="1569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vDS02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97"/>
            <p:cNvSpPr/>
            <p:nvPr/>
          </p:nvSpPr>
          <p:spPr>
            <a:xfrm>
              <a:off x="5751222" y="3443186"/>
              <a:ext cx="1100680" cy="59253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Virtual Networking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97"/>
            <p:cNvSpPr/>
            <p:nvPr/>
          </p:nvSpPr>
          <p:spPr>
            <a:xfrm>
              <a:off x="7653325" y="2448966"/>
              <a:ext cx="1599941" cy="43513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vDS Uplinks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97"/>
            <p:cNvSpPr/>
            <p:nvPr/>
          </p:nvSpPr>
          <p:spPr>
            <a:xfrm>
              <a:off x="2230268" y="2142766"/>
              <a:ext cx="7609343" cy="2481030"/>
            </a:xfrm>
            <a:prstGeom prst="rect">
              <a:avLst/>
            </a:prstGeom>
            <a:noFill/>
            <a:ln w="12700" cap="rnd" cmpd="sng">
              <a:solidFill>
                <a:srgbClr val="0098C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97"/>
            <p:cNvSpPr/>
            <p:nvPr/>
          </p:nvSpPr>
          <p:spPr>
            <a:xfrm>
              <a:off x="7954587" y="3443186"/>
              <a:ext cx="898958" cy="5925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98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98C7"/>
                  </a:solidFill>
                  <a:latin typeface="Arial"/>
                  <a:ea typeface="Arial"/>
                  <a:cs typeface="Arial"/>
                  <a:sym typeface="Arial"/>
                </a:rPr>
                <a:t>vSAN Storage</a:t>
              </a:r>
              <a:endParaRPr sz="1400" b="0" i="0" u="none" strike="noStrike" cap="none">
                <a:solidFill>
                  <a:srgbClr val="0098C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97"/>
            <p:cNvSpPr txBox="1"/>
            <p:nvPr/>
          </p:nvSpPr>
          <p:spPr>
            <a:xfrm>
              <a:off x="5751224" y="4416927"/>
              <a:ext cx="776598" cy="1569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ESX Host</a:t>
              </a:r>
              <a:endPara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83" name="Google Shape;2683;p9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99736" y="1206840"/>
              <a:ext cx="741018" cy="7410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4" name="Google Shape;2684;p9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69740" y="1206840"/>
              <a:ext cx="741018" cy="74101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85" name="Google Shape;2685;p97"/>
            <p:cNvCxnSpPr/>
            <p:nvPr/>
          </p:nvCxnSpPr>
          <p:spPr>
            <a:xfrm>
              <a:off x="4314183" y="1838063"/>
              <a:ext cx="0" cy="58029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686" name="Google Shape;2686;p97"/>
            <p:cNvCxnSpPr/>
            <p:nvPr/>
          </p:nvCxnSpPr>
          <p:spPr>
            <a:xfrm>
              <a:off x="5035506" y="1838063"/>
              <a:ext cx="0" cy="58029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pic>
          <p:nvPicPr>
            <p:cNvPr id="2687" name="Google Shape;2687;p9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01902" y="1251094"/>
              <a:ext cx="741018" cy="7410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8" name="Google Shape;2688;p9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71906" y="1251094"/>
              <a:ext cx="741018" cy="74101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89" name="Google Shape;2689;p97"/>
            <p:cNvCxnSpPr/>
            <p:nvPr/>
          </p:nvCxnSpPr>
          <p:spPr>
            <a:xfrm>
              <a:off x="8116349" y="1882317"/>
              <a:ext cx="0" cy="58029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690" name="Google Shape;2690;p97"/>
            <p:cNvCxnSpPr/>
            <p:nvPr/>
          </p:nvCxnSpPr>
          <p:spPr>
            <a:xfrm>
              <a:off x="8837672" y="1882317"/>
              <a:ext cx="0" cy="58029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</p:grpSp>
      <p:sp>
        <p:nvSpPr>
          <p:cNvPr id="2691" name="Google Shape;2691;p97"/>
          <p:cNvSpPr txBox="1"/>
          <p:nvPr/>
        </p:nvSpPr>
        <p:spPr>
          <a:xfrm>
            <a:off x="7678116" y="66192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4-Pnic storage separation network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98"/>
          <p:cNvSpPr txBox="1"/>
          <p:nvPr/>
        </p:nvSpPr>
        <p:spPr>
          <a:xfrm>
            <a:off x="7947271" y="45847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vSAN ESA Cluster</a:t>
            </a:r>
            <a:endParaRPr/>
          </a:p>
        </p:txBody>
      </p:sp>
      <p:grpSp>
        <p:nvGrpSpPr>
          <p:cNvPr id="2697" name="Google Shape;2697;p98"/>
          <p:cNvGrpSpPr/>
          <p:nvPr/>
        </p:nvGrpSpPr>
        <p:grpSpPr>
          <a:xfrm>
            <a:off x="4544661" y="1274426"/>
            <a:ext cx="3099503" cy="4195576"/>
            <a:chOff x="4545845" y="1273864"/>
            <a:chExt cx="3100310" cy="4196669"/>
          </a:xfrm>
        </p:grpSpPr>
        <p:grpSp>
          <p:nvGrpSpPr>
            <p:cNvPr id="2698" name="Google Shape;2698;p98"/>
            <p:cNvGrpSpPr/>
            <p:nvPr/>
          </p:nvGrpSpPr>
          <p:grpSpPr>
            <a:xfrm>
              <a:off x="4545845" y="1273864"/>
              <a:ext cx="3100310" cy="4196669"/>
              <a:chOff x="1351711" y="1259527"/>
              <a:chExt cx="3100310" cy="4196669"/>
            </a:xfrm>
          </p:grpSpPr>
          <p:sp>
            <p:nvSpPr>
              <p:cNvPr id="2699" name="Google Shape;2699;p98"/>
              <p:cNvSpPr/>
              <p:nvPr/>
            </p:nvSpPr>
            <p:spPr>
              <a:xfrm>
                <a:off x="1351711" y="1259527"/>
                <a:ext cx="3100310" cy="4196669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VCF Instance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0" name="Google Shape;2700;p98"/>
              <p:cNvSpPr/>
              <p:nvPr/>
            </p:nvSpPr>
            <p:spPr>
              <a:xfrm>
                <a:off x="1777916" y="2055763"/>
                <a:ext cx="2171379" cy="273261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1" name="Google Shape;2701;p98"/>
              <p:cNvSpPr/>
              <p:nvPr/>
            </p:nvSpPr>
            <p:spPr>
              <a:xfrm>
                <a:off x="1866494" y="2513522"/>
                <a:ext cx="2006919" cy="2116105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98C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02" name="Google Shape;2702;p98"/>
              <p:cNvGrpSpPr/>
              <p:nvPr/>
            </p:nvGrpSpPr>
            <p:grpSpPr>
              <a:xfrm>
                <a:off x="2015812" y="3450683"/>
                <a:ext cx="1729833" cy="216217"/>
                <a:chOff x="5030904" y="4640821"/>
                <a:chExt cx="1917765" cy="244827"/>
              </a:xfrm>
            </p:grpSpPr>
            <p:pic>
              <p:nvPicPr>
                <p:cNvPr id="2703" name="Google Shape;2703;p9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04" name="Google Shape;2704;p9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05" name="Google Shape;2705;p98"/>
              <p:cNvGrpSpPr/>
              <p:nvPr/>
            </p:nvGrpSpPr>
            <p:grpSpPr>
              <a:xfrm>
                <a:off x="2011069" y="2643278"/>
                <a:ext cx="1740513" cy="1915217"/>
                <a:chOff x="7985042" y="2226254"/>
                <a:chExt cx="1740513" cy="1915217"/>
              </a:xfrm>
            </p:grpSpPr>
            <p:pic>
              <p:nvPicPr>
                <p:cNvPr id="2706" name="Google Shape;2706;p9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7985042" y="2226254"/>
                  <a:ext cx="829812" cy="2162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707" name="Google Shape;2707;p98"/>
                <p:cNvGrpSpPr/>
                <p:nvPr/>
              </p:nvGrpSpPr>
              <p:grpSpPr>
                <a:xfrm>
                  <a:off x="7995389" y="3732152"/>
                  <a:ext cx="1724230" cy="409319"/>
                  <a:chOff x="1161952" y="5565948"/>
                  <a:chExt cx="1911552" cy="330689"/>
                </a:xfrm>
              </p:grpSpPr>
              <p:cxnSp>
                <p:nvCxnSpPr>
                  <p:cNvPr id="2708" name="Google Shape;2708;p98"/>
                  <p:cNvCxnSpPr/>
                  <p:nvPr/>
                </p:nvCxnSpPr>
                <p:spPr>
                  <a:xfrm>
                    <a:off x="1168145" y="5598400"/>
                    <a:ext cx="0" cy="12413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0098C7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09" name="Google Shape;2709;p98"/>
                  <p:cNvCxnSpPr/>
                  <p:nvPr/>
                </p:nvCxnSpPr>
                <p:spPr>
                  <a:xfrm>
                    <a:off x="2742243" y="5729681"/>
                    <a:ext cx="331261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0098C7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10" name="Google Shape;2710;p98"/>
                  <p:cNvCxnSpPr/>
                  <p:nvPr/>
                </p:nvCxnSpPr>
                <p:spPr>
                  <a:xfrm>
                    <a:off x="3073503" y="5565948"/>
                    <a:ext cx="0" cy="159181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0098C7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11" name="Google Shape;2711;p98"/>
                  <p:cNvCxnSpPr/>
                  <p:nvPr/>
                </p:nvCxnSpPr>
                <p:spPr>
                  <a:xfrm>
                    <a:off x="1161952" y="5722531"/>
                    <a:ext cx="278275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0098C7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712" name="Google Shape;2712;p98"/>
                  <p:cNvSpPr txBox="1"/>
                  <p:nvPr/>
                </p:nvSpPr>
                <p:spPr>
                  <a:xfrm>
                    <a:off x="1297319" y="5784744"/>
                    <a:ext cx="1588813" cy="1118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 i="0" u="none" strike="noStrike" cap="none">
                        <a:solidFill>
                          <a:srgbClr val="0098C7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vSAN HCI Cluster ( ESA )</a:t>
                    </a:r>
                    <a:endParaRPr/>
                  </a:p>
                </p:txBody>
              </p:sp>
            </p:grpSp>
            <p:pic>
              <p:nvPicPr>
                <p:cNvPr id="2713" name="Google Shape;2713;p9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8895743" y="2226254"/>
                  <a:ext cx="829812" cy="2162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14" name="Google Shape;2714;p98"/>
              <p:cNvGrpSpPr/>
              <p:nvPr/>
            </p:nvGrpSpPr>
            <p:grpSpPr>
              <a:xfrm>
                <a:off x="1917491" y="2861300"/>
                <a:ext cx="942584" cy="586919"/>
                <a:chOff x="1259420" y="2434492"/>
                <a:chExt cx="942584" cy="586919"/>
              </a:xfrm>
            </p:grpSpPr>
            <p:sp>
              <p:nvSpPr>
                <p:cNvPr id="2715" name="Google Shape;2715;p98"/>
                <p:cNvSpPr txBox="1"/>
                <p:nvPr/>
              </p:nvSpPr>
              <p:spPr>
                <a:xfrm>
                  <a:off x="1259420" y="2797730"/>
                  <a:ext cx="942584" cy="223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rgbClr val="0098C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Storage Pool</a:t>
                  </a:r>
                  <a:endParaRPr/>
                </a:p>
              </p:txBody>
            </p:sp>
            <p:grpSp>
              <p:nvGrpSpPr>
                <p:cNvPr id="2716" name="Google Shape;2716;p98"/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</p:grpSpPr>
              <p:pic>
                <p:nvPicPr>
                  <p:cNvPr id="2717" name="Google Shape;2717;p98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718" name="Google Shape;2718;p98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719" name="Google Shape;2719;p9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424740" y="2610427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20" name="Google Shape;2720;p9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842090" y="2605784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21" name="Google Shape;2721;p98"/>
              <p:cNvGrpSpPr/>
              <p:nvPr/>
            </p:nvGrpSpPr>
            <p:grpSpPr>
              <a:xfrm>
                <a:off x="2808998" y="3667911"/>
                <a:ext cx="942584" cy="586919"/>
                <a:chOff x="1259420" y="2434492"/>
                <a:chExt cx="942584" cy="586919"/>
              </a:xfrm>
            </p:grpSpPr>
            <p:sp>
              <p:nvSpPr>
                <p:cNvPr id="2722" name="Google Shape;2722;p98"/>
                <p:cNvSpPr txBox="1"/>
                <p:nvPr/>
              </p:nvSpPr>
              <p:spPr>
                <a:xfrm>
                  <a:off x="1259420" y="2797730"/>
                  <a:ext cx="942584" cy="223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rgbClr val="0098C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Storage Pool</a:t>
                  </a:r>
                  <a:endParaRPr/>
                </a:p>
              </p:txBody>
            </p:sp>
            <p:grpSp>
              <p:nvGrpSpPr>
                <p:cNvPr id="2723" name="Google Shape;2723;p98"/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</p:grpSpPr>
              <p:pic>
                <p:nvPicPr>
                  <p:cNvPr id="2724" name="Google Shape;2724;p98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725" name="Google Shape;2725;p98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726" name="Google Shape;2726;p9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424740" y="2610427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27" name="Google Shape;2727;p9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842090" y="2605784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28" name="Google Shape;2728;p98"/>
              <p:cNvGrpSpPr/>
              <p:nvPr/>
            </p:nvGrpSpPr>
            <p:grpSpPr>
              <a:xfrm>
                <a:off x="2808998" y="2863179"/>
                <a:ext cx="942584" cy="586919"/>
                <a:chOff x="1259420" y="2434492"/>
                <a:chExt cx="942584" cy="586919"/>
              </a:xfrm>
            </p:grpSpPr>
            <p:sp>
              <p:nvSpPr>
                <p:cNvPr id="2729" name="Google Shape;2729;p98"/>
                <p:cNvSpPr txBox="1"/>
                <p:nvPr/>
              </p:nvSpPr>
              <p:spPr>
                <a:xfrm>
                  <a:off x="1259420" y="2797730"/>
                  <a:ext cx="942584" cy="223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rgbClr val="0098C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Storage Pool</a:t>
                  </a:r>
                  <a:endParaRPr/>
                </a:p>
              </p:txBody>
            </p:sp>
            <p:grpSp>
              <p:nvGrpSpPr>
                <p:cNvPr id="2730" name="Google Shape;2730;p98"/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</p:grpSpPr>
              <p:pic>
                <p:nvPicPr>
                  <p:cNvPr id="2731" name="Google Shape;2731;p98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732" name="Google Shape;2732;p98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733" name="Google Shape;2733;p9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424740" y="2610427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34" name="Google Shape;2734;p9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842090" y="2605784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35" name="Google Shape;2735;p98"/>
              <p:cNvGrpSpPr/>
              <p:nvPr/>
            </p:nvGrpSpPr>
            <p:grpSpPr>
              <a:xfrm>
                <a:off x="1981128" y="3653769"/>
                <a:ext cx="942584" cy="595442"/>
                <a:chOff x="1285865" y="2434492"/>
                <a:chExt cx="942584" cy="595442"/>
              </a:xfrm>
            </p:grpSpPr>
            <p:sp>
              <p:nvSpPr>
                <p:cNvPr id="2736" name="Google Shape;2736;p98"/>
                <p:cNvSpPr txBox="1"/>
                <p:nvPr/>
              </p:nvSpPr>
              <p:spPr>
                <a:xfrm>
                  <a:off x="1285865" y="2806253"/>
                  <a:ext cx="942584" cy="223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rgbClr val="0098C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Storage Pool</a:t>
                  </a:r>
                  <a:endParaRPr/>
                </a:p>
              </p:txBody>
            </p:sp>
            <p:grpSp>
              <p:nvGrpSpPr>
                <p:cNvPr id="2737" name="Google Shape;2737;p98"/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</p:grpSpPr>
              <p:pic>
                <p:nvPicPr>
                  <p:cNvPr id="2738" name="Google Shape;2738;p98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739" name="Google Shape;2739;p98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740" name="Google Shape;2740;p9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424740" y="2610427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41" name="Google Shape;2741;p9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842090" y="2605784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2742" name="Google Shape;2742;p98"/>
              <p:cNvSpPr/>
              <p:nvPr/>
            </p:nvSpPr>
            <p:spPr>
              <a:xfrm>
                <a:off x="1643592" y="1791177"/>
                <a:ext cx="2451753" cy="3200400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Availability Zone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3" name="Google Shape;2743;p98"/>
              <p:cNvSpPr/>
              <p:nvPr/>
            </p:nvSpPr>
            <p:spPr>
              <a:xfrm>
                <a:off x="1449557" y="1539063"/>
                <a:ext cx="2862341" cy="3637595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Domain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4" name="Google Shape;2744;p98"/>
            <p:cNvGrpSpPr/>
            <p:nvPr/>
          </p:nvGrpSpPr>
          <p:grpSpPr>
            <a:xfrm>
              <a:off x="5156204" y="2209969"/>
              <a:ext cx="1851768" cy="1876540"/>
              <a:chOff x="5159863" y="2254604"/>
              <a:chExt cx="1851768" cy="1933152"/>
            </a:xfrm>
          </p:grpSpPr>
          <p:pic>
            <p:nvPicPr>
              <p:cNvPr id="2745" name="Google Shape;2745;p98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21469" y="2267833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6" name="Google Shape;2746;p98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339962" y="2254604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7" name="Google Shape;2747;p98"/>
              <p:cNvSpPr/>
              <p:nvPr/>
            </p:nvSpPr>
            <p:spPr>
              <a:xfrm>
                <a:off x="5159863" y="2659388"/>
                <a:ext cx="1851768" cy="1528368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48" name="Google Shape;2748;p98"/>
              <p:cNvCxnSpPr>
                <a:stCxn id="2745" idx="2"/>
              </p:cNvCxnSpPr>
              <p:nvPr/>
            </p:nvCxnSpPr>
            <p:spPr>
              <a:xfrm>
                <a:off x="5720364" y="2451225"/>
                <a:ext cx="0" cy="207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2749" name="Google Shape;2749;p98"/>
              <p:cNvCxnSpPr>
                <a:stCxn id="2746" idx="2"/>
              </p:cNvCxnSpPr>
              <p:nvPr/>
            </p:nvCxnSpPr>
            <p:spPr>
              <a:xfrm>
                <a:off x="6438857" y="2437996"/>
                <a:ext cx="0" cy="2211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99"/>
          <p:cNvSpPr txBox="1"/>
          <p:nvPr/>
        </p:nvSpPr>
        <p:spPr>
          <a:xfrm>
            <a:off x="7959968" y="893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vSAN OSA Cluster</a:t>
            </a:r>
            <a:endParaRPr/>
          </a:p>
        </p:txBody>
      </p:sp>
      <p:grpSp>
        <p:nvGrpSpPr>
          <p:cNvPr id="2755" name="Google Shape;2755;p99"/>
          <p:cNvGrpSpPr/>
          <p:nvPr/>
        </p:nvGrpSpPr>
        <p:grpSpPr>
          <a:xfrm>
            <a:off x="4544661" y="1331212"/>
            <a:ext cx="3099503" cy="4195576"/>
            <a:chOff x="4545845" y="1330665"/>
            <a:chExt cx="3100310" cy="4196669"/>
          </a:xfrm>
        </p:grpSpPr>
        <p:grpSp>
          <p:nvGrpSpPr>
            <p:cNvPr id="2756" name="Google Shape;2756;p99"/>
            <p:cNvGrpSpPr/>
            <p:nvPr/>
          </p:nvGrpSpPr>
          <p:grpSpPr>
            <a:xfrm>
              <a:off x="4545845" y="1330665"/>
              <a:ext cx="3100310" cy="4196669"/>
              <a:chOff x="4578717" y="1259527"/>
              <a:chExt cx="3100310" cy="4196669"/>
            </a:xfrm>
          </p:grpSpPr>
          <p:sp>
            <p:nvSpPr>
              <p:cNvPr id="2757" name="Google Shape;2757;p99"/>
              <p:cNvSpPr/>
              <p:nvPr/>
            </p:nvSpPr>
            <p:spPr>
              <a:xfrm>
                <a:off x="4578717" y="1259527"/>
                <a:ext cx="3100310" cy="4196669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VCF Instance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8" name="Google Shape;2758;p99"/>
              <p:cNvSpPr/>
              <p:nvPr/>
            </p:nvSpPr>
            <p:spPr>
              <a:xfrm>
                <a:off x="4730522" y="1539063"/>
                <a:ext cx="2862341" cy="3640087"/>
              </a:xfrm>
              <a:prstGeom prst="rect">
                <a:avLst/>
              </a:prstGeom>
              <a:solidFill>
                <a:schemeClr val="lt1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Domain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9" name="Google Shape;2759;p99"/>
              <p:cNvSpPr/>
              <p:nvPr/>
            </p:nvSpPr>
            <p:spPr>
              <a:xfrm>
                <a:off x="5062072" y="1998962"/>
                <a:ext cx="2154430" cy="2789415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60" name="Google Shape;2760;p9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261672" y="3450682"/>
                <a:ext cx="835078" cy="217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61" name="Google Shape;2761;p9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161693" y="3450682"/>
                <a:ext cx="835078" cy="217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62" name="Google Shape;2762;p9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256929" y="2643277"/>
                <a:ext cx="835078" cy="21758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763" name="Google Shape;2763;p99"/>
              <p:cNvGrpSpPr/>
              <p:nvPr/>
            </p:nvGrpSpPr>
            <p:grpSpPr>
              <a:xfrm>
                <a:off x="5267609" y="4149571"/>
                <a:ext cx="1729833" cy="379965"/>
                <a:chOff x="1787457" y="3907795"/>
                <a:chExt cx="1729833" cy="377569"/>
              </a:xfrm>
            </p:grpSpPr>
            <p:grpSp>
              <p:nvGrpSpPr>
                <p:cNvPr id="2764" name="Google Shape;2764;p99"/>
                <p:cNvGrpSpPr/>
                <p:nvPr/>
              </p:nvGrpSpPr>
              <p:grpSpPr>
                <a:xfrm>
                  <a:off x="1787457" y="3907795"/>
                  <a:ext cx="1729833" cy="153645"/>
                  <a:chOff x="1787457" y="3907795"/>
                  <a:chExt cx="1729833" cy="153645"/>
                </a:xfrm>
              </p:grpSpPr>
              <p:cxnSp>
                <p:nvCxnSpPr>
                  <p:cNvPr id="2765" name="Google Shape;2765;p99"/>
                  <p:cNvCxnSpPr/>
                  <p:nvPr/>
                </p:nvCxnSpPr>
                <p:spPr>
                  <a:xfrm>
                    <a:off x="1793042" y="3907795"/>
                    <a:ext cx="0" cy="153645"/>
                  </a:xfrm>
                  <a:prstGeom prst="straightConnector1">
                    <a:avLst/>
                  </a:prstGeom>
                  <a:solidFill>
                    <a:schemeClr val="accent4"/>
                  </a:solidFill>
                  <a:ln w="12700" cap="flat" cmpd="sng">
                    <a:solidFill>
                      <a:srgbClr val="0098C7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66" name="Google Shape;2766;p99"/>
                  <p:cNvCxnSpPr/>
                  <p:nvPr/>
                </p:nvCxnSpPr>
                <p:spPr>
                  <a:xfrm>
                    <a:off x="3218491" y="4061439"/>
                    <a:ext cx="298799" cy="0"/>
                  </a:xfrm>
                  <a:prstGeom prst="straightConnector1">
                    <a:avLst/>
                  </a:prstGeom>
                  <a:solidFill>
                    <a:schemeClr val="accent4"/>
                  </a:solidFill>
                  <a:ln w="12700" cap="flat" cmpd="sng">
                    <a:solidFill>
                      <a:schemeClr val="accent4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67" name="Google Shape;2767;p99"/>
                  <p:cNvCxnSpPr/>
                  <p:nvPr/>
                </p:nvCxnSpPr>
                <p:spPr>
                  <a:xfrm>
                    <a:off x="3517290" y="3907795"/>
                    <a:ext cx="0" cy="153645"/>
                  </a:xfrm>
                  <a:prstGeom prst="straightConnector1">
                    <a:avLst/>
                  </a:prstGeom>
                  <a:solidFill>
                    <a:schemeClr val="accent4"/>
                  </a:solidFill>
                  <a:ln w="12700" cap="flat" cmpd="sng">
                    <a:solidFill>
                      <a:schemeClr val="accent4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68" name="Google Shape;2768;p99"/>
                  <p:cNvCxnSpPr/>
                  <p:nvPr/>
                </p:nvCxnSpPr>
                <p:spPr>
                  <a:xfrm>
                    <a:off x="1787457" y="4061439"/>
                    <a:ext cx="251004" cy="0"/>
                  </a:xfrm>
                  <a:prstGeom prst="straightConnector1">
                    <a:avLst/>
                  </a:prstGeom>
                  <a:solidFill>
                    <a:schemeClr val="accent4"/>
                  </a:solidFill>
                  <a:ln w="12700" cap="flat" cmpd="sng">
                    <a:solidFill>
                      <a:schemeClr val="accent4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769" name="Google Shape;2769;p99"/>
                <p:cNvSpPr txBox="1"/>
                <p:nvPr/>
              </p:nvSpPr>
              <p:spPr>
                <a:xfrm>
                  <a:off x="1861280" y="4131476"/>
                  <a:ext cx="1540665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chemeClr val="accent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vSAN HCI Cluster ( OSA )</a:t>
                  </a:r>
                  <a:endParaRPr/>
                </a:p>
              </p:txBody>
            </p:sp>
          </p:grpSp>
          <p:pic>
            <p:nvPicPr>
              <p:cNvPr id="2770" name="Google Shape;2770;p9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167630" y="2643277"/>
                <a:ext cx="835078" cy="21758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771" name="Google Shape;2771;p99"/>
              <p:cNvGrpSpPr/>
              <p:nvPr/>
            </p:nvGrpSpPr>
            <p:grpSpPr>
              <a:xfrm>
                <a:off x="6101929" y="2892171"/>
                <a:ext cx="942584" cy="594213"/>
                <a:chOff x="2442335" y="2114749"/>
                <a:chExt cx="942584" cy="590465"/>
              </a:xfrm>
            </p:grpSpPr>
            <p:sp>
              <p:nvSpPr>
                <p:cNvPr id="2772" name="Google Shape;2772;p99"/>
                <p:cNvSpPr txBox="1"/>
                <p:nvPr/>
              </p:nvSpPr>
              <p:spPr>
                <a:xfrm>
                  <a:off x="2442335" y="2491129"/>
                  <a:ext cx="942584" cy="214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chemeClr val="accent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Disk Groups</a:t>
                  </a:r>
                  <a:endParaRPr/>
                </a:p>
              </p:txBody>
            </p:sp>
            <p:sp>
              <p:nvSpPr>
                <p:cNvPr id="2773" name="Google Shape;2773;p99"/>
                <p:cNvSpPr/>
                <p:nvPr/>
              </p:nvSpPr>
              <p:spPr>
                <a:xfrm>
                  <a:off x="2655693" y="2342729"/>
                  <a:ext cx="163282" cy="9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532" h="466215" extrusionOk="0">
                      <a:moveTo>
                        <a:pt x="0" y="0"/>
                      </a:moveTo>
                      <a:lnTo>
                        <a:pt x="0" y="466215"/>
                      </a:lnTo>
                      <a:lnTo>
                        <a:pt x="656532" y="466215"/>
                      </a:lnTo>
                      <a:lnTo>
                        <a:pt x="656532" y="0"/>
                      </a:lnTo>
                      <a:lnTo>
                        <a:pt x="0" y="0"/>
                      </a:lnTo>
                      <a:close/>
                      <a:moveTo>
                        <a:pt x="63581" y="417522"/>
                      </a:moveTo>
                      <a:cubicBezTo>
                        <a:pt x="54431" y="417522"/>
                        <a:pt x="46987" y="410078"/>
                        <a:pt x="46987" y="400927"/>
                      </a:cubicBezTo>
                      <a:cubicBezTo>
                        <a:pt x="46987" y="391776"/>
                        <a:pt x="54431" y="384332"/>
                        <a:pt x="63581" y="384332"/>
                      </a:cubicBezTo>
                      <a:cubicBezTo>
                        <a:pt x="72732" y="384332"/>
                        <a:pt x="80176" y="391776"/>
                        <a:pt x="80176" y="400927"/>
                      </a:cubicBezTo>
                      <a:cubicBezTo>
                        <a:pt x="80176" y="410078"/>
                        <a:pt x="72732" y="417522"/>
                        <a:pt x="63581" y="417522"/>
                      </a:cubicBezTo>
                      <a:close/>
                      <a:moveTo>
                        <a:pt x="63581" y="81883"/>
                      </a:moveTo>
                      <a:cubicBezTo>
                        <a:pt x="54431" y="81883"/>
                        <a:pt x="46987" y="74439"/>
                        <a:pt x="46987" y="65288"/>
                      </a:cubicBezTo>
                      <a:cubicBezTo>
                        <a:pt x="46987" y="56137"/>
                        <a:pt x="54431" y="48693"/>
                        <a:pt x="63581" y="48693"/>
                      </a:cubicBezTo>
                      <a:cubicBezTo>
                        <a:pt x="72732" y="48693"/>
                        <a:pt x="80176" y="56137"/>
                        <a:pt x="80176" y="65288"/>
                      </a:cubicBezTo>
                      <a:cubicBezTo>
                        <a:pt x="80176" y="74439"/>
                        <a:pt x="72732" y="81883"/>
                        <a:pt x="63581" y="81883"/>
                      </a:cubicBezTo>
                      <a:close/>
                      <a:moveTo>
                        <a:pt x="253187" y="422311"/>
                      </a:moveTo>
                      <a:lnTo>
                        <a:pt x="315204" y="263760"/>
                      </a:lnTo>
                      <a:lnTo>
                        <a:pt x="203688" y="263760"/>
                      </a:lnTo>
                      <a:lnTo>
                        <a:pt x="405716" y="43194"/>
                      </a:lnTo>
                      <a:lnTo>
                        <a:pt x="343699" y="201744"/>
                      </a:lnTo>
                      <a:lnTo>
                        <a:pt x="455215" y="201744"/>
                      </a:lnTo>
                      <a:lnTo>
                        <a:pt x="253187" y="422311"/>
                      </a:lnTo>
                      <a:close/>
                      <a:moveTo>
                        <a:pt x="592951" y="417522"/>
                      </a:moveTo>
                      <a:cubicBezTo>
                        <a:pt x="583800" y="417522"/>
                        <a:pt x="576357" y="410078"/>
                        <a:pt x="576357" y="400927"/>
                      </a:cubicBezTo>
                      <a:cubicBezTo>
                        <a:pt x="576357" y="391776"/>
                        <a:pt x="583800" y="384332"/>
                        <a:pt x="592951" y="384332"/>
                      </a:cubicBezTo>
                      <a:cubicBezTo>
                        <a:pt x="602102" y="384332"/>
                        <a:pt x="609546" y="391776"/>
                        <a:pt x="609546" y="400927"/>
                      </a:cubicBezTo>
                      <a:cubicBezTo>
                        <a:pt x="609546" y="410078"/>
                        <a:pt x="602102" y="417522"/>
                        <a:pt x="592951" y="417522"/>
                      </a:cubicBezTo>
                      <a:close/>
                      <a:moveTo>
                        <a:pt x="592951" y="81883"/>
                      </a:moveTo>
                      <a:cubicBezTo>
                        <a:pt x="583800" y="81883"/>
                        <a:pt x="576357" y="74439"/>
                        <a:pt x="576357" y="65288"/>
                      </a:cubicBezTo>
                      <a:cubicBezTo>
                        <a:pt x="576357" y="56137"/>
                        <a:pt x="583800" y="48693"/>
                        <a:pt x="592951" y="48693"/>
                      </a:cubicBezTo>
                      <a:cubicBezTo>
                        <a:pt x="602102" y="48693"/>
                        <a:pt x="609546" y="56137"/>
                        <a:pt x="609546" y="65288"/>
                      </a:cubicBezTo>
                      <a:cubicBezTo>
                        <a:pt x="609546" y="74439"/>
                        <a:pt x="602102" y="81883"/>
                        <a:pt x="592951" y="818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774" name="Google Shape;2774;p9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598190" y="2127891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75" name="Google Shape;2775;p99"/>
                <p:cNvSpPr/>
                <p:nvPr/>
              </p:nvSpPr>
              <p:spPr>
                <a:xfrm>
                  <a:off x="2537852" y="2114749"/>
                  <a:ext cx="375775" cy="363238"/>
                </a:xfrm>
                <a:prstGeom prst="rect">
                  <a:avLst/>
                </a:prstGeom>
                <a:noFill/>
                <a:ln w="25400" cap="flat" cmpd="sng">
                  <a:solidFill>
                    <a:srgbClr val="0098C7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6" name="Google Shape;2776;p99"/>
                <p:cNvSpPr/>
                <p:nvPr/>
              </p:nvSpPr>
              <p:spPr>
                <a:xfrm>
                  <a:off x="3082508" y="2349339"/>
                  <a:ext cx="163282" cy="9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532" h="466215" extrusionOk="0">
                      <a:moveTo>
                        <a:pt x="0" y="0"/>
                      </a:moveTo>
                      <a:lnTo>
                        <a:pt x="0" y="466215"/>
                      </a:lnTo>
                      <a:lnTo>
                        <a:pt x="656532" y="466215"/>
                      </a:lnTo>
                      <a:lnTo>
                        <a:pt x="656532" y="0"/>
                      </a:lnTo>
                      <a:lnTo>
                        <a:pt x="0" y="0"/>
                      </a:lnTo>
                      <a:close/>
                      <a:moveTo>
                        <a:pt x="63581" y="417522"/>
                      </a:moveTo>
                      <a:cubicBezTo>
                        <a:pt x="54431" y="417522"/>
                        <a:pt x="46987" y="410078"/>
                        <a:pt x="46987" y="400927"/>
                      </a:cubicBezTo>
                      <a:cubicBezTo>
                        <a:pt x="46987" y="391776"/>
                        <a:pt x="54431" y="384332"/>
                        <a:pt x="63581" y="384332"/>
                      </a:cubicBezTo>
                      <a:cubicBezTo>
                        <a:pt x="72732" y="384332"/>
                        <a:pt x="80176" y="391776"/>
                        <a:pt x="80176" y="400927"/>
                      </a:cubicBezTo>
                      <a:cubicBezTo>
                        <a:pt x="80176" y="410078"/>
                        <a:pt x="72732" y="417522"/>
                        <a:pt x="63581" y="417522"/>
                      </a:cubicBezTo>
                      <a:close/>
                      <a:moveTo>
                        <a:pt x="63581" y="81883"/>
                      </a:moveTo>
                      <a:cubicBezTo>
                        <a:pt x="54431" y="81883"/>
                        <a:pt x="46987" y="74439"/>
                        <a:pt x="46987" y="65288"/>
                      </a:cubicBezTo>
                      <a:cubicBezTo>
                        <a:pt x="46987" y="56137"/>
                        <a:pt x="54431" y="48693"/>
                        <a:pt x="63581" y="48693"/>
                      </a:cubicBezTo>
                      <a:cubicBezTo>
                        <a:pt x="72732" y="48693"/>
                        <a:pt x="80176" y="56137"/>
                        <a:pt x="80176" y="65288"/>
                      </a:cubicBezTo>
                      <a:cubicBezTo>
                        <a:pt x="80176" y="74439"/>
                        <a:pt x="72732" y="81883"/>
                        <a:pt x="63581" y="81883"/>
                      </a:cubicBezTo>
                      <a:close/>
                      <a:moveTo>
                        <a:pt x="253187" y="422311"/>
                      </a:moveTo>
                      <a:lnTo>
                        <a:pt x="315204" y="263760"/>
                      </a:lnTo>
                      <a:lnTo>
                        <a:pt x="203688" y="263760"/>
                      </a:lnTo>
                      <a:lnTo>
                        <a:pt x="405716" y="43194"/>
                      </a:lnTo>
                      <a:lnTo>
                        <a:pt x="343699" y="201744"/>
                      </a:lnTo>
                      <a:lnTo>
                        <a:pt x="455215" y="201744"/>
                      </a:lnTo>
                      <a:lnTo>
                        <a:pt x="253187" y="422311"/>
                      </a:lnTo>
                      <a:close/>
                      <a:moveTo>
                        <a:pt x="592951" y="417522"/>
                      </a:moveTo>
                      <a:cubicBezTo>
                        <a:pt x="583800" y="417522"/>
                        <a:pt x="576357" y="410078"/>
                        <a:pt x="576357" y="400927"/>
                      </a:cubicBezTo>
                      <a:cubicBezTo>
                        <a:pt x="576357" y="391776"/>
                        <a:pt x="583800" y="384332"/>
                        <a:pt x="592951" y="384332"/>
                      </a:cubicBezTo>
                      <a:cubicBezTo>
                        <a:pt x="602102" y="384332"/>
                        <a:pt x="609546" y="391776"/>
                        <a:pt x="609546" y="400927"/>
                      </a:cubicBezTo>
                      <a:cubicBezTo>
                        <a:pt x="609546" y="410078"/>
                        <a:pt x="602102" y="417522"/>
                        <a:pt x="592951" y="417522"/>
                      </a:cubicBezTo>
                      <a:close/>
                      <a:moveTo>
                        <a:pt x="592951" y="81883"/>
                      </a:moveTo>
                      <a:cubicBezTo>
                        <a:pt x="583800" y="81883"/>
                        <a:pt x="576357" y="74439"/>
                        <a:pt x="576357" y="65288"/>
                      </a:cubicBezTo>
                      <a:cubicBezTo>
                        <a:pt x="576357" y="56137"/>
                        <a:pt x="583800" y="48693"/>
                        <a:pt x="592951" y="48693"/>
                      </a:cubicBezTo>
                      <a:cubicBezTo>
                        <a:pt x="602102" y="48693"/>
                        <a:pt x="609546" y="56137"/>
                        <a:pt x="609546" y="65288"/>
                      </a:cubicBezTo>
                      <a:cubicBezTo>
                        <a:pt x="609546" y="74439"/>
                        <a:pt x="602102" y="81883"/>
                        <a:pt x="592951" y="818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777" name="Google Shape;2777;p9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25005" y="2134501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78" name="Google Shape;2778;p99"/>
                <p:cNvSpPr/>
                <p:nvPr/>
              </p:nvSpPr>
              <p:spPr>
                <a:xfrm>
                  <a:off x="2965061" y="2121320"/>
                  <a:ext cx="375775" cy="363238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accent4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79" name="Google Shape;2779;p99"/>
              <p:cNvSpPr/>
              <p:nvPr/>
            </p:nvSpPr>
            <p:spPr>
              <a:xfrm>
                <a:off x="5112873" y="2506962"/>
                <a:ext cx="2032000" cy="2141715"/>
              </a:xfrm>
              <a:prstGeom prst="rect">
                <a:avLst/>
              </a:prstGeom>
              <a:noFill/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98C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80" name="Google Shape;2780;p99"/>
              <p:cNvGrpSpPr/>
              <p:nvPr/>
            </p:nvGrpSpPr>
            <p:grpSpPr>
              <a:xfrm>
                <a:off x="5171724" y="2880880"/>
                <a:ext cx="942584" cy="594213"/>
                <a:chOff x="2442335" y="2114749"/>
                <a:chExt cx="942584" cy="590465"/>
              </a:xfrm>
            </p:grpSpPr>
            <p:sp>
              <p:nvSpPr>
                <p:cNvPr id="2781" name="Google Shape;2781;p99"/>
                <p:cNvSpPr txBox="1"/>
                <p:nvPr/>
              </p:nvSpPr>
              <p:spPr>
                <a:xfrm>
                  <a:off x="2442335" y="2491129"/>
                  <a:ext cx="942584" cy="214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chemeClr val="accent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Disk Groups</a:t>
                  </a:r>
                  <a:endParaRPr/>
                </a:p>
              </p:txBody>
            </p:sp>
            <p:sp>
              <p:nvSpPr>
                <p:cNvPr id="2782" name="Google Shape;2782;p99"/>
                <p:cNvSpPr/>
                <p:nvPr/>
              </p:nvSpPr>
              <p:spPr>
                <a:xfrm>
                  <a:off x="2655693" y="2342729"/>
                  <a:ext cx="163282" cy="9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532" h="466215" extrusionOk="0">
                      <a:moveTo>
                        <a:pt x="0" y="0"/>
                      </a:moveTo>
                      <a:lnTo>
                        <a:pt x="0" y="466215"/>
                      </a:lnTo>
                      <a:lnTo>
                        <a:pt x="656532" y="466215"/>
                      </a:lnTo>
                      <a:lnTo>
                        <a:pt x="656532" y="0"/>
                      </a:lnTo>
                      <a:lnTo>
                        <a:pt x="0" y="0"/>
                      </a:lnTo>
                      <a:close/>
                      <a:moveTo>
                        <a:pt x="63581" y="417522"/>
                      </a:moveTo>
                      <a:cubicBezTo>
                        <a:pt x="54431" y="417522"/>
                        <a:pt x="46987" y="410078"/>
                        <a:pt x="46987" y="400927"/>
                      </a:cubicBezTo>
                      <a:cubicBezTo>
                        <a:pt x="46987" y="391776"/>
                        <a:pt x="54431" y="384332"/>
                        <a:pt x="63581" y="384332"/>
                      </a:cubicBezTo>
                      <a:cubicBezTo>
                        <a:pt x="72732" y="384332"/>
                        <a:pt x="80176" y="391776"/>
                        <a:pt x="80176" y="400927"/>
                      </a:cubicBezTo>
                      <a:cubicBezTo>
                        <a:pt x="80176" y="410078"/>
                        <a:pt x="72732" y="417522"/>
                        <a:pt x="63581" y="417522"/>
                      </a:cubicBezTo>
                      <a:close/>
                      <a:moveTo>
                        <a:pt x="63581" y="81883"/>
                      </a:moveTo>
                      <a:cubicBezTo>
                        <a:pt x="54431" y="81883"/>
                        <a:pt x="46987" y="74439"/>
                        <a:pt x="46987" y="65288"/>
                      </a:cubicBezTo>
                      <a:cubicBezTo>
                        <a:pt x="46987" y="56137"/>
                        <a:pt x="54431" y="48693"/>
                        <a:pt x="63581" y="48693"/>
                      </a:cubicBezTo>
                      <a:cubicBezTo>
                        <a:pt x="72732" y="48693"/>
                        <a:pt x="80176" y="56137"/>
                        <a:pt x="80176" y="65288"/>
                      </a:cubicBezTo>
                      <a:cubicBezTo>
                        <a:pt x="80176" y="74439"/>
                        <a:pt x="72732" y="81883"/>
                        <a:pt x="63581" y="81883"/>
                      </a:cubicBezTo>
                      <a:close/>
                      <a:moveTo>
                        <a:pt x="253187" y="422311"/>
                      </a:moveTo>
                      <a:lnTo>
                        <a:pt x="315204" y="263760"/>
                      </a:lnTo>
                      <a:lnTo>
                        <a:pt x="203688" y="263760"/>
                      </a:lnTo>
                      <a:lnTo>
                        <a:pt x="405716" y="43194"/>
                      </a:lnTo>
                      <a:lnTo>
                        <a:pt x="343699" y="201744"/>
                      </a:lnTo>
                      <a:lnTo>
                        <a:pt x="455215" y="201744"/>
                      </a:lnTo>
                      <a:lnTo>
                        <a:pt x="253187" y="422311"/>
                      </a:lnTo>
                      <a:close/>
                      <a:moveTo>
                        <a:pt x="592951" y="417522"/>
                      </a:moveTo>
                      <a:cubicBezTo>
                        <a:pt x="583800" y="417522"/>
                        <a:pt x="576357" y="410078"/>
                        <a:pt x="576357" y="400927"/>
                      </a:cubicBezTo>
                      <a:cubicBezTo>
                        <a:pt x="576357" y="391776"/>
                        <a:pt x="583800" y="384332"/>
                        <a:pt x="592951" y="384332"/>
                      </a:cubicBezTo>
                      <a:cubicBezTo>
                        <a:pt x="602102" y="384332"/>
                        <a:pt x="609546" y="391776"/>
                        <a:pt x="609546" y="400927"/>
                      </a:cubicBezTo>
                      <a:cubicBezTo>
                        <a:pt x="609546" y="410078"/>
                        <a:pt x="602102" y="417522"/>
                        <a:pt x="592951" y="417522"/>
                      </a:cubicBezTo>
                      <a:close/>
                      <a:moveTo>
                        <a:pt x="592951" y="81883"/>
                      </a:moveTo>
                      <a:cubicBezTo>
                        <a:pt x="583800" y="81883"/>
                        <a:pt x="576357" y="74439"/>
                        <a:pt x="576357" y="65288"/>
                      </a:cubicBezTo>
                      <a:cubicBezTo>
                        <a:pt x="576357" y="56137"/>
                        <a:pt x="583800" y="48693"/>
                        <a:pt x="592951" y="48693"/>
                      </a:cubicBezTo>
                      <a:cubicBezTo>
                        <a:pt x="602102" y="48693"/>
                        <a:pt x="609546" y="56137"/>
                        <a:pt x="609546" y="65288"/>
                      </a:cubicBezTo>
                      <a:cubicBezTo>
                        <a:pt x="609546" y="74439"/>
                        <a:pt x="602102" y="81883"/>
                        <a:pt x="592951" y="818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783" name="Google Shape;2783;p9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598190" y="2127891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84" name="Google Shape;2784;p99"/>
                <p:cNvSpPr/>
                <p:nvPr/>
              </p:nvSpPr>
              <p:spPr>
                <a:xfrm>
                  <a:off x="2537852" y="2114749"/>
                  <a:ext cx="375775" cy="363238"/>
                </a:xfrm>
                <a:prstGeom prst="rect">
                  <a:avLst/>
                </a:prstGeom>
                <a:noFill/>
                <a:ln w="25400" cap="flat" cmpd="sng">
                  <a:solidFill>
                    <a:srgbClr val="0098C7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5" name="Google Shape;2785;p99"/>
                <p:cNvSpPr/>
                <p:nvPr/>
              </p:nvSpPr>
              <p:spPr>
                <a:xfrm>
                  <a:off x="3082508" y="2349339"/>
                  <a:ext cx="163282" cy="9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532" h="466215" extrusionOk="0">
                      <a:moveTo>
                        <a:pt x="0" y="0"/>
                      </a:moveTo>
                      <a:lnTo>
                        <a:pt x="0" y="466215"/>
                      </a:lnTo>
                      <a:lnTo>
                        <a:pt x="656532" y="466215"/>
                      </a:lnTo>
                      <a:lnTo>
                        <a:pt x="656532" y="0"/>
                      </a:lnTo>
                      <a:lnTo>
                        <a:pt x="0" y="0"/>
                      </a:lnTo>
                      <a:close/>
                      <a:moveTo>
                        <a:pt x="63581" y="417522"/>
                      </a:moveTo>
                      <a:cubicBezTo>
                        <a:pt x="54431" y="417522"/>
                        <a:pt x="46987" y="410078"/>
                        <a:pt x="46987" y="400927"/>
                      </a:cubicBezTo>
                      <a:cubicBezTo>
                        <a:pt x="46987" y="391776"/>
                        <a:pt x="54431" y="384332"/>
                        <a:pt x="63581" y="384332"/>
                      </a:cubicBezTo>
                      <a:cubicBezTo>
                        <a:pt x="72732" y="384332"/>
                        <a:pt x="80176" y="391776"/>
                        <a:pt x="80176" y="400927"/>
                      </a:cubicBezTo>
                      <a:cubicBezTo>
                        <a:pt x="80176" y="410078"/>
                        <a:pt x="72732" y="417522"/>
                        <a:pt x="63581" y="417522"/>
                      </a:cubicBezTo>
                      <a:close/>
                      <a:moveTo>
                        <a:pt x="63581" y="81883"/>
                      </a:moveTo>
                      <a:cubicBezTo>
                        <a:pt x="54431" y="81883"/>
                        <a:pt x="46987" y="74439"/>
                        <a:pt x="46987" y="65288"/>
                      </a:cubicBezTo>
                      <a:cubicBezTo>
                        <a:pt x="46987" y="56137"/>
                        <a:pt x="54431" y="48693"/>
                        <a:pt x="63581" y="48693"/>
                      </a:cubicBezTo>
                      <a:cubicBezTo>
                        <a:pt x="72732" y="48693"/>
                        <a:pt x="80176" y="56137"/>
                        <a:pt x="80176" y="65288"/>
                      </a:cubicBezTo>
                      <a:cubicBezTo>
                        <a:pt x="80176" y="74439"/>
                        <a:pt x="72732" y="81883"/>
                        <a:pt x="63581" y="81883"/>
                      </a:cubicBezTo>
                      <a:close/>
                      <a:moveTo>
                        <a:pt x="253187" y="422311"/>
                      </a:moveTo>
                      <a:lnTo>
                        <a:pt x="315204" y="263760"/>
                      </a:lnTo>
                      <a:lnTo>
                        <a:pt x="203688" y="263760"/>
                      </a:lnTo>
                      <a:lnTo>
                        <a:pt x="405716" y="43194"/>
                      </a:lnTo>
                      <a:lnTo>
                        <a:pt x="343699" y="201744"/>
                      </a:lnTo>
                      <a:lnTo>
                        <a:pt x="455215" y="201744"/>
                      </a:lnTo>
                      <a:lnTo>
                        <a:pt x="253187" y="422311"/>
                      </a:lnTo>
                      <a:close/>
                      <a:moveTo>
                        <a:pt x="592951" y="417522"/>
                      </a:moveTo>
                      <a:cubicBezTo>
                        <a:pt x="583800" y="417522"/>
                        <a:pt x="576357" y="410078"/>
                        <a:pt x="576357" y="400927"/>
                      </a:cubicBezTo>
                      <a:cubicBezTo>
                        <a:pt x="576357" y="391776"/>
                        <a:pt x="583800" y="384332"/>
                        <a:pt x="592951" y="384332"/>
                      </a:cubicBezTo>
                      <a:cubicBezTo>
                        <a:pt x="602102" y="384332"/>
                        <a:pt x="609546" y="391776"/>
                        <a:pt x="609546" y="400927"/>
                      </a:cubicBezTo>
                      <a:cubicBezTo>
                        <a:pt x="609546" y="410078"/>
                        <a:pt x="602102" y="417522"/>
                        <a:pt x="592951" y="417522"/>
                      </a:cubicBezTo>
                      <a:close/>
                      <a:moveTo>
                        <a:pt x="592951" y="81883"/>
                      </a:moveTo>
                      <a:cubicBezTo>
                        <a:pt x="583800" y="81883"/>
                        <a:pt x="576357" y="74439"/>
                        <a:pt x="576357" y="65288"/>
                      </a:cubicBezTo>
                      <a:cubicBezTo>
                        <a:pt x="576357" y="56137"/>
                        <a:pt x="583800" y="48693"/>
                        <a:pt x="592951" y="48693"/>
                      </a:cubicBezTo>
                      <a:cubicBezTo>
                        <a:pt x="602102" y="48693"/>
                        <a:pt x="609546" y="56137"/>
                        <a:pt x="609546" y="65288"/>
                      </a:cubicBezTo>
                      <a:cubicBezTo>
                        <a:pt x="609546" y="74439"/>
                        <a:pt x="602102" y="81883"/>
                        <a:pt x="592951" y="818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786" name="Google Shape;2786;p9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25005" y="2134501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87" name="Google Shape;2787;p99"/>
                <p:cNvSpPr/>
                <p:nvPr/>
              </p:nvSpPr>
              <p:spPr>
                <a:xfrm>
                  <a:off x="2965061" y="2121320"/>
                  <a:ext cx="375775" cy="363238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accent4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88" name="Google Shape;2788;p99"/>
              <p:cNvGrpSpPr/>
              <p:nvPr/>
            </p:nvGrpSpPr>
            <p:grpSpPr>
              <a:xfrm>
                <a:off x="5192735" y="3696043"/>
                <a:ext cx="942584" cy="594213"/>
                <a:chOff x="2442335" y="2114749"/>
                <a:chExt cx="942584" cy="590465"/>
              </a:xfrm>
            </p:grpSpPr>
            <p:sp>
              <p:nvSpPr>
                <p:cNvPr id="2789" name="Google Shape;2789;p99"/>
                <p:cNvSpPr txBox="1"/>
                <p:nvPr/>
              </p:nvSpPr>
              <p:spPr>
                <a:xfrm>
                  <a:off x="2442335" y="2491129"/>
                  <a:ext cx="942584" cy="214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chemeClr val="accent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Disk Groups</a:t>
                  </a:r>
                  <a:endParaRPr/>
                </a:p>
              </p:txBody>
            </p:sp>
            <p:sp>
              <p:nvSpPr>
                <p:cNvPr id="2790" name="Google Shape;2790;p99"/>
                <p:cNvSpPr/>
                <p:nvPr/>
              </p:nvSpPr>
              <p:spPr>
                <a:xfrm>
                  <a:off x="2655693" y="2342729"/>
                  <a:ext cx="163282" cy="9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532" h="466215" extrusionOk="0">
                      <a:moveTo>
                        <a:pt x="0" y="0"/>
                      </a:moveTo>
                      <a:lnTo>
                        <a:pt x="0" y="466215"/>
                      </a:lnTo>
                      <a:lnTo>
                        <a:pt x="656532" y="466215"/>
                      </a:lnTo>
                      <a:lnTo>
                        <a:pt x="656532" y="0"/>
                      </a:lnTo>
                      <a:lnTo>
                        <a:pt x="0" y="0"/>
                      </a:lnTo>
                      <a:close/>
                      <a:moveTo>
                        <a:pt x="63581" y="417522"/>
                      </a:moveTo>
                      <a:cubicBezTo>
                        <a:pt x="54431" y="417522"/>
                        <a:pt x="46987" y="410078"/>
                        <a:pt x="46987" y="400927"/>
                      </a:cubicBezTo>
                      <a:cubicBezTo>
                        <a:pt x="46987" y="391776"/>
                        <a:pt x="54431" y="384332"/>
                        <a:pt x="63581" y="384332"/>
                      </a:cubicBezTo>
                      <a:cubicBezTo>
                        <a:pt x="72732" y="384332"/>
                        <a:pt x="80176" y="391776"/>
                        <a:pt x="80176" y="400927"/>
                      </a:cubicBezTo>
                      <a:cubicBezTo>
                        <a:pt x="80176" y="410078"/>
                        <a:pt x="72732" y="417522"/>
                        <a:pt x="63581" y="417522"/>
                      </a:cubicBezTo>
                      <a:close/>
                      <a:moveTo>
                        <a:pt x="63581" y="81883"/>
                      </a:moveTo>
                      <a:cubicBezTo>
                        <a:pt x="54431" y="81883"/>
                        <a:pt x="46987" y="74439"/>
                        <a:pt x="46987" y="65288"/>
                      </a:cubicBezTo>
                      <a:cubicBezTo>
                        <a:pt x="46987" y="56137"/>
                        <a:pt x="54431" y="48693"/>
                        <a:pt x="63581" y="48693"/>
                      </a:cubicBezTo>
                      <a:cubicBezTo>
                        <a:pt x="72732" y="48693"/>
                        <a:pt x="80176" y="56137"/>
                        <a:pt x="80176" y="65288"/>
                      </a:cubicBezTo>
                      <a:cubicBezTo>
                        <a:pt x="80176" y="74439"/>
                        <a:pt x="72732" y="81883"/>
                        <a:pt x="63581" y="81883"/>
                      </a:cubicBezTo>
                      <a:close/>
                      <a:moveTo>
                        <a:pt x="253187" y="422311"/>
                      </a:moveTo>
                      <a:lnTo>
                        <a:pt x="315204" y="263760"/>
                      </a:lnTo>
                      <a:lnTo>
                        <a:pt x="203688" y="263760"/>
                      </a:lnTo>
                      <a:lnTo>
                        <a:pt x="405716" y="43194"/>
                      </a:lnTo>
                      <a:lnTo>
                        <a:pt x="343699" y="201744"/>
                      </a:lnTo>
                      <a:lnTo>
                        <a:pt x="455215" y="201744"/>
                      </a:lnTo>
                      <a:lnTo>
                        <a:pt x="253187" y="422311"/>
                      </a:lnTo>
                      <a:close/>
                      <a:moveTo>
                        <a:pt x="592951" y="417522"/>
                      </a:moveTo>
                      <a:cubicBezTo>
                        <a:pt x="583800" y="417522"/>
                        <a:pt x="576357" y="410078"/>
                        <a:pt x="576357" y="400927"/>
                      </a:cubicBezTo>
                      <a:cubicBezTo>
                        <a:pt x="576357" y="391776"/>
                        <a:pt x="583800" y="384332"/>
                        <a:pt x="592951" y="384332"/>
                      </a:cubicBezTo>
                      <a:cubicBezTo>
                        <a:pt x="602102" y="384332"/>
                        <a:pt x="609546" y="391776"/>
                        <a:pt x="609546" y="400927"/>
                      </a:cubicBezTo>
                      <a:cubicBezTo>
                        <a:pt x="609546" y="410078"/>
                        <a:pt x="602102" y="417522"/>
                        <a:pt x="592951" y="417522"/>
                      </a:cubicBezTo>
                      <a:close/>
                      <a:moveTo>
                        <a:pt x="592951" y="81883"/>
                      </a:moveTo>
                      <a:cubicBezTo>
                        <a:pt x="583800" y="81883"/>
                        <a:pt x="576357" y="74439"/>
                        <a:pt x="576357" y="65288"/>
                      </a:cubicBezTo>
                      <a:cubicBezTo>
                        <a:pt x="576357" y="56137"/>
                        <a:pt x="583800" y="48693"/>
                        <a:pt x="592951" y="48693"/>
                      </a:cubicBezTo>
                      <a:cubicBezTo>
                        <a:pt x="602102" y="48693"/>
                        <a:pt x="609546" y="56137"/>
                        <a:pt x="609546" y="65288"/>
                      </a:cubicBezTo>
                      <a:cubicBezTo>
                        <a:pt x="609546" y="74439"/>
                        <a:pt x="602102" y="81883"/>
                        <a:pt x="592951" y="818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791" name="Google Shape;2791;p9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598190" y="2127891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92" name="Google Shape;2792;p99"/>
                <p:cNvSpPr/>
                <p:nvPr/>
              </p:nvSpPr>
              <p:spPr>
                <a:xfrm>
                  <a:off x="2537852" y="2114749"/>
                  <a:ext cx="375775" cy="363238"/>
                </a:xfrm>
                <a:prstGeom prst="rect">
                  <a:avLst/>
                </a:prstGeom>
                <a:noFill/>
                <a:ln w="25400" cap="flat" cmpd="sng">
                  <a:solidFill>
                    <a:srgbClr val="0098C7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3" name="Google Shape;2793;p99"/>
                <p:cNvSpPr/>
                <p:nvPr/>
              </p:nvSpPr>
              <p:spPr>
                <a:xfrm>
                  <a:off x="3082508" y="2349339"/>
                  <a:ext cx="163282" cy="9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532" h="466215" extrusionOk="0">
                      <a:moveTo>
                        <a:pt x="0" y="0"/>
                      </a:moveTo>
                      <a:lnTo>
                        <a:pt x="0" y="466215"/>
                      </a:lnTo>
                      <a:lnTo>
                        <a:pt x="656532" y="466215"/>
                      </a:lnTo>
                      <a:lnTo>
                        <a:pt x="656532" y="0"/>
                      </a:lnTo>
                      <a:lnTo>
                        <a:pt x="0" y="0"/>
                      </a:lnTo>
                      <a:close/>
                      <a:moveTo>
                        <a:pt x="63581" y="417522"/>
                      </a:moveTo>
                      <a:cubicBezTo>
                        <a:pt x="54431" y="417522"/>
                        <a:pt x="46987" y="410078"/>
                        <a:pt x="46987" y="400927"/>
                      </a:cubicBezTo>
                      <a:cubicBezTo>
                        <a:pt x="46987" y="391776"/>
                        <a:pt x="54431" y="384332"/>
                        <a:pt x="63581" y="384332"/>
                      </a:cubicBezTo>
                      <a:cubicBezTo>
                        <a:pt x="72732" y="384332"/>
                        <a:pt x="80176" y="391776"/>
                        <a:pt x="80176" y="400927"/>
                      </a:cubicBezTo>
                      <a:cubicBezTo>
                        <a:pt x="80176" y="410078"/>
                        <a:pt x="72732" y="417522"/>
                        <a:pt x="63581" y="417522"/>
                      </a:cubicBezTo>
                      <a:close/>
                      <a:moveTo>
                        <a:pt x="63581" y="81883"/>
                      </a:moveTo>
                      <a:cubicBezTo>
                        <a:pt x="54431" y="81883"/>
                        <a:pt x="46987" y="74439"/>
                        <a:pt x="46987" y="65288"/>
                      </a:cubicBezTo>
                      <a:cubicBezTo>
                        <a:pt x="46987" y="56137"/>
                        <a:pt x="54431" y="48693"/>
                        <a:pt x="63581" y="48693"/>
                      </a:cubicBezTo>
                      <a:cubicBezTo>
                        <a:pt x="72732" y="48693"/>
                        <a:pt x="80176" y="56137"/>
                        <a:pt x="80176" y="65288"/>
                      </a:cubicBezTo>
                      <a:cubicBezTo>
                        <a:pt x="80176" y="74439"/>
                        <a:pt x="72732" y="81883"/>
                        <a:pt x="63581" y="81883"/>
                      </a:cubicBezTo>
                      <a:close/>
                      <a:moveTo>
                        <a:pt x="253187" y="422311"/>
                      </a:moveTo>
                      <a:lnTo>
                        <a:pt x="315204" y="263760"/>
                      </a:lnTo>
                      <a:lnTo>
                        <a:pt x="203688" y="263760"/>
                      </a:lnTo>
                      <a:lnTo>
                        <a:pt x="405716" y="43194"/>
                      </a:lnTo>
                      <a:lnTo>
                        <a:pt x="343699" y="201744"/>
                      </a:lnTo>
                      <a:lnTo>
                        <a:pt x="455215" y="201744"/>
                      </a:lnTo>
                      <a:lnTo>
                        <a:pt x="253187" y="422311"/>
                      </a:lnTo>
                      <a:close/>
                      <a:moveTo>
                        <a:pt x="592951" y="417522"/>
                      </a:moveTo>
                      <a:cubicBezTo>
                        <a:pt x="583800" y="417522"/>
                        <a:pt x="576357" y="410078"/>
                        <a:pt x="576357" y="400927"/>
                      </a:cubicBezTo>
                      <a:cubicBezTo>
                        <a:pt x="576357" y="391776"/>
                        <a:pt x="583800" y="384332"/>
                        <a:pt x="592951" y="384332"/>
                      </a:cubicBezTo>
                      <a:cubicBezTo>
                        <a:pt x="602102" y="384332"/>
                        <a:pt x="609546" y="391776"/>
                        <a:pt x="609546" y="400927"/>
                      </a:cubicBezTo>
                      <a:cubicBezTo>
                        <a:pt x="609546" y="410078"/>
                        <a:pt x="602102" y="417522"/>
                        <a:pt x="592951" y="417522"/>
                      </a:cubicBezTo>
                      <a:close/>
                      <a:moveTo>
                        <a:pt x="592951" y="81883"/>
                      </a:moveTo>
                      <a:cubicBezTo>
                        <a:pt x="583800" y="81883"/>
                        <a:pt x="576357" y="74439"/>
                        <a:pt x="576357" y="65288"/>
                      </a:cubicBezTo>
                      <a:cubicBezTo>
                        <a:pt x="576357" y="56137"/>
                        <a:pt x="583800" y="48693"/>
                        <a:pt x="592951" y="48693"/>
                      </a:cubicBezTo>
                      <a:cubicBezTo>
                        <a:pt x="602102" y="48693"/>
                        <a:pt x="609546" y="56137"/>
                        <a:pt x="609546" y="65288"/>
                      </a:cubicBezTo>
                      <a:cubicBezTo>
                        <a:pt x="609546" y="74439"/>
                        <a:pt x="602102" y="81883"/>
                        <a:pt x="592951" y="818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794" name="Google Shape;2794;p9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25005" y="2134501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95" name="Google Shape;2795;p99"/>
                <p:cNvSpPr/>
                <p:nvPr/>
              </p:nvSpPr>
              <p:spPr>
                <a:xfrm>
                  <a:off x="2965061" y="2121320"/>
                  <a:ext cx="375775" cy="363238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accent4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96" name="Google Shape;2796;p99"/>
              <p:cNvGrpSpPr/>
              <p:nvPr/>
            </p:nvGrpSpPr>
            <p:grpSpPr>
              <a:xfrm>
                <a:off x="6095089" y="3709185"/>
                <a:ext cx="942584" cy="594213"/>
                <a:chOff x="2442335" y="2114749"/>
                <a:chExt cx="942584" cy="590465"/>
              </a:xfrm>
            </p:grpSpPr>
            <p:sp>
              <p:nvSpPr>
                <p:cNvPr id="2797" name="Google Shape;2797;p99"/>
                <p:cNvSpPr txBox="1"/>
                <p:nvPr/>
              </p:nvSpPr>
              <p:spPr>
                <a:xfrm>
                  <a:off x="2442335" y="2491129"/>
                  <a:ext cx="942584" cy="214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chemeClr val="accent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Disk Groups</a:t>
                  </a:r>
                  <a:endParaRPr/>
                </a:p>
              </p:txBody>
            </p:sp>
            <p:sp>
              <p:nvSpPr>
                <p:cNvPr id="2798" name="Google Shape;2798;p99"/>
                <p:cNvSpPr/>
                <p:nvPr/>
              </p:nvSpPr>
              <p:spPr>
                <a:xfrm>
                  <a:off x="2655693" y="2342729"/>
                  <a:ext cx="163282" cy="9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532" h="466215" extrusionOk="0">
                      <a:moveTo>
                        <a:pt x="0" y="0"/>
                      </a:moveTo>
                      <a:lnTo>
                        <a:pt x="0" y="466215"/>
                      </a:lnTo>
                      <a:lnTo>
                        <a:pt x="656532" y="466215"/>
                      </a:lnTo>
                      <a:lnTo>
                        <a:pt x="656532" y="0"/>
                      </a:lnTo>
                      <a:lnTo>
                        <a:pt x="0" y="0"/>
                      </a:lnTo>
                      <a:close/>
                      <a:moveTo>
                        <a:pt x="63581" y="417522"/>
                      </a:moveTo>
                      <a:cubicBezTo>
                        <a:pt x="54431" y="417522"/>
                        <a:pt x="46987" y="410078"/>
                        <a:pt x="46987" y="400927"/>
                      </a:cubicBezTo>
                      <a:cubicBezTo>
                        <a:pt x="46987" y="391776"/>
                        <a:pt x="54431" y="384332"/>
                        <a:pt x="63581" y="384332"/>
                      </a:cubicBezTo>
                      <a:cubicBezTo>
                        <a:pt x="72732" y="384332"/>
                        <a:pt x="80176" y="391776"/>
                        <a:pt x="80176" y="400927"/>
                      </a:cubicBezTo>
                      <a:cubicBezTo>
                        <a:pt x="80176" y="410078"/>
                        <a:pt x="72732" y="417522"/>
                        <a:pt x="63581" y="417522"/>
                      </a:cubicBezTo>
                      <a:close/>
                      <a:moveTo>
                        <a:pt x="63581" y="81883"/>
                      </a:moveTo>
                      <a:cubicBezTo>
                        <a:pt x="54431" y="81883"/>
                        <a:pt x="46987" y="74439"/>
                        <a:pt x="46987" y="65288"/>
                      </a:cubicBezTo>
                      <a:cubicBezTo>
                        <a:pt x="46987" y="56137"/>
                        <a:pt x="54431" y="48693"/>
                        <a:pt x="63581" y="48693"/>
                      </a:cubicBezTo>
                      <a:cubicBezTo>
                        <a:pt x="72732" y="48693"/>
                        <a:pt x="80176" y="56137"/>
                        <a:pt x="80176" y="65288"/>
                      </a:cubicBezTo>
                      <a:cubicBezTo>
                        <a:pt x="80176" y="74439"/>
                        <a:pt x="72732" y="81883"/>
                        <a:pt x="63581" y="81883"/>
                      </a:cubicBezTo>
                      <a:close/>
                      <a:moveTo>
                        <a:pt x="253187" y="422311"/>
                      </a:moveTo>
                      <a:lnTo>
                        <a:pt x="315204" y="263760"/>
                      </a:lnTo>
                      <a:lnTo>
                        <a:pt x="203688" y="263760"/>
                      </a:lnTo>
                      <a:lnTo>
                        <a:pt x="405716" y="43194"/>
                      </a:lnTo>
                      <a:lnTo>
                        <a:pt x="343699" y="201744"/>
                      </a:lnTo>
                      <a:lnTo>
                        <a:pt x="455215" y="201744"/>
                      </a:lnTo>
                      <a:lnTo>
                        <a:pt x="253187" y="422311"/>
                      </a:lnTo>
                      <a:close/>
                      <a:moveTo>
                        <a:pt x="592951" y="417522"/>
                      </a:moveTo>
                      <a:cubicBezTo>
                        <a:pt x="583800" y="417522"/>
                        <a:pt x="576357" y="410078"/>
                        <a:pt x="576357" y="400927"/>
                      </a:cubicBezTo>
                      <a:cubicBezTo>
                        <a:pt x="576357" y="391776"/>
                        <a:pt x="583800" y="384332"/>
                        <a:pt x="592951" y="384332"/>
                      </a:cubicBezTo>
                      <a:cubicBezTo>
                        <a:pt x="602102" y="384332"/>
                        <a:pt x="609546" y="391776"/>
                        <a:pt x="609546" y="400927"/>
                      </a:cubicBezTo>
                      <a:cubicBezTo>
                        <a:pt x="609546" y="410078"/>
                        <a:pt x="602102" y="417522"/>
                        <a:pt x="592951" y="417522"/>
                      </a:cubicBezTo>
                      <a:close/>
                      <a:moveTo>
                        <a:pt x="592951" y="81883"/>
                      </a:moveTo>
                      <a:cubicBezTo>
                        <a:pt x="583800" y="81883"/>
                        <a:pt x="576357" y="74439"/>
                        <a:pt x="576357" y="65288"/>
                      </a:cubicBezTo>
                      <a:cubicBezTo>
                        <a:pt x="576357" y="56137"/>
                        <a:pt x="583800" y="48693"/>
                        <a:pt x="592951" y="48693"/>
                      </a:cubicBezTo>
                      <a:cubicBezTo>
                        <a:pt x="602102" y="48693"/>
                        <a:pt x="609546" y="56137"/>
                        <a:pt x="609546" y="65288"/>
                      </a:cubicBezTo>
                      <a:cubicBezTo>
                        <a:pt x="609546" y="74439"/>
                        <a:pt x="602102" y="81883"/>
                        <a:pt x="592951" y="818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799" name="Google Shape;2799;p9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598190" y="2127891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00" name="Google Shape;2800;p99"/>
                <p:cNvSpPr/>
                <p:nvPr/>
              </p:nvSpPr>
              <p:spPr>
                <a:xfrm>
                  <a:off x="2537852" y="2114749"/>
                  <a:ext cx="375775" cy="363238"/>
                </a:xfrm>
                <a:prstGeom prst="rect">
                  <a:avLst/>
                </a:prstGeom>
                <a:noFill/>
                <a:ln w="25400" cap="flat" cmpd="sng">
                  <a:solidFill>
                    <a:srgbClr val="0098C7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1" name="Google Shape;2801;p99"/>
                <p:cNvSpPr/>
                <p:nvPr/>
              </p:nvSpPr>
              <p:spPr>
                <a:xfrm>
                  <a:off x="3082508" y="2349339"/>
                  <a:ext cx="163282" cy="9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532" h="466215" extrusionOk="0">
                      <a:moveTo>
                        <a:pt x="0" y="0"/>
                      </a:moveTo>
                      <a:lnTo>
                        <a:pt x="0" y="466215"/>
                      </a:lnTo>
                      <a:lnTo>
                        <a:pt x="656532" y="466215"/>
                      </a:lnTo>
                      <a:lnTo>
                        <a:pt x="656532" y="0"/>
                      </a:lnTo>
                      <a:lnTo>
                        <a:pt x="0" y="0"/>
                      </a:lnTo>
                      <a:close/>
                      <a:moveTo>
                        <a:pt x="63581" y="417522"/>
                      </a:moveTo>
                      <a:cubicBezTo>
                        <a:pt x="54431" y="417522"/>
                        <a:pt x="46987" y="410078"/>
                        <a:pt x="46987" y="400927"/>
                      </a:cubicBezTo>
                      <a:cubicBezTo>
                        <a:pt x="46987" y="391776"/>
                        <a:pt x="54431" y="384332"/>
                        <a:pt x="63581" y="384332"/>
                      </a:cubicBezTo>
                      <a:cubicBezTo>
                        <a:pt x="72732" y="384332"/>
                        <a:pt x="80176" y="391776"/>
                        <a:pt x="80176" y="400927"/>
                      </a:cubicBezTo>
                      <a:cubicBezTo>
                        <a:pt x="80176" y="410078"/>
                        <a:pt x="72732" y="417522"/>
                        <a:pt x="63581" y="417522"/>
                      </a:cubicBezTo>
                      <a:close/>
                      <a:moveTo>
                        <a:pt x="63581" y="81883"/>
                      </a:moveTo>
                      <a:cubicBezTo>
                        <a:pt x="54431" y="81883"/>
                        <a:pt x="46987" y="74439"/>
                        <a:pt x="46987" y="65288"/>
                      </a:cubicBezTo>
                      <a:cubicBezTo>
                        <a:pt x="46987" y="56137"/>
                        <a:pt x="54431" y="48693"/>
                        <a:pt x="63581" y="48693"/>
                      </a:cubicBezTo>
                      <a:cubicBezTo>
                        <a:pt x="72732" y="48693"/>
                        <a:pt x="80176" y="56137"/>
                        <a:pt x="80176" y="65288"/>
                      </a:cubicBezTo>
                      <a:cubicBezTo>
                        <a:pt x="80176" y="74439"/>
                        <a:pt x="72732" y="81883"/>
                        <a:pt x="63581" y="81883"/>
                      </a:cubicBezTo>
                      <a:close/>
                      <a:moveTo>
                        <a:pt x="253187" y="422311"/>
                      </a:moveTo>
                      <a:lnTo>
                        <a:pt x="315204" y="263760"/>
                      </a:lnTo>
                      <a:lnTo>
                        <a:pt x="203688" y="263760"/>
                      </a:lnTo>
                      <a:lnTo>
                        <a:pt x="405716" y="43194"/>
                      </a:lnTo>
                      <a:lnTo>
                        <a:pt x="343699" y="201744"/>
                      </a:lnTo>
                      <a:lnTo>
                        <a:pt x="455215" y="201744"/>
                      </a:lnTo>
                      <a:lnTo>
                        <a:pt x="253187" y="422311"/>
                      </a:lnTo>
                      <a:close/>
                      <a:moveTo>
                        <a:pt x="592951" y="417522"/>
                      </a:moveTo>
                      <a:cubicBezTo>
                        <a:pt x="583800" y="417522"/>
                        <a:pt x="576357" y="410078"/>
                        <a:pt x="576357" y="400927"/>
                      </a:cubicBezTo>
                      <a:cubicBezTo>
                        <a:pt x="576357" y="391776"/>
                        <a:pt x="583800" y="384332"/>
                        <a:pt x="592951" y="384332"/>
                      </a:cubicBezTo>
                      <a:cubicBezTo>
                        <a:pt x="602102" y="384332"/>
                        <a:pt x="609546" y="391776"/>
                        <a:pt x="609546" y="400927"/>
                      </a:cubicBezTo>
                      <a:cubicBezTo>
                        <a:pt x="609546" y="410078"/>
                        <a:pt x="602102" y="417522"/>
                        <a:pt x="592951" y="417522"/>
                      </a:cubicBezTo>
                      <a:close/>
                      <a:moveTo>
                        <a:pt x="592951" y="81883"/>
                      </a:moveTo>
                      <a:cubicBezTo>
                        <a:pt x="583800" y="81883"/>
                        <a:pt x="576357" y="74439"/>
                        <a:pt x="576357" y="65288"/>
                      </a:cubicBezTo>
                      <a:cubicBezTo>
                        <a:pt x="576357" y="56137"/>
                        <a:pt x="583800" y="48693"/>
                        <a:pt x="592951" y="48693"/>
                      </a:cubicBezTo>
                      <a:cubicBezTo>
                        <a:pt x="602102" y="48693"/>
                        <a:pt x="609546" y="56137"/>
                        <a:pt x="609546" y="65288"/>
                      </a:cubicBezTo>
                      <a:cubicBezTo>
                        <a:pt x="609546" y="74439"/>
                        <a:pt x="602102" y="81883"/>
                        <a:pt x="592951" y="818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802" name="Google Shape;2802;p9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25005" y="2134501"/>
                  <a:ext cx="255889" cy="2180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03" name="Google Shape;2803;p99"/>
                <p:cNvSpPr/>
                <p:nvPr/>
              </p:nvSpPr>
              <p:spPr>
                <a:xfrm>
                  <a:off x="2965061" y="2121320"/>
                  <a:ext cx="375775" cy="363238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accent4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04" name="Google Shape;2804;p99"/>
              <p:cNvSpPr/>
              <p:nvPr/>
            </p:nvSpPr>
            <p:spPr>
              <a:xfrm>
                <a:off x="4849940" y="1791178"/>
                <a:ext cx="2580682" cy="3200400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Availability Zone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5" name="Google Shape;2805;p99"/>
            <p:cNvGrpSpPr/>
            <p:nvPr/>
          </p:nvGrpSpPr>
          <p:grpSpPr>
            <a:xfrm>
              <a:off x="5159863" y="2254604"/>
              <a:ext cx="1851768" cy="1933152"/>
              <a:chOff x="5159863" y="2254604"/>
              <a:chExt cx="1851768" cy="1933152"/>
            </a:xfrm>
          </p:grpSpPr>
          <p:pic>
            <p:nvPicPr>
              <p:cNvPr id="2806" name="Google Shape;2806;p9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21469" y="2267833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07" name="Google Shape;2807;p9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339962" y="2254604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8" name="Google Shape;2808;p99"/>
              <p:cNvSpPr/>
              <p:nvPr/>
            </p:nvSpPr>
            <p:spPr>
              <a:xfrm>
                <a:off x="5159863" y="2659388"/>
                <a:ext cx="1851768" cy="1528368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09" name="Google Shape;2809;p99"/>
              <p:cNvCxnSpPr>
                <a:stCxn id="2806" idx="2"/>
              </p:cNvCxnSpPr>
              <p:nvPr/>
            </p:nvCxnSpPr>
            <p:spPr>
              <a:xfrm>
                <a:off x="5720364" y="2451225"/>
                <a:ext cx="0" cy="207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2810" name="Google Shape;2810;p99"/>
              <p:cNvCxnSpPr>
                <a:stCxn id="2807" idx="2"/>
              </p:cNvCxnSpPr>
              <p:nvPr/>
            </p:nvCxnSpPr>
            <p:spPr>
              <a:xfrm>
                <a:off x="6438857" y="2437996"/>
                <a:ext cx="0" cy="2211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5" name="Google Shape;2815;p100"/>
          <p:cNvGrpSpPr/>
          <p:nvPr/>
        </p:nvGrpSpPr>
        <p:grpSpPr>
          <a:xfrm>
            <a:off x="2164785" y="733953"/>
            <a:ext cx="8119536" cy="6066958"/>
            <a:chOff x="2165349" y="733251"/>
            <a:chExt cx="8121651" cy="6068538"/>
          </a:xfrm>
        </p:grpSpPr>
        <p:sp>
          <p:nvSpPr>
            <p:cNvPr id="2816" name="Google Shape;2816;p100"/>
            <p:cNvSpPr/>
            <p:nvPr/>
          </p:nvSpPr>
          <p:spPr>
            <a:xfrm>
              <a:off x="2165349" y="733251"/>
              <a:ext cx="8121651" cy="606853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100"/>
            <p:cNvSpPr/>
            <p:nvPr/>
          </p:nvSpPr>
          <p:spPr>
            <a:xfrm>
              <a:off x="2571751" y="2928105"/>
              <a:ext cx="2216266" cy="3716918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Availability Zone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100"/>
            <p:cNvSpPr/>
            <p:nvPr/>
          </p:nvSpPr>
          <p:spPr>
            <a:xfrm>
              <a:off x="7559548" y="2925193"/>
              <a:ext cx="2178525" cy="3719830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Availability Zone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100"/>
            <p:cNvSpPr/>
            <p:nvPr/>
          </p:nvSpPr>
          <p:spPr>
            <a:xfrm>
              <a:off x="7822026" y="3149600"/>
              <a:ext cx="1681200" cy="33147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100"/>
            <p:cNvSpPr/>
            <p:nvPr/>
          </p:nvSpPr>
          <p:spPr>
            <a:xfrm>
              <a:off x="2825751" y="3149600"/>
              <a:ext cx="1682750" cy="33147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0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100"/>
            <p:cNvSpPr/>
            <p:nvPr/>
          </p:nvSpPr>
          <p:spPr>
            <a:xfrm>
              <a:off x="2370710" y="1016000"/>
              <a:ext cx="7592440" cy="5708649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Workload Domain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100"/>
            <p:cNvSpPr/>
            <p:nvPr/>
          </p:nvSpPr>
          <p:spPr>
            <a:xfrm>
              <a:off x="3067050" y="4389347"/>
              <a:ext cx="6051549" cy="12791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3" name="Google Shape;2823;p100"/>
            <p:cNvCxnSpPr/>
            <p:nvPr/>
          </p:nvCxnSpPr>
          <p:spPr>
            <a:xfrm flipH="1">
              <a:off x="3889891" y="3859436"/>
              <a:ext cx="4417590" cy="5273"/>
            </a:xfrm>
            <a:prstGeom prst="straightConnector1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24" name="Google Shape;2824;p100"/>
            <p:cNvSpPr txBox="1"/>
            <p:nvPr/>
          </p:nvSpPr>
          <p:spPr>
            <a:xfrm>
              <a:off x="5240937" y="5492364"/>
              <a:ext cx="1755542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98C7"/>
                  </a:solidFill>
                  <a:latin typeface="Arial"/>
                  <a:ea typeface="Arial"/>
                  <a:cs typeface="Arial"/>
                  <a:sym typeface="Arial"/>
                </a:rPr>
                <a:t>vSAN Stretched Cluster</a:t>
              </a:r>
              <a:endParaRPr/>
            </a:p>
          </p:txBody>
        </p:sp>
        <p:cxnSp>
          <p:nvCxnSpPr>
            <p:cNvPr id="2825" name="Google Shape;2825;p100"/>
            <p:cNvCxnSpPr/>
            <p:nvPr/>
          </p:nvCxnSpPr>
          <p:spPr>
            <a:xfrm>
              <a:off x="6996480" y="5567697"/>
              <a:ext cx="153773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>
              <a:solidFill>
                <a:srgbClr val="0098C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26" name="Google Shape;2826;p100"/>
            <p:cNvCxnSpPr/>
            <p:nvPr/>
          </p:nvCxnSpPr>
          <p:spPr>
            <a:xfrm>
              <a:off x="8534214" y="5393013"/>
              <a:ext cx="0" cy="174684"/>
            </a:xfrm>
            <a:prstGeom prst="straightConnector1">
              <a:avLst/>
            </a:prstGeom>
            <a:solidFill>
              <a:schemeClr val="accent1"/>
            </a:solidFill>
            <a:ln w="12700" cap="flat" cmpd="sng">
              <a:solidFill>
                <a:srgbClr val="0098C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27" name="Google Shape;2827;p100"/>
            <p:cNvCxnSpPr/>
            <p:nvPr/>
          </p:nvCxnSpPr>
          <p:spPr>
            <a:xfrm>
              <a:off x="3686524" y="5556310"/>
              <a:ext cx="1537199" cy="16820"/>
            </a:xfrm>
            <a:prstGeom prst="straightConnector1">
              <a:avLst/>
            </a:prstGeom>
            <a:solidFill>
              <a:schemeClr val="accent1"/>
            </a:solidFill>
            <a:ln w="12700" cap="flat" cmpd="sng">
              <a:solidFill>
                <a:srgbClr val="0098C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28" name="Google Shape;2828;p100"/>
            <p:cNvCxnSpPr/>
            <p:nvPr/>
          </p:nvCxnSpPr>
          <p:spPr>
            <a:xfrm>
              <a:off x="6189764" y="2312664"/>
              <a:ext cx="13110" cy="1546771"/>
            </a:xfrm>
            <a:prstGeom prst="straightConnector1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2829" name="Google Shape;2829;p100"/>
            <p:cNvGrpSpPr/>
            <p:nvPr/>
          </p:nvGrpSpPr>
          <p:grpSpPr>
            <a:xfrm>
              <a:off x="5364215" y="1354965"/>
              <a:ext cx="1651097" cy="1359076"/>
              <a:chOff x="5191547" y="869917"/>
              <a:chExt cx="1651097" cy="1359076"/>
            </a:xfrm>
          </p:grpSpPr>
          <p:sp>
            <p:nvSpPr>
              <p:cNvPr id="2830" name="Google Shape;2830;p100"/>
              <p:cNvSpPr/>
              <p:nvPr/>
            </p:nvSpPr>
            <p:spPr>
              <a:xfrm>
                <a:off x="5191547" y="869917"/>
                <a:ext cx="1651097" cy="1359076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Availability Zone 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31" name="Google Shape;2831;p10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694926" y="1051309"/>
                <a:ext cx="644341" cy="64434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832" name="Google Shape;2832;p100"/>
              <p:cNvCxnSpPr/>
              <p:nvPr/>
            </p:nvCxnSpPr>
            <p:spPr>
              <a:xfrm rot="10800000">
                <a:off x="6017097" y="1640241"/>
                <a:ext cx="0" cy="94663"/>
              </a:xfrm>
              <a:prstGeom prst="straightConnector1">
                <a:avLst/>
              </a:prstGeom>
              <a:noFill/>
              <a:ln w="1905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2833" name="Google Shape;2833;p100"/>
            <p:cNvCxnSpPr/>
            <p:nvPr/>
          </p:nvCxnSpPr>
          <p:spPr>
            <a:xfrm>
              <a:off x="3688054" y="5393013"/>
              <a:ext cx="0" cy="171522"/>
            </a:xfrm>
            <a:prstGeom prst="straightConnector1">
              <a:avLst/>
            </a:prstGeom>
            <a:solidFill>
              <a:schemeClr val="accent1"/>
            </a:solidFill>
            <a:ln w="12700" cap="flat" cmpd="sng">
              <a:solidFill>
                <a:srgbClr val="0098C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2834" name="Google Shape;2834;p100"/>
            <p:cNvGrpSpPr/>
            <p:nvPr/>
          </p:nvGrpSpPr>
          <p:grpSpPr>
            <a:xfrm>
              <a:off x="3285965" y="4461468"/>
              <a:ext cx="750831" cy="907581"/>
              <a:chOff x="3285965" y="4461468"/>
              <a:chExt cx="750831" cy="907581"/>
            </a:xfrm>
          </p:grpSpPr>
          <p:grpSp>
            <p:nvGrpSpPr>
              <p:cNvPr id="2835" name="Google Shape;2835;p100"/>
              <p:cNvGrpSpPr/>
              <p:nvPr/>
            </p:nvGrpSpPr>
            <p:grpSpPr>
              <a:xfrm>
                <a:off x="3330010" y="4496647"/>
                <a:ext cx="662740" cy="852892"/>
                <a:chOff x="3324412" y="3998405"/>
                <a:chExt cx="662740" cy="852892"/>
              </a:xfrm>
            </p:grpSpPr>
            <p:grpSp>
              <p:nvGrpSpPr>
                <p:cNvPr id="2836" name="Google Shape;2836;p100"/>
                <p:cNvGrpSpPr/>
                <p:nvPr/>
              </p:nvGrpSpPr>
              <p:grpSpPr>
                <a:xfrm>
                  <a:off x="3334446" y="4211443"/>
                  <a:ext cx="652706" cy="639854"/>
                  <a:chOff x="1013078" y="4936803"/>
                  <a:chExt cx="652706" cy="639854"/>
                </a:xfrm>
              </p:grpSpPr>
              <p:pic>
                <p:nvPicPr>
                  <p:cNvPr id="2837" name="Google Shape;2837;p10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013078" y="5402955"/>
                    <a:ext cx="652706" cy="1737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38" name="Google Shape;2838;p10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013078" y="5169197"/>
                    <a:ext cx="652706" cy="1737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39" name="Google Shape;2839;p10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013078" y="4936803"/>
                    <a:ext cx="652706" cy="1737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840" name="Google Shape;2840;p10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324412" y="3998405"/>
                  <a:ext cx="652706" cy="1737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2841" name="Google Shape;2841;p100"/>
              <p:cNvSpPr/>
              <p:nvPr/>
            </p:nvSpPr>
            <p:spPr>
              <a:xfrm>
                <a:off x="3285965" y="4461468"/>
                <a:ext cx="750831" cy="907581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42" name="Google Shape;2842;p100"/>
            <p:cNvGrpSpPr/>
            <p:nvPr/>
          </p:nvGrpSpPr>
          <p:grpSpPr>
            <a:xfrm>
              <a:off x="8154944" y="4461468"/>
              <a:ext cx="750831" cy="907581"/>
              <a:chOff x="3285965" y="4461468"/>
              <a:chExt cx="750831" cy="907581"/>
            </a:xfrm>
          </p:grpSpPr>
          <p:grpSp>
            <p:nvGrpSpPr>
              <p:cNvPr id="2843" name="Google Shape;2843;p100"/>
              <p:cNvGrpSpPr/>
              <p:nvPr/>
            </p:nvGrpSpPr>
            <p:grpSpPr>
              <a:xfrm>
                <a:off x="3330010" y="4496647"/>
                <a:ext cx="662740" cy="852892"/>
                <a:chOff x="3324412" y="3998405"/>
                <a:chExt cx="662740" cy="852892"/>
              </a:xfrm>
            </p:grpSpPr>
            <p:grpSp>
              <p:nvGrpSpPr>
                <p:cNvPr id="2844" name="Google Shape;2844;p100"/>
                <p:cNvGrpSpPr/>
                <p:nvPr/>
              </p:nvGrpSpPr>
              <p:grpSpPr>
                <a:xfrm>
                  <a:off x="3334446" y="4211443"/>
                  <a:ext cx="652706" cy="639854"/>
                  <a:chOff x="1013078" y="4936803"/>
                  <a:chExt cx="652706" cy="639854"/>
                </a:xfrm>
              </p:grpSpPr>
              <p:pic>
                <p:nvPicPr>
                  <p:cNvPr id="2845" name="Google Shape;2845;p10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013078" y="5402955"/>
                    <a:ext cx="652706" cy="1737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46" name="Google Shape;2846;p10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013078" y="5169197"/>
                    <a:ext cx="652706" cy="1737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47" name="Google Shape;2847;p10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013078" y="4936803"/>
                    <a:ext cx="652706" cy="1737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848" name="Google Shape;2848;p10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324412" y="3998405"/>
                  <a:ext cx="652706" cy="1737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2849" name="Google Shape;2849;p100"/>
              <p:cNvSpPr/>
              <p:nvPr/>
            </p:nvSpPr>
            <p:spPr>
              <a:xfrm>
                <a:off x="3285965" y="4461468"/>
                <a:ext cx="750831" cy="907581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0" name="Google Shape;2850;p100"/>
            <p:cNvGrpSpPr/>
            <p:nvPr/>
          </p:nvGrpSpPr>
          <p:grpSpPr>
            <a:xfrm>
              <a:off x="3391157" y="3797947"/>
              <a:ext cx="498734" cy="659980"/>
              <a:chOff x="3391157" y="3797947"/>
              <a:chExt cx="498734" cy="659980"/>
            </a:xfrm>
          </p:grpSpPr>
          <p:cxnSp>
            <p:nvCxnSpPr>
              <p:cNvPr id="2851" name="Google Shape;2851;p100"/>
              <p:cNvCxnSpPr>
                <a:stCxn id="2852" idx="2"/>
              </p:cNvCxnSpPr>
              <p:nvPr/>
            </p:nvCxnSpPr>
            <p:spPr>
              <a:xfrm>
                <a:off x="3528443" y="3986027"/>
                <a:ext cx="0" cy="471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2852" name="Google Shape;2852;p10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3" name="Google Shape;2853;p10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854" name="Google Shape;2854;p100"/>
              <p:cNvCxnSpPr/>
              <p:nvPr/>
            </p:nvCxnSpPr>
            <p:spPr>
              <a:xfrm>
                <a:off x="3774753" y="3986027"/>
                <a:ext cx="0" cy="471823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855" name="Google Shape;2855;p100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6" name="Google Shape;2856;p100"/>
            <p:cNvGrpSpPr/>
            <p:nvPr/>
          </p:nvGrpSpPr>
          <p:grpSpPr>
            <a:xfrm>
              <a:off x="8307481" y="3787463"/>
              <a:ext cx="498734" cy="659980"/>
              <a:chOff x="3391157" y="3797947"/>
              <a:chExt cx="498734" cy="659980"/>
            </a:xfrm>
          </p:grpSpPr>
          <p:cxnSp>
            <p:nvCxnSpPr>
              <p:cNvPr id="2857" name="Google Shape;2857;p100"/>
              <p:cNvCxnSpPr>
                <a:stCxn id="2858" idx="2"/>
              </p:cNvCxnSpPr>
              <p:nvPr/>
            </p:nvCxnSpPr>
            <p:spPr>
              <a:xfrm>
                <a:off x="3528443" y="3986027"/>
                <a:ext cx="0" cy="471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2858" name="Google Shape;2858;p10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9" name="Google Shape;2859;p10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860" name="Google Shape;2860;p100"/>
              <p:cNvCxnSpPr/>
              <p:nvPr/>
            </p:nvCxnSpPr>
            <p:spPr>
              <a:xfrm>
                <a:off x="3774753" y="3986027"/>
                <a:ext cx="0" cy="471823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861" name="Google Shape;2861;p100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62" name="Google Shape;2862;p10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03979" y="2183673"/>
              <a:ext cx="197789" cy="1833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3" name="Google Shape;2863;p100"/>
          <p:cNvSpPr txBox="1"/>
          <p:nvPr/>
        </p:nvSpPr>
        <p:spPr>
          <a:xfrm>
            <a:off x="7745497" y="142037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vSAN  Stretched Cluster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p101"/>
          <p:cNvSpPr txBox="1"/>
          <p:nvPr/>
        </p:nvSpPr>
        <p:spPr>
          <a:xfrm>
            <a:off x="7627481" y="89703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vSAN Storage + Compute Clusters</a:t>
            </a:r>
            <a:endParaRPr/>
          </a:p>
        </p:txBody>
      </p:sp>
      <p:grpSp>
        <p:nvGrpSpPr>
          <p:cNvPr id="2869" name="Google Shape;2869;p101"/>
          <p:cNvGrpSpPr/>
          <p:nvPr/>
        </p:nvGrpSpPr>
        <p:grpSpPr>
          <a:xfrm>
            <a:off x="3401051" y="892836"/>
            <a:ext cx="5426806" cy="5072329"/>
            <a:chOff x="3401937" y="892175"/>
            <a:chExt cx="5428220" cy="5073650"/>
          </a:xfrm>
        </p:grpSpPr>
        <p:grpSp>
          <p:nvGrpSpPr>
            <p:cNvPr id="2870" name="Google Shape;2870;p101"/>
            <p:cNvGrpSpPr/>
            <p:nvPr/>
          </p:nvGrpSpPr>
          <p:grpSpPr>
            <a:xfrm>
              <a:off x="3401937" y="892175"/>
              <a:ext cx="5428220" cy="5073650"/>
              <a:chOff x="3401937" y="892175"/>
              <a:chExt cx="5428220" cy="5073650"/>
            </a:xfrm>
          </p:grpSpPr>
          <p:grpSp>
            <p:nvGrpSpPr>
              <p:cNvPr id="2871" name="Google Shape;2871;p101"/>
              <p:cNvGrpSpPr/>
              <p:nvPr/>
            </p:nvGrpSpPr>
            <p:grpSpPr>
              <a:xfrm>
                <a:off x="3401937" y="892175"/>
                <a:ext cx="5428220" cy="5073650"/>
                <a:chOff x="4065030" y="901701"/>
                <a:chExt cx="5428220" cy="5073650"/>
              </a:xfrm>
            </p:grpSpPr>
            <p:sp>
              <p:nvSpPr>
                <p:cNvPr id="2872" name="Google Shape;2872;p101"/>
                <p:cNvSpPr/>
                <p:nvPr/>
              </p:nvSpPr>
              <p:spPr>
                <a:xfrm>
                  <a:off x="4065030" y="901701"/>
                  <a:ext cx="5428220" cy="507365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3" name="Google Shape;2873;p101"/>
                <p:cNvSpPr/>
                <p:nvPr/>
              </p:nvSpPr>
              <p:spPr>
                <a:xfrm>
                  <a:off x="4652195" y="1656784"/>
                  <a:ext cx="1932915" cy="3639116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Rack</a:t>
                  </a:r>
                  <a:endParaRPr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4" name="Google Shape;2874;p101"/>
                <p:cNvSpPr/>
                <p:nvPr/>
              </p:nvSpPr>
              <p:spPr>
                <a:xfrm>
                  <a:off x="6836754" y="1656784"/>
                  <a:ext cx="1949875" cy="3639116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Rack</a:t>
                  </a:r>
                  <a:endParaRPr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5" name="Google Shape;2875;p101"/>
                <p:cNvSpPr/>
                <p:nvPr/>
              </p:nvSpPr>
              <p:spPr>
                <a:xfrm>
                  <a:off x="4216400" y="1175496"/>
                  <a:ext cx="5060950" cy="459030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876" name="Google Shape;2876;p101"/>
                <p:cNvGrpSpPr/>
                <p:nvPr/>
              </p:nvGrpSpPr>
              <p:grpSpPr>
                <a:xfrm>
                  <a:off x="7406867" y="2814624"/>
                  <a:ext cx="900001" cy="656013"/>
                  <a:chOff x="9989245" y="1258647"/>
                  <a:chExt cx="900001" cy="702682"/>
                </a:xfrm>
              </p:grpSpPr>
              <p:grpSp>
                <p:nvGrpSpPr>
                  <p:cNvPr id="2877" name="Google Shape;2877;p101"/>
                  <p:cNvGrpSpPr/>
                  <p:nvPr/>
                </p:nvGrpSpPr>
                <p:grpSpPr>
                  <a:xfrm>
                    <a:off x="9989245" y="1431463"/>
                    <a:ext cx="900000" cy="128417"/>
                    <a:chOff x="5030904" y="4970294"/>
                    <a:chExt cx="1917765" cy="244827"/>
                  </a:xfrm>
                </p:grpSpPr>
                <p:pic>
                  <p:nvPicPr>
                    <p:cNvPr id="2878" name="Google Shape;2878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879" name="Google Shape;2879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2880" name="Google Shape;2880;p101"/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</p:grpSpPr>
                <p:pic>
                  <p:nvPicPr>
                    <p:cNvPr id="2881" name="Google Shape;2881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882" name="Google Shape;2882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2883" name="Google Shape;2883;p101"/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</p:grpSpPr>
                <p:cxnSp>
                  <p:nvCxnSpPr>
                    <p:cNvPr id="2884" name="Google Shape;2884;p101"/>
                    <p:cNvCxnSpPr/>
                    <p:nvPr/>
                  </p:nvCxnSpPr>
                  <p:spPr>
                    <a:xfrm>
                      <a:off x="1177953" y="5660610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885" name="Google Shape;2885;p101"/>
                    <p:cNvCxnSpPr/>
                    <p:nvPr/>
                  </p:nvCxnSpPr>
                  <p:spPr>
                    <a:xfrm>
                      <a:off x="2758265" y="5784739"/>
                      <a:ext cx="331261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886" name="Google Shape;2886;p101"/>
                    <p:cNvCxnSpPr/>
                    <p:nvPr/>
                  </p:nvCxnSpPr>
                  <p:spPr>
                    <a:xfrm>
                      <a:off x="3089526" y="5660610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887" name="Google Shape;2887;p101"/>
                    <p:cNvCxnSpPr/>
                    <p:nvPr/>
                  </p:nvCxnSpPr>
                  <p:spPr>
                    <a:xfrm>
                      <a:off x="1171761" y="5784740"/>
                      <a:ext cx="278274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sp>
                  <p:nvSpPr>
                    <p:cNvPr id="2888" name="Google Shape;2888;p101"/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0" tIns="0" rIns="0" bIns="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7D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vSAN Compute  Cluster</a:t>
                      </a:r>
                      <a:endParaRPr/>
                    </a:p>
                  </p:txBody>
                </p:sp>
              </p:grpSp>
            </p:grpSp>
            <p:sp>
              <p:nvSpPr>
                <p:cNvPr id="2889" name="Google Shape;2889;p101"/>
                <p:cNvSpPr txBox="1"/>
                <p:nvPr/>
              </p:nvSpPr>
              <p:spPr>
                <a:xfrm>
                  <a:off x="6041181" y="1192239"/>
                  <a:ext cx="146218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Workload Domain</a:t>
                  </a:r>
                  <a:endParaRPr sz="1799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0" name="Google Shape;2890;p101"/>
                <p:cNvSpPr txBox="1"/>
                <p:nvPr/>
              </p:nvSpPr>
              <p:spPr>
                <a:xfrm>
                  <a:off x="7318736" y="2789226"/>
                  <a:ext cx="1039890" cy="307777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1" name="Google Shape;2891;p101"/>
                <p:cNvCxnSpPr>
                  <a:stCxn id="2892" idx="1"/>
                  <a:endCxn id="2893" idx="1"/>
                </p:cNvCxnSpPr>
                <p:nvPr/>
              </p:nvCxnSpPr>
              <p:spPr>
                <a:xfrm flipH="1">
                  <a:off x="7306418" y="2074266"/>
                  <a:ext cx="266100" cy="2513400"/>
                </a:xfrm>
                <a:prstGeom prst="bentConnector3">
                  <a:avLst>
                    <a:gd name="adj1" fmla="val -63293"/>
                  </a:avLst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2894" name="Google Shape;2894;p101"/>
                <p:cNvCxnSpPr>
                  <a:stCxn id="2892" idx="3"/>
                  <a:endCxn id="2893" idx="3"/>
                </p:cNvCxnSpPr>
                <p:nvPr/>
              </p:nvCxnSpPr>
              <p:spPr>
                <a:xfrm>
                  <a:off x="8071252" y="2074266"/>
                  <a:ext cx="235500" cy="2513400"/>
                </a:xfrm>
                <a:prstGeom prst="bentConnector3">
                  <a:avLst>
                    <a:gd name="adj1" fmla="val 478452"/>
                  </a:avLst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2893" name="Google Shape;2893;p101"/>
                <p:cNvSpPr txBox="1"/>
                <p:nvPr/>
              </p:nvSpPr>
              <p:spPr>
                <a:xfrm>
                  <a:off x="7306436" y="4433913"/>
                  <a:ext cx="1000432" cy="307777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5" name="Google Shape;2895;p101"/>
                <p:cNvCxnSpPr>
                  <a:stCxn id="2896" idx="3"/>
                  <a:endCxn id="2897" idx="3"/>
                </p:cNvCxnSpPr>
                <p:nvPr/>
              </p:nvCxnSpPr>
              <p:spPr>
                <a:xfrm>
                  <a:off x="5818162" y="2067452"/>
                  <a:ext cx="277800" cy="2493900"/>
                </a:xfrm>
                <a:prstGeom prst="bentConnector3">
                  <a:avLst>
                    <a:gd name="adj1" fmla="val 420940"/>
                  </a:avLst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2897" name="Google Shape;2897;p101"/>
                <p:cNvSpPr txBox="1"/>
                <p:nvPr/>
              </p:nvSpPr>
              <p:spPr>
                <a:xfrm>
                  <a:off x="5095568" y="4407436"/>
                  <a:ext cx="1000432" cy="307777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8" name="Google Shape;2898;p101"/>
                <p:cNvCxnSpPr/>
                <p:nvPr/>
              </p:nvCxnSpPr>
              <p:spPr>
                <a:xfrm rot="10800000">
                  <a:off x="5816231" y="2029779"/>
                  <a:ext cx="1756287" cy="5776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2899" name="Google Shape;2899;p101"/>
                <p:cNvCxnSpPr>
                  <a:stCxn id="2897" idx="1"/>
                  <a:endCxn id="2896" idx="1"/>
                </p:cNvCxnSpPr>
                <p:nvPr/>
              </p:nvCxnSpPr>
              <p:spPr>
                <a:xfrm rot="10800000" flipH="1">
                  <a:off x="5095568" y="2067425"/>
                  <a:ext cx="223800" cy="2493900"/>
                </a:xfrm>
                <a:prstGeom prst="bentConnector3">
                  <a:avLst>
                    <a:gd name="adj1" fmla="val 194092"/>
                  </a:avLst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grpSp>
              <p:nvGrpSpPr>
                <p:cNvPr id="2900" name="Google Shape;2900;p101"/>
                <p:cNvGrpSpPr/>
                <p:nvPr/>
              </p:nvGrpSpPr>
              <p:grpSpPr>
                <a:xfrm>
                  <a:off x="5156727" y="2806174"/>
                  <a:ext cx="771877" cy="1087895"/>
                  <a:chOff x="1452313" y="2145349"/>
                  <a:chExt cx="771877" cy="1087895"/>
                </a:xfrm>
              </p:grpSpPr>
              <p:grpSp>
                <p:nvGrpSpPr>
                  <p:cNvPr id="2901" name="Google Shape;2901;p101"/>
                  <p:cNvGrpSpPr/>
                  <p:nvPr/>
                </p:nvGrpSpPr>
                <p:grpSpPr>
                  <a:xfrm>
                    <a:off x="1468761" y="2625070"/>
                    <a:ext cx="147903" cy="189130"/>
                    <a:chOff x="4981901" y="4775634"/>
                    <a:chExt cx="846903" cy="706016"/>
                  </a:xfrm>
                </p:grpSpPr>
                <p:sp>
                  <p:nvSpPr>
                    <p:cNvPr id="2902" name="Google Shape;2902;p101"/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03" name="Google Shape;2903;p101"/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04" name="Google Shape;2904;p101"/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05" name="Google Shape;2905;p101"/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70368" extrusionOk="0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06" name="Google Shape;2906;p101"/>
                  <p:cNvGrpSpPr/>
                  <p:nvPr/>
                </p:nvGrpSpPr>
                <p:grpSpPr>
                  <a:xfrm>
                    <a:off x="1455575" y="2852294"/>
                    <a:ext cx="765353" cy="64044"/>
                    <a:chOff x="5136549" y="3557033"/>
                    <a:chExt cx="892393" cy="71769"/>
                  </a:xfrm>
                </p:grpSpPr>
                <p:cxnSp>
                  <p:nvCxnSpPr>
                    <p:cNvPr id="2907" name="Google Shape;2907;p101"/>
                    <p:cNvCxnSpPr/>
                    <p:nvPr/>
                  </p:nvCxnSpPr>
                  <p:spPr>
                    <a:xfrm>
                      <a:off x="5873482" y="3628801"/>
                      <a:ext cx="15546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5C8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08" name="Google Shape;2908;p101"/>
                    <p:cNvCxnSpPr/>
                    <p:nvPr/>
                  </p:nvCxnSpPr>
                  <p:spPr>
                    <a:xfrm>
                      <a:off x="6028942" y="3563692"/>
                      <a:ext cx="0" cy="6511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5C8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09" name="Google Shape;2909;p101"/>
                    <p:cNvCxnSpPr/>
                    <p:nvPr/>
                  </p:nvCxnSpPr>
                  <p:spPr>
                    <a:xfrm>
                      <a:off x="5137608" y="3557033"/>
                      <a:ext cx="0" cy="6511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5C8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10" name="Google Shape;2910;p101"/>
                    <p:cNvCxnSpPr/>
                    <p:nvPr/>
                  </p:nvCxnSpPr>
                  <p:spPr>
                    <a:xfrm>
                      <a:off x="5136549" y="3622143"/>
                      <a:ext cx="130593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5C8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grpSp>
                <p:nvGrpSpPr>
                  <p:cNvPr id="2911" name="Google Shape;2911;p101"/>
                  <p:cNvGrpSpPr/>
                  <p:nvPr/>
                </p:nvGrpSpPr>
                <p:grpSpPr>
                  <a:xfrm>
                    <a:off x="1652299" y="2625070"/>
                    <a:ext cx="147903" cy="189130"/>
                    <a:chOff x="4981901" y="4775634"/>
                    <a:chExt cx="846903" cy="706016"/>
                  </a:xfrm>
                </p:grpSpPr>
                <p:sp>
                  <p:nvSpPr>
                    <p:cNvPr id="2912" name="Google Shape;2912;p101"/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13" name="Google Shape;2913;p101"/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14" name="Google Shape;2914;p101"/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15" name="Google Shape;2915;p101"/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70368" extrusionOk="0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16" name="Google Shape;2916;p101"/>
                  <p:cNvGrpSpPr/>
                  <p:nvPr/>
                </p:nvGrpSpPr>
                <p:grpSpPr>
                  <a:xfrm>
                    <a:off x="1838252" y="2625070"/>
                    <a:ext cx="147903" cy="189130"/>
                    <a:chOff x="4981901" y="4775634"/>
                    <a:chExt cx="846903" cy="706016"/>
                  </a:xfrm>
                </p:grpSpPr>
                <p:sp>
                  <p:nvSpPr>
                    <p:cNvPr id="2917" name="Google Shape;2917;p101"/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18" name="Google Shape;2918;p101"/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19" name="Google Shape;2919;p101"/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20" name="Google Shape;2920;p101"/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70368" extrusionOk="0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21" name="Google Shape;2921;p101"/>
                  <p:cNvGrpSpPr/>
                  <p:nvPr/>
                </p:nvGrpSpPr>
                <p:grpSpPr>
                  <a:xfrm>
                    <a:off x="2028645" y="2625070"/>
                    <a:ext cx="147903" cy="189130"/>
                    <a:chOff x="4981901" y="4775634"/>
                    <a:chExt cx="846903" cy="706016"/>
                  </a:xfrm>
                </p:grpSpPr>
                <p:sp>
                  <p:nvSpPr>
                    <p:cNvPr id="2922" name="Google Shape;2922;p101"/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23" name="Google Shape;2923;p101"/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24" name="Google Shape;2924;p101"/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25" name="Google Shape;2925;p101"/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70368" extrusionOk="0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926" name="Google Shape;2926;p101"/>
                  <p:cNvSpPr txBox="1"/>
                  <p:nvPr/>
                </p:nvSpPr>
                <p:spPr>
                  <a:xfrm>
                    <a:off x="1512147" y="2863912"/>
                    <a:ext cx="63947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800" b="0" i="0" u="none" strike="noStrike" cap="none">
                        <a:solidFill>
                          <a:srgbClr val="005C8A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vSAN             Storage Cluster</a:t>
                    </a:r>
                    <a:endParaRPr/>
                  </a:p>
                </p:txBody>
              </p:sp>
              <p:grpSp>
                <p:nvGrpSpPr>
                  <p:cNvPr id="2927" name="Google Shape;2927;p101"/>
                  <p:cNvGrpSpPr/>
                  <p:nvPr/>
                </p:nvGrpSpPr>
                <p:grpSpPr>
                  <a:xfrm>
                    <a:off x="1452313" y="2145349"/>
                    <a:ext cx="771877" cy="417949"/>
                    <a:chOff x="4987028" y="3247456"/>
                    <a:chExt cx="900000" cy="473040"/>
                  </a:xfrm>
                </p:grpSpPr>
                <p:grpSp>
                  <p:nvGrpSpPr>
                    <p:cNvPr id="2928" name="Google Shape;2928;p101"/>
                    <p:cNvGrpSpPr/>
                    <p:nvPr/>
                  </p:nvGrpSpPr>
                  <p:grpSpPr>
                    <a:xfrm>
                      <a:off x="4987028" y="3592079"/>
                      <a:ext cx="900000" cy="128417"/>
                      <a:chOff x="5030904" y="4970294"/>
                      <a:chExt cx="1917765" cy="244827"/>
                    </a:xfrm>
                  </p:grpSpPr>
                  <p:pic>
                    <p:nvPicPr>
                      <p:cNvPr id="2929" name="Google Shape;2929;p10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030904" y="4970294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2930" name="Google Shape;2930;p10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028705" y="4970294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  <p:grpSp>
                  <p:nvGrpSpPr>
                    <p:cNvPr id="2931" name="Google Shape;2931;p101"/>
                    <p:cNvGrpSpPr/>
                    <p:nvPr/>
                  </p:nvGrpSpPr>
                  <p:grpSpPr>
                    <a:xfrm>
                      <a:off x="4987028" y="3419263"/>
                      <a:ext cx="900000" cy="128417"/>
                      <a:chOff x="5030904" y="4640821"/>
                      <a:chExt cx="1917765" cy="244827"/>
                    </a:xfrm>
                  </p:grpSpPr>
                  <p:pic>
                    <p:nvPicPr>
                      <p:cNvPr id="2932" name="Google Shape;2932;p10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2933" name="Google Shape;2933;p10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  <p:grpSp>
                  <p:nvGrpSpPr>
                    <p:cNvPr id="2934" name="Google Shape;2934;p101"/>
                    <p:cNvGrpSpPr/>
                    <p:nvPr/>
                  </p:nvGrpSpPr>
                  <p:grpSpPr>
                    <a:xfrm>
                      <a:off x="4987028" y="3247456"/>
                      <a:ext cx="900000" cy="128417"/>
                      <a:chOff x="5030904" y="4640821"/>
                      <a:chExt cx="1917765" cy="244827"/>
                    </a:xfrm>
                  </p:grpSpPr>
                  <p:pic>
                    <p:nvPicPr>
                      <p:cNvPr id="2935" name="Google Shape;2935;p10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2936" name="Google Shape;2936;p10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</p:grpSp>
            </p:grpSp>
            <p:sp>
              <p:nvSpPr>
                <p:cNvPr id="2937" name="Google Shape;2937;p101"/>
                <p:cNvSpPr txBox="1"/>
                <p:nvPr/>
              </p:nvSpPr>
              <p:spPr>
                <a:xfrm>
                  <a:off x="4400551" y="929275"/>
                  <a:ext cx="473710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VCF Instance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938" name="Google Shape;2938;p101"/>
                <p:cNvGrpSpPr/>
                <p:nvPr/>
              </p:nvGrpSpPr>
              <p:grpSpPr>
                <a:xfrm>
                  <a:off x="5138743" y="4459438"/>
                  <a:ext cx="900001" cy="656013"/>
                  <a:chOff x="9989245" y="1258647"/>
                  <a:chExt cx="900001" cy="702682"/>
                </a:xfrm>
              </p:grpSpPr>
              <p:grpSp>
                <p:nvGrpSpPr>
                  <p:cNvPr id="2939" name="Google Shape;2939;p101"/>
                  <p:cNvGrpSpPr/>
                  <p:nvPr/>
                </p:nvGrpSpPr>
                <p:grpSpPr>
                  <a:xfrm>
                    <a:off x="9989245" y="1431463"/>
                    <a:ext cx="900000" cy="128417"/>
                    <a:chOff x="5030904" y="4970294"/>
                    <a:chExt cx="1917765" cy="244827"/>
                  </a:xfrm>
                </p:grpSpPr>
                <p:pic>
                  <p:nvPicPr>
                    <p:cNvPr id="2940" name="Google Shape;2940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941" name="Google Shape;2941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2942" name="Google Shape;2942;p101"/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</p:grpSpPr>
                <p:pic>
                  <p:nvPicPr>
                    <p:cNvPr id="2943" name="Google Shape;2943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944" name="Google Shape;2944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2945" name="Google Shape;2945;p101"/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</p:grpSpPr>
                <p:cxnSp>
                  <p:nvCxnSpPr>
                    <p:cNvPr id="2946" name="Google Shape;2946;p101"/>
                    <p:cNvCxnSpPr/>
                    <p:nvPr/>
                  </p:nvCxnSpPr>
                  <p:spPr>
                    <a:xfrm>
                      <a:off x="1177953" y="5660610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47" name="Google Shape;2947;p101"/>
                    <p:cNvCxnSpPr/>
                    <p:nvPr/>
                  </p:nvCxnSpPr>
                  <p:spPr>
                    <a:xfrm>
                      <a:off x="2758265" y="5784739"/>
                      <a:ext cx="331261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48" name="Google Shape;2948;p101"/>
                    <p:cNvCxnSpPr/>
                    <p:nvPr/>
                  </p:nvCxnSpPr>
                  <p:spPr>
                    <a:xfrm>
                      <a:off x="3089526" y="5660610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49" name="Google Shape;2949;p101"/>
                    <p:cNvCxnSpPr/>
                    <p:nvPr/>
                  </p:nvCxnSpPr>
                  <p:spPr>
                    <a:xfrm>
                      <a:off x="1171761" y="5784740"/>
                      <a:ext cx="278274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sp>
                  <p:nvSpPr>
                    <p:cNvPr id="2950" name="Google Shape;2950;p101"/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0" tIns="0" rIns="0" bIns="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7D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vSAN Compute  Cluster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2951" name="Google Shape;2951;p101"/>
                <p:cNvGrpSpPr/>
                <p:nvPr/>
              </p:nvGrpSpPr>
              <p:grpSpPr>
                <a:xfrm>
                  <a:off x="7356651" y="4492829"/>
                  <a:ext cx="900001" cy="656013"/>
                  <a:chOff x="9989245" y="1258647"/>
                  <a:chExt cx="900001" cy="702682"/>
                </a:xfrm>
              </p:grpSpPr>
              <p:grpSp>
                <p:nvGrpSpPr>
                  <p:cNvPr id="2952" name="Google Shape;2952;p101"/>
                  <p:cNvGrpSpPr/>
                  <p:nvPr/>
                </p:nvGrpSpPr>
                <p:grpSpPr>
                  <a:xfrm>
                    <a:off x="9989245" y="1431463"/>
                    <a:ext cx="900000" cy="128417"/>
                    <a:chOff x="5030904" y="4970294"/>
                    <a:chExt cx="1917765" cy="244827"/>
                  </a:xfrm>
                </p:grpSpPr>
                <p:pic>
                  <p:nvPicPr>
                    <p:cNvPr id="2953" name="Google Shape;2953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954" name="Google Shape;2954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2955" name="Google Shape;2955;p101"/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</p:grpSpPr>
                <p:pic>
                  <p:nvPicPr>
                    <p:cNvPr id="2956" name="Google Shape;2956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957" name="Google Shape;2957;p101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2958" name="Google Shape;2958;p101"/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</p:grpSpPr>
                <p:cxnSp>
                  <p:nvCxnSpPr>
                    <p:cNvPr id="2959" name="Google Shape;2959;p101"/>
                    <p:cNvCxnSpPr/>
                    <p:nvPr/>
                  </p:nvCxnSpPr>
                  <p:spPr>
                    <a:xfrm>
                      <a:off x="1177953" y="5660610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60" name="Google Shape;2960;p101"/>
                    <p:cNvCxnSpPr/>
                    <p:nvPr/>
                  </p:nvCxnSpPr>
                  <p:spPr>
                    <a:xfrm>
                      <a:off x="2758265" y="5784739"/>
                      <a:ext cx="331261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61" name="Google Shape;2961;p101"/>
                    <p:cNvCxnSpPr/>
                    <p:nvPr/>
                  </p:nvCxnSpPr>
                  <p:spPr>
                    <a:xfrm>
                      <a:off x="3089526" y="5660610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962" name="Google Shape;2962;p101"/>
                    <p:cNvCxnSpPr/>
                    <p:nvPr/>
                  </p:nvCxnSpPr>
                  <p:spPr>
                    <a:xfrm>
                      <a:off x="1171761" y="5784740"/>
                      <a:ext cx="278274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sp>
                  <p:nvSpPr>
                    <p:cNvPr id="2963" name="Google Shape;2963;p101"/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0" tIns="0" rIns="0" bIns="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7D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vSAN Compute  Cluster</a:t>
                      </a:r>
                      <a:endParaRPr/>
                    </a:p>
                  </p:txBody>
                </p:sp>
              </p:grpSp>
            </p:grpSp>
            <p:sp>
              <p:nvSpPr>
                <p:cNvPr id="2964" name="Google Shape;2964;p101"/>
                <p:cNvSpPr/>
                <p:nvPr/>
              </p:nvSpPr>
              <p:spPr>
                <a:xfrm>
                  <a:off x="4400551" y="1421717"/>
                  <a:ext cx="4737100" cy="4121833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chemeClr val="dk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Availability Zone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5" name="Google Shape;2965;p101"/>
                <p:cNvSpPr/>
                <p:nvPr/>
              </p:nvSpPr>
              <p:spPr>
                <a:xfrm>
                  <a:off x="4984750" y="2648642"/>
                  <a:ext cx="1111250" cy="1352518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6" name="Google Shape;2966;p101"/>
                <p:cNvSpPr/>
                <p:nvPr/>
              </p:nvSpPr>
              <p:spPr>
                <a:xfrm>
                  <a:off x="7282977" y="2746792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7" name="Google Shape;2967;p101"/>
                <p:cNvSpPr/>
                <p:nvPr/>
              </p:nvSpPr>
              <p:spPr>
                <a:xfrm>
                  <a:off x="5022289" y="4355430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8" name="Google Shape;2968;p101"/>
                <p:cNvSpPr/>
                <p:nvPr/>
              </p:nvSpPr>
              <p:spPr>
                <a:xfrm>
                  <a:off x="7252464" y="4387365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69" name="Google Shape;2969;p101"/>
              <p:cNvGrpSpPr/>
              <p:nvPr/>
            </p:nvGrpSpPr>
            <p:grpSpPr>
              <a:xfrm>
                <a:off x="4656335" y="1963886"/>
                <a:ext cx="498734" cy="769269"/>
                <a:chOff x="3391157" y="3797947"/>
                <a:chExt cx="498734" cy="769269"/>
              </a:xfrm>
            </p:grpSpPr>
            <p:cxnSp>
              <p:nvCxnSpPr>
                <p:cNvPr id="2970" name="Google Shape;2970;p101"/>
                <p:cNvCxnSpPr>
                  <a:stCxn id="2971" idx="2"/>
                </p:cNvCxnSpPr>
                <p:nvPr/>
              </p:nvCxnSpPr>
              <p:spPr>
                <a:xfrm>
                  <a:off x="3528443" y="3986027"/>
                  <a:ext cx="0" cy="5811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pic>
              <p:nvPicPr>
                <p:cNvPr id="2971" name="Google Shape;2971;p101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72" name="Google Shape;2972;p101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2973" name="Google Shape;2973;p101"/>
                <p:cNvCxnSpPr/>
                <p:nvPr/>
              </p:nvCxnSpPr>
              <p:spPr>
                <a:xfrm flipH="1">
                  <a:off x="3763746" y="3986027"/>
                  <a:ext cx="11007" cy="581189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2896" name="Google Shape;2896;p101"/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74" name="Google Shape;2974;p101"/>
              <p:cNvGrpSpPr/>
              <p:nvPr/>
            </p:nvGrpSpPr>
            <p:grpSpPr>
              <a:xfrm>
                <a:off x="6909425" y="1970700"/>
                <a:ext cx="498734" cy="809080"/>
                <a:chOff x="3391157" y="3797947"/>
                <a:chExt cx="498734" cy="809080"/>
              </a:xfrm>
            </p:grpSpPr>
            <p:cxnSp>
              <p:nvCxnSpPr>
                <p:cNvPr id="2975" name="Google Shape;2975;p101"/>
                <p:cNvCxnSpPr>
                  <a:stCxn id="2976" idx="2"/>
                </p:cNvCxnSpPr>
                <p:nvPr/>
              </p:nvCxnSpPr>
              <p:spPr>
                <a:xfrm>
                  <a:off x="3528443" y="3986027"/>
                  <a:ext cx="0" cy="621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pic>
              <p:nvPicPr>
                <p:cNvPr id="2976" name="Google Shape;2976;p101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77" name="Google Shape;2977;p101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2978" name="Google Shape;2978;p101"/>
                <p:cNvCxnSpPr/>
                <p:nvPr/>
              </p:nvCxnSpPr>
              <p:spPr>
                <a:xfrm>
                  <a:off x="3774753" y="3986027"/>
                  <a:ext cx="0" cy="62092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2892" name="Google Shape;2892;p101"/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979" name="Google Shape;2979;p101"/>
            <p:cNvSpPr txBox="1"/>
            <p:nvPr/>
          </p:nvSpPr>
          <p:spPr>
            <a:xfrm>
              <a:off x="4378406" y="2743285"/>
              <a:ext cx="989601" cy="307777"/>
            </a:xfrm>
            <a:prstGeom prst="rect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p102"/>
          <p:cNvSpPr txBox="1"/>
          <p:nvPr/>
        </p:nvSpPr>
        <p:spPr>
          <a:xfrm>
            <a:off x="8131373" y="109330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vSAN Compute Cluster</a:t>
            </a:r>
            <a:endParaRPr/>
          </a:p>
        </p:txBody>
      </p:sp>
      <p:grpSp>
        <p:nvGrpSpPr>
          <p:cNvPr id="2985" name="Google Shape;2985;p102"/>
          <p:cNvGrpSpPr/>
          <p:nvPr/>
        </p:nvGrpSpPr>
        <p:grpSpPr>
          <a:xfrm>
            <a:off x="4189908" y="1733992"/>
            <a:ext cx="2577429" cy="3688389"/>
            <a:chOff x="4191000" y="1733550"/>
            <a:chExt cx="2578100" cy="3689350"/>
          </a:xfrm>
        </p:grpSpPr>
        <p:grpSp>
          <p:nvGrpSpPr>
            <p:cNvPr id="2986" name="Google Shape;2986;p102"/>
            <p:cNvGrpSpPr/>
            <p:nvPr/>
          </p:nvGrpSpPr>
          <p:grpSpPr>
            <a:xfrm>
              <a:off x="4191000" y="1733550"/>
              <a:ext cx="2578100" cy="3689350"/>
              <a:chOff x="1637798" y="1475917"/>
              <a:chExt cx="1846778" cy="1672713"/>
            </a:xfrm>
          </p:grpSpPr>
          <p:sp>
            <p:nvSpPr>
              <p:cNvPr id="2987" name="Google Shape;2987;p102"/>
              <p:cNvSpPr/>
              <p:nvPr/>
            </p:nvSpPr>
            <p:spPr>
              <a:xfrm>
                <a:off x="1637798" y="1475917"/>
                <a:ext cx="1846778" cy="167271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VCF Instance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8" name="Google Shape;2988;p102"/>
              <p:cNvSpPr/>
              <p:nvPr/>
            </p:nvSpPr>
            <p:spPr>
              <a:xfrm>
                <a:off x="1951658" y="1758062"/>
                <a:ext cx="1173568" cy="1183279"/>
              </a:xfrm>
              <a:prstGeom prst="rect">
                <a:avLst/>
              </a:prstGeom>
              <a:solidFill>
                <a:schemeClr val="lt1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Availability Zone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9" name="Google Shape;2989;p102"/>
              <p:cNvSpPr/>
              <p:nvPr/>
            </p:nvSpPr>
            <p:spPr>
              <a:xfrm>
                <a:off x="2124509" y="1890497"/>
                <a:ext cx="827866" cy="941441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0" name="Google Shape;2990;p102"/>
              <p:cNvSpPr/>
              <p:nvPr/>
            </p:nvSpPr>
            <p:spPr>
              <a:xfrm>
                <a:off x="1783356" y="1608352"/>
                <a:ext cx="1523819" cy="1433754"/>
              </a:xfrm>
              <a:prstGeom prst="rect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Domain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1" name="Google Shape;2991;p102"/>
              <p:cNvSpPr/>
              <p:nvPr/>
            </p:nvSpPr>
            <p:spPr>
              <a:xfrm>
                <a:off x="2200035" y="2244616"/>
                <a:ext cx="638976" cy="50550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92" name="Google Shape;2992;p102"/>
            <p:cNvGrpSpPr/>
            <p:nvPr/>
          </p:nvGrpSpPr>
          <p:grpSpPr>
            <a:xfrm>
              <a:off x="5080648" y="3520529"/>
              <a:ext cx="698646" cy="661991"/>
              <a:chOff x="3268116" y="4458379"/>
              <a:chExt cx="775429" cy="781958"/>
            </a:xfrm>
          </p:grpSpPr>
          <p:cxnSp>
            <p:nvCxnSpPr>
              <p:cNvPr id="2993" name="Google Shape;2993;p102"/>
              <p:cNvCxnSpPr/>
              <p:nvPr/>
            </p:nvCxnSpPr>
            <p:spPr>
              <a:xfrm rot="10800000">
                <a:off x="3283002" y="4458379"/>
                <a:ext cx="749548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94" name="Google Shape;2994;p102"/>
              <p:cNvCxnSpPr/>
              <p:nvPr/>
            </p:nvCxnSpPr>
            <p:spPr>
              <a:xfrm flipH="1">
                <a:off x="3268116" y="4458379"/>
                <a:ext cx="3932" cy="781958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95" name="Google Shape;2995;p102"/>
              <p:cNvCxnSpPr/>
              <p:nvPr/>
            </p:nvCxnSpPr>
            <p:spPr>
              <a:xfrm>
                <a:off x="4027046" y="4458379"/>
                <a:ext cx="5504" cy="781958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96" name="Google Shape;2996;p102"/>
              <p:cNvCxnSpPr/>
              <p:nvPr/>
            </p:nvCxnSpPr>
            <p:spPr>
              <a:xfrm rot="10800000">
                <a:off x="3268116" y="5240337"/>
                <a:ext cx="775429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2997" name="Google Shape;2997;p102"/>
          <p:cNvGrpSpPr/>
          <p:nvPr/>
        </p:nvGrpSpPr>
        <p:grpSpPr>
          <a:xfrm>
            <a:off x="4999488" y="3569677"/>
            <a:ext cx="841978" cy="975362"/>
            <a:chOff x="1644879" y="2790018"/>
            <a:chExt cx="842197" cy="975616"/>
          </a:xfrm>
        </p:grpSpPr>
        <p:cxnSp>
          <p:nvCxnSpPr>
            <p:cNvPr id="2998" name="Google Shape;2998;p102"/>
            <p:cNvCxnSpPr/>
            <p:nvPr/>
          </p:nvCxnSpPr>
          <p:spPr>
            <a:xfrm>
              <a:off x="1644879" y="3404091"/>
              <a:ext cx="2635" cy="66872"/>
            </a:xfrm>
            <a:prstGeom prst="straightConnector1">
              <a:avLst/>
            </a:prstGeom>
            <a:solidFill>
              <a:srgbClr val="92D050"/>
            </a:solidFill>
            <a:ln w="12700" cap="flat" cmpd="sng">
              <a:solidFill>
                <a:srgbClr val="007DA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99" name="Google Shape;2999;p102"/>
            <p:cNvCxnSpPr/>
            <p:nvPr/>
          </p:nvCxnSpPr>
          <p:spPr>
            <a:xfrm>
              <a:off x="2319971" y="3470961"/>
              <a:ext cx="140959" cy="0"/>
            </a:xfrm>
            <a:prstGeom prst="straightConnector1">
              <a:avLst/>
            </a:prstGeom>
            <a:solidFill>
              <a:srgbClr val="92D050"/>
            </a:solidFill>
            <a:ln w="12700" cap="flat" cmpd="sng">
              <a:solidFill>
                <a:srgbClr val="007DA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00" name="Google Shape;3000;p102"/>
            <p:cNvCxnSpPr/>
            <p:nvPr/>
          </p:nvCxnSpPr>
          <p:spPr>
            <a:xfrm flipH="1">
              <a:off x="2460929" y="3404091"/>
              <a:ext cx="1" cy="66872"/>
            </a:xfrm>
            <a:prstGeom prst="straightConnector1">
              <a:avLst/>
            </a:prstGeom>
            <a:solidFill>
              <a:srgbClr val="92D050"/>
            </a:solidFill>
            <a:ln w="12700" cap="flat" cmpd="sng">
              <a:solidFill>
                <a:srgbClr val="007DA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01" name="Google Shape;3001;p102"/>
            <p:cNvCxnSpPr/>
            <p:nvPr/>
          </p:nvCxnSpPr>
          <p:spPr>
            <a:xfrm>
              <a:off x="1644879" y="3470963"/>
              <a:ext cx="118412" cy="0"/>
            </a:xfrm>
            <a:prstGeom prst="straightConnector1">
              <a:avLst/>
            </a:prstGeom>
            <a:solidFill>
              <a:srgbClr val="92D050"/>
            </a:solidFill>
            <a:ln w="12700" cap="flat" cmpd="sng">
              <a:solidFill>
                <a:srgbClr val="007DA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002" name="Google Shape;3002;p102"/>
            <p:cNvSpPr txBox="1"/>
            <p:nvPr/>
          </p:nvSpPr>
          <p:spPr>
            <a:xfrm>
              <a:off x="1644879" y="3519413"/>
              <a:ext cx="8421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A3"/>
                  </a:solidFill>
                  <a:latin typeface="Arial"/>
                  <a:ea typeface="Arial"/>
                  <a:cs typeface="Arial"/>
                  <a:sym typeface="Arial"/>
                </a:rPr>
                <a:t>vSAN Compute Cluster</a:t>
              </a:r>
              <a:endParaRPr/>
            </a:p>
          </p:txBody>
        </p:sp>
        <p:pic>
          <p:nvPicPr>
            <p:cNvPr id="3003" name="Google Shape;3003;p10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83691" y="3167113"/>
              <a:ext cx="588075" cy="147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4" name="Google Shape;3004;p10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83691" y="2970372"/>
              <a:ext cx="588075" cy="147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5" name="Google Shape;3005;p10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74651" y="2790018"/>
              <a:ext cx="588075" cy="1470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06" name="Google Shape;3006;p102"/>
          <p:cNvGrpSpPr/>
          <p:nvPr/>
        </p:nvGrpSpPr>
        <p:grpSpPr>
          <a:xfrm>
            <a:off x="5173595" y="2936810"/>
            <a:ext cx="498604" cy="578286"/>
            <a:chOff x="3391157" y="3797947"/>
            <a:chExt cx="498734" cy="578437"/>
          </a:xfrm>
        </p:grpSpPr>
        <p:cxnSp>
          <p:nvCxnSpPr>
            <p:cNvPr id="3007" name="Google Shape;3007;p102"/>
            <p:cNvCxnSpPr>
              <a:stCxn id="3008" idx="2"/>
            </p:cNvCxnSpPr>
            <p:nvPr/>
          </p:nvCxnSpPr>
          <p:spPr>
            <a:xfrm>
              <a:off x="3528443" y="3986027"/>
              <a:ext cx="0" cy="390300"/>
            </a:xfrm>
            <a:prstGeom prst="straightConnector1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3008" name="Google Shape;3008;p10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29548" y="3802635"/>
              <a:ext cx="197789" cy="183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9" name="Google Shape;3009;p10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65728" y="3802635"/>
              <a:ext cx="197789" cy="1833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10" name="Google Shape;3010;p102"/>
            <p:cNvCxnSpPr/>
            <p:nvPr/>
          </p:nvCxnSpPr>
          <p:spPr>
            <a:xfrm flipH="1">
              <a:off x="3769744" y="3986027"/>
              <a:ext cx="5009" cy="390357"/>
            </a:xfrm>
            <a:prstGeom prst="straightConnector1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011" name="Google Shape;3011;p102"/>
            <p:cNvSpPr/>
            <p:nvPr/>
          </p:nvSpPr>
          <p:spPr>
            <a:xfrm>
              <a:off x="3391157" y="3797947"/>
              <a:ext cx="498734" cy="188080"/>
            </a:xfrm>
            <a:prstGeom prst="rect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7" name="Google Shape;3017;p103"/>
          <p:cNvGrpSpPr/>
          <p:nvPr/>
        </p:nvGrpSpPr>
        <p:grpSpPr>
          <a:xfrm>
            <a:off x="126966" y="74402"/>
            <a:ext cx="11839666" cy="6709197"/>
            <a:chOff x="127000" y="73527"/>
            <a:chExt cx="11842750" cy="6710945"/>
          </a:xfrm>
        </p:grpSpPr>
        <p:sp>
          <p:nvSpPr>
            <p:cNvPr id="3018" name="Google Shape;3018;p103"/>
            <p:cNvSpPr/>
            <p:nvPr/>
          </p:nvSpPr>
          <p:spPr>
            <a:xfrm>
              <a:off x="127000" y="73527"/>
              <a:ext cx="11842750" cy="671094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   VCF Instance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103"/>
            <p:cNvSpPr/>
            <p:nvPr/>
          </p:nvSpPr>
          <p:spPr>
            <a:xfrm>
              <a:off x="943853" y="1497553"/>
              <a:ext cx="3916322" cy="4898820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Availability Zone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0" name="Google Shape;3020;p103"/>
            <p:cNvGrpSpPr/>
            <p:nvPr/>
          </p:nvGrpSpPr>
          <p:grpSpPr>
            <a:xfrm>
              <a:off x="1172931" y="1718756"/>
              <a:ext cx="1588068" cy="2103702"/>
              <a:chOff x="594066" y="1771773"/>
              <a:chExt cx="1588068" cy="2103702"/>
            </a:xfrm>
          </p:grpSpPr>
          <p:sp>
            <p:nvSpPr>
              <p:cNvPr id="3021" name="Google Shape;3021;p103"/>
              <p:cNvSpPr/>
              <p:nvPr/>
            </p:nvSpPr>
            <p:spPr>
              <a:xfrm>
                <a:off x="594066" y="1771773"/>
                <a:ext cx="1588068" cy="210370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22" name="Google Shape;3022;p103"/>
              <p:cNvGrpSpPr/>
              <p:nvPr/>
            </p:nvGrpSpPr>
            <p:grpSpPr>
              <a:xfrm>
                <a:off x="941523" y="2785024"/>
                <a:ext cx="842197" cy="975616"/>
                <a:chOff x="1644879" y="2790018"/>
                <a:chExt cx="842197" cy="975616"/>
              </a:xfrm>
            </p:grpSpPr>
            <p:cxnSp>
              <p:nvCxnSpPr>
                <p:cNvPr id="3023" name="Google Shape;3023;p103"/>
                <p:cNvCxnSpPr/>
                <p:nvPr/>
              </p:nvCxnSpPr>
              <p:spPr>
                <a:xfrm>
                  <a:off x="1644879" y="3404091"/>
                  <a:ext cx="2635" cy="66872"/>
                </a:xfrm>
                <a:prstGeom prst="straightConnector1">
                  <a:avLst/>
                </a:prstGeom>
                <a:solidFill>
                  <a:srgbClr val="92D050"/>
                </a:solidFill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24" name="Google Shape;3024;p103"/>
                <p:cNvCxnSpPr/>
                <p:nvPr/>
              </p:nvCxnSpPr>
              <p:spPr>
                <a:xfrm>
                  <a:off x="2319971" y="3470961"/>
                  <a:ext cx="140959" cy="0"/>
                </a:xfrm>
                <a:prstGeom prst="straightConnector1">
                  <a:avLst/>
                </a:prstGeom>
                <a:solidFill>
                  <a:srgbClr val="92D050"/>
                </a:solidFill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25" name="Google Shape;3025;p103"/>
                <p:cNvCxnSpPr/>
                <p:nvPr/>
              </p:nvCxnSpPr>
              <p:spPr>
                <a:xfrm flipH="1">
                  <a:off x="2460929" y="3404091"/>
                  <a:ext cx="1" cy="66872"/>
                </a:xfrm>
                <a:prstGeom prst="straightConnector1">
                  <a:avLst/>
                </a:prstGeom>
                <a:solidFill>
                  <a:srgbClr val="92D050"/>
                </a:solidFill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26" name="Google Shape;3026;p103"/>
                <p:cNvCxnSpPr/>
                <p:nvPr/>
              </p:nvCxnSpPr>
              <p:spPr>
                <a:xfrm>
                  <a:off x="1644879" y="3470963"/>
                  <a:ext cx="118412" cy="0"/>
                </a:xfrm>
                <a:prstGeom prst="straightConnector1">
                  <a:avLst/>
                </a:prstGeom>
                <a:solidFill>
                  <a:srgbClr val="92D050"/>
                </a:solidFill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027" name="Google Shape;3027;p103"/>
                <p:cNvSpPr txBox="1"/>
                <p:nvPr/>
              </p:nvSpPr>
              <p:spPr>
                <a:xfrm>
                  <a:off x="1644879" y="3519413"/>
                  <a:ext cx="8421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rgbClr val="007DA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vSAN Compute Cluster</a:t>
                  </a:r>
                  <a:endParaRPr/>
                </a:p>
              </p:txBody>
            </p:sp>
            <p:pic>
              <p:nvPicPr>
                <p:cNvPr id="3028" name="Google Shape;3028;p10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29" name="Google Shape;3029;p10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30" name="Google Shape;3030;p10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031" name="Google Shape;3031;p103"/>
              <p:cNvSpPr txBox="1"/>
              <p:nvPr/>
            </p:nvSpPr>
            <p:spPr>
              <a:xfrm>
                <a:off x="1049334" y="2756788"/>
                <a:ext cx="637375" cy="307777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32" name="Google Shape;3032;p103"/>
            <p:cNvSpPr/>
            <p:nvPr/>
          </p:nvSpPr>
          <p:spPr>
            <a:xfrm>
              <a:off x="2960498" y="1724307"/>
              <a:ext cx="1588068" cy="211477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103"/>
            <p:cNvSpPr/>
            <p:nvPr/>
          </p:nvSpPr>
          <p:spPr>
            <a:xfrm>
              <a:off x="2931849" y="4075152"/>
              <a:ext cx="1588068" cy="210370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0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34" name="Google Shape;3034;p103"/>
            <p:cNvGrpSpPr/>
            <p:nvPr/>
          </p:nvGrpSpPr>
          <p:grpSpPr>
            <a:xfrm>
              <a:off x="5489026" y="639250"/>
              <a:ext cx="1213948" cy="992247"/>
              <a:chOff x="4668276" y="616538"/>
              <a:chExt cx="5149161" cy="3191702"/>
            </a:xfrm>
          </p:grpSpPr>
          <p:cxnSp>
            <p:nvCxnSpPr>
              <p:cNvPr id="3035" name="Google Shape;3035;p103"/>
              <p:cNvCxnSpPr>
                <a:stCxn id="3036" idx="0"/>
              </p:cNvCxnSpPr>
              <p:nvPr/>
            </p:nvCxnSpPr>
            <p:spPr>
              <a:xfrm rot="10800000">
                <a:off x="7191057" y="2318651"/>
                <a:ext cx="14700" cy="5268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037" name="Google Shape;3037;p103"/>
              <p:cNvSpPr/>
              <p:nvPr/>
            </p:nvSpPr>
            <p:spPr>
              <a:xfrm>
                <a:off x="4668276" y="616538"/>
                <a:ext cx="5149161" cy="3191702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Availability Zone 3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38" name="Google Shape;3038;p10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318301" y="1159153"/>
                <a:ext cx="1849107" cy="13064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39" name="Google Shape;3039;p103"/>
            <p:cNvSpPr/>
            <p:nvPr/>
          </p:nvSpPr>
          <p:spPr>
            <a:xfrm>
              <a:off x="7160738" y="1501284"/>
              <a:ext cx="3916322" cy="4898820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Availability Zone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0" name="Google Shape;3040;p103"/>
            <p:cNvGrpSpPr/>
            <p:nvPr/>
          </p:nvGrpSpPr>
          <p:grpSpPr>
            <a:xfrm>
              <a:off x="9220647" y="1718756"/>
              <a:ext cx="1588068" cy="2103702"/>
              <a:chOff x="568587" y="1760665"/>
              <a:chExt cx="1588068" cy="2103702"/>
            </a:xfrm>
          </p:grpSpPr>
          <p:sp>
            <p:nvSpPr>
              <p:cNvPr id="3041" name="Google Shape;3041;p103"/>
              <p:cNvSpPr/>
              <p:nvPr/>
            </p:nvSpPr>
            <p:spPr>
              <a:xfrm>
                <a:off x="568587" y="1760665"/>
                <a:ext cx="1588068" cy="210370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42" name="Google Shape;3042;p103"/>
              <p:cNvGrpSpPr/>
              <p:nvPr/>
            </p:nvGrpSpPr>
            <p:grpSpPr>
              <a:xfrm>
                <a:off x="941523" y="2785024"/>
                <a:ext cx="842197" cy="975616"/>
                <a:chOff x="1644879" y="2790018"/>
                <a:chExt cx="842197" cy="975616"/>
              </a:xfrm>
            </p:grpSpPr>
            <p:cxnSp>
              <p:nvCxnSpPr>
                <p:cNvPr id="3043" name="Google Shape;3043;p103"/>
                <p:cNvCxnSpPr/>
                <p:nvPr/>
              </p:nvCxnSpPr>
              <p:spPr>
                <a:xfrm>
                  <a:off x="1644879" y="3404091"/>
                  <a:ext cx="2635" cy="66872"/>
                </a:xfrm>
                <a:prstGeom prst="straightConnector1">
                  <a:avLst/>
                </a:prstGeom>
                <a:solidFill>
                  <a:srgbClr val="92D050"/>
                </a:solidFill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44" name="Google Shape;3044;p103"/>
                <p:cNvCxnSpPr/>
                <p:nvPr/>
              </p:nvCxnSpPr>
              <p:spPr>
                <a:xfrm>
                  <a:off x="2319971" y="3470961"/>
                  <a:ext cx="140959" cy="0"/>
                </a:xfrm>
                <a:prstGeom prst="straightConnector1">
                  <a:avLst/>
                </a:prstGeom>
                <a:solidFill>
                  <a:srgbClr val="92D050"/>
                </a:solidFill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45" name="Google Shape;3045;p103"/>
                <p:cNvCxnSpPr/>
                <p:nvPr/>
              </p:nvCxnSpPr>
              <p:spPr>
                <a:xfrm flipH="1">
                  <a:off x="2460929" y="3404091"/>
                  <a:ext cx="1" cy="66872"/>
                </a:xfrm>
                <a:prstGeom prst="straightConnector1">
                  <a:avLst/>
                </a:prstGeom>
                <a:solidFill>
                  <a:srgbClr val="92D050"/>
                </a:solidFill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46" name="Google Shape;3046;p103"/>
                <p:cNvCxnSpPr/>
                <p:nvPr/>
              </p:nvCxnSpPr>
              <p:spPr>
                <a:xfrm>
                  <a:off x="1644879" y="3470963"/>
                  <a:ext cx="118412" cy="0"/>
                </a:xfrm>
                <a:prstGeom prst="straightConnector1">
                  <a:avLst/>
                </a:prstGeom>
                <a:solidFill>
                  <a:srgbClr val="92D050"/>
                </a:solidFill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047" name="Google Shape;3047;p103"/>
                <p:cNvSpPr txBox="1"/>
                <p:nvPr/>
              </p:nvSpPr>
              <p:spPr>
                <a:xfrm>
                  <a:off x="1644879" y="3519413"/>
                  <a:ext cx="8421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rgbClr val="007DA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vSAN Compute Cluster</a:t>
                  </a:r>
                  <a:endParaRPr/>
                </a:p>
              </p:txBody>
            </p:sp>
            <p:pic>
              <p:nvPicPr>
                <p:cNvPr id="3048" name="Google Shape;3048;p10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49" name="Google Shape;3049;p10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50" name="Google Shape;3050;p10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051" name="Google Shape;3051;p103"/>
              <p:cNvSpPr txBox="1"/>
              <p:nvPr/>
            </p:nvSpPr>
            <p:spPr>
              <a:xfrm>
                <a:off x="1049334" y="2756788"/>
                <a:ext cx="637375" cy="307777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2" name="Google Shape;3052;p103"/>
            <p:cNvSpPr/>
            <p:nvPr/>
          </p:nvSpPr>
          <p:spPr>
            <a:xfrm>
              <a:off x="7374239" y="4077713"/>
              <a:ext cx="1588068" cy="210370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0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103"/>
            <p:cNvSpPr/>
            <p:nvPr/>
          </p:nvSpPr>
          <p:spPr>
            <a:xfrm>
              <a:off x="211808" y="298450"/>
              <a:ext cx="11623674" cy="6439377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Workload Domain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103"/>
            <p:cNvSpPr/>
            <p:nvPr/>
          </p:nvSpPr>
          <p:spPr>
            <a:xfrm>
              <a:off x="3317812" y="4711159"/>
              <a:ext cx="5217588" cy="13492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5C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5" name="Google Shape;3055;p103"/>
            <p:cNvGrpSpPr/>
            <p:nvPr/>
          </p:nvGrpSpPr>
          <p:grpSpPr>
            <a:xfrm>
              <a:off x="3352414" y="5701162"/>
              <a:ext cx="5129984" cy="326341"/>
              <a:chOff x="3431578" y="3153187"/>
              <a:chExt cx="6028500" cy="340976"/>
            </a:xfrm>
          </p:grpSpPr>
          <p:grpSp>
            <p:nvGrpSpPr>
              <p:cNvPr id="3056" name="Google Shape;3056;p103"/>
              <p:cNvGrpSpPr/>
              <p:nvPr/>
            </p:nvGrpSpPr>
            <p:grpSpPr>
              <a:xfrm>
                <a:off x="3431578" y="3153187"/>
                <a:ext cx="2002400" cy="161506"/>
                <a:chOff x="4926159" y="3780359"/>
                <a:chExt cx="1451245" cy="108831"/>
              </a:xfrm>
            </p:grpSpPr>
            <p:cxnSp>
              <p:nvCxnSpPr>
                <p:cNvPr id="3057" name="Google Shape;3057;p103"/>
                <p:cNvCxnSpPr/>
                <p:nvPr/>
              </p:nvCxnSpPr>
              <p:spPr>
                <a:xfrm>
                  <a:off x="4926159" y="3884312"/>
                  <a:ext cx="1451245" cy="487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58" name="Google Shape;3058;p103"/>
                <p:cNvCxnSpPr/>
                <p:nvPr/>
              </p:nvCxnSpPr>
              <p:spPr>
                <a:xfrm>
                  <a:off x="4926159" y="3780359"/>
                  <a:ext cx="0" cy="103953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3059" name="Google Shape;3059;p103"/>
              <p:cNvSpPr txBox="1"/>
              <p:nvPr/>
            </p:nvSpPr>
            <p:spPr>
              <a:xfrm>
                <a:off x="5540461" y="3172583"/>
                <a:ext cx="1775273" cy="321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007DA3"/>
                    </a:solidFill>
                    <a:latin typeface="Arial"/>
                    <a:ea typeface="Arial"/>
                    <a:cs typeface="Arial"/>
                    <a:sym typeface="Arial"/>
                  </a:rPr>
                  <a:t>vSAN Stretched Compute Cluster</a:t>
                </a:r>
                <a:endParaRPr/>
              </a:p>
            </p:txBody>
          </p:sp>
          <p:grpSp>
            <p:nvGrpSpPr>
              <p:cNvPr id="3060" name="Google Shape;3060;p103"/>
              <p:cNvGrpSpPr/>
              <p:nvPr/>
            </p:nvGrpSpPr>
            <p:grpSpPr>
              <a:xfrm>
                <a:off x="7328791" y="3172062"/>
                <a:ext cx="2131287" cy="142635"/>
                <a:chOff x="5826458" y="4055392"/>
                <a:chExt cx="1432271" cy="141037"/>
              </a:xfrm>
            </p:grpSpPr>
            <p:cxnSp>
              <p:nvCxnSpPr>
                <p:cNvPr id="3061" name="Google Shape;3061;p103"/>
                <p:cNvCxnSpPr/>
                <p:nvPr/>
              </p:nvCxnSpPr>
              <p:spPr>
                <a:xfrm>
                  <a:off x="5826458" y="4196429"/>
                  <a:ext cx="143227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62" name="Google Shape;3062;p103"/>
                <p:cNvCxnSpPr/>
                <p:nvPr/>
              </p:nvCxnSpPr>
              <p:spPr>
                <a:xfrm rot="10800000">
                  <a:off x="7258729" y="4055392"/>
                  <a:ext cx="0" cy="141037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</p:grpSp>
        <p:cxnSp>
          <p:nvCxnSpPr>
            <p:cNvPr id="3063" name="Google Shape;3063;p103"/>
            <p:cNvCxnSpPr>
              <a:endCxn id="3036" idx="1"/>
            </p:cNvCxnSpPr>
            <p:nvPr/>
          </p:nvCxnSpPr>
          <p:spPr>
            <a:xfrm rot="10800000" flipH="1">
              <a:off x="3974159" y="1423878"/>
              <a:ext cx="2014200" cy="63660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3064" name="Google Shape;3064;p103"/>
            <p:cNvCxnSpPr/>
            <p:nvPr/>
          </p:nvCxnSpPr>
          <p:spPr>
            <a:xfrm>
              <a:off x="2191486" y="2020936"/>
              <a:ext cx="1284503" cy="0"/>
            </a:xfrm>
            <a:prstGeom prst="straightConnector1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3065" name="Google Shape;3065;p103"/>
            <p:cNvCxnSpPr>
              <a:stCxn id="3066" idx="1"/>
              <a:endCxn id="3067" idx="1"/>
            </p:cNvCxnSpPr>
            <p:nvPr/>
          </p:nvCxnSpPr>
          <p:spPr>
            <a:xfrm rot="10800000" flipH="1">
              <a:off x="3463289" y="2064259"/>
              <a:ext cx="600" cy="2358000"/>
            </a:xfrm>
            <a:prstGeom prst="bentConnector3">
              <a:avLst>
                <a:gd name="adj1" fmla="val 2993645"/>
              </a:avLst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grpSp>
          <p:nvGrpSpPr>
            <p:cNvPr id="3068" name="Google Shape;3068;p103"/>
            <p:cNvGrpSpPr/>
            <p:nvPr/>
          </p:nvGrpSpPr>
          <p:grpSpPr>
            <a:xfrm>
              <a:off x="3409078" y="5088403"/>
              <a:ext cx="597115" cy="524148"/>
              <a:chOff x="1774651" y="2790018"/>
              <a:chExt cx="597115" cy="524148"/>
            </a:xfrm>
          </p:grpSpPr>
          <p:pic>
            <p:nvPicPr>
              <p:cNvPr id="3069" name="Google Shape;3069;p10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783691" y="3167113"/>
                <a:ext cx="588075" cy="1470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70" name="Google Shape;3070;p10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783691" y="2970372"/>
                <a:ext cx="588075" cy="1470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71" name="Google Shape;3071;p10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774651" y="2790018"/>
                <a:ext cx="588075" cy="14705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72" name="Google Shape;3072;p103"/>
            <p:cNvSpPr txBox="1"/>
            <p:nvPr/>
          </p:nvSpPr>
          <p:spPr>
            <a:xfrm>
              <a:off x="3352414" y="5062091"/>
              <a:ext cx="694040" cy="307777"/>
            </a:xfrm>
            <a:prstGeom prst="rect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103"/>
            <p:cNvSpPr txBox="1"/>
            <p:nvPr/>
          </p:nvSpPr>
          <p:spPr>
            <a:xfrm>
              <a:off x="7827063" y="5064471"/>
              <a:ext cx="637375" cy="307777"/>
            </a:xfrm>
            <a:prstGeom prst="rect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103"/>
            <p:cNvSpPr/>
            <p:nvPr/>
          </p:nvSpPr>
          <p:spPr>
            <a:xfrm>
              <a:off x="7364019" y="1726868"/>
              <a:ext cx="1588068" cy="211477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Rack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5" name="Google Shape;3075;p103"/>
            <p:cNvGrpSpPr/>
            <p:nvPr/>
          </p:nvGrpSpPr>
          <p:grpSpPr>
            <a:xfrm>
              <a:off x="7851468" y="5090964"/>
              <a:ext cx="597115" cy="524148"/>
              <a:chOff x="1774651" y="2790018"/>
              <a:chExt cx="597115" cy="524148"/>
            </a:xfrm>
          </p:grpSpPr>
          <p:pic>
            <p:nvPicPr>
              <p:cNvPr id="3076" name="Google Shape;3076;p10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783691" y="3167113"/>
                <a:ext cx="588075" cy="1470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77" name="Google Shape;3077;p10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783691" y="2970372"/>
                <a:ext cx="588075" cy="1470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78" name="Google Shape;3078;p10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774651" y="2790018"/>
                <a:ext cx="588075" cy="14705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3079" name="Google Shape;3079;p103"/>
            <p:cNvCxnSpPr>
              <a:stCxn id="3080" idx="1"/>
              <a:endCxn id="3036" idx="3"/>
            </p:cNvCxnSpPr>
            <p:nvPr/>
          </p:nvCxnSpPr>
          <p:spPr>
            <a:xfrm rot="10800000">
              <a:off x="6186268" y="1423892"/>
              <a:ext cx="1700700" cy="64800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3081" name="Google Shape;3081;p103"/>
            <p:cNvCxnSpPr/>
            <p:nvPr/>
          </p:nvCxnSpPr>
          <p:spPr>
            <a:xfrm>
              <a:off x="8384532" y="2020936"/>
              <a:ext cx="1364373" cy="0"/>
            </a:xfrm>
            <a:prstGeom prst="straightConnector1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3082" name="Google Shape;3082;p103"/>
            <p:cNvCxnSpPr>
              <a:stCxn id="3083" idx="3"/>
              <a:endCxn id="3080" idx="3"/>
            </p:cNvCxnSpPr>
            <p:nvPr/>
          </p:nvCxnSpPr>
          <p:spPr>
            <a:xfrm rot="10800000">
              <a:off x="8385706" y="2071884"/>
              <a:ext cx="25200" cy="2356800"/>
            </a:xfrm>
            <a:prstGeom prst="bentConnector3">
              <a:avLst>
                <a:gd name="adj1" fmla="val -1545956"/>
              </a:avLst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3084" name="Google Shape;3084;p103"/>
            <p:cNvSpPr/>
            <p:nvPr/>
          </p:nvSpPr>
          <p:spPr>
            <a:xfrm>
              <a:off x="3264080" y="2365870"/>
              <a:ext cx="5372452" cy="13492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5C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5" name="Google Shape;3085;p103"/>
            <p:cNvGrpSpPr/>
            <p:nvPr/>
          </p:nvGrpSpPr>
          <p:grpSpPr>
            <a:xfrm>
              <a:off x="3380458" y="2732007"/>
              <a:ext cx="771877" cy="668851"/>
              <a:chOff x="1452313" y="2145349"/>
              <a:chExt cx="771877" cy="668851"/>
            </a:xfrm>
          </p:grpSpPr>
          <p:grpSp>
            <p:nvGrpSpPr>
              <p:cNvPr id="3086" name="Google Shape;3086;p103"/>
              <p:cNvGrpSpPr/>
              <p:nvPr/>
            </p:nvGrpSpPr>
            <p:grpSpPr>
              <a:xfrm>
                <a:off x="1468761" y="2625070"/>
                <a:ext cx="147903" cy="189130"/>
                <a:chOff x="4981901" y="4775634"/>
                <a:chExt cx="846903" cy="706016"/>
              </a:xfrm>
            </p:grpSpPr>
            <p:sp>
              <p:nvSpPr>
                <p:cNvPr id="3087" name="Google Shape;3087;p103"/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8" name="Google Shape;3088;p103"/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9" name="Google Shape;3089;p103"/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0" name="Google Shape;3090;p103"/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70368" extrusionOk="0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91" name="Google Shape;3091;p103"/>
              <p:cNvGrpSpPr/>
              <p:nvPr/>
            </p:nvGrpSpPr>
            <p:grpSpPr>
              <a:xfrm>
                <a:off x="1652299" y="2625070"/>
                <a:ext cx="147903" cy="189130"/>
                <a:chOff x="4981901" y="4775634"/>
                <a:chExt cx="846903" cy="706016"/>
              </a:xfrm>
            </p:grpSpPr>
            <p:sp>
              <p:nvSpPr>
                <p:cNvPr id="3092" name="Google Shape;3092;p103"/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3" name="Google Shape;3093;p103"/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4" name="Google Shape;3094;p103"/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5" name="Google Shape;3095;p103"/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70368" extrusionOk="0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96" name="Google Shape;3096;p103"/>
              <p:cNvGrpSpPr/>
              <p:nvPr/>
            </p:nvGrpSpPr>
            <p:grpSpPr>
              <a:xfrm>
                <a:off x="1838252" y="2625070"/>
                <a:ext cx="147903" cy="189130"/>
                <a:chOff x="4981901" y="4775634"/>
                <a:chExt cx="846903" cy="706016"/>
              </a:xfrm>
            </p:grpSpPr>
            <p:sp>
              <p:nvSpPr>
                <p:cNvPr id="3097" name="Google Shape;3097;p103"/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8" name="Google Shape;3098;p103"/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9" name="Google Shape;3099;p103"/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0" name="Google Shape;3100;p103"/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70368" extrusionOk="0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01" name="Google Shape;3101;p103"/>
              <p:cNvGrpSpPr/>
              <p:nvPr/>
            </p:nvGrpSpPr>
            <p:grpSpPr>
              <a:xfrm>
                <a:off x="2028645" y="2625070"/>
                <a:ext cx="147903" cy="189130"/>
                <a:chOff x="4981901" y="4775634"/>
                <a:chExt cx="846903" cy="706016"/>
              </a:xfrm>
            </p:grpSpPr>
            <p:sp>
              <p:nvSpPr>
                <p:cNvPr id="3102" name="Google Shape;3102;p103"/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3" name="Google Shape;3103;p103"/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4" name="Google Shape;3104;p103"/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5" name="Google Shape;3105;p103"/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70368" extrusionOk="0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06" name="Google Shape;3106;p103"/>
              <p:cNvGrpSpPr/>
              <p:nvPr/>
            </p:nvGrpSpPr>
            <p:grpSpPr>
              <a:xfrm>
                <a:off x="1452313" y="2145349"/>
                <a:ext cx="771877" cy="417949"/>
                <a:chOff x="4987028" y="3247456"/>
                <a:chExt cx="900000" cy="473040"/>
              </a:xfrm>
            </p:grpSpPr>
            <p:grpSp>
              <p:nvGrpSpPr>
                <p:cNvPr id="3107" name="Google Shape;3107;p103"/>
                <p:cNvGrpSpPr/>
                <p:nvPr/>
              </p:nvGrpSpPr>
              <p:grpSpPr>
                <a:xfrm>
                  <a:off x="4987028" y="3592079"/>
                  <a:ext cx="900000" cy="128417"/>
                  <a:chOff x="5030904" y="4970294"/>
                  <a:chExt cx="1917765" cy="244827"/>
                </a:xfrm>
              </p:grpSpPr>
              <p:pic>
                <p:nvPicPr>
                  <p:cNvPr id="3108" name="Google Shape;3108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5030904" y="4970294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09" name="Google Shape;3109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6028705" y="4970294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10" name="Google Shape;3110;p103"/>
                <p:cNvGrpSpPr/>
                <p:nvPr/>
              </p:nvGrpSpPr>
              <p:grpSpPr>
                <a:xfrm>
                  <a:off x="4987028" y="3419263"/>
                  <a:ext cx="900000" cy="128417"/>
                  <a:chOff x="5030904" y="4640821"/>
                  <a:chExt cx="1917765" cy="244827"/>
                </a:xfrm>
              </p:grpSpPr>
              <p:pic>
                <p:nvPicPr>
                  <p:cNvPr id="3111" name="Google Shape;3111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12" name="Google Shape;3112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13" name="Google Shape;3113;p103"/>
                <p:cNvGrpSpPr/>
                <p:nvPr/>
              </p:nvGrpSpPr>
              <p:grpSpPr>
                <a:xfrm>
                  <a:off x="4987028" y="3247456"/>
                  <a:ext cx="900000" cy="128417"/>
                  <a:chOff x="5030904" y="4640821"/>
                  <a:chExt cx="1917765" cy="244827"/>
                </a:xfrm>
              </p:grpSpPr>
              <p:pic>
                <p:nvPicPr>
                  <p:cNvPr id="3114" name="Google Shape;3114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15" name="Google Shape;3115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116" name="Google Shape;3116;p103"/>
            <p:cNvGrpSpPr/>
            <p:nvPr/>
          </p:nvGrpSpPr>
          <p:grpSpPr>
            <a:xfrm>
              <a:off x="7783979" y="2734568"/>
              <a:ext cx="771877" cy="668851"/>
              <a:chOff x="1452313" y="2145349"/>
              <a:chExt cx="771877" cy="668851"/>
            </a:xfrm>
          </p:grpSpPr>
          <p:grpSp>
            <p:nvGrpSpPr>
              <p:cNvPr id="3117" name="Google Shape;3117;p103"/>
              <p:cNvGrpSpPr/>
              <p:nvPr/>
            </p:nvGrpSpPr>
            <p:grpSpPr>
              <a:xfrm>
                <a:off x="1468761" y="2625070"/>
                <a:ext cx="147903" cy="189130"/>
                <a:chOff x="4981901" y="4775634"/>
                <a:chExt cx="846903" cy="706016"/>
              </a:xfrm>
            </p:grpSpPr>
            <p:sp>
              <p:nvSpPr>
                <p:cNvPr id="3118" name="Google Shape;3118;p103"/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9" name="Google Shape;3119;p103"/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0" name="Google Shape;3120;p103"/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1" name="Google Shape;3121;p103"/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70368" extrusionOk="0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22" name="Google Shape;3122;p103"/>
              <p:cNvGrpSpPr/>
              <p:nvPr/>
            </p:nvGrpSpPr>
            <p:grpSpPr>
              <a:xfrm>
                <a:off x="1652299" y="2625070"/>
                <a:ext cx="147903" cy="189130"/>
                <a:chOff x="4981901" y="4775634"/>
                <a:chExt cx="846903" cy="706016"/>
              </a:xfrm>
            </p:grpSpPr>
            <p:sp>
              <p:nvSpPr>
                <p:cNvPr id="3123" name="Google Shape;3123;p103"/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4" name="Google Shape;3124;p103"/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103"/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6" name="Google Shape;3126;p103"/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70368" extrusionOk="0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27" name="Google Shape;3127;p103"/>
              <p:cNvGrpSpPr/>
              <p:nvPr/>
            </p:nvGrpSpPr>
            <p:grpSpPr>
              <a:xfrm>
                <a:off x="1838252" y="2625070"/>
                <a:ext cx="147903" cy="189130"/>
                <a:chOff x="4981901" y="4775634"/>
                <a:chExt cx="846903" cy="706016"/>
              </a:xfrm>
            </p:grpSpPr>
            <p:sp>
              <p:nvSpPr>
                <p:cNvPr id="3128" name="Google Shape;3128;p103"/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9" name="Google Shape;3129;p103"/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0" name="Google Shape;3130;p103"/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1" name="Google Shape;3131;p103"/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70368" extrusionOk="0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32" name="Google Shape;3132;p103"/>
              <p:cNvGrpSpPr/>
              <p:nvPr/>
            </p:nvGrpSpPr>
            <p:grpSpPr>
              <a:xfrm>
                <a:off x="2028645" y="2625070"/>
                <a:ext cx="147903" cy="189130"/>
                <a:chOff x="4981901" y="4775634"/>
                <a:chExt cx="846903" cy="706016"/>
              </a:xfrm>
            </p:grpSpPr>
            <p:sp>
              <p:nvSpPr>
                <p:cNvPr id="3133" name="Google Shape;3133;p103"/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4" name="Google Shape;3134;p103"/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103"/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67212" extrusionOk="0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6" name="Google Shape;3136;p103"/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04" h="70368" extrusionOk="0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37" name="Google Shape;3137;p103"/>
              <p:cNvGrpSpPr/>
              <p:nvPr/>
            </p:nvGrpSpPr>
            <p:grpSpPr>
              <a:xfrm>
                <a:off x="1452313" y="2145349"/>
                <a:ext cx="771877" cy="417949"/>
                <a:chOff x="4987028" y="3247456"/>
                <a:chExt cx="900000" cy="473040"/>
              </a:xfrm>
            </p:grpSpPr>
            <p:grpSp>
              <p:nvGrpSpPr>
                <p:cNvPr id="3138" name="Google Shape;3138;p103"/>
                <p:cNvGrpSpPr/>
                <p:nvPr/>
              </p:nvGrpSpPr>
              <p:grpSpPr>
                <a:xfrm>
                  <a:off x="4987028" y="3592079"/>
                  <a:ext cx="900000" cy="128417"/>
                  <a:chOff x="5030904" y="4970294"/>
                  <a:chExt cx="1917765" cy="244827"/>
                </a:xfrm>
              </p:grpSpPr>
              <p:pic>
                <p:nvPicPr>
                  <p:cNvPr id="3139" name="Google Shape;3139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5030904" y="4970294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40" name="Google Shape;3140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6028705" y="4970294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41" name="Google Shape;3141;p103"/>
                <p:cNvGrpSpPr/>
                <p:nvPr/>
              </p:nvGrpSpPr>
              <p:grpSpPr>
                <a:xfrm>
                  <a:off x="4987028" y="3419263"/>
                  <a:ext cx="900000" cy="128417"/>
                  <a:chOff x="5030904" y="4640821"/>
                  <a:chExt cx="1917765" cy="244827"/>
                </a:xfrm>
              </p:grpSpPr>
              <p:pic>
                <p:nvPicPr>
                  <p:cNvPr id="3142" name="Google Shape;3142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43" name="Google Shape;3143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44" name="Google Shape;3144;p103"/>
                <p:cNvGrpSpPr/>
                <p:nvPr/>
              </p:nvGrpSpPr>
              <p:grpSpPr>
                <a:xfrm>
                  <a:off x="4987028" y="3247456"/>
                  <a:ext cx="900000" cy="128417"/>
                  <a:chOff x="5030904" y="4640821"/>
                  <a:chExt cx="1917765" cy="244827"/>
                </a:xfrm>
              </p:grpSpPr>
              <p:pic>
                <p:nvPicPr>
                  <p:cNvPr id="3145" name="Google Shape;3145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46" name="Google Shape;3146;p10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sp>
          <p:nvSpPr>
            <p:cNvPr id="3147" name="Google Shape;3147;p103"/>
            <p:cNvSpPr txBox="1"/>
            <p:nvPr/>
          </p:nvSpPr>
          <p:spPr>
            <a:xfrm>
              <a:off x="3352413" y="2698310"/>
              <a:ext cx="824678" cy="307777"/>
            </a:xfrm>
            <a:prstGeom prst="rect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8" name="Google Shape;3148;p103"/>
            <p:cNvSpPr txBox="1"/>
            <p:nvPr/>
          </p:nvSpPr>
          <p:spPr>
            <a:xfrm>
              <a:off x="7743257" y="2693354"/>
              <a:ext cx="824678" cy="307777"/>
            </a:xfrm>
            <a:prstGeom prst="rect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9" name="Google Shape;3149;p103"/>
            <p:cNvGrpSpPr/>
            <p:nvPr/>
          </p:nvGrpSpPr>
          <p:grpSpPr>
            <a:xfrm>
              <a:off x="3319367" y="3314472"/>
              <a:ext cx="5261877" cy="308275"/>
              <a:chOff x="3276585" y="3172062"/>
              <a:chExt cx="6183493" cy="322100"/>
            </a:xfrm>
          </p:grpSpPr>
          <p:grpSp>
            <p:nvGrpSpPr>
              <p:cNvPr id="3150" name="Google Shape;3150;p103"/>
              <p:cNvGrpSpPr/>
              <p:nvPr/>
            </p:nvGrpSpPr>
            <p:grpSpPr>
              <a:xfrm>
                <a:off x="3276585" y="3172062"/>
                <a:ext cx="2157390" cy="142637"/>
                <a:chOff x="4813829" y="3793074"/>
                <a:chExt cx="1563575" cy="96116"/>
              </a:xfrm>
            </p:grpSpPr>
            <p:cxnSp>
              <p:nvCxnSpPr>
                <p:cNvPr id="3151" name="Google Shape;3151;p103"/>
                <p:cNvCxnSpPr/>
                <p:nvPr/>
              </p:nvCxnSpPr>
              <p:spPr>
                <a:xfrm>
                  <a:off x="4813829" y="3889190"/>
                  <a:ext cx="1563575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52" name="Google Shape;3152;p103"/>
                <p:cNvCxnSpPr/>
                <p:nvPr/>
              </p:nvCxnSpPr>
              <p:spPr>
                <a:xfrm>
                  <a:off x="4821013" y="3793074"/>
                  <a:ext cx="1680" cy="96116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3153" name="Google Shape;3153;p103"/>
              <p:cNvSpPr txBox="1"/>
              <p:nvPr/>
            </p:nvSpPr>
            <p:spPr>
              <a:xfrm>
                <a:off x="5540461" y="3172582"/>
                <a:ext cx="1775273" cy="32158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005C8A"/>
                    </a:solidFill>
                    <a:latin typeface="Arial"/>
                    <a:ea typeface="Arial"/>
                    <a:cs typeface="Arial"/>
                    <a:sym typeface="Arial"/>
                  </a:rPr>
                  <a:t>vSAN Stretched Storage Cluster</a:t>
                </a:r>
                <a:endParaRPr/>
              </a:p>
            </p:txBody>
          </p:sp>
          <p:grpSp>
            <p:nvGrpSpPr>
              <p:cNvPr id="3154" name="Google Shape;3154;p103"/>
              <p:cNvGrpSpPr/>
              <p:nvPr/>
            </p:nvGrpSpPr>
            <p:grpSpPr>
              <a:xfrm>
                <a:off x="7328791" y="3172062"/>
                <a:ext cx="2131287" cy="142635"/>
                <a:chOff x="5826458" y="4055392"/>
                <a:chExt cx="1432271" cy="141037"/>
              </a:xfrm>
            </p:grpSpPr>
            <p:cxnSp>
              <p:nvCxnSpPr>
                <p:cNvPr id="3155" name="Google Shape;3155;p103"/>
                <p:cNvCxnSpPr/>
                <p:nvPr/>
              </p:nvCxnSpPr>
              <p:spPr>
                <a:xfrm>
                  <a:off x="5826458" y="4196429"/>
                  <a:ext cx="143227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56" name="Google Shape;3156;p103"/>
                <p:cNvCxnSpPr/>
                <p:nvPr/>
              </p:nvCxnSpPr>
              <p:spPr>
                <a:xfrm rot="10800000">
                  <a:off x="7258729" y="4055392"/>
                  <a:ext cx="0" cy="141037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3157" name="Google Shape;3157;p103"/>
            <p:cNvGrpSpPr/>
            <p:nvPr/>
          </p:nvGrpSpPr>
          <p:grpSpPr>
            <a:xfrm>
              <a:off x="1686746" y="1980752"/>
              <a:ext cx="498734" cy="723019"/>
              <a:chOff x="3391157" y="3797947"/>
              <a:chExt cx="498734" cy="723019"/>
            </a:xfrm>
          </p:grpSpPr>
          <p:cxnSp>
            <p:nvCxnSpPr>
              <p:cNvPr id="3158" name="Google Shape;3158;p103"/>
              <p:cNvCxnSpPr>
                <a:stCxn id="3159" idx="2"/>
              </p:cNvCxnSpPr>
              <p:nvPr/>
            </p:nvCxnSpPr>
            <p:spPr>
              <a:xfrm>
                <a:off x="3528443" y="3986027"/>
                <a:ext cx="0" cy="534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159" name="Google Shape;3159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60" name="Google Shape;3160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61" name="Google Shape;3161;p103"/>
              <p:cNvCxnSpPr/>
              <p:nvPr/>
            </p:nvCxnSpPr>
            <p:spPr>
              <a:xfrm flipH="1">
                <a:off x="3764622" y="3986027"/>
                <a:ext cx="10131" cy="534939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162" name="Google Shape;3162;p103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3" name="Google Shape;3163;p103"/>
            <p:cNvGrpSpPr/>
            <p:nvPr/>
          </p:nvGrpSpPr>
          <p:grpSpPr>
            <a:xfrm>
              <a:off x="3463289" y="1970335"/>
              <a:ext cx="498734" cy="723019"/>
              <a:chOff x="3391157" y="3797947"/>
              <a:chExt cx="498734" cy="723019"/>
            </a:xfrm>
          </p:grpSpPr>
          <p:cxnSp>
            <p:nvCxnSpPr>
              <p:cNvPr id="3164" name="Google Shape;3164;p103"/>
              <p:cNvCxnSpPr>
                <a:stCxn id="3165" idx="2"/>
              </p:cNvCxnSpPr>
              <p:nvPr/>
            </p:nvCxnSpPr>
            <p:spPr>
              <a:xfrm>
                <a:off x="3528443" y="3986027"/>
                <a:ext cx="0" cy="534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165" name="Google Shape;3165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66" name="Google Shape;3166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67" name="Google Shape;3167;p103"/>
              <p:cNvCxnSpPr/>
              <p:nvPr/>
            </p:nvCxnSpPr>
            <p:spPr>
              <a:xfrm flipH="1">
                <a:off x="3764622" y="3986027"/>
                <a:ext cx="10131" cy="534939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067" name="Google Shape;3067;p103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8" name="Google Shape;3168;p103"/>
            <p:cNvGrpSpPr/>
            <p:nvPr/>
          </p:nvGrpSpPr>
          <p:grpSpPr>
            <a:xfrm>
              <a:off x="7886968" y="1977852"/>
              <a:ext cx="498734" cy="723019"/>
              <a:chOff x="3391157" y="3797947"/>
              <a:chExt cx="498734" cy="723019"/>
            </a:xfrm>
          </p:grpSpPr>
          <p:cxnSp>
            <p:nvCxnSpPr>
              <p:cNvPr id="3169" name="Google Shape;3169;p103"/>
              <p:cNvCxnSpPr>
                <a:stCxn id="3170" idx="2"/>
              </p:cNvCxnSpPr>
              <p:nvPr/>
            </p:nvCxnSpPr>
            <p:spPr>
              <a:xfrm>
                <a:off x="3528443" y="3986027"/>
                <a:ext cx="0" cy="534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170" name="Google Shape;3170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71" name="Google Shape;3171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72" name="Google Shape;3172;p103"/>
              <p:cNvCxnSpPr/>
              <p:nvPr/>
            </p:nvCxnSpPr>
            <p:spPr>
              <a:xfrm flipH="1">
                <a:off x="3764622" y="3986027"/>
                <a:ext cx="10131" cy="534939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080" name="Google Shape;3080;p103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3" name="Google Shape;3173;p103"/>
            <p:cNvGrpSpPr/>
            <p:nvPr/>
          </p:nvGrpSpPr>
          <p:grpSpPr>
            <a:xfrm>
              <a:off x="3463289" y="4328219"/>
              <a:ext cx="498734" cy="723019"/>
              <a:chOff x="3391157" y="3797947"/>
              <a:chExt cx="498734" cy="723019"/>
            </a:xfrm>
          </p:grpSpPr>
          <p:cxnSp>
            <p:nvCxnSpPr>
              <p:cNvPr id="3174" name="Google Shape;3174;p103"/>
              <p:cNvCxnSpPr>
                <a:stCxn id="3175" idx="2"/>
              </p:cNvCxnSpPr>
              <p:nvPr/>
            </p:nvCxnSpPr>
            <p:spPr>
              <a:xfrm>
                <a:off x="3528443" y="3986027"/>
                <a:ext cx="0" cy="534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175" name="Google Shape;3175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76" name="Google Shape;3176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77" name="Google Shape;3177;p103"/>
              <p:cNvCxnSpPr/>
              <p:nvPr/>
            </p:nvCxnSpPr>
            <p:spPr>
              <a:xfrm flipH="1">
                <a:off x="3764622" y="3986027"/>
                <a:ext cx="10131" cy="534939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066" name="Google Shape;3066;p103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8" name="Google Shape;3178;p103"/>
            <p:cNvGrpSpPr/>
            <p:nvPr/>
          </p:nvGrpSpPr>
          <p:grpSpPr>
            <a:xfrm>
              <a:off x="7912172" y="4334644"/>
              <a:ext cx="498734" cy="723019"/>
              <a:chOff x="3391157" y="3797947"/>
              <a:chExt cx="498734" cy="723019"/>
            </a:xfrm>
          </p:grpSpPr>
          <p:cxnSp>
            <p:nvCxnSpPr>
              <p:cNvPr id="3179" name="Google Shape;3179;p103"/>
              <p:cNvCxnSpPr>
                <a:stCxn id="3180" idx="2"/>
              </p:cNvCxnSpPr>
              <p:nvPr/>
            </p:nvCxnSpPr>
            <p:spPr>
              <a:xfrm>
                <a:off x="3528443" y="3986027"/>
                <a:ext cx="0" cy="534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180" name="Google Shape;3180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81" name="Google Shape;3181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82" name="Google Shape;3182;p103"/>
              <p:cNvCxnSpPr/>
              <p:nvPr/>
            </p:nvCxnSpPr>
            <p:spPr>
              <a:xfrm flipH="1">
                <a:off x="3764622" y="3986027"/>
                <a:ext cx="10131" cy="534939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083" name="Google Shape;3083;p103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3" name="Google Shape;3183;p103"/>
            <p:cNvGrpSpPr/>
            <p:nvPr/>
          </p:nvGrpSpPr>
          <p:grpSpPr>
            <a:xfrm>
              <a:off x="9748905" y="1991860"/>
              <a:ext cx="498734" cy="723019"/>
              <a:chOff x="3391157" y="3797947"/>
              <a:chExt cx="498734" cy="723019"/>
            </a:xfrm>
          </p:grpSpPr>
          <p:cxnSp>
            <p:nvCxnSpPr>
              <p:cNvPr id="3184" name="Google Shape;3184;p103"/>
              <p:cNvCxnSpPr>
                <a:stCxn id="3185" idx="2"/>
              </p:cNvCxnSpPr>
              <p:nvPr/>
            </p:nvCxnSpPr>
            <p:spPr>
              <a:xfrm>
                <a:off x="3528443" y="3986027"/>
                <a:ext cx="0" cy="534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185" name="Google Shape;3185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86" name="Google Shape;3186;p10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87" name="Google Shape;3187;p103"/>
              <p:cNvCxnSpPr/>
              <p:nvPr/>
            </p:nvCxnSpPr>
            <p:spPr>
              <a:xfrm flipH="1">
                <a:off x="3764622" y="3986027"/>
                <a:ext cx="10131" cy="534939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188" name="Google Shape;3188;p103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36" name="Google Shape;3036;p10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988359" y="1332182"/>
              <a:ext cx="197789" cy="1833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89" name="Google Shape;3189;p103"/>
          <p:cNvSpPr txBox="1"/>
          <p:nvPr/>
        </p:nvSpPr>
        <p:spPr>
          <a:xfrm>
            <a:off x="7122599" y="-230625"/>
            <a:ext cx="5522032" cy="5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vSAN Stretched-Storage and compute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p104"/>
          <p:cNvSpPr txBox="1"/>
          <p:nvPr/>
        </p:nvSpPr>
        <p:spPr>
          <a:xfrm>
            <a:off x="7052767" y="48172"/>
            <a:ext cx="5522032" cy="5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vSAN stretched-compute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6" name="Google Shape;3196;p104"/>
          <p:cNvGrpSpPr/>
          <p:nvPr/>
        </p:nvGrpSpPr>
        <p:grpSpPr>
          <a:xfrm>
            <a:off x="2348887" y="1353091"/>
            <a:ext cx="7579926" cy="4151819"/>
            <a:chOff x="2349500" y="1352550"/>
            <a:chExt cx="7581900" cy="4152900"/>
          </a:xfrm>
        </p:grpSpPr>
        <p:sp>
          <p:nvSpPr>
            <p:cNvPr id="3197" name="Google Shape;3197;p104"/>
            <p:cNvSpPr/>
            <p:nvPr/>
          </p:nvSpPr>
          <p:spPr>
            <a:xfrm>
              <a:off x="2349500" y="1352550"/>
              <a:ext cx="7581900" cy="41529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98" name="Google Shape;3198;p104"/>
            <p:cNvGrpSpPr/>
            <p:nvPr/>
          </p:nvGrpSpPr>
          <p:grpSpPr>
            <a:xfrm>
              <a:off x="2495549" y="1689100"/>
              <a:ext cx="7169151" cy="3740627"/>
              <a:chOff x="2359068" y="2997200"/>
              <a:chExt cx="7169151" cy="3740627"/>
            </a:xfrm>
          </p:grpSpPr>
          <p:sp>
            <p:nvSpPr>
              <p:cNvPr id="3199" name="Google Shape;3199;p104"/>
              <p:cNvSpPr/>
              <p:nvPr/>
            </p:nvSpPr>
            <p:spPr>
              <a:xfrm>
                <a:off x="2635454" y="3392634"/>
                <a:ext cx="2148410" cy="3007470"/>
              </a:xfrm>
              <a:prstGeom prst="rect">
                <a:avLst/>
              </a:prstGeom>
              <a:solidFill>
                <a:schemeClr val="lt1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Availability Zone 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0" name="Google Shape;3200;p104"/>
              <p:cNvSpPr/>
              <p:nvPr/>
            </p:nvSpPr>
            <p:spPr>
              <a:xfrm>
                <a:off x="2931849" y="4075152"/>
                <a:ext cx="1588068" cy="210370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1" name="Google Shape;3201;p104"/>
              <p:cNvSpPr/>
              <p:nvPr/>
            </p:nvSpPr>
            <p:spPr>
              <a:xfrm>
                <a:off x="7084625" y="3392634"/>
                <a:ext cx="2148411" cy="3007470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Availability Zone 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2" name="Google Shape;3202;p104"/>
              <p:cNvSpPr/>
              <p:nvPr/>
            </p:nvSpPr>
            <p:spPr>
              <a:xfrm>
                <a:off x="7374239" y="4077713"/>
                <a:ext cx="1588068" cy="2103702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3" name="Google Shape;3203;p104"/>
              <p:cNvSpPr/>
              <p:nvPr/>
            </p:nvSpPr>
            <p:spPr>
              <a:xfrm>
                <a:off x="2359068" y="2997200"/>
                <a:ext cx="7169151" cy="3740627"/>
              </a:xfrm>
              <a:prstGeom prst="rect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Domain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4" name="Google Shape;3204;p104"/>
              <p:cNvSpPr/>
              <p:nvPr/>
            </p:nvSpPr>
            <p:spPr>
              <a:xfrm>
                <a:off x="3317812" y="4711159"/>
                <a:ext cx="5213457" cy="134929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5C8A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05" name="Google Shape;3205;p104"/>
              <p:cNvGrpSpPr/>
              <p:nvPr/>
            </p:nvGrpSpPr>
            <p:grpSpPr>
              <a:xfrm>
                <a:off x="3352414" y="5701162"/>
                <a:ext cx="5129984" cy="326341"/>
                <a:chOff x="3431578" y="3153187"/>
                <a:chExt cx="6028500" cy="340976"/>
              </a:xfrm>
            </p:grpSpPr>
            <p:grpSp>
              <p:nvGrpSpPr>
                <p:cNvPr id="3206" name="Google Shape;3206;p104"/>
                <p:cNvGrpSpPr/>
                <p:nvPr/>
              </p:nvGrpSpPr>
              <p:grpSpPr>
                <a:xfrm>
                  <a:off x="3431578" y="3153187"/>
                  <a:ext cx="2002400" cy="161506"/>
                  <a:chOff x="4926159" y="3780359"/>
                  <a:chExt cx="1451245" cy="108831"/>
                </a:xfrm>
              </p:grpSpPr>
              <p:cxnSp>
                <p:nvCxnSpPr>
                  <p:cNvPr id="3207" name="Google Shape;3207;p104"/>
                  <p:cNvCxnSpPr/>
                  <p:nvPr/>
                </p:nvCxnSpPr>
                <p:spPr>
                  <a:xfrm>
                    <a:off x="4926159" y="3884312"/>
                    <a:ext cx="1451245" cy="487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007DA3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208" name="Google Shape;3208;p104"/>
                  <p:cNvCxnSpPr/>
                  <p:nvPr/>
                </p:nvCxnSpPr>
                <p:spPr>
                  <a:xfrm>
                    <a:off x="4926159" y="3780359"/>
                    <a:ext cx="0" cy="103953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007DA3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209" name="Google Shape;3209;p104"/>
                <p:cNvSpPr txBox="1"/>
                <p:nvPr/>
              </p:nvSpPr>
              <p:spPr>
                <a:xfrm>
                  <a:off x="5540461" y="3172583"/>
                  <a:ext cx="1775273" cy="3215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007DA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vSAN Stretched Compute Cluster</a:t>
                  </a:r>
                  <a:endParaRPr/>
                </a:p>
              </p:txBody>
            </p:sp>
            <p:grpSp>
              <p:nvGrpSpPr>
                <p:cNvPr id="3210" name="Google Shape;3210;p104"/>
                <p:cNvGrpSpPr/>
                <p:nvPr/>
              </p:nvGrpSpPr>
              <p:grpSpPr>
                <a:xfrm>
                  <a:off x="7328791" y="3172062"/>
                  <a:ext cx="2131287" cy="142635"/>
                  <a:chOff x="5826458" y="4055392"/>
                  <a:chExt cx="1432271" cy="141037"/>
                </a:xfrm>
              </p:grpSpPr>
              <p:cxnSp>
                <p:nvCxnSpPr>
                  <p:cNvPr id="3211" name="Google Shape;3211;p104"/>
                  <p:cNvCxnSpPr/>
                  <p:nvPr/>
                </p:nvCxnSpPr>
                <p:spPr>
                  <a:xfrm>
                    <a:off x="5826458" y="4196429"/>
                    <a:ext cx="1432271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007DA3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212" name="Google Shape;3212;p104"/>
                  <p:cNvCxnSpPr/>
                  <p:nvPr/>
                </p:nvCxnSpPr>
                <p:spPr>
                  <a:xfrm rot="10800000">
                    <a:off x="7258729" y="4055392"/>
                    <a:ext cx="0" cy="141037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007DA3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  <p:grpSp>
            <p:nvGrpSpPr>
              <p:cNvPr id="3213" name="Google Shape;3213;p104"/>
              <p:cNvGrpSpPr/>
              <p:nvPr/>
            </p:nvGrpSpPr>
            <p:grpSpPr>
              <a:xfrm>
                <a:off x="3409078" y="5088403"/>
                <a:ext cx="597115" cy="524148"/>
                <a:chOff x="1774651" y="2790018"/>
                <a:chExt cx="597115" cy="524148"/>
              </a:xfrm>
            </p:grpSpPr>
            <p:pic>
              <p:nvPicPr>
                <p:cNvPr id="3214" name="Google Shape;3214;p10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15" name="Google Shape;3215;p10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16" name="Google Shape;3216;p10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217" name="Google Shape;3217;p104"/>
              <p:cNvSpPr txBox="1"/>
              <p:nvPr/>
            </p:nvSpPr>
            <p:spPr>
              <a:xfrm>
                <a:off x="3372674" y="5062091"/>
                <a:ext cx="673779" cy="307777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8" name="Google Shape;3218;p104"/>
              <p:cNvSpPr txBox="1"/>
              <p:nvPr/>
            </p:nvSpPr>
            <p:spPr>
              <a:xfrm>
                <a:off x="7827063" y="5064471"/>
                <a:ext cx="655334" cy="307777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19" name="Google Shape;3219;p104"/>
              <p:cNvGrpSpPr/>
              <p:nvPr/>
            </p:nvGrpSpPr>
            <p:grpSpPr>
              <a:xfrm>
                <a:off x="7851468" y="5090964"/>
                <a:ext cx="597115" cy="524148"/>
                <a:chOff x="1774651" y="2790018"/>
                <a:chExt cx="597115" cy="524148"/>
              </a:xfrm>
            </p:grpSpPr>
            <p:pic>
              <p:nvPicPr>
                <p:cNvPr id="3220" name="Google Shape;3220;p10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21" name="Google Shape;3221;p10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22" name="Google Shape;3222;p10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223" name="Google Shape;3223;p104"/>
              <p:cNvGrpSpPr/>
              <p:nvPr/>
            </p:nvGrpSpPr>
            <p:grpSpPr>
              <a:xfrm>
                <a:off x="3463289" y="4328219"/>
                <a:ext cx="498734" cy="723019"/>
                <a:chOff x="3391157" y="3797947"/>
                <a:chExt cx="498734" cy="723019"/>
              </a:xfrm>
            </p:grpSpPr>
            <p:cxnSp>
              <p:nvCxnSpPr>
                <p:cNvPr id="3224" name="Google Shape;3224;p104"/>
                <p:cNvCxnSpPr>
                  <a:stCxn id="3225" idx="2"/>
                </p:cNvCxnSpPr>
                <p:nvPr/>
              </p:nvCxnSpPr>
              <p:spPr>
                <a:xfrm>
                  <a:off x="3528443" y="3986027"/>
                  <a:ext cx="0" cy="5349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pic>
              <p:nvPicPr>
                <p:cNvPr id="3225" name="Google Shape;3225;p10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26" name="Google Shape;3226;p10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227" name="Google Shape;3227;p104"/>
                <p:cNvCxnSpPr/>
                <p:nvPr/>
              </p:nvCxnSpPr>
              <p:spPr>
                <a:xfrm flipH="1">
                  <a:off x="3764622" y="3986027"/>
                  <a:ext cx="10131" cy="534939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228" name="Google Shape;3228;p104"/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29" name="Google Shape;3229;p104"/>
              <p:cNvGrpSpPr/>
              <p:nvPr/>
            </p:nvGrpSpPr>
            <p:grpSpPr>
              <a:xfrm>
                <a:off x="7912172" y="4334644"/>
                <a:ext cx="498734" cy="723019"/>
                <a:chOff x="3391157" y="3797947"/>
                <a:chExt cx="498734" cy="723019"/>
              </a:xfrm>
            </p:grpSpPr>
            <p:cxnSp>
              <p:nvCxnSpPr>
                <p:cNvPr id="3230" name="Google Shape;3230;p104"/>
                <p:cNvCxnSpPr>
                  <a:stCxn id="3231" idx="2"/>
                </p:cNvCxnSpPr>
                <p:nvPr/>
              </p:nvCxnSpPr>
              <p:spPr>
                <a:xfrm>
                  <a:off x="3528443" y="3986027"/>
                  <a:ext cx="0" cy="5349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pic>
              <p:nvPicPr>
                <p:cNvPr id="3231" name="Google Shape;3231;p10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32" name="Google Shape;3232;p10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233" name="Google Shape;3233;p104"/>
                <p:cNvCxnSpPr/>
                <p:nvPr/>
              </p:nvCxnSpPr>
              <p:spPr>
                <a:xfrm flipH="1">
                  <a:off x="3764622" y="3986027"/>
                  <a:ext cx="10131" cy="534939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234" name="Google Shape;3234;p104"/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235" name="Google Shape;3235;p104"/>
            <p:cNvSpPr txBox="1"/>
            <p:nvPr/>
          </p:nvSpPr>
          <p:spPr>
            <a:xfrm>
              <a:off x="5219829" y="1397715"/>
              <a:ext cx="172059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p105"/>
          <p:cNvSpPr txBox="1"/>
          <p:nvPr/>
        </p:nvSpPr>
        <p:spPr>
          <a:xfrm>
            <a:off x="8006844" y="187152"/>
            <a:ext cx="5522032" cy="5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Multi-rack / vSAN Fault Domains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2" name="Google Shape;3242;p105"/>
          <p:cNvGrpSpPr/>
          <p:nvPr/>
        </p:nvGrpSpPr>
        <p:grpSpPr>
          <a:xfrm>
            <a:off x="1793408" y="1618300"/>
            <a:ext cx="8602009" cy="4212424"/>
            <a:chOff x="1793875" y="1617828"/>
            <a:chExt cx="8604250" cy="4213521"/>
          </a:xfrm>
        </p:grpSpPr>
        <p:grpSp>
          <p:nvGrpSpPr>
            <p:cNvPr id="3243" name="Google Shape;3243;p105"/>
            <p:cNvGrpSpPr/>
            <p:nvPr/>
          </p:nvGrpSpPr>
          <p:grpSpPr>
            <a:xfrm>
              <a:off x="1793875" y="1617828"/>
              <a:ext cx="8604250" cy="4213521"/>
              <a:chOff x="1793875" y="1617828"/>
              <a:chExt cx="8604250" cy="4213521"/>
            </a:xfrm>
          </p:grpSpPr>
          <p:sp>
            <p:nvSpPr>
              <p:cNvPr id="3244" name="Google Shape;3244;p105"/>
              <p:cNvSpPr/>
              <p:nvPr/>
            </p:nvSpPr>
            <p:spPr>
              <a:xfrm>
                <a:off x="1793875" y="1617828"/>
                <a:ext cx="8604250" cy="4213521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rPr>
                  <a:t>VCF Instance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5" name="Google Shape;3245;p105"/>
              <p:cNvSpPr/>
              <p:nvPr/>
            </p:nvSpPr>
            <p:spPr>
              <a:xfrm>
                <a:off x="2223950" y="2267000"/>
                <a:ext cx="7744100" cy="3270244"/>
              </a:xfrm>
              <a:prstGeom prst="rect">
                <a:avLst/>
              </a:prstGeom>
              <a:solidFill>
                <a:schemeClr val="lt1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Availability Zone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6" name="Google Shape;3246;p105"/>
              <p:cNvSpPr/>
              <p:nvPr/>
            </p:nvSpPr>
            <p:spPr>
              <a:xfrm>
                <a:off x="8046894" y="2768445"/>
                <a:ext cx="1586775" cy="248779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7" name="Google Shape;3247;p105"/>
              <p:cNvSpPr/>
              <p:nvPr/>
            </p:nvSpPr>
            <p:spPr>
              <a:xfrm>
                <a:off x="4340694" y="2779596"/>
                <a:ext cx="1620169" cy="2497139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8" name="Google Shape;3248;p105"/>
              <p:cNvSpPr/>
              <p:nvPr/>
            </p:nvSpPr>
            <p:spPr>
              <a:xfrm>
                <a:off x="2499255" y="2763767"/>
                <a:ext cx="1662918" cy="249714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9" name="Google Shape;3249;p105"/>
              <p:cNvSpPr/>
              <p:nvPr/>
            </p:nvSpPr>
            <p:spPr>
              <a:xfrm>
                <a:off x="6191946" y="2779596"/>
                <a:ext cx="1670284" cy="249713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0" name="Google Shape;3250;p105"/>
              <p:cNvSpPr/>
              <p:nvPr/>
            </p:nvSpPr>
            <p:spPr>
              <a:xfrm>
                <a:off x="2693513" y="3474620"/>
                <a:ext cx="6845419" cy="1548275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98C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51" name="Google Shape;3251;p105"/>
              <p:cNvGrpSpPr/>
              <p:nvPr/>
            </p:nvGrpSpPr>
            <p:grpSpPr>
              <a:xfrm>
                <a:off x="6628734" y="3626616"/>
                <a:ext cx="682703" cy="994403"/>
                <a:chOff x="6472979" y="5584503"/>
                <a:chExt cx="431740" cy="645348"/>
              </a:xfrm>
            </p:grpSpPr>
            <p:pic>
              <p:nvPicPr>
                <p:cNvPr id="3252" name="Google Shape;3252;p10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53" name="Google Shape;3253;p10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54" name="Google Shape;3254;p10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55" name="Google Shape;3255;p10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256" name="Google Shape;3256;p105"/>
              <p:cNvGrpSpPr/>
              <p:nvPr/>
            </p:nvGrpSpPr>
            <p:grpSpPr>
              <a:xfrm>
                <a:off x="4842201" y="3636612"/>
                <a:ext cx="682703" cy="994403"/>
                <a:chOff x="6472979" y="5584503"/>
                <a:chExt cx="431740" cy="645348"/>
              </a:xfrm>
            </p:grpSpPr>
            <p:pic>
              <p:nvPicPr>
                <p:cNvPr id="3257" name="Google Shape;3257;p10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58" name="Google Shape;3258;p10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59" name="Google Shape;3259;p10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60" name="Google Shape;3260;p10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261" name="Google Shape;3261;p105"/>
              <p:cNvGrpSpPr/>
              <p:nvPr/>
            </p:nvGrpSpPr>
            <p:grpSpPr>
              <a:xfrm>
                <a:off x="3011848" y="3629521"/>
                <a:ext cx="682703" cy="994403"/>
                <a:chOff x="6472979" y="5584503"/>
                <a:chExt cx="431740" cy="645348"/>
              </a:xfrm>
            </p:grpSpPr>
            <p:pic>
              <p:nvPicPr>
                <p:cNvPr id="3262" name="Google Shape;3262;p10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63" name="Google Shape;3263;p10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64" name="Google Shape;3264;p10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65" name="Google Shape;3265;p10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266" name="Google Shape;3266;p105"/>
              <p:cNvGrpSpPr/>
              <p:nvPr/>
            </p:nvGrpSpPr>
            <p:grpSpPr>
              <a:xfrm>
                <a:off x="8507133" y="3625652"/>
                <a:ext cx="682703" cy="994403"/>
                <a:chOff x="6472979" y="5584503"/>
                <a:chExt cx="431740" cy="645348"/>
              </a:xfrm>
            </p:grpSpPr>
            <p:pic>
              <p:nvPicPr>
                <p:cNvPr id="3267" name="Google Shape;3267;p10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68" name="Google Shape;3268;p10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69" name="Google Shape;3269;p10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70" name="Google Shape;3270;p10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3271" name="Google Shape;3271;p105"/>
              <p:cNvCxnSpPr/>
              <p:nvPr/>
            </p:nvCxnSpPr>
            <p:spPr>
              <a:xfrm>
                <a:off x="2908594" y="3543183"/>
                <a:ext cx="89408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72" name="Google Shape;3272;p105"/>
              <p:cNvCxnSpPr/>
              <p:nvPr/>
            </p:nvCxnSpPr>
            <p:spPr>
              <a:xfrm>
                <a:off x="2908594" y="4711583"/>
                <a:ext cx="89408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73" name="Google Shape;3273;p105"/>
              <p:cNvCxnSpPr/>
              <p:nvPr/>
            </p:nvCxnSpPr>
            <p:spPr>
              <a:xfrm rot="10800000">
                <a:off x="3802674" y="3543183"/>
                <a:ext cx="0" cy="1168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74" name="Google Shape;3274;p105"/>
              <p:cNvCxnSpPr/>
              <p:nvPr/>
            </p:nvCxnSpPr>
            <p:spPr>
              <a:xfrm rot="10800000">
                <a:off x="2908594" y="3543183"/>
                <a:ext cx="0" cy="1168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75" name="Google Shape;3275;p105"/>
              <p:cNvCxnSpPr/>
              <p:nvPr/>
            </p:nvCxnSpPr>
            <p:spPr>
              <a:xfrm>
                <a:off x="4753869" y="3552407"/>
                <a:ext cx="89408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76" name="Google Shape;3276;p105"/>
              <p:cNvCxnSpPr/>
              <p:nvPr/>
            </p:nvCxnSpPr>
            <p:spPr>
              <a:xfrm>
                <a:off x="4753869" y="4720807"/>
                <a:ext cx="89408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77" name="Google Shape;3277;p105"/>
              <p:cNvCxnSpPr/>
              <p:nvPr/>
            </p:nvCxnSpPr>
            <p:spPr>
              <a:xfrm rot="10800000">
                <a:off x="5647949" y="3552407"/>
                <a:ext cx="0" cy="1168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78" name="Google Shape;3278;p105"/>
              <p:cNvCxnSpPr/>
              <p:nvPr/>
            </p:nvCxnSpPr>
            <p:spPr>
              <a:xfrm rot="10800000">
                <a:off x="4753869" y="3552407"/>
                <a:ext cx="0" cy="1168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79" name="Google Shape;3279;p105"/>
              <p:cNvCxnSpPr/>
              <p:nvPr/>
            </p:nvCxnSpPr>
            <p:spPr>
              <a:xfrm>
                <a:off x="6514669" y="3543183"/>
                <a:ext cx="89408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0" name="Google Shape;3280;p105"/>
              <p:cNvCxnSpPr/>
              <p:nvPr/>
            </p:nvCxnSpPr>
            <p:spPr>
              <a:xfrm>
                <a:off x="6524626" y="4702220"/>
                <a:ext cx="89408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1" name="Google Shape;3281;p105"/>
              <p:cNvCxnSpPr/>
              <p:nvPr/>
            </p:nvCxnSpPr>
            <p:spPr>
              <a:xfrm rot="10800000">
                <a:off x="7418706" y="3533820"/>
                <a:ext cx="0" cy="1168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2" name="Google Shape;3282;p105"/>
              <p:cNvCxnSpPr/>
              <p:nvPr/>
            </p:nvCxnSpPr>
            <p:spPr>
              <a:xfrm rot="10800000">
                <a:off x="6524626" y="3533820"/>
                <a:ext cx="0" cy="1168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3" name="Google Shape;3283;p105"/>
              <p:cNvCxnSpPr/>
              <p:nvPr/>
            </p:nvCxnSpPr>
            <p:spPr>
              <a:xfrm>
                <a:off x="8398332" y="3552407"/>
                <a:ext cx="89408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4" name="Google Shape;3284;p105"/>
              <p:cNvCxnSpPr/>
              <p:nvPr/>
            </p:nvCxnSpPr>
            <p:spPr>
              <a:xfrm>
                <a:off x="8393241" y="4720807"/>
                <a:ext cx="89408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5" name="Google Shape;3285;p105"/>
              <p:cNvCxnSpPr/>
              <p:nvPr/>
            </p:nvCxnSpPr>
            <p:spPr>
              <a:xfrm rot="10800000">
                <a:off x="9286965" y="3543183"/>
                <a:ext cx="0" cy="1168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6" name="Google Shape;3286;p105"/>
              <p:cNvCxnSpPr/>
              <p:nvPr/>
            </p:nvCxnSpPr>
            <p:spPr>
              <a:xfrm rot="10800000">
                <a:off x="8398332" y="3543183"/>
                <a:ext cx="0" cy="1168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7" name="Google Shape;3287;p105"/>
              <p:cNvCxnSpPr/>
              <p:nvPr/>
            </p:nvCxnSpPr>
            <p:spPr>
              <a:xfrm>
                <a:off x="3346628" y="2589655"/>
                <a:ext cx="5498744" cy="636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88" name="Google Shape;3288;p105"/>
              <p:cNvCxnSpPr/>
              <p:nvPr/>
            </p:nvCxnSpPr>
            <p:spPr>
              <a:xfrm rot="10800000">
                <a:off x="6961709" y="2596017"/>
                <a:ext cx="0" cy="55293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sp>
            <p:nvSpPr>
              <p:cNvPr id="3289" name="Google Shape;3289;p105"/>
              <p:cNvSpPr txBox="1"/>
              <p:nvPr/>
            </p:nvSpPr>
            <p:spPr>
              <a:xfrm>
                <a:off x="3297600" y="2603509"/>
                <a:ext cx="31609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L3</a:t>
                </a:r>
                <a:endParaRPr/>
              </a:p>
            </p:txBody>
          </p:sp>
          <p:sp>
            <p:nvSpPr>
              <p:cNvPr id="3290" name="Google Shape;3290;p105"/>
              <p:cNvSpPr txBox="1"/>
              <p:nvPr/>
            </p:nvSpPr>
            <p:spPr>
              <a:xfrm>
                <a:off x="5157196" y="2609954"/>
                <a:ext cx="31609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L3</a:t>
                </a:r>
                <a:endParaRPr/>
              </a:p>
            </p:txBody>
          </p:sp>
          <p:sp>
            <p:nvSpPr>
              <p:cNvPr id="3291" name="Google Shape;3291;p105"/>
              <p:cNvSpPr txBox="1"/>
              <p:nvPr/>
            </p:nvSpPr>
            <p:spPr>
              <a:xfrm>
                <a:off x="6898290" y="2611576"/>
                <a:ext cx="31609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L3</a:t>
                </a:r>
                <a:endParaRPr/>
              </a:p>
            </p:txBody>
          </p:sp>
          <p:sp>
            <p:nvSpPr>
              <p:cNvPr id="3292" name="Google Shape;3292;p105"/>
              <p:cNvSpPr txBox="1"/>
              <p:nvPr/>
            </p:nvSpPr>
            <p:spPr>
              <a:xfrm>
                <a:off x="8614011" y="2597278"/>
                <a:ext cx="31609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L3</a:t>
                </a:r>
                <a:endParaRPr/>
              </a:p>
            </p:txBody>
          </p:sp>
          <p:cxnSp>
            <p:nvCxnSpPr>
              <p:cNvPr id="3293" name="Google Shape;3293;p105"/>
              <p:cNvCxnSpPr/>
              <p:nvPr/>
            </p:nvCxnSpPr>
            <p:spPr>
              <a:xfrm rot="10800000">
                <a:off x="3346628" y="2594564"/>
                <a:ext cx="3999" cy="564216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94" name="Google Shape;3294;p105"/>
              <p:cNvCxnSpPr/>
              <p:nvPr/>
            </p:nvCxnSpPr>
            <p:spPr>
              <a:xfrm rot="10800000">
                <a:off x="5208803" y="2591371"/>
                <a:ext cx="0" cy="557576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3295" name="Google Shape;3295;p105"/>
              <p:cNvCxnSpPr/>
              <p:nvPr/>
            </p:nvCxnSpPr>
            <p:spPr>
              <a:xfrm rot="10800000">
                <a:off x="8845372" y="2596017"/>
                <a:ext cx="1177" cy="562763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grpSp>
            <p:nvGrpSpPr>
              <p:cNvPr id="3296" name="Google Shape;3296;p105"/>
              <p:cNvGrpSpPr/>
              <p:nvPr/>
            </p:nvGrpSpPr>
            <p:grpSpPr>
              <a:xfrm>
                <a:off x="2973871" y="4803470"/>
                <a:ext cx="6207760" cy="186442"/>
                <a:chOff x="1177953" y="5660610"/>
                <a:chExt cx="1911573" cy="355446"/>
              </a:xfrm>
            </p:grpSpPr>
            <p:cxnSp>
              <p:nvCxnSpPr>
                <p:cNvPr id="3297" name="Google Shape;3297;p105"/>
                <p:cNvCxnSpPr/>
                <p:nvPr/>
              </p:nvCxnSpPr>
              <p:spPr>
                <a:xfrm>
                  <a:off x="1177953" y="5660610"/>
                  <a:ext cx="0" cy="12413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98" name="Google Shape;3298;p105"/>
                <p:cNvCxnSpPr/>
                <p:nvPr/>
              </p:nvCxnSpPr>
              <p:spPr>
                <a:xfrm>
                  <a:off x="2466153" y="5784735"/>
                  <a:ext cx="623373" cy="4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99" name="Google Shape;3299;p105"/>
                <p:cNvCxnSpPr/>
                <p:nvPr/>
              </p:nvCxnSpPr>
              <p:spPr>
                <a:xfrm>
                  <a:off x="3089526" y="5660610"/>
                  <a:ext cx="0" cy="12413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300" name="Google Shape;3300;p105"/>
                <p:cNvCxnSpPr/>
                <p:nvPr/>
              </p:nvCxnSpPr>
              <p:spPr>
                <a:xfrm>
                  <a:off x="1177953" y="5784735"/>
                  <a:ext cx="64742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301" name="Google Shape;3301;p105"/>
                <p:cNvSpPr txBox="1"/>
                <p:nvPr/>
              </p:nvSpPr>
              <p:spPr>
                <a:xfrm>
                  <a:off x="1336237" y="5722673"/>
                  <a:ext cx="1588813" cy="2933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0F9ED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vSAN Cluster with Fault Domains</a:t>
                  </a:r>
                  <a:endParaRPr/>
                </a:p>
              </p:txBody>
            </p:sp>
          </p:grpSp>
          <p:sp>
            <p:nvSpPr>
              <p:cNvPr id="3302" name="Google Shape;3302;p105"/>
              <p:cNvSpPr txBox="1"/>
              <p:nvPr/>
            </p:nvSpPr>
            <p:spPr>
              <a:xfrm>
                <a:off x="2910829" y="2845741"/>
                <a:ext cx="423231" cy="2154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3" name="Google Shape;3303;p105"/>
              <p:cNvSpPr txBox="1"/>
              <p:nvPr/>
            </p:nvSpPr>
            <p:spPr>
              <a:xfrm>
                <a:off x="4753869" y="2837932"/>
                <a:ext cx="423231" cy="2154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4" name="Google Shape;3304;p105"/>
              <p:cNvSpPr txBox="1"/>
              <p:nvPr/>
            </p:nvSpPr>
            <p:spPr>
              <a:xfrm>
                <a:off x="6510509" y="2856884"/>
                <a:ext cx="423231" cy="2154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5" name="Google Shape;3305;p105"/>
              <p:cNvSpPr txBox="1"/>
              <p:nvPr/>
            </p:nvSpPr>
            <p:spPr>
              <a:xfrm>
                <a:off x="8402395" y="2853377"/>
                <a:ext cx="423231" cy="2154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Rack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6" name="Google Shape;3306;p105"/>
              <p:cNvSpPr/>
              <p:nvPr/>
            </p:nvSpPr>
            <p:spPr>
              <a:xfrm>
                <a:off x="2100297" y="1898775"/>
                <a:ext cx="8031849" cy="3783562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Domain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7" name="Google Shape;3307;p105"/>
            <p:cNvGrpSpPr/>
            <p:nvPr/>
          </p:nvGrpSpPr>
          <p:grpSpPr>
            <a:xfrm>
              <a:off x="3097261" y="3172010"/>
              <a:ext cx="498734" cy="378703"/>
              <a:chOff x="3391157" y="3797947"/>
              <a:chExt cx="498734" cy="378703"/>
            </a:xfrm>
          </p:grpSpPr>
          <p:cxnSp>
            <p:nvCxnSpPr>
              <p:cNvPr id="3308" name="Google Shape;3308;p105"/>
              <p:cNvCxnSpPr>
                <a:stCxn id="3309" idx="2"/>
              </p:cNvCxnSpPr>
              <p:nvPr/>
            </p:nvCxnSpPr>
            <p:spPr>
              <a:xfrm>
                <a:off x="3528443" y="3986027"/>
                <a:ext cx="5100" cy="1905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309" name="Google Shape;3309;p10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10" name="Google Shape;3310;p10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311" name="Google Shape;3311;p105"/>
              <p:cNvCxnSpPr/>
              <p:nvPr/>
            </p:nvCxnSpPr>
            <p:spPr>
              <a:xfrm>
                <a:off x="3774753" y="3986027"/>
                <a:ext cx="0" cy="190623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312" name="Google Shape;3312;p105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13" name="Google Shape;3313;p105"/>
            <p:cNvGrpSpPr/>
            <p:nvPr/>
          </p:nvGrpSpPr>
          <p:grpSpPr>
            <a:xfrm>
              <a:off x="4959436" y="3166118"/>
              <a:ext cx="498734" cy="378703"/>
              <a:chOff x="3391157" y="3797947"/>
              <a:chExt cx="498734" cy="378703"/>
            </a:xfrm>
          </p:grpSpPr>
          <p:cxnSp>
            <p:nvCxnSpPr>
              <p:cNvPr id="3314" name="Google Shape;3314;p105"/>
              <p:cNvCxnSpPr>
                <a:stCxn id="3315" idx="2"/>
              </p:cNvCxnSpPr>
              <p:nvPr/>
            </p:nvCxnSpPr>
            <p:spPr>
              <a:xfrm>
                <a:off x="3528443" y="3986027"/>
                <a:ext cx="5100" cy="1905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315" name="Google Shape;3315;p10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16" name="Google Shape;3316;p10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317" name="Google Shape;3317;p105"/>
              <p:cNvCxnSpPr/>
              <p:nvPr/>
            </p:nvCxnSpPr>
            <p:spPr>
              <a:xfrm>
                <a:off x="3774753" y="3986027"/>
                <a:ext cx="0" cy="190623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318" name="Google Shape;3318;p105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19" name="Google Shape;3319;p105"/>
            <p:cNvGrpSpPr/>
            <p:nvPr/>
          </p:nvGrpSpPr>
          <p:grpSpPr>
            <a:xfrm>
              <a:off x="6705112" y="3166118"/>
              <a:ext cx="498734" cy="378703"/>
              <a:chOff x="3391157" y="3797947"/>
              <a:chExt cx="498734" cy="378703"/>
            </a:xfrm>
          </p:grpSpPr>
          <p:cxnSp>
            <p:nvCxnSpPr>
              <p:cNvPr id="3320" name="Google Shape;3320;p105"/>
              <p:cNvCxnSpPr>
                <a:stCxn id="3321" idx="2"/>
              </p:cNvCxnSpPr>
              <p:nvPr/>
            </p:nvCxnSpPr>
            <p:spPr>
              <a:xfrm>
                <a:off x="3528443" y="3986027"/>
                <a:ext cx="5100" cy="1905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321" name="Google Shape;3321;p10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22" name="Google Shape;3322;p10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323" name="Google Shape;3323;p105"/>
              <p:cNvCxnSpPr/>
              <p:nvPr/>
            </p:nvCxnSpPr>
            <p:spPr>
              <a:xfrm>
                <a:off x="3774753" y="3986027"/>
                <a:ext cx="0" cy="190623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324" name="Google Shape;3324;p105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25" name="Google Shape;3325;p105"/>
            <p:cNvGrpSpPr/>
            <p:nvPr/>
          </p:nvGrpSpPr>
          <p:grpSpPr>
            <a:xfrm>
              <a:off x="8599113" y="3172010"/>
              <a:ext cx="498734" cy="378703"/>
              <a:chOff x="3391157" y="3797947"/>
              <a:chExt cx="498734" cy="378703"/>
            </a:xfrm>
          </p:grpSpPr>
          <p:cxnSp>
            <p:nvCxnSpPr>
              <p:cNvPr id="3326" name="Google Shape;3326;p105"/>
              <p:cNvCxnSpPr>
                <a:stCxn id="3327" idx="2"/>
              </p:cNvCxnSpPr>
              <p:nvPr/>
            </p:nvCxnSpPr>
            <p:spPr>
              <a:xfrm>
                <a:off x="3528443" y="3986027"/>
                <a:ext cx="5100" cy="1905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3327" name="Google Shape;3327;p10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28" name="Google Shape;3328;p10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329" name="Google Shape;3329;p105"/>
              <p:cNvCxnSpPr/>
              <p:nvPr/>
            </p:nvCxnSpPr>
            <p:spPr>
              <a:xfrm>
                <a:off x="3774753" y="3986027"/>
                <a:ext cx="0" cy="190623"/>
              </a:xfrm>
              <a:prstGeom prst="straightConnector1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330" name="Google Shape;3330;p105"/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>
                <a:solidFill>
                  <a:srgbClr val="9999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106"/>
          <p:cNvSpPr txBox="1"/>
          <p:nvPr/>
        </p:nvSpPr>
        <p:spPr>
          <a:xfrm>
            <a:off x="7627481" y="89703"/>
            <a:ext cx="5522032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vSAN Datastore Sharing</a:t>
            </a:r>
            <a:endParaRPr/>
          </a:p>
        </p:txBody>
      </p:sp>
      <p:grpSp>
        <p:nvGrpSpPr>
          <p:cNvPr id="3336" name="Google Shape;3336;p106"/>
          <p:cNvGrpSpPr/>
          <p:nvPr/>
        </p:nvGrpSpPr>
        <p:grpSpPr>
          <a:xfrm>
            <a:off x="3401051" y="892836"/>
            <a:ext cx="5426806" cy="5072329"/>
            <a:chOff x="3401937" y="892175"/>
            <a:chExt cx="5428220" cy="5073650"/>
          </a:xfrm>
        </p:grpSpPr>
        <p:grpSp>
          <p:nvGrpSpPr>
            <p:cNvPr id="3337" name="Google Shape;3337;p106"/>
            <p:cNvGrpSpPr/>
            <p:nvPr/>
          </p:nvGrpSpPr>
          <p:grpSpPr>
            <a:xfrm>
              <a:off x="3401937" y="892175"/>
              <a:ext cx="5428220" cy="5073650"/>
              <a:chOff x="3401937" y="892175"/>
              <a:chExt cx="5428220" cy="5073650"/>
            </a:xfrm>
          </p:grpSpPr>
          <p:grpSp>
            <p:nvGrpSpPr>
              <p:cNvPr id="3338" name="Google Shape;3338;p106"/>
              <p:cNvGrpSpPr/>
              <p:nvPr/>
            </p:nvGrpSpPr>
            <p:grpSpPr>
              <a:xfrm>
                <a:off x="3401937" y="892175"/>
                <a:ext cx="5428220" cy="5073650"/>
                <a:chOff x="4065030" y="901701"/>
                <a:chExt cx="5428220" cy="5073650"/>
              </a:xfrm>
            </p:grpSpPr>
            <p:sp>
              <p:nvSpPr>
                <p:cNvPr id="3339" name="Google Shape;3339;p106"/>
                <p:cNvSpPr/>
                <p:nvPr/>
              </p:nvSpPr>
              <p:spPr>
                <a:xfrm>
                  <a:off x="4065030" y="901701"/>
                  <a:ext cx="5428220" cy="507365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0" name="Google Shape;3340;p106"/>
                <p:cNvSpPr/>
                <p:nvPr/>
              </p:nvSpPr>
              <p:spPr>
                <a:xfrm>
                  <a:off x="4652195" y="1656784"/>
                  <a:ext cx="1932915" cy="3639116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Rack</a:t>
                  </a:r>
                  <a:endParaRPr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1" name="Google Shape;3341;p106"/>
                <p:cNvSpPr/>
                <p:nvPr/>
              </p:nvSpPr>
              <p:spPr>
                <a:xfrm>
                  <a:off x="6836754" y="1656784"/>
                  <a:ext cx="1949875" cy="3639116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Rack</a:t>
                  </a:r>
                  <a:endParaRPr sz="1000" b="0" i="0" u="none" strike="noStrike" cap="none">
                    <a:solidFill>
                      <a:srgbClr val="221E2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2" name="Google Shape;3342;p106"/>
                <p:cNvSpPr/>
                <p:nvPr/>
              </p:nvSpPr>
              <p:spPr>
                <a:xfrm>
                  <a:off x="4216400" y="1175496"/>
                  <a:ext cx="5060950" cy="459030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3" name="Google Shape;3343;p106"/>
                <p:cNvSpPr txBox="1"/>
                <p:nvPr/>
              </p:nvSpPr>
              <p:spPr>
                <a:xfrm>
                  <a:off x="6041181" y="1192239"/>
                  <a:ext cx="146218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Workload Domain</a:t>
                  </a:r>
                  <a:endParaRPr sz="1799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44" name="Google Shape;3344;p106"/>
                <p:cNvCxnSpPr>
                  <a:stCxn id="3345" idx="1"/>
                  <a:endCxn id="3346" idx="1"/>
                </p:cNvCxnSpPr>
                <p:nvPr/>
              </p:nvCxnSpPr>
              <p:spPr>
                <a:xfrm flipH="1">
                  <a:off x="7306418" y="2074266"/>
                  <a:ext cx="266100" cy="2513400"/>
                </a:xfrm>
                <a:prstGeom prst="bentConnector3">
                  <a:avLst>
                    <a:gd name="adj1" fmla="val -63293"/>
                  </a:avLst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3347" name="Google Shape;3347;p106"/>
                <p:cNvCxnSpPr>
                  <a:stCxn id="3345" idx="3"/>
                  <a:endCxn id="3346" idx="3"/>
                </p:cNvCxnSpPr>
                <p:nvPr/>
              </p:nvCxnSpPr>
              <p:spPr>
                <a:xfrm>
                  <a:off x="8071252" y="2074266"/>
                  <a:ext cx="235500" cy="2513400"/>
                </a:xfrm>
                <a:prstGeom prst="bentConnector3">
                  <a:avLst>
                    <a:gd name="adj1" fmla="val 478452"/>
                  </a:avLst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3346" name="Google Shape;3346;p106"/>
                <p:cNvSpPr txBox="1"/>
                <p:nvPr/>
              </p:nvSpPr>
              <p:spPr>
                <a:xfrm>
                  <a:off x="7306436" y="4433913"/>
                  <a:ext cx="1000432" cy="307777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48" name="Google Shape;3348;p106"/>
                <p:cNvCxnSpPr>
                  <a:stCxn id="3349" idx="3"/>
                </p:cNvCxnSpPr>
                <p:nvPr/>
              </p:nvCxnSpPr>
              <p:spPr>
                <a:xfrm>
                  <a:off x="5818162" y="2067452"/>
                  <a:ext cx="277800" cy="2524200"/>
                </a:xfrm>
                <a:prstGeom prst="bentConnector3">
                  <a:avLst>
                    <a:gd name="adj1" fmla="val 420940"/>
                  </a:avLst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3350" name="Google Shape;3350;p106"/>
                <p:cNvCxnSpPr/>
                <p:nvPr/>
              </p:nvCxnSpPr>
              <p:spPr>
                <a:xfrm rot="10800000">
                  <a:off x="5816231" y="2029779"/>
                  <a:ext cx="1756287" cy="5776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3351" name="Google Shape;3351;p106"/>
                <p:cNvSpPr txBox="1"/>
                <p:nvPr/>
              </p:nvSpPr>
              <p:spPr>
                <a:xfrm>
                  <a:off x="5052695" y="2752810"/>
                  <a:ext cx="989601" cy="307777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52" name="Google Shape;3352;p106"/>
                <p:cNvCxnSpPr>
                  <a:endCxn id="3349" idx="1"/>
                </p:cNvCxnSpPr>
                <p:nvPr/>
              </p:nvCxnSpPr>
              <p:spPr>
                <a:xfrm rot="-5400000">
                  <a:off x="3945428" y="3217652"/>
                  <a:ext cx="2524200" cy="223800"/>
                </a:xfrm>
                <a:prstGeom prst="bentConnector3">
                  <a:avLst>
                    <a:gd name="adj1" fmla="val 194092"/>
                  </a:avLst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grpSp>
              <p:nvGrpSpPr>
                <p:cNvPr id="3353" name="Google Shape;3353;p106"/>
                <p:cNvGrpSpPr/>
                <p:nvPr/>
              </p:nvGrpSpPr>
              <p:grpSpPr>
                <a:xfrm>
                  <a:off x="5156727" y="2806174"/>
                  <a:ext cx="771877" cy="1087895"/>
                  <a:chOff x="1452313" y="2145349"/>
                  <a:chExt cx="771877" cy="1087895"/>
                </a:xfrm>
              </p:grpSpPr>
              <p:grpSp>
                <p:nvGrpSpPr>
                  <p:cNvPr id="3354" name="Google Shape;3354;p106"/>
                  <p:cNvGrpSpPr/>
                  <p:nvPr/>
                </p:nvGrpSpPr>
                <p:grpSpPr>
                  <a:xfrm>
                    <a:off x="1468761" y="2625070"/>
                    <a:ext cx="147903" cy="189130"/>
                    <a:chOff x="4981901" y="4775634"/>
                    <a:chExt cx="846903" cy="706016"/>
                  </a:xfrm>
                </p:grpSpPr>
                <p:sp>
                  <p:nvSpPr>
                    <p:cNvPr id="3355" name="Google Shape;3355;p106"/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56" name="Google Shape;3356;p106"/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57" name="Google Shape;3357;p106"/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58" name="Google Shape;3358;p106"/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70368" extrusionOk="0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359" name="Google Shape;3359;p106"/>
                  <p:cNvGrpSpPr/>
                  <p:nvPr/>
                </p:nvGrpSpPr>
                <p:grpSpPr>
                  <a:xfrm>
                    <a:off x="1455575" y="2852294"/>
                    <a:ext cx="765353" cy="64044"/>
                    <a:chOff x="5136549" y="3557033"/>
                    <a:chExt cx="892393" cy="71769"/>
                  </a:xfrm>
                </p:grpSpPr>
                <p:cxnSp>
                  <p:nvCxnSpPr>
                    <p:cNvPr id="3360" name="Google Shape;3360;p106"/>
                    <p:cNvCxnSpPr/>
                    <p:nvPr/>
                  </p:nvCxnSpPr>
                  <p:spPr>
                    <a:xfrm>
                      <a:off x="5873482" y="3628801"/>
                      <a:ext cx="15546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5C8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3361" name="Google Shape;3361;p106"/>
                    <p:cNvCxnSpPr/>
                    <p:nvPr/>
                  </p:nvCxnSpPr>
                  <p:spPr>
                    <a:xfrm>
                      <a:off x="6028942" y="3563692"/>
                      <a:ext cx="0" cy="6511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5C8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3362" name="Google Shape;3362;p106"/>
                    <p:cNvCxnSpPr/>
                    <p:nvPr/>
                  </p:nvCxnSpPr>
                  <p:spPr>
                    <a:xfrm>
                      <a:off x="5137608" y="3557033"/>
                      <a:ext cx="0" cy="6511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5C8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3363" name="Google Shape;3363;p106"/>
                    <p:cNvCxnSpPr/>
                    <p:nvPr/>
                  </p:nvCxnSpPr>
                  <p:spPr>
                    <a:xfrm>
                      <a:off x="5136549" y="3622143"/>
                      <a:ext cx="130593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5C8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grpSp>
                <p:nvGrpSpPr>
                  <p:cNvPr id="3364" name="Google Shape;3364;p106"/>
                  <p:cNvGrpSpPr/>
                  <p:nvPr/>
                </p:nvGrpSpPr>
                <p:grpSpPr>
                  <a:xfrm>
                    <a:off x="1652299" y="2625070"/>
                    <a:ext cx="147903" cy="189130"/>
                    <a:chOff x="4981901" y="4775634"/>
                    <a:chExt cx="846903" cy="706016"/>
                  </a:xfrm>
                </p:grpSpPr>
                <p:sp>
                  <p:nvSpPr>
                    <p:cNvPr id="3365" name="Google Shape;3365;p106"/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66" name="Google Shape;3366;p106"/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67" name="Google Shape;3367;p106"/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68" name="Google Shape;3368;p106"/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70368" extrusionOk="0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369" name="Google Shape;3369;p106"/>
                  <p:cNvGrpSpPr/>
                  <p:nvPr/>
                </p:nvGrpSpPr>
                <p:grpSpPr>
                  <a:xfrm>
                    <a:off x="1838252" y="2625070"/>
                    <a:ext cx="147903" cy="189130"/>
                    <a:chOff x="4981901" y="4775634"/>
                    <a:chExt cx="846903" cy="706016"/>
                  </a:xfrm>
                </p:grpSpPr>
                <p:sp>
                  <p:nvSpPr>
                    <p:cNvPr id="3370" name="Google Shape;3370;p106"/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71" name="Google Shape;3371;p106"/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72" name="Google Shape;3372;p106"/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73" name="Google Shape;3373;p106"/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70368" extrusionOk="0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374" name="Google Shape;3374;p106"/>
                  <p:cNvGrpSpPr/>
                  <p:nvPr/>
                </p:nvGrpSpPr>
                <p:grpSpPr>
                  <a:xfrm>
                    <a:off x="2028645" y="2625070"/>
                    <a:ext cx="147903" cy="189130"/>
                    <a:chOff x="4981901" y="4775634"/>
                    <a:chExt cx="846903" cy="706016"/>
                  </a:xfrm>
                </p:grpSpPr>
                <p:sp>
                  <p:nvSpPr>
                    <p:cNvPr id="3375" name="Google Shape;3375;p106"/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76" name="Google Shape;3376;p106"/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77" name="Google Shape;3377;p106"/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67212" extrusionOk="0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78" name="Google Shape;3378;p106"/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604" h="70368" extrusionOk="0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379" name="Google Shape;3379;p106"/>
                  <p:cNvSpPr txBox="1"/>
                  <p:nvPr/>
                </p:nvSpPr>
                <p:spPr>
                  <a:xfrm>
                    <a:off x="1512147" y="2863912"/>
                    <a:ext cx="63947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800" b="0" i="0" u="none" strike="noStrike" cap="none">
                        <a:solidFill>
                          <a:srgbClr val="005C8A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vSAN             Storage Cluster</a:t>
                    </a:r>
                    <a:endParaRPr/>
                  </a:p>
                </p:txBody>
              </p:sp>
              <p:grpSp>
                <p:nvGrpSpPr>
                  <p:cNvPr id="3380" name="Google Shape;3380;p106"/>
                  <p:cNvGrpSpPr/>
                  <p:nvPr/>
                </p:nvGrpSpPr>
                <p:grpSpPr>
                  <a:xfrm>
                    <a:off x="1452313" y="2145349"/>
                    <a:ext cx="771877" cy="417949"/>
                    <a:chOff x="4987028" y="3247456"/>
                    <a:chExt cx="900000" cy="473040"/>
                  </a:xfrm>
                </p:grpSpPr>
                <p:grpSp>
                  <p:nvGrpSpPr>
                    <p:cNvPr id="3381" name="Google Shape;3381;p106"/>
                    <p:cNvGrpSpPr/>
                    <p:nvPr/>
                  </p:nvGrpSpPr>
                  <p:grpSpPr>
                    <a:xfrm>
                      <a:off x="4987028" y="3592079"/>
                      <a:ext cx="900000" cy="128417"/>
                      <a:chOff x="5030904" y="4970294"/>
                      <a:chExt cx="1917765" cy="244827"/>
                    </a:xfrm>
                  </p:grpSpPr>
                  <p:pic>
                    <p:nvPicPr>
                      <p:cNvPr id="3382" name="Google Shape;3382;p106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5030904" y="4970294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3383" name="Google Shape;3383;p106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6028705" y="4970294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  <p:grpSp>
                  <p:nvGrpSpPr>
                    <p:cNvPr id="3384" name="Google Shape;3384;p106"/>
                    <p:cNvGrpSpPr/>
                    <p:nvPr/>
                  </p:nvGrpSpPr>
                  <p:grpSpPr>
                    <a:xfrm>
                      <a:off x="4987028" y="3419263"/>
                      <a:ext cx="900000" cy="128417"/>
                      <a:chOff x="5030904" y="4640821"/>
                      <a:chExt cx="1917765" cy="244827"/>
                    </a:xfrm>
                  </p:grpSpPr>
                  <p:pic>
                    <p:nvPicPr>
                      <p:cNvPr id="3385" name="Google Shape;3385;p106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3386" name="Google Shape;3386;p106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  <p:grpSp>
                  <p:nvGrpSpPr>
                    <p:cNvPr id="3387" name="Google Shape;3387;p106"/>
                    <p:cNvGrpSpPr/>
                    <p:nvPr/>
                  </p:nvGrpSpPr>
                  <p:grpSpPr>
                    <a:xfrm>
                      <a:off x="4987028" y="3247456"/>
                      <a:ext cx="900000" cy="128417"/>
                      <a:chOff x="5030904" y="4640821"/>
                      <a:chExt cx="1917765" cy="244827"/>
                    </a:xfrm>
                  </p:grpSpPr>
                  <p:pic>
                    <p:nvPicPr>
                      <p:cNvPr id="3388" name="Google Shape;3388;p106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3389" name="Google Shape;3389;p106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</p:grpSp>
            </p:grpSp>
            <p:sp>
              <p:nvSpPr>
                <p:cNvPr id="3390" name="Google Shape;3390;p106"/>
                <p:cNvSpPr txBox="1"/>
                <p:nvPr/>
              </p:nvSpPr>
              <p:spPr>
                <a:xfrm>
                  <a:off x="4400551" y="929275"/>
                  <a:ext cx="473710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rgbClr val="221E2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VCF Instance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91" name="Google Shape;3391;p106"/>
                <p:cNvGrpSpPr/>
                <p:nvPr/>
              </p:nvGrpSpPr>
              <p:grpSpPr>
                <a:xfrm>
                  <a:off x="7356651" y="4492829"/>
                  <a:ext cx="900001" cy="656013"/>
                  <a:chOff x="9989245" y="1258647"/>
                  <a:chExt cx="900001" cy="702682"/>
                </a:xfrm>
              </p:grpSpPr>
              <p:grpSp>
                <p:nvGrpSpPr>
                  <p:cNvPr id="3392" name="Google Shape;3392;p106"/>
                  <p:cNvGrpSpPr/>
                  <p:nvPr/>
                </p:nvGrpSpPr>
                <p:grpSpPr>
                  <a:xfrm>
                    <a:off x="9989245" y="1431463"/>
                    <a:ext cx="900000" cy="128417"/>
                    <a:chOff x="5030904" y="4970294"/>
                    <a:chExt cx="1917765" cy="244827"/>
                  </a:xfrm>
                </p:grpSpPr>
                <p:pic>
                  <p:nvPicPr>
                    <p:cNvPr id="3393" name="Google Shape;3393;p106"/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3394" name="Google Shape;3394;p106"/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3395" name="Google Shape;3395;p106"/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</p:grpSpPr>
                <p:pic>
                  <p:nvPicPr>
                    <p:cNvPr id="3396" name="Google Shape;3396;p106"/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3397" name="Google Shape;3397;p106"/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3398" name="Google Shape;3398;p106"/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</p:grpSpPr>
                <p:cxnSp>
                  <p:nvCxnSpPr>
                    <p:cNvPr id="3399" name="Google Shape;3399;p106"/>
                    <p:cNvCxnSpPr/>
                    <p:nvPr/>
                  </p:nvCxnSpPr>
                  <p:spPr>
                    <a:xfrm>
                      <a:off x="1177953" y="5660610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3400" name="Google Shape;3400;p106"/>
                    <p:cNvCxnSpPr/>
                    <p:nvPr/>
                  </p:nvCxnSpPr>
                  <p:spPr>
                    <a:xfrm>
                      <a:off x="2758265" y="5784739"/>
                      <a:ext cx="331261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3401" name="Google Shape;3401;p106"/>
                    <p:cNvCxnSpPr/>
                    <p:nvPr/>
                  </p:nvCxnSpPr>
                  <p:spPr>
                    <a:xfrm>
                      <a:off x="3089526" y="5660610"/>
                      <a:ext cx="0" cy="12413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3402" name="Google Shape;3402;p106"/>
                    <p:cNvCxnSpPr/>
                    <p:nvPr/>
                  </p:nvCxnSpPr>
                  <p:spPr>
                    <a:xfrm>
                      <a:off x="1171761" y="5784740"/>
                      <a:ext cx="278274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rgbClr val="007DA3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sp>
                  <p:nvSpPr>
                    <p:cNvPr id="3403" name="Google Shape;3403;p106"/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0" tIns="0" rIns="0" bIns="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7D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vSAN Compute  Cluster</a:t>
                      </a:r>
                      <a:endParaRPr/>
                    </a:p>
                  </p:txBody>
                </p:sp>
              </p:grpSp>
            </p:grpSp>
            <p:sp>
              <p:nvSpPr>
                <p:cNvPr id="3404" name="Google Shape;3404;p106"/>
                <p:cNvSpPr/>
                <p:nvPr/>
              </p:nvSpPr>
              <p:spPr>
                <a:xfrm>
                  <a:off x="4400551" y="1421717"/>
                  <a:ext cx="4737100" cy="4121833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0" i="0" u="none" strike="noStrike" cap="none">
                      <a:solidFill>
                        <a:schemeClr val="dk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Availability Zone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5" name="Google Shape;3405;p106"/>
                <p:cNvSpPr/>
                <p:nvPr/>
              </p:nvSpPr>
              <p:spPr>
                <a:xfrm>
                  <a:off x="4984750" y="2648642"/>
                  <a:ext cx="1111250" cy="1352518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6" name="Google Shape;3406;p106"/>
                <p:cNvSpPr/>
                <p:nvPr/>
              </p:nvSpPr>
              <p:spPr>
                <a:xfrm>
                  <a:off x="7282977" y="2746792"/>
                  <a:ext cx="1111250" cy="84169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98C7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7" name="Google Shape;3407;p106"/>
                <p:cNvSpPr/>
                <p:nvPr/>
              </p:nvSpPr>
              <p:spPr>
                <a:xfrm>
                  <a:off x="5022289" y="4355430"/>
                  <a:ext cx="1111250" cy="826553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8" name="Google Shape;3408;p106"/>
                <p:cNvSpPr/>
                <p:nvPr/>
              </p:nvSpPr>
              <p:spPr>
                <a:xfrm>
                  <a:off x="7252464" y="4387365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0" tIns="45675" rIns="91400" bIns="45675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09" name="Google Shape;3409;p106"/>
              <p:cNvGrpSpPr/>
              <p:nvPr/>
            </p:nvGrpSpPr>
            <p:grpSpPr>
              <a:xfrm>
                <a:off x="4656335" y="1963886"/>
                <a:ext cx="498734" cy="778412"/>
                <a:chOff x="3391157" y="3797947"/>
                <a:chExt cx="498734" cy="778412"/>
              </a:xfrm>
            </p:grpSpPr>
            <p:pic>
              <p:nvPicPr>
                <p:cNvPr id="3410" name="Google Shape;3410;p10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11" name="Google Shape;3411;p10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412" name="Google Shape;3412;p106"/>
                <p:cNvCxnSpPr/>
                <p:nvPr/>
              </p:nvCxnSpPr>
              <p:spPr>
                <a:xfrm>
                  <a:off x="3774753" y="3986027"/>
                  <a:ext cx="10129" cy="59033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349" name="Google Shape;3349;p106"/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13" name="Google Shape;3413;p106"/>
              <p:cNvGrpSpPr/>
              <p:nvPr/>
            </p:nvGrpSpPr>
            <p:grpSpPr>
              <a:xfrm>
                <a:off x="6909425" y="1970700"/>
                <a:ext cx="498734" cy="809080"/>
                <a:chOff x="3391157" y="3797947"/>
                <a:chExt cx="498734" cy="809080"/>
              </a:xfrm>
            </p:grpSpPr>
            <p:cxnSp>
              <p:nvCxnSpPr>
                <p:cNvPr id="3414" name="Google Shape;3414;p106"/>
                <p:cNvCxnSpPr>
                  <a:stCxn id="3415" idx="2"/>
                </p:cNvCxnSpPr>
                <p:nvPr/>
              </p:nvCxnSpPr>
              <p:spPr>
                <a:xfrm>
                  <a:off x="3528443" y="3986027"/>
                  <a:ext cx="0" cy="621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pic>
              <p:nvPicPr>
                <p:cNvPr id="3415" name="Google Shape;3415;p10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16" name="Google Shape;3416;p10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417" name="Google Shape;3417;p106"/>
                <p:cNvCxnSpPr/>
                <p:nvPr/>
              </p:nvCxnSpPr>
              <p:spPr>
                <a:xfrm>
                  <a:off x="3774753" y="3986027"/>
                  <a:ext cx="0" cy="62092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345" name="Google Shape;3345;p106"/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99999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418" name="Google Shape;3418;p106"/>
            <p:cNvSpPr txBox="1"/>
            <p:nvPr/>
          </p:nvSpPr>
          <p:spPr>
            <a:xfrm>
              <a:off x="6667115" y="2779700"/>
              <a:ext cx="1033499" cy="307777"/>
            </a:xfrm>
            <a:prstGeom prst="rect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19" name="Google Shape;3419;p106"/>
            <p:cNvCxnSpPr/>
            <p:nvPr/>
          </p:nvCxnSpPr>
          <p:spPr>
            <a:xfrm>
              <a:off x="4792500" y="2156049"/>
              <a:ext cx="10129" cy="590332"/>
            </a:xfrm>
            <a:prstGeom prst="straightConnector1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3420" name="Google Shape;3420;p106"/>
            <p:cNvGrpSpPr/>
            <p:nvPr/>
          </p:nvGrpSpPr>
          <p:grpSpPr>
            <a:xfrm>
              <a:off x="6717331" y="2815235"/>
              <a:ext cx="900001" cy="700016"/>
              <a:chOff x="9989245" y="1086840"/>
              <a:chExt cx="900001" cy="700016"/>
            </a:xfrm>
          </p:grpSpPr>
          <p:grpSp>
            <p:nvGrpSpPr>
              <p:cNvPr id="3421" name="Google Shape;3421;p106"/>
              <p:cNvGrpSpPr/>
              <p:nvPr/>
            </p:nvGrpSpPr>
            <p:grpSpPr>
              <a:xfrm>
                <a:off x="9989245" y="1431463"/>
                <a:ext cx="900000" cy="128417"/>
                <a:chOff x="5030904" y="4970294"/>
                <a:chExt cx="1917765" cy="244827"/>
              </a:xfrm>
            </p:grpSpPr>
            <p:pic>
              <p:nvPicPr>
                <p:cNvPr id="3422" name="Google Shape;3422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5030904" y="4970294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23" name="Google Shape;3423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6028705" y="4970294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424" name="Google Shape;3424;p106"/>
              <p:cNvGrpSpPr/>
              <p:nvPr/>
            </p:nvGrpSpPr>
            <p:grpSpPr>
              <a:xfrm>
                <a:off x="9989246" y="1258647"/>
                <a:ext cx="900000" cy="128417"/>
                <a:chOff x="5030904" y="4640821"/>
                <a:chExt cx="1917765" cy="244827"/>
              </a:xfrm>
            </p:grpSpPr>
            <p:pic>
              <p:nvPicPr>
                <p:cNvPr id="3425" name="Google Shape;3425;p106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26" name="Google Shape;3426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427" name="Google Shape;3427;p106"/>
              <p:cNvGrpSpPr/>
              <p:nvPr/>
            </p:nvGrpSpPr>
            <p:grpSpPr>
              <a:xfrm>
                <a:off x="9989246" y="1598638"/>
                <a:ext cx="900000" cy="188218"/>
                <a:chOff x="1171761" y="5660610"/>
                <a:chExt cx="1917765" cy="358833"/>
              </a:xfrm>
            </p:grpSpPr>
            <p:cxnSp>
              <p:nvCxnSpPr>
                <p:cNvPr id="3428" name="Google Shape;3428;p106"/>
                <p:cNvCxnSpPr/>
                <p:nvPr/>
              </p:nvCxnSpPr>
              <p:spPr>
                <a:xfrm>
                  <a:off x="1177953" y="5660610"/>
                  <a:ext cx="0" cy="12413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29" name="Google Shape;3429;p106"/>
                <p:cNvCxnSpPr/>
                <p:nvPr/>
              </p:nvCxnSpPr>
              <p:spPr>
                <a:xfrm>
                  <a:off x="2758265" y="5784739"/>
                  <a:ext cx="331261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30" name="Google Shape;3430;p106"/>
                <p:cNvCxnSpPr/>
                <p:nvPr/>
              </p:nvCxnSpPr>
              <p:spPr>
                <a:xfrm>
                  <a:off x="3089526" y="5660610"/>
                  <a:ext cx="0" cy="12413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31" name="Google Shape;3431;p106"/>
                <p:cNvCxnSpPr/>
                <p:nvPr/>
              </p:nvCxnSpPr>
              <p:spPr>
                <a:xfrm>
                  <a:off x="1171761" y="5784740"/>
                  <a:ext cx="278274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432" name="Google Shape;3432;p106"/>
                <p:cNvSpPr txBox="1"/>
                <p:nvPr/>
              </p:nvSpPr>
              <p:spPr>
                <a:xfrm>
                  <a:off x="1297319" y="5784735"/>
                  <a:ext cx="1588813" cy="234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chemeClr val="accent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vSAN Cluster</a:t>
                  </a:r>
                  <a:endParaRPr/>
                </a:p>
              </p:txBody>
            </p:sp>
          </p:grpSp>
          <p:grpSp>
            <p:nvGrpSpPr>
              <p:cNvPr id="3433" name="Google Shape;3433;p106"/>
              <p:cNvGrpSpPr/>
              <p:nvPr/>
            </p:nvGrpSpPr>
            <p:grpSpPr>
              <a:xfrm>
                <a:off x="9989245" y="1086840"/>
                <a:ext cx="900000" cy="128417"/>
                <a:chOff x="5030904" y="4640821"/>
                <a:chExt cx="1917765" cy="244827"/>
              </a:xfrm>
            </p:grpSpPr>
            <p:pic>
              <p:nvPicPr>
                <p:cNvPr id="3434" name="Google Shape;3434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35" name="Google Shape;3435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3436" name="Google Shape;3436;p106"/>
            <p:cNvSpPr txBox="1"/>
            <p:nvPr/>
          </p:nvSpPr>
          <p:spPr>
            <a:xfrm>
              <a:off x="4425299" y="4411657"/>
              <a:ext cx="1006729" cy="307777"/>
            </a:xfrm>
            <a:prstGeom prst="rect">
              <a:avLst/>
            </a:prstGeom>
            <a:noFill/>
            <a:ln w="12700" cap="flat" cmpd="sng">
              <a:solidFill>
                <a:srgbClr val="9999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37" name="Google Shape;3437;p106"/>
            <p:cNvGrpSpPr/>
            <p:nvPr/>
          </p:nvGrpSpPr>
          <p:grpSpPr>
            <a:xfrm>
              <a:off x="4461980" y="4441667"/>
              <a:ext cx="900001" cy="700016"/>
              <a:chOff x="9989245" y="1086840"/>
              <a:chExt cx="900001" cy="700016"/>
            </a:xfrm>
          </p:grpSpPr>
          <p:grpSp>
            <p:nvGrpSpPr>
              <p:cNvPr id="3438" name="Google Shape;3438;p106"/>
              <p:cNvGrpSpPr/>
              <p:nvPr/>
            </p:nvGrpSpPr>
            <p:grpSpPr>
              <a:xfrm>
                <a:off x="9989245" y="1431463"/>
                <a:ext cx="900000" cy="128417"/>
                <a:chOff x="5030904" y="4970294"/>
                <a:chExt cx="1917765" cy="244827"/>
              </a:xfrm>
            </p:grpSpPr>
            <p:pic>
              <p:nvPicPr>
                <p:cNvPr id="3439" name="Google Shape;3439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5030904" y="4970294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40" name="Google Shape;3440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6028705" y="4970294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441" name="Google Shape;3441;p106"/>
              <p:cNvGrpSpPr/>
              <p:nvPr/>
            </p:nvGrpSpPr>
            <p:grpSpPr>
              <a:xfrm>
                <a:off x="9989246" y="1258647"/>
                <a:ext cx="900000" cy="128417"/>
                <a:chOff x="5030904" y="4640821"/>
                <a:chExt cx="1917765" cy="244827"/>
              </a:xfrm>
            </p:grpSpPr>
            <p:pic>
              <p:nvPicPr>
                <p:cNvPr id="3442" name="Google Shape;3442;p106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43" name="Google Shape;3443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444" name="Google Shape;3444;p106"/>
              <p:cNvGrpSpPr/>
              <p:nvPr/>
            </p:nvGrpSpPr>
            <p:grpSpPr>
              <a:xfrm>
                <a:off x="9989246" y="1598638"/>
                <a:ext cx="900000" cy="188218"/>
                <a:chOff x="1171761" y="5660610"/>
                <a:chExt cx="1917765" cy="358833"/>
              </a:xfrm>
            </p:grpSpPr>
            <p:cxnSp>
              <p:nvCxnSpPr>
                <p:cNvPr id="3445" name="Google Shape;3445;p106"/>
                <p:cNvCxnSpPr/>
                <p:nvPr/>
              </p:nvCxnSpPr>
              <p:spPr>
                <a:xfrm>
                  <a:off x="1177953" y="5660610"/>
                  <a:ext cx="0" cy="12413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46" name="Google Shape;3446;p106"/>
                <p:cNvCxnSpPr/>
                <p:nvPr/>
              </p:nvCxnSpPr>
              <p:spPr>
                <a:xfrm>
                  <a:off x="2758265" y="5784739"/>
                  <a:ext cx="331261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47" name="Google Shape;3447;p106"/>
                <p:cNvCxnSpPr/>
                <p:nvPr/>
              </p:nvCxnSpPr>
              <p:spPr>
                <a:xfrm>
                  <a:off x="3089526" y="5660610"/>
                  <a:ext cx="0" cy="12413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48" name="Google Shape;3448;p106"/>
                <p:cNvCxnSpPr/>
                <p:nvPr/>
              </p:nvCxnSpPr>
              <p:spPr>
                <a:xfrm>
                  <a:off x="1171761" y="5784740"/>
                  <a:ext cx="278274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accent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449" name="Google Shape;3449;p106"/>
                <p:cNvSpPr txBox="1"/>
                <p:nvPr/>
              </p:nvSpPr>
              <p:spPr>
                <a:xfrm>
                  <a:off x="1297319" y="5784735"/>
                  <a:ext cx="1588813" cy="234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u="none" strike="noStrike" cap="none">
                      <a:solidFill>
                        <a:schemeClr val="accent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vSAN Cluster</a:t>
                  </a:r>
                  <a:endParaRPr/>
                </a:p>
              </p:txBody>
            </p:sp>
          </p:grpSp>
          <p:grpSp>
            <p:nvGrpSpPr>
              <p:cNvPr id="3450" name="Google Shape;3450;p106"/>
              <p:cNvGrpSpPr/>
              <p:nvPr/>
            </p:nvGrpSpPr>
            <p:grpSpPr>
              <a:xfrm>
                <a:off x="9989245" y="1086840"/>
                <a:ext cx="900000" cy="128417"/>
                <a:chOff x="5030904" y="4640821"/>
                <a:chExt cx="1917765" cy="244827"/>
              </a:xfrm>
            </p:grpSpPr>
            <p:pic>
              <p:nvPicPr>
                <p:cNvPr id="3451" name="Google Shape;3451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52" name="Google Shape;3452;p10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1_VMware">
  <a:themeElements>
    <a:clrScheme name="Custom 3">
      <a:dk1>
        <a:srgbClr val="000000"/>
      </a:dk1>
      <a:lt1>
        <a:srgbClr val="FFFFFF"/>
      </a:lt1>
      <a:dk2>
        <a:srgbClr val="1B1D36"/>
      </a:dk2>
      <a:lt2>
        <a:srgbClr val="F2F2F2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5C8A"/>
      </a:hlink>
      <a:folHlink>
        <a:srgbClr val="005C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rgbClr val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8D0C854358DC418D143DF91B0F9F69" ma:contentTypeVersion="25" ma:contentTypeDescription="Create a new document." ma:contentTypeScope="" ma:versionID="86d1ae78601d406bc59f7b48175c4925">
  <xsd:schema xmlns:xsd="http://www.w3.org/2001/XMLSchema" xmlns:xs="http://www.w3.org/2001/XMLSchema" xmlns:p="http://schemas.microsoft.com/office/2006/metadata/properties" xmlns:ns1="http://schemas.microsoft.com/sharepoint/v3" xmlns:ns2="ff83b573-1131-4ec9-87e0-8de43cb2141f" xmlns:ns3="b91cd729-8792-47cd-b03b-259374444807" xmlns:ns4="78c16552-cbf3-4f1f-97ed-388b5d2a083d" targetNamespace="http://schemas.microsoft.com/office/2006/metadata/properties" ma:root="true" ma:fieldsID="87232950fb7e83d3727f6e525efdb9c3" ns1:_="" ns2:_="" ns3:_="" ns4:_="">
    <xsd:import namespace="http://schemas.microsoft.com/sharepoint/v3"/>
    <xsd:import namespace="ff83b573-1131-4ec9-87e0-8de43cb2141f"/>
    <xsd:import namespace="b91cd729-8792-47cd-b03b-259374444807"/>
    <xsd:import namespace="78c16552-cbf3-4f1f-97ed-388b5d2a083d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3b573-1131-4ec9-87e0-8de43cb2141f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35e516c6-d7bc-4be5-8458-55365016f2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cd729-8792-47cd-b03b-259374444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16552-cbf3-4f1f-97ed-388b5d2a083d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62e8767f-5054-4ecc-a981-a992a2f0e90f}" ma:internalName="TaxCatchAll" ma:showField="CatchAllData" ma:web="78c16552-cbf3-4f1f-97ed-388b5d2a08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SecurityGroups xmlns="ff83b573-1131-4ec9-87e0-8de43cb2141f" xsi:nil="true"/>
    <_ip_UnifiedCompliancePolicyUIAction xmlns="http://schemas.microsoft.com/sharepoint/v3" xsi:nil="true"/>
    <MigrationWizIdPermissions xmlns="ff83b573-1131-4ec9-87e0-8de43cb2141f" xsi:nil="true"/>
    <MigrationWizId xmlns="ff83b573-1131-4ec9-87e0-8de43cb2141f" xsi:nil="true"/>
    <TaxCatchAll xmlns="78c16552-cbf3-4f1f-97ed-388b5d2a083d" xsi:nil="true"/>
    <MigrationWizIdDocumentLibraryPermissions xmlns="ff83b573-1131-4ec9-87e0-8de43cb2141f" xsi:nil="true"/>
    <_ip_UnifiedCompliancePolicyProperties xmlns="http://schemas.microsoft.com/sharepoint/v3" xsi:nil="true"/>
    <lcf76f155ced4ddcb4097134ff3c332f xmlns="ff83b573-1131-4ec9-87e0-8de43cb2141f">
      <Terms xmlns="http://schemas.microsoft.com/office/infopath/2007/PartnerControls"/>
    </lcf76f155ced4ddcb4097134ff3c332f>
    <MigrationWizIdPermissionLevels xmlns="ff83b573-1131-4ec9-87e0-8de43cb2141f" xsi:nil="true"/>
  </documentManagement>
</p:properties>
</file>

<file path=customXml/itemProps1.xml><?xml version="1.0" encoding="utf-8"?>
<ds:datastoreItem xmlns:ds="http://schemas.openxmlformats.org/officeDocument/2006/customXml" ds:itemID="{47F6CA75-3016-4DE9-8061-D295E0429062}"/>
</file>

<file path=customXml/itemProps2.xml><?xml version="1.0" encoding="utf-8"?>
<ds:datastoreItem xmlns:ds="http://schemas.openxmlformats.org/officeDocument/2006/customXml" ds:itemID="{A924BD57-97E4-41D4-AFA6-39E3E92FC6E9}"/>
</file>

<file path=customXml/itemProps3.xml><?xml version="1.0" encoding="utf-8"?>
<ds:datastoreItem xmlns:ds="http://schemas.openxmlformats.org/officeDocument/2006/customXml" ds:itemID="{D13286A3-516C-4F2B-B7CC-2B162F716BA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3114</Words>
  <Application>Microsoft Macintosh PowerPoint</Application>
  <PresentationFormat>Custom</PresentationFormat>
  <Paragraphs>952</Paragraphs>
  <Slides>75</Slides>
  <Notes>73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Metropolis</vt:lpstr>
      <vt:lpstr>NTR</vt:lpstr>
      <vt:lpstr>Open Sans</vt:lpstr>
      <vt:lpstr>1_VMware</vt:lpstr>
      <vt:lpstr>Colors</vt:lpstr>
      <vt:lpstr>VCF Low Level Design Diagrams</vt:lpstr>
      <vt:lpstr>VCF Constructs v1</vt:lpstr>
      <vt:lpstr>VCF Constructs v1 (SVG Image)</vt:lpstr>
      <vt:lpstr>vSphere Cluster Models</vt:lpstr>
      <vt:lpstr>vSphere Cluster Models v1</vt:lpstr>
      <vt:lpstr>vSphere Cluster Models v1(SVG Image)</vt:lpstr>
      <vt:lpstr>VCF Operations Models</vt:lpstr>
      <vt:lpstr>VCF Operations Models v1</vt:lpstr>
      <vt:lpstr>VCF Operations Models v1 (SVG Image)</vt:lpstr>
      <vt:lpstr>VCF Operations for Logs Models</vt:lpstr>
      <vt:lpstr>VCF Operations for Logs Models v1</vt:lpstr>
      <vt:lpstr>VCF Operations for Logs v1 (SVG Image)</vt:lpstr>
      <vt:lpstr>VCF Operations for Networks Models</vt:lpstr>
      <vt:lpstr>VCF Operations for Networks Models v1</vt:lpstr>
      <vt:lpstr>VCF Operations for Networks v1 (SVG Image)</vt:lpstr>
      <vt:lpstr>VCF Automation Models</vt:lpstr>
      <vt:lpstr>VCF Automation Models v1</vt:lpstr>
      <vt:lpstr>VCF Automation Models v1 (SVG Image)</vt:lpstr>
      <vt:lpstr>VCF Simple and HA Models Combined v2</vt:lpstr>
      <vt:lpstr>VCF Simple and HA Models Combined v2 (SVG Image)</vt:lpstr>
      <vt:lpstr>VCF Simple Model (SVG Image)</vt:lpstr>
      <vt:lpstr>VCF HA Model v2 (SVG Image)</vt:lpstr>
      <vt:lpstr>VCF Simple and HA Models Combined w/ External LB v2</vt:lpstr>
      <vt:lpstr>VCF Simple and HA Models Combined w/ External LB (SVG Image)</vt:lpstr>
      <vt:lpstr>VCFA Object Flow v2</vt:lpstr>
      <vt:lpstr>VCFA Object Flow (SVG Image)</vt:lpstr>
      <vt:lpstr>Org Hierarchy with VPC v2</vt:lpstr>
      <vt:lpstr>Org Hierarchy with VPC (SVG Image)</vt:lpstr>
      <vt:lpstr>Provider Consumption Org v1</vt:lpstr>
      <vt:lpstr>Provider Consumption Org (SVG Image)</vt:lpstr>
      <vt:lpstr>Example – Supervisor to Organization Relationship v1</vt:lpstr>
      <vt:lpstr>Example – Supervisor to Organization Relationship (SVG Image)</vt:lpstr>
      <vt:lpstr>VCFA Org Model v1</vt:lpstr>
      <vt:lpstr>VCFA Org Model (SVG)</vt:lpstr>
      <vt:lpstr>Workload Domain Models</vt:lpstr>
      <vt:lpstr>Workload Domain Models v1</vt:lpstr>
      <vt:lpstr>Workload Domain Models v1 (SVG Image)</vt:lpstr>
      <vt:lpstr>Distributed Switch Models</vt:lpstr>
      <vt:lpstr>Distributed Switch Models v1</vt:lpstr>
      <vt:lpstr>NSX Edge Cluster Models </vt:lpstr>
      <vt:lpstr>Host Fault Tolerant NSX Edge Cluster</vt:lpstr>
      <vt:lpstr>Rack Fault Tolerant Design using two or more vertical Layer 2 vsphere clusters in separate racks</vt:lpstr>
      <vt:lpstr>Rack Fault Tolerant Design using a single Layer 3 vsphere Cluster deployed across multiple racks</vt:lpstr>
      <vt:lpstr>Rack Fault Tolerant Design using a single Layer 2 vsphere Cluster deployed across multiple racks</vt:lpstr>
      <vt:lpstr>NSX Edge Cluster Models </vt:lpstr>
      <vt:lpstr>Dual Availability Zone Design based on NSX Edge Node HA - Dedicated vSphere cluster</vt:lpstr>
      <vt:lpstr>Dual Availability Zone Design based on NSX Edge Node HA - stretched vSAN cluster</vt:lpstr>
      <vt:lpstr>Dual Availability Zone Design based on vSphere HA Recovery</vt:lpstr>
      <vt:lpstr>Supervisor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vSAN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Eric Tom Lee</dc:creator>
  <cp:lastModifiedBy>Jonathan McDonald</cp:lastModifiedBy>
  <cp:revision>3</cp:revision>
  <dcterms:created xsi:type="dcterms:W3CDTF">2024-07-23T22:43:49Z</dcterms:created>
  <dcterms:modified xsi:type="dcterms:W3CDTF">2025-06-04T15:28:11Z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0x010100D88D0C854358DC418D143DF91B0F9F69</vt:lpwstr>
  </property>
  <property fmtid="{D5CDD505-2E9C-101B-9397-08002B2CF9AE}" pid="3" name="MediaServiceImageTags">
    <vt:lpwstr/>
  </property>
</Properties>
</file>