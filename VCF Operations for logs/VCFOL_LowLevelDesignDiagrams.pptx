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42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4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6" r:id="rId9"/>
    <p:sldId id="267" r:id="rId10"/>
    <p:sldId id="268" r:id="rId11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9" roundtripDataSignature="AMtx7mjSBmWDhcdHBmYG2l1AX2GcPdy+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50" d="100"/>
          <a:sy n="150" d="100"/>
        </p:scale>
        <p:origin x="199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80" Type="http://schemas.openxmlformats.org/officeDocument/2006/relationships/presProps" Target="presProps.xml"/><Relationship Id="rId85" Type="http://schemas.openxmlformats.org/officeDocument/2006/relationships/customXml" Target="../customXml/item2.xml"/><Relationship Id="rId3" Type="http://schemas.openxmlformats.org/officeDocument/2006/relationships/slide" Target="slides/slide2.xml"/><Relationship Id="rId8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79" Type="http://customschemas.google.com/relationships/presentationmetadata" Target="metadata"/><Relationship Id="rId5" Type="http://schemas.openxmlformats.org/officeDocument/2006/relationships/slide" Target="slides/slide4.xml"/><Relationship Id="rId82" Type="http://schemas.openxmlformats.org/officeDocument/2006/relationships/theme" Target="theme/theme1.xml"/><Relationship Id="rId10" Type="http://schemas.openxmlformats.org/officeDocument/2006/relationships/slide" Target="slides/slide9.xml"/><Relationship Id="rId81" Type="http://schemas.openxmlformats.org/officeDocument/2006/relationships/viewProps" Target="viewProps.xml"/><Relationship Id="rId86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0" name="Google Shape;11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5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3" name="Google Shape;11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5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9" name="Google Shape;1199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5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6" name="Google Shape;1226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57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4" name="Google Shape;1274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58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0" name="Google Shape;1280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59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3" name="Google Shape;1323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6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9" name="Google Shape;1329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6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5" name="Google Shape;1335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62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2" name="Google Shape;1382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– Le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814E578-7DFB-C273-472E-4EAD46D26ACD}"/>
              </a:ext>
            </a:extLst>
          </p:cNvPr>
          <p:cNvSpPr/>
          <p:nvPr/>
        </p:nvSpPr>
        <p:spPr>
          <a:xfrm>
            <a:off x="-3811" y="-260"/>
            <a:ext cx="6334843" cy="4737302"/>
          </a:xfrm>
          <a:custGeom>
            <a:avLst/>
            <a:gdLst>
              <a:gd name="connsiteX0" fmla="*/ 0 w 6334843"/>
              <a:gd name="connsiteY0" fmla="*/ 0 h 4737302"/>
              <a:gd name="connsiteX1" fmla="*/ 6334843 w 6334843"/>
              <a:gd name="connsiteY1" fmla="*/ 0 h 4737302"/>
              <a:gd name="connsiteX2" fmla="*/ 1987292 w 6334843"/>
              <a:gd name="connsiteY2" fmla="*/ 4347552 h 4737302"/>
              <a:gd name="connsiteX3" fmla="*/ 1046384 w 6334843"/>
              <a:gd name="connsiteY3" fmla="*/ 4737302 h 4737302"/>
              <a:gd name="connsiteX4" fmla="*/ 0 w 6334843"/>
              <a:gd name="connsiteY4" fmla="*/ 4737302 h 4737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4843" h="4737302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 flip="none" rotWithShape="1">
            <a:gsLst>
              <a:gs pos="7000">
                <a:schemeClr val="accent4"/>
              </a:gs>
              <a:gs pos="83000">
                <a:schemeClr val="accent3"/>
              </a:gs>
            </a:gsLst>
            <a:lin ang="19200000" scaled="0"/>
            <a:tileRect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click to edit"/>
          <p:cNvSpPr>
            <a:spLocks noGrp="1"/>
          </p:cNvSpPr>
          <p:nvPr>
            <p:ph type="title" hasCustomPrompt="1"/>
          </p:nvPr>
        </p:nvSpPr>
        <p:spPr>
          <a:xfrm>
            <a:off x="6592949" y="1701846"/>
            <a:ext cx="5102866" cy="1234440"/>
          </a:xfrm>
        </p:spPr>
        <p:txBody>
          <a:bodyPr wrap="square" anchor="b"/>
          <a:lstStyle>
            <a:lvl1pPr algn="l">
              <a:defRPr sz="40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Slide – Green Theme</a:t>
            </a:r>
          </a:p>
        </p:txBody>
      </p:sp>
      <p:sp>
        <p:nvSpPr>
          <p:cNvPr id="128" name="Subtitle click to edit">
            <a:extLst>
              <a:ext uri="{FF2B5EF4-FFF2-40B4-BE49-F238E27FC236}">
                <a16:creationId xmlns:a16="http://schemas.microsoft.com/office/drawing/2014/main" id="{6EBAFA4D-7B92-4E38-8320-94F3BCA2E41C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592948" y="2986547"/>
            <a:ext cx="5116452" cy="4164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 placeholder</a:t>
            </a:r>
          </a:p>
        </p:txBody>
      </p:sp>
      <p:sp>
        <p:nvSpPr>
          <p:cNvPr id="7" name="Click to edit Speaker Name ">
            <a:extLst>
              <a:ext uri="{FF2B5EF4-FFF2-40B4-BE49-F238E27FC236}">
                <a16:creationId xmlns:a16="http://schemas.microsoft.com/office/drawing/2014/main" id="{DEA43E1E-B208-4DC4-9D6A-01669D00D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92948" y="4737425"/>
            <a:ext cx="5402202" cy="35560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None/>
              <a:tabLst/>
              <a:defRPr lang="en-US" sz="1600" b="0" i="0" u="none" strike="noStrike" smtClean="0">
                <a:solidFill>
                  <a:schemeClr val="tx1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Speaker Name (Insert pronouns)</a:t>
            </a:r>
          </a:p>
        </p:txBody>
      </p:sp>
      <p:sp>
        <p:nvSpPr>
          <p:cNvPr id="129" name="Click to edit role">
            <a:extLst>
              <a:ext uri="{FF2B5EF4-FFF2-40B4-BE49-F238E27FC236}">
                <a16:creationId xmlns:a16="http://schemas.microsoft.com/office/drawing/2014/main" id="{2111BB8B-7B37-4FB4-B2CD-984FE1C6C5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2948" y="5117480"/>
            <a:ext cx="5402202" cy="355601"/>
          </a:xfrm>
        </p:spPr>
        <p:txBody>
          <a:bodyPr/>
          <a:lstStyle>
            <a:lvl1pPr algn="l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Role / Division, Broadcom</a:t>
            </a:r>
          </a:p>
        </p:txBody>
      </p:sp>
      <p:sp>
        <p:nvSpPr>
          <p:cNvPr id="18" name="Click to edit role">
            <a:extLst>
              <a:ext uri="{FF2B5EF4-FFF2-40B4-BE49-F238E27FC236}">
                <a16:creationId xmlns:a16="http://schemas.microsoft.com/office/drawing/2014/main" id="{006FF8D0-7AF6-C549-9BFB-E838D6CDCA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2948" y="5485986"/>
            <a:ext cx="5402202" cy="355601"/>
          </a:xfrm>
        </p:spPr>
        <p:txBody>
          <a:bodyPr/>
          <a:lstStyle>
            <a:lvl1pPr algn="l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grpSp>
        <p:nvGrpSpPr>
          <p:cNvPr id="55" name="Graphic 8">
            <a:extLst>
              <a:ext uri="{FF2B5EF4-FFF2-40B4-BE49-F238E27FC236}">
                <a16:creationId xmlns:a16="http://schemas.microsoft.com/office/drawing/2014/main" id="{BAF838CA-49F3-885B-C026-D4C6B5E51AA9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56" name="Graphic 8">
              <a:extLst>
                <a:ext uri="{FF2B5EF4-FFF2-40B4-BE49-F238E27FC236}">
                  <a16:creationId xmlns:a16="http://schemas.microsoft.com/office/drawing/2014/main" id="{91AFFF59-3E20-ED5A-C64D-6AD2EC10FA71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26A3A367-AF7A-3CE1-7219-BF42CFB83015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87557BA2-6363-9310-7758-7E46B2725CB3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98E3995A-00E8-9970-E347-1DB033726417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E557F3F2-0097-5608-0D6B-ADBD20A05750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A1EE9404-4BD9-8680-1C8A-3B583B492853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FC84855E-D060-5D16-8F8D-2BD34D9B94F5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id="{031F79CD-4C5E-D24F-635E-7A7B48781101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DAD1797E-9105-FA8E-4A81-FDC253F04EAD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6CDD0DC3-97C4-C10E-1058-099303CC93F6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CEBC9053-842B-8221-2B9E-1E02856F9974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57" name="Graphic 8">
              <a:extLst>
                <a:ext uri="{FF2B5EF4-FFF2-40B4-BE49-F238E27FC236}">
                  <a16:creationId xmlns:a16="http://schemas.microsoft.com/office/drawing/2014/main" id="{C3D6A2E6-7175-657A-FFEE-732370A03645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6EE5B3D8-4F75-F4A5-6852-90C7E67B399F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8D359421-6F5E-68EB-A130-9078431086FE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3B593B1C-97BF-E3FD-9202-FAE7DC7D404F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684036B4-CA32-5C66-D108-9873B6C3702C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76DBD31D-FDBB-F787-B22E-2F397F09B546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98164034-B26F-5ACB-9B90-EBBD1F9B1137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0" name="Freeform 129">
                <a:extLst>
                  <a:ext uri="{FF2B5EF4-FFF2-40B4-BE49-F238E27FC236}">
                    <a16:creationId xmlns:a16="http://schemas.microsoft.com/office/drawing/2014/main" id="{347DB589-B53E-03EB-2555-D38B1A06D8EF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33" name="Freeform: Shape 3">
            <a:extLst>
              <a:ext uri="{FF2B5EF4-FFF2-40B4-BE49-F238E27FC236}">
                <a16:creationId xmlns:a16="http://schemas.microsoft.com/office/drawing/2014/main" id="{6814E578-7DFB-C273-472E-4EAD46D26ACD}"/>
              </a:ext>
            </a:extLst>
          </p:cNvPr>
          <p:cNvSpPr/>
          <p:nvPr/>
        </p:nvSpPr>
        <p:spPr>
          <a:xfrm>
            <a:off x="-3811" y="-260"/>
            <a:ext cx="6334843" cy="4737302"/>
          </a:xfrm>
          <a:custGeom>
            <a:avLst/>
            <a:gdLst>
              <a:gd name="connsiteX0" fmla="*/ 0 w 6334843"/>
              <a:gd name="connsiteY0" fmla="*/ 0 h 4737302"/>
              <a:gd name="connsiteX1" fmla="*/ 6334843 w 6334843"/>
              <a:gd name="connsiteY1" fmla="*/ 0 h 4737302"/>
              <a:gd name="connsiteX2" fmla="*/ 1987292 w 6334843"/>
              <a:gd name="connsiteY2" fmla="*/ 4347552 h 4737302"/>
              <a:gd name="connsiteX3" fmla="*/ 1046384 w 6334843"/>
              <a:gd name="connsiteY3" fmla="*/ 4737302 h 4737302"/>
              <a:gd name="connsiteX4" fmla="*/ 0 w 6334843"/>
              <a:gd name="connsiteY4" fmla="*/ 4737302 h 4737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4843" h="4737302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 flip="none" rotWithShape="1">
            <a:gsLst>
              <a:gs pos="7000">
                <a:schemeClr val="accent4"/>
              </a:gs>
              <a:gs pos="83000">
                <a:schemeClr val="accent3"/>
              </a:gs>
            </a:gsLst>
            <a:lin ang="19200000" scaled="0"/>
            <a:tileRect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4" name="Freeform: Shape 4">
            <a:extLst>
              <a:ext uri="{FF2B5EF4-FFF2-40B4-BE49-F238E27FC236}">
                <a16:creationId xmlns:a16="http://schemas.microsoft.com/office/drawing/2014/main" id="{03689AEB-304C-881F-44CE-28E14E31AD6E}"/>
              </a:ext>
            </a:extLst>
          </p:cNvPr>
          <p:cNvSpPr/>
          <p:nvPr/>
        </p:nvSpPr>
        <p:spPr>
          <a:xfrm>
            <a:off x="-7657" y="648483"/>
            <a:ext cx="12205474" cy="5413289"/>
          </a:xfrm>
          <a:custGeom>
            <a:avLst/>
            <a:gdLst>
              <a:gd name="connsiteX0" fmla="*/ 7251847 w 12205474"/>
              <a:gd name="connsiteY0" fmla="*/ 0 h 5413289"/>
              <a:gd name="connsiteX1" fmla="*/ 12205474 w 12205474"/>
              <a:gd name="connsiteY1" fmla="*/ 0 h 5413289"/>
              <a:gd name="connsiteX2" fmla="*/ 12205474 w 12205474"/>
              <a:gd name="connsiteY2" fmla="*/ 76269 h 5413289"/>
              <a:gd name="connsiteX3" fmla="*/ 7251847 w 12205474"/>
              <a:gd name="connsiteY3" fmla="*/ 76269 h 5413289"/>
              <a:gd name="connsiteX4" fmla="*/ 6672965 w 12205474"/>
              <a:gd name="connsiteY4" fmla="*/ 191435 h 5413289"/>
              <a:gd name="connsiteX5" fmla="*/ 6182235 w 12205474"/>
              <a:gd name="connsiteY5" fmla="*/ 519327 h 5413289"/>
              <a:gd name="connsiteX6" fmla="*/ 1792619 w 12205474"/>
              <a:gd name="connsiteY6" fmla="*/ 4923656 h 5413289"/>
              <a:gd name="connsiteX7" fmla="*/ 1252315 w 12205474"/>
              <a:gd name="connsiteY7" fmla="*/ 5284725 h 5413289"/>
              <a:gd name="connsiteX8" fmla="*/ 615085 w 12205474"/>
              <a:gd name="connsiteY8" fmla="*/ 5411458 h 5413289"/>
              <a:gd name="connsiteX9" fmla="*/ 0 w 12205474"/>
              <a:gd name="connsiteY9" fmla="*/ 5413289 h 5413289"/>
              <a:gd name="connsiteX10" fmla="*/ 0 w 12205474"/>
              <a:gd name="connsiteY10" fmla="*/ 5336993 h 5413289"/>
              <a:gd name="connsiteX11" fmla="*/ 615085 w 12205474"/>
              <a:gd name="connsiteY11" fmla="*/ 5335189 h 5413289"/>
              <a:gd name="connsiteX12" fmla="*/ 1738659 w 12205474"/>
              <a:gd name="connsiteY12" fmla="*/ 4869823 h 5413289"/>
              <a:gd name="connsiteX13" fmla="*/ 6128274 w 12205474"/>
              <a:gd name="connsiteY13" fmla="*/ 465366 h 5413289"/>
              <a:gd name="connsiteX14" fmla="*/ 7251847 w 12205474"/>
              <a:gd name="connsiteY14" fmla="*/ 0 h 5413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5474" h="5413289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4"/>
              </a:gs>
            </a:gsLst>
            <a:lin ang="0" scaled="1"/>
          </a:gradFill>
          <a:ln w="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37" name="Graphic 8">
            <a:extLst>
              <a:ext uri="{FF2B5EF4-FFF2-40B4-BE49-F238E27FC236}">
                <a16:creationId xmlns:a16="http://schemas.microsoft.com/office/drawing/2014/main" id="{BAF838CA-49F3-885B-C026-D4C6B5E51AA9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8" name="Graphic 8">
              <a:extLst>
                <a:ext uri="{FF2B5EF4-FFF2-40B4-BE49-F238E27FC236}">
                  <a16:creationId xmlns:a16="http://schemas.microsoft.com/office/drawing/2014/main" id="{91AFFF59-3E20-ED5A-C64D-6AD2EC10FA71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26A3A367-AF7A-3CE1-7219-BF42CFB83015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87557BA2-6363-9310-7758-7E46B2725CB3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98E3995A-00E8-9970-E347-1DB033726417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E557F3F2-0097-5608-0D6B-ADBD20A05750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A1EE9404-4BD9-8680-1C8A-3B583B492853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FC84855E-D060-5D16-8F8D-2BD34D9B94F5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031F79CD-4C5E-D24F-635E-7A7B48781101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DAD1797E-9105-FA8E-4A81-FDC253F04EAD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6CDD0DC3-97C4-C10E-1058-099303CC93F6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CEBC9053-842B-8221-2B9E-1E02856F9974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39" name="Graphic 8">
              <a:extLst>
                <a:ext uri="{FF2B5EF4-FFF2-40B4-BE49-F238E27FC236}">
                  <a16:creationId xmlns:a16="http://schemas.microsoft.com/office/drawing/2014/main" id="{C3D6A2E6-7175-657A-FFEE-732370A03645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6EE5B3D8-4F75-F4A5-6852-90C7E67B399F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8D359421-6F5E-68EB-A130-9078431086FE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3B593B1C-97BF-E3FD-9202-FAE7DC7D404F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684036B4-CA32-5C66-D108-9873B6C3702C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76DBD31D-FDBB-F787-B22E-2F397F09B546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98164034-B26F-5ACB-9B90-EBBD1F9B1137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347DB589-B53E-03EB-2555-D38B1A06D8EF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6F05D4E-954E-5EA3-A012-EBA68A5DEAED}"/>
              </a:ext>
            </a:extLst>
          </p:cNvPr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2026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241656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–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007DB4E-DF1B-4B7A-6FC4-46981281D8D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42" r="1973" b="1787"/>
          <a:stretch>
            <a:fillRect/>
          </a:stretch>
        </p:blipFill>
        <p:spPr>
          <a:xfrm>
            <a:off x="0" y="658109"/>
            <a:ext cx="12188825" cy="6205839"/>
          </a:xfrm>
          <a:custGeom>
            <a:avLst/>
            <a:gdLst>
              <a:gd name="connsiteX0" fmla="*/ 0 w 12192401"/>
              <a:gd name="connsiteY0" fmla="*/ 0 h 6207660"/>
              <a:gd name="connsiteX1" fmla="*/ 12192401 w 12192401"/>
              <a:gd name="connsiteY1" fmla="*/ 0 h 6207660"/>
              <a:gd name="connsiteX2" fmla="*/ 12192401 w 12192401"/>
              <a:gd name="connsiteY2" fmla="*/ 6207660 h 6207660"/>
              <a:gd name="connsiteX3" fmla="*/ 0 w 12192401"/>
              <a:gd name="connsiteY3" fmla="*/ 6207660 h 6207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401" h="620766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effectLst>
            <a:outerShdw blurRad="241300" sx="102000" sy="102000" algn="ctr" rotWithShape="0">
              <a:schemeClr val="accent3">
                <a:alpha val="15000"/>
              </a:schemeClr>
            </a:outerShdw>
          </a:effectLst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93B8B11-A691-8250-9E87-65BB5A241D07}"/>
              </a:ext>
            </a:extLst>
          </p:cNvPr>
          <p:cNvSpPr/>
          <p:nvPr/>
        </p:nvSpPr>
        <p:spPr>
          <a:xfrm>
            <a:off x="-3811" y="-260"/>
            <a:ext cx="6334843" cy="4737302"/>
          </a:xfrm>
          <a:custGeom>
            <a:avLst/>
            <a:gdLst>
              <a:gd name="connsiteX0" fmla="*/ 0 w 6334843"/>
              <a:gd name="connsiteY0" fmla="*/ 0 h 4737302"/>
              <a:gd name="connsiteX1" fmla="*/ 6334843 w 6334843"/>
              <a:gd name="connsiteY1" fmla="*/ 0 h 4737302"/>
              <a:gd name="connsiteX2" fmla="*/ 1987292 w 6334843"/>
              <a:gd name="connsiteY2" fmla="*/ 4347552 h 4737302"/>
              <a:gd name="connsiteX3" fmla="*/ 1046384 w 6334843"/>
              <a:gd name="connsiteY3" fmla="*/ 4737302 h 4737302"/>
              <a:gd name="connsiteX4" fmla="*/ 0 w 6334843"/>
              <a:gd name="connsiteY4" fmla="*/ 4737302 h 4737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4843" h="4737302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 flip="none" rotWithShape="1">
            <a:gsLst>
              <a:gs pos="16000">
                <a:schemeClr val="accent2"/>
              </a:gs>
              <a:gs pos="90000">
                <a:schemeClr val="accent3"/>
              </a:gs>
            </a:gsLst>
            <a:lin ang="19200000" scaled="0"/>
            <a:tileRect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3963894-AB1A-DA1F-BF82-7542D160FA67}"/>
              </a:ext>
            </a:extLst>
          </p:cNvPr>
          <p:cNvSpPr/>
          <p:nvPr/>
        </p:nvSpPr>
        <p:spPr>
          <a:xfrm>
            <a:off x="-7657" y="648483"/>
            <a:ext cx="12205474" cy="5413289"/>
          </a:xfrm>
          <a:custGeom>
            <a:avLst/>
            <a:gdLst>
              <a:gd name="connsiteX0" fmla="*/ 7251847 w 12205474"/>
              <a:gd name="connsiteY0" fmla="*/ 0 h 5413289"/>
              <a:gd name="connsiteX1" fmla="*/ 12205474 w 12205474"/>
              <a:gd name="connsiteY1" fmla="*/ 0 h 5413289"/>
              <a:gd name="connsiteX2" fmla="*/ 12205474 w 12205474"/>
              <a:gd name="connsiteY2" fmla="*/ 76269 h 5413289"/>
              <a:gd name="connsiteX3" fmla="*/ 7251847 w 12205474"/>
              <a:gd name="connsiteY3" fmla="*/ 76269 h 5413289"/>
              <a:gd name="connsiteX4" fmla="*/ 6672965 w 12205474"/>
              <a:gd name="connsiteY4" fmla="*/ 191435 h 5413289"/>
              <a:gd name="connsiteX5" fmla="*/ 6182235 w 12205474"/>
              <a:gd name="connsiteY5" fmla="*/ 519327 h 5413289"/>
              <a:gd name="connsiteX6" fmla="*/ 1792619 w 12205474"/>
              <a:gd name="connsiteY6" fmla="*/ 4923656 h 5413289"/>
              <a:gd name="connsiteX7" fmla="*/ 1252315 w 12205474"/>
              <a:gd name="connsiteY7" fmla="*/ 5284725 h 5413289"/>
              <a:gd name="connsiteX8" fmla="*/ 615085 w 12205474"/>
              <a:gd name="connsiteY8" fmla="*/ 5411458 h 5413289"/>
              <a:gd name="connsiteX9" fmla="*/ 0 w 12205474"/>
              <a:gd name="connsiteY9" fmla="*/ 5413289 h 5413289"/>
              <a:gd name="connsiteX10" fmla="*/ 0 w 12205474"/>
              <a:gd name="connsiteY10" fmla="*/ 5336993 h 5413289"/>
              <a:gd name="connsiteX11" fmla="*/ 615085 w 12205474"/>
              <a:gd name="connsiteY11" fmla="*/ 5335189 h 5413289"/>
              <a:gd name="connsiteX12" fmla="*/ 1738659 w 12205474"/>
              <a:gd name="connsiteY12" fmla="*/ 4869823 h 5413289"/>
              <a:gd name="connsiteX13" fmla="*/ 6128274 w 12205474"/>
              <a:gd name="connsiteY13" fmla="*/ 465366 h 5413289"/>
              <a:gd name="connsiteX14" fmla="*/ 7251847 w 12205474"/>
              <a:gd name="connsiteY14" fmla="*/ 0 h 5413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5474" h="5413289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Click to edit Speaker Name ">
            <a:extLst>
              <a:ext uri="{FF2B5EF4-FFF2-40B4-BE49-F238E27FC236}">
                <a16:creationId xmlns:a16="http://schemas.microsoft.com/office/drawing/2014/main" id="{BE8CF301-A89D-F446-8E25-48C52B357C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92948" y="4737425"/>
            <a:ext cx="5402202" cy="35560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None/>
              <a:tabLst/>
              <a:defRPr lang="en-US" sz="1600" b="0" i="0" u="none" strike="noStrike" smtClean="0">
                <a:solidFill>
                  <a:schemeClr val="tx1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Speaker Name (Insert pronouns)</a:t>
            </a:r>
          </a:p>
        </p:txBody>
      </p:sp>
      <p:sp>
        <p:nvSpPr>
          <p:cNvPr id="14" name="Click to edit role">
            <a:extLst>
              <a:ext uri="{FF2B5EF4-FFF2-40B4-BE49-F238E27FC236}">
                <a16:creationId xmlns:a16="http://schemas.microsoft.com/office/drawing/2014/main" id="{A6793BDF-BE4B-0441-BDFD-DE9B2F59D3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2948" y="5117480"/>
            <a:ext cx="5402202" cy="355601"/>
          </a:xfrm>
        </p:spPr>
        <p:txBody>
          <a:bodyPr/>
          <a:lstStyle>
            <a:lvl1pPr algn="l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Role / Division, Broadcom</a:t>
            </a:r>
          </a:p>
        </p:txBody>
      </p:sp>
      <p:sp>
        <p:nvSpPr>
          <p:cNvPr id="17" name="Click to edit role">
            <a:extLst>
              <a:ext uri="{FF2B5EF4-FFF2-40B4-BE49-F238E27FC236}">
                <a16:creationId xmlns:a16="http://schemas.microsoft.com/office/drawing/2014/main" id="{DF9375A3-70DB-2E43-AFE1-9357176168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2948" y="5485986"/>
            <a:ext cx="5402202" cy="355601"/>
          </a:xfrm>
        </p:spPr>
        <p:txBody>
          <a:bodyPr/>
          <a:lstStyle>
            <a:lvl1pPr algn="l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grpSp>
        <p:nvGrpSpPr>
          <p:cNvPr id="8" name="Graphic 8">
            <a:extLst>
              <a:ext uri="{FF2B5EF4-FFF2-40B4-BE49-F238E27FC236}">
                <a16:creationId xmlns:a16="http://schemas.microsoft.com/office/drawing/2014/main" id="{D1A5F4CE-EB72-C266-1B3B-9C54BD2303E1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9" name="Graphic 8">
              <a:extLst>
                <a:ext uri="{FF2B5EF4-FFF2-40B4-BE49-F238E27FC236}">
                  <a16:creationId xmlns:a16="http://schemas.microsoft.com/office/drawing/2014/main" id="{2137E5D9-482E-8131-7FF0-1050E105997F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401D4578-40C7-2585-4FDC-D46680518109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7D357427-0517-5C7D-A2F9-9FA354E4992F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1F2840FE-B7E9-55F1-1465-C3EC98EC0ACE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935EB82F-29DB-B50B-2148-8B6B0BBCAF7F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88238D6F-727C-429B-85BB-BB97763DD8B3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9C614CC9-29E5-4669-6FEA-79EC278FE091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77E21B9D-99B5-B6C1-54E7-0043458780C4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4D857C41-1105-53B4-027A-9AAD9B68FE20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8E094421-7705-4F5D-AD3D-5BE22A2FAF77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485723E5-9424-E475-7092-E94E9597350E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aphic 8">
              <a:extLst>
                <a:ext uri="{FF2B5EF4-FFF2-40B4-BE49-F238E27FC236}">
                  <a16:creationId xmlns:a16="http://schemas.microsoft.com/office/drawing/2014/main" id="{C1BCA891-9818-3C98-5E5D-CAAA5BC1C8D8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88AEA6DD-162C-57F8-3709-64B3B9BC62BC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FC17F96D-EC21-771A-4BFB-097D052B25FC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D310231D-256A-7136-6FBC-2E63F32653FC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4D14B69E-286C-4E39-05BC-F4A507A000EE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C86A5B8B-2CA3-DA7C-8F1D-838462A90136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CDAF0B3D-FBD5-4563-20CD-70B391907C0A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BC54CD76-F7DE-5D47-2726-1FB2EE8F9EBE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3" name="Title click to edit">
            <a:extLst>
              <a:ext uri="{FF2B5EF4-FFF2-40B4-BE49-F238E27FC236}">
                <a16:creationId xmlns:a16="http://schemas.microsoft.com/office/drawing/2014/main" id="{3D2AD2AB-2D36-6FA3-D90D-BBA20ECE20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92949" y="1701846"/>
            <a:ext cx="5102866" cy="1234440"/>
          </a:xfrm>
        </p:spPr>
        <p:txBody>
          <a:bodyPr wrap="square" anchor="b"/>
          <a:lstStyle>
            <a:lvl1pPr algn="l">
              <a:defRPr sz="40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Slide – Blue Theme</a:t>
            </a:r>
          </a:p>
        </p:txBody>
      </p:sp>
      <p:sp>
        <p:nvSpPr>
          <p:cNvPr id="4" name="Subtitle click to edit">
            <a:extLst>
              <a:ext uri="{FF2B5EF4-FFF2-40B4-BE49-F238E27FC236}">
                <a16:creationId xmlns:a16="http://schemas.microsoft.com/office/drawing/2014/main" id="{CC0EBB9D-D839-7841-ED94-78F86A22AB93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592948" y="2986547"/>
            <a:ext cx="5116452" cy="4164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placeholder</a:t>
            </a:r>
          </a:p>
        </p:txBody>
      </p:sp>
      <p:sp>
        <p:nvSpPr>
          <p:cNvPr id="35" name="Freeform: Shape 14">
            <a:extLst>
              <a:ext uri="{FF2B5EF4-FFF2-40B4-BE49-F238E27FC236}">
                <a16:creationId xmlns:a16="http://schemas.microsoft.com/office/drawing/2014/main" id="{F3963894-AB1A-DA1F-BF82-7542D160FA67}"/>
              </a:ext>
            </a:extLst>
          </p:cNvPr>
          <p:cNvSpPr/>
          <p:nvPr/>
        </p:nvSpPr>
        <p:spPr>
          <a:xfrm>
            <a:off x="-7657" y="648483"/>
            <a:ext cx="12205474" cy="5413289"/>
          </a:xfrm>
          <a:custGeom>
            <a:avLst/>
            <a:gdLst>
              <a:gd name="connsiteX0" fmla="*/ 7251847 w 12205474"/>
              <a:gd name="connsiteY0" fmla="*/ 0 h 5413289"/>
              <a:gd name="connsiteX1" fmla="*/ 12205474 w 12205474"/>
              <a:gd name="connsiteY1" fmla="*/ 0 h 5413289"/>
              <a:gd name="connsiteX2" fmla="*/ 12205474 w 12205474"/>
              <a:gd name="connsiteY2" fmla="*/ 76269 h 5413289"/>
              <a:gd name="connsiteX3" fmla="*/ 7251847 w 12205474"/>
              <a:gd name="connsiteY3" fmla="*/ 76269 h 5413289"/>
              <a:gd name="connsiteX4" fmla="*/ 6672965 w 12205474"/>
              <a:gd name="connsiteY4" fmla="*/ 191435 h 5413289"/>
              <a:gd name="connsiteX5" fmla="*/ 6182235 w 12205474"/>
              <a:gd name="connsiteY5" fmla="*/ 519327 h 5413289"/>
              <a:gd name="connsiteX6" fmla="*/ 1792619 w 12205474"/>
              <a:gd name="connsiteY6" fmla="*/ 4923656 h 5413289"/>
              <a:gd name="connsiteX7" fmla="*/ 1252315 w 12205474"/>
              <a:gd name="connsiteY7" fmla="*/ 5284725 h 5413289"/>
              <a:gd name="connsiteX8" fmla="*/ 615085 w 12205474"/>
              <a:gd name="connsiteY8" fmla="*/ 5411458 h 5413289"/>
              <a:gd name="connsiteX9" fmla="*/ 0 w 12205474"/>
              <a:gd name="connsiteY9" fmla="*/ 5413289 h 5413289"/>
              <a:gd name="connsiteX10" fmla="*/ 0 w 12205474"/>
              <a:gd name="connsiteY10" fmla="*/ 5336993 h 5413289"/>
              <a:gd name="connsiteX11" fmla="*/ 615085 w 12205474"/>
              <a:gd name="connsiteY11" fmla="*/ 5335189 h 5413289"/>
              <a:gd name="connsiteX12" fmla="*/ 1738659 w 12205474"/>
              <a:gd name="connsiteY12" fmla="*/ 4869823 h 5413289"/>
              <a:gd name="connsiteX13" fmla="*/ 6128274 w 12205474"/>
              <a:gd name="connsiteY13" fmla="*/ 465366 h 5413289"/>
              <a:gd name="connsiteX14" fmla="*/ 7251847 w 12205474"/>
              <a:gd name="connsiteY14" fmla="*/ 0 h 5413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5474" h="5413289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38" name="Graphic 8">
            <a:extLst>
              <a:ext uri="{FF2B5EF4-FFF2-40B4-BE49-F238E27FC236}">
                <a16:creationId xmlns:a16="http://schemas.microsoft.com/office/drawing/2014/main" id="{D1A5F4CE-EB72-C266-1B3B-9C54BD2303E1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9" name="Graphic 8">
              <a:extLst>
                <a:ext uri="{FF2B5EF4-FFF2-40B4-BE49-F238E27FC236}">
                  <a16:creationId xmlns:a16="http://schemas.microsoft.com/office/drawing/2014/main" id="{2137E5D9-482E-8131-7FF0-1050E105997F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401D4578-40C7-2585-4FDC-D46680518109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7D357427-0517-5C7D-A2F9-9FA354E4992F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1F2840FE-B7E9-55F1-1465-C3EC98EC0ACE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935EB82F-29DB-B50B-2148-8B6B0BBCAF7F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88238D6F-727C-429B-85BB-BB97763DD8B3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9C614CC9-29E5-4669-6FEA-79EC278FE091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77E21B9D-99B5-B6C1-54E7-0043458780C4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4D857C41-1105-53B4-027A-9AAD9B68FE20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8E094421-7705-4F5D-AD3D-5BE22A2FAF77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485723E5-9424-E475-7092-E94E9597350E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40" name="Graphic 8">
              <a:extLst>
                <a:ext uri="{FF2B5EF4-FFF2-40B4-BE49-F238E27FC236}">
                  <a16:creationId xmlns:a16="http://schemas.microsoft.com/office/drawing/2014/main" id="{C1BCA891-9818-3C98-5E5D-CAAA5BC1C8D8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88AEA6DD-162C-57F8-3709-64B3B9BC62BC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FC17F96D-EC21-771A-4BFB-097D052B25FC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D310231D-256A-7136-6FBC-2E63F32653FC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4D14B69E-286C-4E39-05BC-F4A507A000EE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C86A5B8B-2CA3-DA7C-8F1D-838462A90136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CDAF0B3D-FBD5-4563-20CD-70B391907C0A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BC54CD76-F7DE-5D47-2726-1FB2EE8F9EBE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AC4568A-0320-BB95-EB37-40F255DCBF74}"/>
              </a:ext>
            </a:extLst>
          </p:cNvPr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2026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306302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–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raphic 55">
            <a:extLst>
              <a:ext uri="{FF2B5EF4-FFF2-40B4-BE49-F238E27FC236}">
                <a16:creationId xmlns:a16="http://schemas.microsoft.com/office/drawing/2014/main" id="{CC06A3C2-D9D3-F0BE-4283-65EFB0C4036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42" r="1973" b="1787"/>
          <a:stretch>
            <a:fillRect/>
          </a:stretch>
        </p:blipFill>
        <p:spPr>
          <a:xfrm>
            <a:off x="0" y="658109"/>
            <a:ext cx="12188825" cy="6205839"/>
          </a:xfrm>
          <a:custGeom>
            <a:avLst/>
            <a:gdLst>
              <a:gd name="connsiteX0" fmla="*/ 0 w 12192401"/>
              <a:gd name="connsiteY0" fmla="*/ 0 h 6207660"/>
              <a:gd name="connsiteX1" fmla="*/ 12192401 w 12192401"/>
              <a:gd name="connsiteY1" fmla="*/ 0 h 6207660"/>
              <a:gd name="connsiteX2" fmla="*/ 12192401 w 12192401"/>
              <a:gd name="connsiteY2" fmla="*/ 6207660 h 6207660"/>
              <a:gd name="connsiteX3" fmla="*/ 0 w 12192401"/>
              <a:gd name="connsiteY3" fmla="*/ 6207660 h 6207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401" h="620766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effectLst>
            <a:outerShdw blurRad="241300" sx="102000" sy="102000" algn="ctr" rotWithShape="0">
              <a:schemeClr val="accent3">
                <a:alpha val="15000"/>
              </a:schemeClr>
            </a:outerShdw>
          </a:effectLst>
        </p:spPr>
      </p:pic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044BC68A-DC70-D408-944E-73F6554FC359}"/>
              </a:ext>
            </a:extLst>
          </p:cNvPr>
          <p:cNvSpPr/>
          <p:nvPr/>
        </p:nvSpPr>
        <p:spPr>
          <a:xfrm>
            <a:off x="-3811" y="-260"/>
            <a:ext cx="6334843" cy="4737302"/>
          </a:xfrm>
          <a:custGeom>
            <a:avLst/>
            <a:gdLst>
              <a:gd name="connsiteX0" fmla="*/ 0 w 6334843"/>
              <a:gd name="connsiteY0" fmla="*/ 0 h 4737302"/>
              <a:gd name="connsiteX1" fmla="*/ 6334843 w 6334843"/>
              <a:gd name="connsiteY1" fmla="*/ 0 h 4737302"/>
              <a:gd name="connsiteX2" fmla="*/ 1987292 w 6334843"/>
              <a:gd name="connsiteY2" fmla="*/ 4347552 h 4737302"/>
              <a:gd name="connsiteX3" fmla="*/ 1046384 w 6334843"/>
              <a:gd name="connsiteY3" fmla="*/ 4737302 h 4737302"/>
              <a:gd name="connsiteX4" fmla="*/ 0 w 6334843"/>
              <a:gd name="connsiteY4" fmla="*/ 4737302 h 4737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4843" h="4737302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 flip="none" rotWithShape="1">
            <a:gsLst>
              <a:gs pos="45000">
                <a:srgbClr val="4764A1"/>
              </a:gs>
              <a:gs pos="16000">
                <a:schemeClr val="accent5"/>
              </a:gs>
              <a:gs pos="90000">
                <a:schemeClr val="accent3"/>
              </a:gs>
            </a:gsLst>
            <a:lin ang="19200000" scaled="0"/>
            <a:tileRect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Click to edit Speaker Name ">
            <a:extLst>
              <a:ext uri="{FF2B5EF4-FFF2-40B4-BE49-F238E27FC236}">
                <a16:creationId xmlns:a16="http://schemas.microsoft.com/office/drawing/2014/main" id="{179DB1F6-DFFE-5E43-994F-B7DBFB112C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92948" y="4737425"/>
            <a:ext cx="5402202" cy="35560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None/>
              <a:tabLst/>
              <a:defRPr lang="en-US" sz="1600" b="0" i="0" u="none" strike="noStrike" smtClean="0">
                <a:solidFill>
                  <a:schemeClr val="tx1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Speaker Name (Insert pronouns)</a:t>
            </a:r>
          </a:p>
        </p:txBody>
      </p:sp>
      <p:sp>
        <p:nvSpPr>
          <p:cNvPr id="15" name="Click to edit role">
            <a:extLst>
              <a:ext uri="{FF2B5EF4-FFF2-40B4-BE49-F238E27FC236}">
                <a16:creationId xmlns:a16="http://schemas.microsoft.com/office/drawing/2014/main" id="{6C710D35-A62F-6545-8876-C6793E801C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2948" y="5117480"/>
            <a:ext cx="5402202" cy="355601"/>
          </a:xfrm>
        </p:spPr>
        <p:txBody>
          <a:bodyPr/>
          <a:lstStyle>
            <a:lvl1pPr algn="l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Role / Division, Broadcom</a:t>
            </a:r>
          </a:p>
        </p:txBody>
      </p:sp>
      <p:sp>
        <p:nvSpPr>
          <p:cNvPr id="17" name="Click to edit role">
            <a:extLst>
              <a:ext uri="{FF2B5EF4-FFF2-40B4-BE49-F238E27FC236}">
                <a16:creationId xmlns:a16="http://schemas.microsoft.com/office/drawing/2014/main" id="{B7F8A130-4773-4943-B490-D62738C508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2948" y="5485986"/>
            <a:ext cx="5402202" cy="355601"/>
          </a:xfrm>
        </p:spPr>
        <p:txBody>
          <a:bodyPr/>
          <a:lstStyle>
            <a:lvl1pPr algn="l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grpSp>
        <p:nvGrpSpPr>
          <p:cNvPr id="8" name="Graphic 8">
            <a:extLst>
              <a:ext uri="{FF2B5EF4-FFF2-40B4-BE49-F238E27FC236}">
                <a16:creationId xmlns:a16="http://schemas.microsoft.com/office/drawing/2014/main" id="{4F10736E-6ED5-0C6E-6075-508D9F639A18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9" name="Graphic 8">
              <a:extLst>
                <a:ext uri="{FF2B5EF4-FFF2-40B4-BE49-F238E27FC236}">
                  <a16:creationId xmlns:a16="http://schemas.microsoft.com/office/drawing/2014/main" id="{D557BC25-A922-05FC-1A76-D49030DB2267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E523BF60-312B-1E34-6880-BC3B5C2FB758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6E52B076-2610-E4C9-CEC0-57CF7104EE08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8CC2BE44-AF25-347C-4A92-7783845A362B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34953679-859B-D0DA-4ABF-07E9F272DAD6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DB109C9C-4551-1EB8-2259-0F9209674E9E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929155CA-1046-8977-BCEE-14423F67DFAE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9217C2BD-2BFB-EBAE-BCB1-6E002578E6C9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66D9CBF5-66C1-BF9F-86E0-C51B10B8BECF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B2149A32-E8CE-21A2-AF4D-E3E8EF4CD02E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780C4423-7890-B27D-0AD6-86D259CD1CFD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aphic 8">
              <a:extLst>
                <a:ext uri="{FF2B5EF4-FFF2-40B4-BE49-F238E27FC236}">
                  <a16:creationId xmlns:a16="http://schemas.microsoft.com/office/drawing/2014/main" id="{E499E6B1-EF26-255F-D439-2060C0C8D8C4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5D3E6056-C980-C277-4EB0-3122E1B37834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BCA28A45-3EC9-4897-18A7-3B83D668F037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E1542068-8764-5E63-7689-E23588FB9F96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82CE85A8-18B9-28CA-3CA7-AF69CD0E7E65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7240059C-90E8-4CCA-BF9E-22A49938C59A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78783A41-2765-E1DC-1DCD-C4E2CF3FF0E8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354F7A79-211B-C147-2C67-7F3BF390F351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3" name="Title click to edit">
            <a:extLst>
              <a:ext uri="{FF2B5EF4-FFF2-40B4-BE49-F238E27FC236}">
                <a16:creationId xmlns:a16="http://schemas.microsoft.com/office/drawing/2014/main" id="{7692B9CF-CBD9-8BB1-F230-4EB7B6F8F8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92949" y="1701846"/>
            <a:ext cx="5102866" cy="1234440"/>
          </a:xfrm>
        </p:spPr>
        <p:txBody>
          <a:bodyPr wrap="square" anchor="b"/>
          <a:lstStyle>
            <a:lvl1pPr algn="l">
              <a:defRPr sz="40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Slide – Purple Theme</a:t>
            </a:r>
          </a:p>
        </p:txBody>
      </p:sp>
      <p:sp>
        <p:nvSpPr>
          <p:cNvPr id="4" name="Subtitle click to edit">
            <a:extLst>
              <a:ext uri="{FF2B5EF4-FFF2-40B4-BE49-F238E27FC236}">
                <a16:creationId xmlns:a16="http://schemas.microsoft.com/office/drawing/2014/main" id="{5D44BD56-856D-6181-240D-ED5454B98CF0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592948" y="2986547"/>
            <a:ext cx="5116452" cy="4164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placeholder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0D16AAF9-608F-69E5-7209-741EB708452B}"/>
              </a:ext>
            </a:extLst>
          </p:cNvPr>
          <p:cNvSpPr/>
          <p:nvPr/>
        </p:nvSpPr>
        <p:spPr>
          <a:xfrm>
            <a:off x="-7657" y="648483"/>
            <a:ext cx="12205474" cy="5413289"/>
          </a:xfrm>
          <a:custGeom>
            <a:avLst/>
            <a:gdLst>
              <a:gd name="connsiteX0" fmla="*/ 7251847 w 12205474"/>
              <a:gd name="connsiteY0" fmla="*/ 0 h 5413289"/>
              <a:gd name="connsiteX1" fmla="*/ 12205474 w 12205474"/>
              <a:gd name="connsiteY1" fmla="*/ 0 h 5413289"/>
              <a:gd name="connsiteX2" fmla="*/ 12205474 w 12205474"/>
              <a:gd name="connsiteY2" fmla="*/ 76269 h 5413289"/>
              <a:gd name="connsiteX3" fmla="*/ 7251847 w 12205474"/>
              <a:gd name="connsiteY3" fmla="*/ 76269 h 5413289"/>
              <a:gd name="connsiteX4" fmla="*/ 6672965 w 12205474"/>
              <a:gd name="connsiteY4" fmla="*/ 191435 h 5413289"/>
              <a:gd name="connsiteX5" fmla="*/ 6182235 w 12205474"/>
              <a:gd name="connsiteY5" fmla="*/ 519327 h 5413289"/>
              <a:gd name="connsiteX6" fmla="*/ 1792619 w 12205474"/>
              <a:gd name="connsiteY6" fmla="*/ 4923656 h 5413289"/>
              <a:gd name="connsiteX7" fmla="*/ 1252315 w 12205474"/>
              <a:gd name="connsiteY7" fmla="*/ 5284725 h 5413289"/>
              <a:gd name="connsiteX8" fmla="*/ 615085 w 12205474"/>
              <a:gd name="connsiteY8" fmla="*/ 5411458 h 5413289"/>
              <a:gd name="connsiteX9" fmla="*/ 0 w 12205474"/>
              <a:gd name="connsiteY9" fmla="*/ 5413289 h 5413289"/>
              <a:gd name="connsiteX10" fmla="*/ 0 w 12205474"/>
              <a:gd name="connsiteY10" fmla="*/ 5336993 h 5413289"/>
              <a:gd name="connsiteX11" fmla="*/ 615085 w 12205474"/>
              <a:gd name="connsiteY11" fmla="*/ 5335189 h 5413289"/>
              <a:gd name="connsiteX12" fmla="*/ 1738659 w 12205474"/>
              <a:gd name="connsiteY12" fmla="*/ 4869823 h 5413289"/>
              <a:gd name="connsiteX13" fmla="*/ 6128274 w 12205474"/>
              <a:gd name="connsiteY13" fmla="*/ 465366 h 5413289"/>
              <a:gd name="connsiteX14" fmla="*/ 7251847 w 12205474"/>
              <a:gd name="connsiteY14" fmla="*/ 0 h 5413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5474" h="5413289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rgbClr val="6C4B91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37" name="Graphic 8">
            <a:extLst>
              <a:ext uri="{FF2B5EF4-FFF2-40B4-BE49-F238E27FC236}">
                <a16:creationId xmlns:a16="http://schemas.microsoft.com/office/drawing/2014/main" id="{4F10736E-6ED5-0C6E-6075-508D9F639A18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8" name="Graphic 8">
              <a:extLst>
                <a:ext uri="{FF2B5EF4-FFF2-40B4-BE49-F238E27FC236}">
                  <a16:creationId xmlns:a16="http://schemas.microsoft.com/office/drawing/2014/main" id="{D557BC25-A922-05FC-1A76-D49030DB2267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E523BF60-312B-1E34-6880-BC3B5C2FB758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6E52B076-2610-E4C9-CEC0-57CF7104EE08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8CC2BE44-AF25-347C-4A92-7783845A362B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34953679-859B-D0DA-4ABF-07E9F272DAD6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DB109C9C-4551-1EB8-2259-0F9209674E9E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929155CA-1046-8977-BCEE-14423F67DFAE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9217C2BD-2BFB-EBAE-BCB1-6E002578E6C9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66D9CBF5-66C1-BF9F-86E0-C51B10B8BECF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B2149A32-E8CE-21A2-AF4D-E3E8EF4CD02E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780C4423-7890-B27D-0AD6-86D259CD1CFD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39" name="Graphic 8">
              <a:extLst>
                <a:ext uri="{FF2B5EF4-FFF2-40B4-BE49-F238E27FC236}">
                  <a16:creationId xmlns:a16="http://schemas.microsoft.com/office/drawing/2014/main" id="{E499E6B1-EF26-255F-D439-2060C0C8D8C4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5D3E6056-C980-C277-4EB0-3122E1B37834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BCA28A45-3EC9-4897-18A7-3B83D668F037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E1542068-8764-5E63-7689-E23588FB9F96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82CE85A8-18B9-28CA-3CA7-AF69CD0E7E65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7240059C-90E8-4CCA-BF9E-22A49938C59A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78783A41-2765-E1DC-1DCD-C4E2CF3FF0E8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354F7A79-211B-C147-2C67-7F3BF390F351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59" name="Freeform: Shape 67">
            <a:extLst>
              <a:ext uri="{FF2B5EF4-FFF2-40B4-BE49-F238E27FC236}">
                <a16:creationId xmlns:a16="http://schemas.microsoft.com/office/drawing/2014/main" id="{0D16AAF9-608F-69E5-7209-741EB708452B}"/>
              </a:ext>
            </a:extLst>
          </p:cNvPr>
          <p:cNvSpPr/>
          <p:nvPr/>
        </p:nvSpPr>
        <p:spPr>
          <a:xfrm>
            <a:off x="-7657" y="648483"/>
            <a:ext cx="12205474" cy="5413289"/>
          </a:xfrm>
          <a:custGeom>
            <a:avLst/>
            <a:gdLst>
              <a:gd name="connsiteX0" fmla="*/ 7251847 w 12205474"/>
              <a:gd name="connsiteY0" fmla="*/ 0 h 5413289"/>
              <a:gd name="connsiteX1" fmla="*/ 12205474 w 12205474"/>
              <a:gd name="connsiteY1" fmla="*/ 0 h 5413289"/>
              <a:gd name="connsiteX2" fmla="*/ 12205474 w 12205474"/>
              <a:gd name="connsiteY2" fmla="*/ 76269 h 5413289"/>
              <a:gd name="connsiteX3" fmla="*/ 7251847 w 12205474"/>
              <a:gd name="connsiteY3" fmla="*/ 76269 h 5413289"/>
              <a:gd name="connsiteX4" fmla="*/ 6672965 w 12205474"/>
              <a:gd name="connsiteY4" fmla="*/ 191435 h 5413289"/>
              <a:gd name="connsiteX5" fmla="*/ 6182235 w 12205474"/>
              <a:gd name="connsiteY5" fmla="*/ 519327 h 5413289"/>
              <a:gd name="connsiteX6" fmla="*/ 1792619 w 12205474"/>
              <a:gd name="connsiteY6" fmla="*/ 4923656 h 5413289"/>
              <a:gd name="connsiteX7" fmla="*/ 1252315 w 12205474"/>
              <a:gd name="connsiteY7" fmla="*/ 5284725 h 5413289"/>
              <a:gd name="connsiteX8" fmla="*/ 615085 w 12205474"/>
              <a:gd name="connsiteY8" fmla="*/ 5411458 h 5413289"/>
              <a:gd name="connsiteX9" fmla="*/ 0 w 12205474"/>
              <a:gd name="connsiteY9" fmla="*/ 5413289 h 5413289"/>
              <a:gd name="connsiteX10" fmla="*/ 0 w 12205474"/>
              <a:gd name="connsiteY10" fmla="*/ 5336993 h 5413289"/>
              <a:gd name="connsiteX11" fmla="*/ 615085 w 12205474"/>
              <a:gd name="connsiteY11" fmla="*/ 5335189 h 5413289"/>
              <a:gd name="connsiteX12" fmla="*/ 1738659 w 12205474"/>
              <a:gd name="connsiteY12" fmla="*/ 4869823 h 5413289"/>
              <a:gd name="connsiteX13" fmla="*/ 6128274 w 12205474"/>
              <a:gd name="connsiteY13" fmla="*/ 465366 h 5413289"/>
              <a:gd name="connsiteX14" fmla="*/ 7251847 w 12205474"/>
              <a:gd name="connsiteY14" fmla="*/ 0 h 5413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5474" h="5413289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rgbClr val="6C4B91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76E0D8-08E5-5C29-F0C2-9A437B893DA8}"/>
              </a:ext>
            </a:extLst>
          </p:cNvPr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2026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705146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page number">
            <a:extLst>
              <a:ext uri="{FF2B5EF4-FFF2-40B4-BE49-F238E27FC236}">
                <a16:creationId xmlns:a16="http://schemas.microsoft.com/office/drawing/2014/main" id="{AB8D1A6B-3CE6-468D-804E-6300F8B6DC81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AB8D1A6B-3CE6-468D-804E-6300F8B6DC81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CCD82C-92EF-52E3-6D43-409D112BB96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09600" y="1267608"/>
            <a:ext cx="1939925" cy="1969770"/>
          </a:xfrm>
        </p:spPr>
        <p:txBody>
          <a:bodyPr>
            <a:spAutoFit/>
          </a:bodyPr>
          <a:lstStyle>
            <a:lvl1pPr>
              <a:defRPr sz="3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48148D-4A41-A447-0432-B69E69A9435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894013" y="1267608"/>
            <a:ext cx="7335837" cy="4337050"/>
          </a:xfrm>
        </p:spPr>
        <p:txBody>
          <a:bodyPr/>
          <a:lstStyle>
            <a:lvl1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 sz="2800"/>
            </a:lvl1pPr>
            <a:lvl2pPr marL="804863" indent="-347663">
              <a:buClr>
                <a:schemeClr val="accent2"/>
              </a:buClr>
              <a:defRPr sz="2400"/>
            </a:lvl2pPr>
            <a:lvl3pPr marL="1033463" indent="-346075">
              <a:buClr>
                <a:schemeClr val="accent2"/>
              </a:buClr>
              <a:defRPr sz="2000"/>
            </a:lvl3pPr>
            <a:lvl4pPr marL="1262063" indent="-342900">
              <a:buClr>
                <a:schemeClr val="accent2"/>
              </a:buClr>
              <a:defRPr sz="1800"/>
            </a:lvl4pPr>
            <a:lvl5pPr marL="1490663" indent="-347663">
              <a:buClr>
                <a:schemeClr val="accent2"/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203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– Le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9108" y="938794"/>
            <a:ext cx="6427626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Title Option 1</a:t>
            </a:r>
            <a:br>
              <a:rPr lang="en-US"/>
            </a:br>
            <a:r>
              <a:rPr lang="en-US"/>
              <a:t>Green Theme</a:t>
            </a:r>
          </a:p>
        </p:txBody>
      </p:sp>
      <p:sp>
        <p:nvSpPr>
          <p:cNvPr id="128" name="Subtitle">
            <a:extLst>
              <a:ext uri="{FF2B5EF4-FFF2-40B4-BE49-F238E27FC236}">
                <a16:creationId xmlns:a16="http://schemas.microsoft.com/office/drawing/2014/main" id="{6EBAFA4D-7B92-4E38-8320-94F3BCA2E41C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67712"/>
            <a:ext cx="6408402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14" name="page number">
            <a:extLst>
              <a:ext uri="{FF2B5EF4-FFF2-40B4-BE49-F238E27FC236}">
                <a16:creationId xmlns:a16="http://schemas.microsoft.com/office/drawing/2014/main" id="{20A83C12-6BEB-4E4C-9FB0-AA1FB4C661B1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D880B34-1E61-BED8-9D19-CC47E69A1FF0}"/>
              </a:ext>
            </a:extLst>
          </p:cNvPr>
          <p:cNvSpPr/>
          <p:nvPr/>
        </p:nvSpPr>
        <p:spPr>
          <a:xfrm>
            <a:off x="6525510" y="666685"/>
            <a:ext cx="5663315" cy="5331994"/>
          </a:xfrm>
          <a:custGeom>
            <a:avLst/>
            <a:gdLst>
              <a:gd name="connsiteX0" fmla="*/ 5663315 w 5663315"/>
              <a:gd name="connsiteY0" fmla="*/ 0 h 5331994"/>
              <a:gd name="connsiteX1" fmla="*/ 5663315 w 5663315"/>
              <a:gd name="connsiteY1" fmla="*/ 2653504 h 5331994"/>
              <a:gd name="connsiteX2" fmla="*/ 3356810 w 5663315"/>
              <a:gd name="connsiteY2" fmla="*/ 4960016 h 5331994"/>
              <a:gd name="connsiteX3" fmla="*/ 2458806 w 5663315"/>
              <a:gd name="connsiteY3" fmla="*/ 5331994 h 5331994"/>
              <a:gd name="connsiteX4" fmla="*/ 127247 w 5663315"/>
              <a:gd name="connsiteY4" fmla="*/ 5331994 h 5331994"/>
              <a:gd name="connsiteX5" fmla="*/ 37459 w 5663315"/>
              <a:gd name="connsiteY5" fmla="*/ 5115208 h 5331994"/>
              <a:gd name="connsiteX6" fmla="*/ 4781475 w 5663315"/>
              <a:gd name="connsiteY6" fmla="*/ 371179 h 5331994"/>
              <a:gd name="connsiteX7" fmla="*/ 5553942 w 5663315"/>
              <a:gd name="connsiteY7" fmla="*/ 5414 h 5331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63315" h="5331994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21000">
                <a:schemeClr val="accent4"/>
              </a:gs>
              <a:gs pos="89000">
                <a:schemeClr val="accent3"/>
              </a:gs>
            </a:gsLst>
            <a:lin ang="1890000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20A83C12-6BEB-4E4C-9FB0-AA1FB4C661B1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601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–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9107" y="938794"/>
            <a:ext cx="6587869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Title Option 2</a:t>
            </a:r>
            <a:br>
              <a:rPr lang="en-US"/>
            </a:br>
            <a:r>
              <a:rPr lang="en-US"/>
              <a:t>Blue Theme</a:t>
            </a:r>
          </a:p>
        </p:txBody>
      </p:sp>
      <p:sp>
        <p:nvSpPr>
          <p:cNvPr id="128" name="Subtitle">
            <a:extLst>
              <a:ext uri="{FF2B5EF4-FFF2-40B4-BE49-F238E27FC236}">
                <a16:creationId xmlns:a16="http://schemas.microsoft.com/office/drawing/2014/main" id="{6EBAFA4D-7B92-4E38-8320-94F3BCA2E41C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67712"/>
            <a:ext cx="6574010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15" name="page number">
            <a:extLst>
              <a:ext uri="{FF2B5EF4-FFF2-40B4-BE49-F238E27FC236}">
                <a16:creationId xmlns:a16="http://schemas.microsoft.com/office/drawing/2014/main" id="{274E202C-D42A-664B-A387-688ED8610969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BDEC133-91F8-98FE-DF2D-3917EC311D68}"/>
              </a:ext>
            </a:extLst>
          </p:cNvPr>
          <p:cNvSpPr/>
          <p:nvPr/>
        </p:nvSpPr>
        <p:spPr>
          <a:xfrm>
            <a:off x="6524631" y="635863"/>
            <a:ext cx="5663315" cy="5331994"/>
          </a:xfrm>
          <a:custGeom>
            <a:avLst/>
            <a:gdLst>
              <a:gd name="connsiteX0" fmla="*/ 5663315 w 5663315"/>
              <a:gd name="connsiteY0" fmla="*/ 0 h 5331994"/>
              <a:gd name="connsiteX1" fmla="*/ 5663315 w 5663315"/>
              <a:gd name="connsiteY1" fmla="*/ 2653504 h 5331994"/>
              <a:gd name="connsiteX2" fmla="*/ 3356810 w 5663315"/>
              <a:gd name="connsiteY2" fmla="*/ 4960016 h 5331994"/>
              <a:gd name="connsiteX3" fmla="*/ 2458806 w 5663315"/>
              <a:gd name="connsiteY3" fmla="*/ 5331994 h 5331994"/>
              <a:gd name="connsiteX4" fmla="*/ 127247 w 5663315"/>
              <a:gd name="connsiteY4" fmla="*/ 5331994 h 5331994"/>
              <a:gd name="connsiteX5" fmla="*/ 37459 w 5663315"/>
              <a:gd name="connsiteY5" fmla="*/ 5115208 h 5331994"/>
              <a:gd name="connsiteX6" fmla="*/ 4781475 w 5663315"/>
              <a:gd name="connsiteY6" fmla="*/ 371179 h 5331994"/>
              <a:gd name="connsiteX7" fmla="*/ 5553942 w 5663315"/>
              <a:gd name="connsiteY7" fmla="*/ 5414 h 5331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63315" h="5331994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21000">
                <a:schemeClr val="accent2"/>
              </a:gs>
              <a:gs pos="89000">
                <a:schemeClr val="accent3"/>
              </a:gs>
            </a:gsLst>
            <a:lin ang="1890000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274E202C-D42A-664B-A387-688ED8610969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71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–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9107" y="938794"/>
            <a:ext cx="6555971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Title Option 3 </a:t>
            </a:r>
            <a:br>
              <a:rPr lang="en-US"/>
            </a:br>
            <a:r>
              <a:rPr lang="en-US"/>
              <a:t>Purple Theme</a:t>
            </a:r>
          </a:p>
        </p:txBody>
      </p:sp>
      <p:sp>
        <p:nvSpPr>
          <p:cNvPr id="128" name="Subtitle">
            <a:extLst>
              <a:ext uri="{FF2B5EF4-FFF2-40B4-BE49-F238E27FC236}">
                <a16:creationId xmlns:a16="http://schemas.microsoft.com/office/drawing/2014/main" id="{6EBAFA4D-7B92-4E38-8320-94F3BCA2E41C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67712"/>
            <a:ext cx="6542112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15" name="page number">
            <a:extLst>
              <a:ext uri="{FF2B5EF4-FFF2-40B4-BE49-F238E27FC236}">
                <a16:creationId xmlns:a16="http://schemas.microsoft.com/office/drawing/2014/main" id="{8424C6A4-7F55-9842-969F-317F913DCB90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43FD454-1DEA-D13A-0DE1-B9CABA1ED1FE}"/>
              </a:ext>
            </a:extLst>
          </p:cNvPr>
          <p:cNvSpPr/>
          <p:nvPr/>
        </p:nvSpPr>
        <p:spPr>
          <a:xfrm>
            <a:off x="6524631" y="635863"/>
            <a:ext cx="5663315" cy="5331994"/>
          </a:xfrm>
          <a:custGeom>
            <a:avLst/>
            <a:gdLst>
              <a:gd name="connsiteX0" fmla="*/ 5663315 w 5663315"/>
              <a:gd name="connsiteY0" fmla="*/ 0 h 5331994"/>
              <a:gd name="connsiteX1" fmla="*/ 5663315 w 5663315"/>
              <a:gd name="connsiteY1" fmla="*/ 2653504 h 5331994"/>
              <a:gd name="connsiteX2" fmla="*/ 3356810 w 5663315"/>
              <a:gd name="connsiteY2" fmla="*/ 4960016 h 5331994"/>
              <a:gd name="connsiteX3" fmla="*/ 2458806 w 5663315"/>
              <a:gd name="connsiteY3" fmla="*/ 5331994 h 5331994"/>
              <a:gd name="connsiteX4" fmla="*/ 127247 w 5663315"/>
              <a:gd name="connsiteY4" fmla="*/ 5331994 h 5331994"/>
              <a:gd name="connsiteX5" fmla="*/ 37459 w 5663315"/>
              <a:gd name="connsiteY5" fmla="*/ 5115208 h 5331994"/>
              <a:gd name="connsiteX6" fmla="*/ 4781475 w 5663315"/>
              <a:gd name="connsiteY6" fmla="*/ 371179 h 5331994"/>
              <a:gd name="connsiteX7" fmla="*/ 5553942 w 5663315"/>
              <a:gd name="connsiteY7" fmla="*/ 5414 h 5331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63315" h="5331994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21000">
                <a:schemeClr val="accent5"/>
              </a:gs>
              <a:gs pos="89000">
                <a:schemeClr val="accent3"/>
              </a:gs>
            </a:gsLst>
            <a:lin ang="1890000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8424C6A4-7F55-9842-969F-317F913DCB90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175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–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ue sky with white clouds&#10;&#10;Description automatically generated">
            <a:extLst>
              <a:ext uri="{FF2B5EF4-FFF2-40B4-BE49-F238E27FC236}">
                <a16:creationId xmlns:a16="http://schemas.microsoft.com/office/drawing/2014/main" id="{D1601FB6-7205-3D56-8322-782554EE923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9974" y="1239062"/>
            <a:ext cx="7508851" cy="563163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FB41C97-3B72-BBBF-039B-56D8186F8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" y="-496"/>
            <a:ext cx="12187945" cy="6858495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417634E-D293-9DD1-5893-0DC6BD57B448}"/>
              </a:ext>
            </a:extLst>
          </p:cNvPr>
          <p:cNvSpPr/>
          <p:nvPr/>
        </p:nvSpPr>
        <p:spPr>
          <a:xfrm>
            <a:off x="5801096" y="1239062"/>
            <a:ext cx="6406144" cy="5618939"/>
          </a:xfrm>
          <a:custGeom>
            <a:avLst/>
            <a:gdLst>
              <a:gd name="connsiteX0" fmla="*/ 6312206 w 6406144"/>
              <a:gd name="connsiteY0" fmla="*/ 0 h 5618939"/>
              <a:gd name="connsiteX1" fmla="*/ 6406144 w 6406144"/>
              <a:gd name="connsiteY1" fmla="*/ 0 h 5618939"/>
              <a:gd name="connsiteX2" fmla="*/ 6406144 w 6406144"/>
              <a:gd name="connsiteY2" fmla="*/ 76059 h 5618939"/>
              <a:gd name="connsiteX3" fmla="*/ 6312206 w 6406144"/>
              <a:gd name="connsiteY3" fmla="*/ 76059 h 5618939"/>
              <a:gd name="connsiteX4" fmla="*/ 5192668 w 6406144"/>
              <a:gd name="connsiteY4" fmla="*/ 539757 h 5618939"/>
              <a:gd name="connsiteX5" fmla="*/ 118525 w 6406144"/>
              <a:gd name="connsiteY5" fmla="*/ 5613965 h 5618939"/>
              <a:gd name="connsiteX6" fmla="*/ 113031 w 6406144"/>
              <a:gd name="connsiteY6" fmla="*/ 5618939 h 5618939"/>
              <a:gd name="connsiteX7" fmla="*/ 0 w 6406144"/>
              <a:gd name="connsiteY7" fmla="*/ 5618939 h 5618939"/>
              <a:gd name="connsiteX8" fmla="*/ 64758 w 6406144"/>
              <a:gd name="connsiteY8" fmla="*/ 5560198 h 5618939"/>
              <a:gd name="connsiteX9" fmla="*/ 5138965 w 6406144"/>
              <a:gd name="connsiteY9" fmla="*/ 485927 h 5618939"/>
              <a:gd name="connsiteX10" fmla="*/ 5677265 w 6406144"/>
              <a:gd name="connsiteY10" fmla="*/ 126279 h 5618939"/>
              <a:gd name="connsiteX11" fmla="*/ 6312206 w 6406144"/>
              <a:gd name="connsiteY11" fmla="*/ 0 h 5618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06144" h="5618939">
                <a:moveTo>
                  <a:pt x="6312206" y="0"/>
                </a:moveTo>
                <a:lnTo>
                  <a:pt x="6406144" y="0"/>
                </a:lnTo>
                <a:lnTo>
                  <a:pt x="6406144" y="76059"/>
                </a:lnTo>
                <a:lnTo>
                  <a:pt x="6312206" y="76059"/>
                </a:lnTo>
                <a:cubicBezTo>
                  <a:pt x="5892268" y="76059"/>
                  <a:pt x="5489557" y="242868"/>
                  <a:pt x="5192668" y="539757"/>
                </a:cubicBezTo>
                <a:lnTo>
                  <a:pt x="118525" y="5613965"/>
                </a:lnTo>
                <a:lnTo>
                  <a:pt x="113031" y="5618939"/>
                </a:lnTo>
                <a:lnTo>
                  <a:pt x="0" y="5618939"/>
                </a:lnTo>
                <a:lnTo>
                  <a:pt x="64758" y="5560198"/>
                </a:lnTo>
                <a:lnTo>
                  <a:pt x="5138965" y="485927"/>
                </a:lnTo>
                <a:cubicBezTo>
                  <a:pt x="5293805" y="331086"/>
                  <a:pt x="5474927" y="210064"/>
                  <a:pt x="5677265" y="126279"/>
                </a:cubicBezTo>
                <a:cubicBezTo>
                  <a:pt x="5879602" y="42494"/>
                  <a:pt x="6093212" y="0"/>
                  <a:pt x="6312206" y="0"/>
                </a:cubicBezTo>
                <a:close/>
              </a:path>
            </a:pathLst>
          </a:custGeom>
          <a:gradFill>
            <a:gsLst>
              <a:gs pos="22000">
                <a:schemeClr val="accent3"/>
              </a:gs>
              <a:gs pos="80000">
                <a:schemeClr val="accent4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AC6091C-E947-4C0C-85B0-C87C084ACB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108" y="938794"/>
            <a:ext cx="6427626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Section Title</a:t>
            </a:r>
            <a:br>
              <a:rPr lang="en-US" dirty="0"/>
            </a:br>
            <a:r>
              <a:rPr lang="en-US" dirty="0"/>
              <a:t>with photo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A2044BBD-0109-43FF-A52D-8FA2841A4DF6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67712"/>
            <a:ext cx="6408402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20FE76-7A87-7399-596D-E0FEF058B0CD}"/>
              </a:ext>
            </a:extLst>
          </p:cNvPr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Broadcom Proprietary and Confidential. Copyright © 2024 Broadcom.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FBD153-E1CF-732C-38F2-BE38AC4DA9BE}"/>
              </a:ext>
            </a:extLst>
          </p:cNvPr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  <p:grpSp>
        <p:nvGrpSpPr>
          <p:cNvPr id="6" name="Graphic 8">
            <a:extLst>
              <a:ext uri="{FF2B5EF4-FFF2-40B4-BE49-F238E27FC236}">
                <a16:creationId xmlns:a16="http://schemas.microsoft.com/office/drawing/2014/main" id="{5FB75E1E-5ECF-39E5-683F-83EA2E7C5F92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7" name="Graphic 8">
              <a:extLst>
                <a:ext uri="{FF2B5EF4-FFF2-40B4-BE49-F238E27FC236}">
                  <a16:creationId xmlns:a16="http://schemas.microsoft.com/office/drawing/2014/main" id="{A736F19C-96C1-E942-EC49-229F7A3B68F2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EB1A2322-1B68-222D-5C7B-21BC4BC5E9B2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E3142B55-436D-ED55-5414-22B3121F6B08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A95B898B-465D-B4F2-6571-A666D3CD81EC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A6885C5F-AB44-9AFC-AF3D-CFDB30C35748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2ABC8F96-B643-EE7D-4B62-9CBDC7BFD07B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42B7B857-129B-BC06-1EE1-5C3BC6B5267D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DE7871B6-7C77-63CC-29EB-8804C9EC8002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5CACC287-3144-5F41-8878-740F834ADF8A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F8C02031-CB2A-138B-7806-B09A9CE926CA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78B31A38-6074-8D62-E841-01F7C003A861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8" name="Graphic 8">
              <a:extLst>
                <a:ext uri="{FF2B5EF4-FFF2-40B4-BE49-F238E27FC236}">
                  <a16:creationId xmlns:a16="http://schemas.microsoft.com/office/drawing/2014/main" id="{77DD52C8-412A-7D6C-40F7-9F9263703088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FA0598CE-0EFB-5D16-AD05-A617D8FD0114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1B18338C-ED9F-9E96-D92B-177F967C7B38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49AA51AF-6364-0953-6B79-D6A5BB8E5A57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BA45DA74-A818-75F8-ADB4-89A89BB2FAA4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7CCC9E1A-1D2F-F8A5-404B-348175CD2EAD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866EE839-CF73-18CC-B4C4-9D7E5AFFDB12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634225E-0119-0295-531B-BE94DFF783F1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19" name="page number">
            <a:extLst>
              <a:ext uri="{FF2B5EF4-FFF2-40B4-BE49-F238E27FC236}">
                <a16:creationId xmlns:a16="http://schemas.microsoft.com/office/drawing/2014/main" id="{75CEFF6F-DEAE-124A-A7E8-4A2D776D0794}"/>
              </a:ext>
            </a:extLst>
          </p:cNvPr>
          <p:cNvSpPr txBox="1"/>
          <p:nvPr/>
        </p:nvSpPr>
        <p:spPr bwMode="white"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>
                <a:solidFill>
                  <a:schemeClr val="bg1"/>
                </a:solidFill>
              </a:rPr>
              <a:pPr lvl="0" algn="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0" name="Picture 29" descr="A blue sky with white clouds&#10;&#10;Description automatically generated">
            <a:extLst>
              <a:ext uri="{FF2B5EF4-FFF2-40B4-BE49-F238E27FC236}">
                <a16:creationId xmlns:a16="http://schemas.microsoft.com/office/drawing/2014/main" id="{D1601FB6-7205-3D56-8322-782554EE923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9974" y="1239062"/>
            <a:ext cx="7508851" cy="563163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B41C97-3B72-BBBF-039B-56D8186F8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" y="-496"/>
            <a:ext cx="12187945" cy="6858495"/>
          </a:xfrm>
          <a:prstGeom prst="rect">
            <a:avLst/>
          </a:prstGeom>
        </p:spPr>
      </p:pic>
      <p:sp>
        <p:nvSpPr>
          <p:cNvPr id="38" name="Freeform: Shape 14">
            <a:extLst>
              <a:ext uri="{FF2B5EF4-FFF2-40B4-BE49-F238E27FC236}">
                <a16:creationId xmlns:a16="http://schemas.microsoft.com/office/drawing/2014/main" id="{C417634E-D293-9DD1-5893-0DC6BD57B448}"/>
              </a:ext>
            </a:extLst>
          </p:cNvPr>
          <p:cNvSpPr/>
          <p:nvPr/>
        </p:nvSpPr>
        <p:spPr>
          <a:xfrm>
            <a:off x="5801096" y="1239062"/>
            <a:ext cx="6406144" cy="5618939"/>
          </a:xfrm>
          <a:custGeom>
            <a:avLst/>
            <a:gdLst>
              <a:gd name="connsiteX0" fmla="*/ 6312206 w 6406144"/>
              <a:gd name="connsiteY0" fmla="*/ 0 h 5618939"/>
              <a:gd name="connsiteX1" fmla="*/ 6406144 w 6406144"/>
              <a:gd name="connsiteY1" fmla="*/ 0 h 5618939"/>
              <a:gd name="connsiteX2" fmla="*/ 6406144 w 6406144"/>
              <a:gd name="connsiteY2" fmla="*/ 76059 h 5618939"/>
              <a:gd name="connsiteX3" fmla="*/ 6312206 w 6406144"/>
              <a:gd name="connsiteY3" fmla="*/ 76059 h 5618939"/>
              <a:gd name="connsiteX4" fmla="*/ 5192668 w 6406144"/>
              <a:gd name="connsiteY4" fmla="*/ 539757 h 5618939"/>
              <a:gd name="connsiteX5" fmla="*/ 118525 w 6406144"/>
              <a:gd name="connsiteY5" fmla="*/ 5613965 h 5618939"/>
              <a:gd name="connsiteX6" fmla="*/ 113031 w 6406144"/>
              <a:gd name="connsiteY6" fmla="*/ 5618939 h 5618939"/>
              <a:gd name="connsiteX7" fmla="*/ 0 w 6406144"/>
              <a:gd name="connsiteY7" fmla="*/ 5618939 h 5618939"/>
              <a:gd name="connsiteX8" fmla="*/ 64758 w 6406144"/>
              <a:gd name="connsiteY8" fmla="*/ 5560198 h 5618939"/>
              <a:gd name="connsiteX9" fmla="*/ 5138965 w 6406144"/>
              <a:gd name="connsiteY9" fmla="*/ 485927 h 5618939"/>
              <a:gd name="connsiteX10" fmla="*/ 5677265 w 6406144"/>
              <a:gd name="connsiteY10" fmla="*/ 126279 h 5618939"/>
              <a:gd name="connsiteX11" fmla="*/ 6312206 w 6406144"/>
              <a:gd name="connsiteY11" fmla="*/ 0 h 5618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06144" h="5618939">
                <a:moveTo>
                  <a:pt x="6312206" y="0"/>
                </a:moveTo>
                <a:lnTo>
                  <a:pt x="6406144" y="0"/>
                </a:lnTo>
                <a:lnTo>
                  <a:pt x="6406144" y="76059"/>
                </a:lnTo>
                <a:lnTo>
                  <a:pt x="6312206" y="76059"/>
                </a:lnTo>
                <a:cubicBezTo>
                  <a:pt x="5892268" y="76059"/>
                  <a:pt x="5489557" y="242868"/>
                  <a:pt x="5192668" y="539757"/>
                </a:cubicBezTo>
                <a:lnTo>
                  <a:pt x="118525" y="5613965"/>
                </a:lnTo>
                <a:lnTo>
                  <a:pt x="113031" y="5618939"/>
                </a:lnTo>
                <a:lnTo>
                  <a:pt x="0" y="5618939"/>
                </a:lnTo>
                <a:lnTo>
                  <a:pt x="64758" y="5560198"/>
                </a:lnTo>
                <a:lnTo>
                  <a:pt x="5138965" y="485927"/>
                </a:lnTo>
                <a:cubicBezTo>
                  <a:pt x="5293805" y="331086"/>
                  <a:pt x="5474927" y="210064"/>
                  <a:pt x="5677265" y="126279"/>
                </a:cubicBezTo>
                <a:cubicBezTo>
                  <a:pt x="5879602" y="42494"/>
                  <a:pt x="6093212" y="0"/>
                  <a:pt x="6312206" y="0"/>
                </a:cubicBezTo>
                <a:close/>
              </a:path>
            </a:pathLst>
          </a:custGeom>
          <a:gradFill>
            <a:gsLst>
              <a:gs pos="22000">
                <a:schemeClr val="accent3"/>
              </a:gs>
              <a:gs pos="80000">
                <a:schemeClr val="accent4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41" name="Graphic 8">
            <a:extLst>
              <a:ext uri="{FF2B5EF4-FFF2-40B4-BE49-F238E27FC236}">
                <a16:creationId xmlns:a16="http://schemas.microsoft.com/office/drawing/2014/main" id="{5FB75E1E-5ECF-39E5-683F-83EA2E7C5F92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42" name="Graphic 8">
              <a:extLst>
                <a:ext uri="{FF2B5EF4-FFF2-40B4-BE49-F238E27FC236}">
                  <a16:creationId xmlns:a16="http://schemas.microsoft.com/office/drawing/2014/main" id="{A736F19C-96C1-E942-EC49-229F7A3B68F2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EB1A2322-1B68-222D-5C7B-21BC4BC5E9B2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E3142B55-436D-ED55-5414-22B3121F6B08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A95B898B-465D-B4F2-6571-A666D3CD81EC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A6885C5F-AB44-9AFC-AF3D-CFDB30C35748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2ABC8F96-B643-EE7D-4B62-9CBDC7BFD07B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42B7B857-129B-BC06-1EE1-5C3BC6B5267D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DE7871B6-7C77-63CC-29EB-8804C9EC8002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5CACC287-3144-5F41-8878-740F834ADF8A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F8C02031-CB2A-138B-7806-B09A9CE926CA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78B31A38-6074-8D62-E841-01F7C003A861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43" name="Graphic 8">
              <a:extLst>
                <a:ext uri="{FF2B5EF4-FFF2-40B4-BE49-F238E27FC236}">
                  <a16:creationId xmlns:a16="http://schemas.microsoft.com/office/drawing/2014/main" id="{77DD52C8-412A-7D6C-40F7-9F9263703088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FA0598CE-0EFB-5D16-AD05-A617D8FD0114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1B18338C-ED9F-9E96-D92B-177F967C7B38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49AA51AF-6364-0953-6B79-D6A5BB8E5A57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BA45DA74-A818-75F8-ADB4-89A89BB2FAA4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7CCC9E1A-1D2F-F8A5-404B-348175CD2EAD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866EE839-CF73-18CC-B4C4-9D7E5AFFDB12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0634225E-0119-0295-531B-BE94DFF783F1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61" name="page number">
            <a:extLst>
              <a:ext uri="{FF2B5EF4-FFF2-40B4-BE49-F238E27FC236}">
                <a16:creationId xmlns:a16="http://schemas.microsoft.com/office/drawing/2014/main" id="{75CEFF6F-DEAE-124A-A7E8-4A2D776D0794}"/>
              </a:ext>
            </a:extLst>
          </p:cNvPr>
          <p:cNvSpPr txBox="1"/>
          <p:nvPr/>
        </p:nvSpPr>
        <p:spPr bwMode="white"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>
                <a:solidFill>
                  <a:schemeClr val="bg1"/>
                </a:solidFill>
              </a:rPr>
              <a:pPr lvl="0" algn="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947260-FA76-99A5-7F64-73F3D1395242}"/>
              </a:ext>
            </a:extLst>
          </p:cNvPr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2026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1579635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– Le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08D3F09-D706-3940-8906-CE0F09AC4B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8912" y="1600200"/>
            <a:ext cx="5413248" cy="3200400"/>
          </a:xfrm>
        </p:spPr>
        <p:txBody>
          <a:bodyPr anchor="b"/>
          <a:lstStyle>
            <a:lvl1pPr marL="169863" indent="-169863">
              <a:buClrTx/>
              <a:buSzPct val="100000"/>
              <a:buFont typeface="Metropolis" panose="00000500000000000000" pitchFamily="2" charset="0"/>
              <a:buChar char="“"/>
              <a:defRPr sz="2800">
                <a:solidFill>
                  <a:schemeClr val="accent2"/>
                </a:solidFill>
              </a:defRPr>
            </a:lvl1pPr>
            <a:lvl2pPr marL="457200" indent="-184150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2pPr>
            <a:lvl3pPr marL="744538" indent="-16986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3pPr>
            <a:lvl4pPr marL="969963" indent="-166688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4pPr>
            <a:lvl5pPr marL="1143000" indent="-13811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Quote text on left, green parallelograms on the right.”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1E51E88-6733-7942-B20E-2C56F8B2E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2648" y="5065776"/>
            <a:ext cx="4581144" cy="274320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Source Name</a:t>
            </a:r>
          </a:p>
        </p:txBody>
      </p:sp>
      <p:sp>
        <p:nvSpPr>
          <p:cNvPr id="11" name="Picture Placeholder 11" descr="logo placeholder: click to insert logo or delete box if not needed">
            <a:extLst>
              <a:ext uri="{FF2B5EF4-FFF2-40B4-BE49-F238E27FC236}">
                <a16:creationId xmlns:a16="http://schemas.microsoft.com/office/drawing/2014/main" id="{90CA8A2D-22C2-3546-ACA3-B76C2A2C9541}"/>
              </a:ext>
            </a:extLst>
          </p:cNvPr>
          <p:cNvSpPr>
            <a:spLocks noGrp="1"/>
          </p:cNvSpPr>
          <p:nvPr>
            <p:ph type="pic" sz="quarter" idx="4294967295" hasCustomPrompt="1"/>
          </p:nvPr>
        </p:nvSpPr>
        <p:spPr>
          <a:xfrm>
            <a:off x="8925484" y="4619335"/>
            <a:ext cx="2740025" cy="1371600"/>
          </a:xfrm>
        </p:spPr>
        <p:txBody>
          <a:bodyPr/>
          <a:lstStyle/>
          <a:p>
            <a:r>
              <a:rPr lang="en-US" dirty="0"/>
              <a:t>Click to insert logo or delete box if not needed</a:t>
            </a:r>
          </a:p>
        </p:txBody>
      </p:sp>
      <p:sp>
        <p:nvSpPr>
          <p:cNvPr id="17" name="page number">
            <a:extLst>
              <a:ext uri="{FF2B5EF4-FFF2-40B4-BE49-F238E27FC236}">
                <a16:creationId xmlns:a16="http://schemas.microsoft.com/office/drawing/2014/main" id="{81F6B6E3-D446-FF48-A968-0E6ED9485DE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grpSp>
        <p:nvGrpSpPr>
          <p:cNvPr id="5" name="Graphic 8">
            <a:extLst>
              <a:ext uri="{FF2B5EF4-FFF2-40B4-BE49-F238E27FC236}">
                <a16:creationId xmlns:a16="http://schemas.microsoft.com/office/drawing/2014/main" id="{C621A2F7-988C-ED6D-1AAA-CEAF06253999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4A6ACE21-0A03-EC70-5DBC-8E24FC06ADF2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EE83912F-EA49-AA8F-3B48-225EEF2EA8BC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CCD1DC55-84B7-B92A-BCFA-DFC508914BD4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9C7F5544-2C4C-9EB4-BFC3-2118CC2F9BEA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8F4FBC32-8CCB-A8DE-008D-E983BC49C597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B4DB09DF-6B90-E805-64A1-73441DB3E36E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CE5B325E-5171-7178-FE92-B40E2F02AF4D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601EA8AE-D6A6-69F1-6D6F-08D9ABD7A248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313CAF36-8DCE-BF49-8252-4504197E4A92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53212E81-53F5-5829-40FB-278F96FDFA6C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3338560F-F08F-341E-96FD-FB179B1E8090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7" name="Graphic 8">
              <a:extLst>
                <a:ext uri="{FF2B5EF4-FFF2-40B4-BE49-F238E27FC236}">
                  <a16:creationId xmlns:a16="http://schemas.microsoft.com/office/drawing/2014/main" id="{DC09D6A6-FC34-3B36-E8EC-98961A5FA1BD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9CCE1282-066F-6767-9D2B-FE3B24B48F39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87A55781-F6F4-75D8-D30A-EFE0009E6C3A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06E5A16E-7654-E118-45E7-5CF8ECB9510D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5416A2B2-8CB4-B23D-B227-F3FAAF99834D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03A1E132-C6A0-D3F7-1605-AAC4E663D921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03331D7F-C33C-F017-A7E8-936854F6A83C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D1EAD065-3541-65E6-D334-D9E34E0883DA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659E5035-F2CA-5C90-AD93-9207A8ED2F62}"/>
              </a:ext>
            </a:extLst>
          </p:cNvPr>
          <p:cNvSpPr/>
          <p:nvPr/>
        </p:nvSpPr>
        <p:spPr>
          <a:xfrm>
            <a:off x="-8466" y="1838847"/>
            <a:ext cx="12203641" cy="4206431"/>
          </a:xfrm>
          <a:custGeom>
            <a:avLst/>
            <a:gdLst>
              <a:gd name="connsiteX0" fmla="*/ 11193762 w 12203641"/>
              <a:gd name="connsiteY0" fmla="*/ 0 h 4206431"/>
              <a:gd name="connsiteX1" fmla="*/ 12203641 w 12203641"/>
              <a:gd name="connsiteY1" fmla="*/ 0 h 4206431"/>
              <a:gd name="connsiteX2" fmla="*/ 12203641 w 12203641"/>
              <a:gd name="connsiteY2" fmla="*/ 76041 h 4206431"/>
              <a:gd name="connsiteX3" fmla="*/ 11193825 w 12203641"/>
              <a:gd name="connsiteY3" fmla="*/ 76041 h 4206431"/>
              <a:gd name="connsiteX4" fmla="*/ 10074550 w 12203641"/>
              <a:gd name="connsiteY4" fmla="*/ 539630 h 4206431"/>
              <a:gd name="connsiteX5" fmla="*/ 6871401 w 12203641"/>
              <a:gd name="connsiteY5" fmla="*/ 3742842 h 4206431"/>
              <a:gd name="connsiteX6" fmla="*/ 5752127 w 12203641"/>
              <a:gd name="connsiteY6" fmla="*/ 4206431 h 4206431"/>
              <a:gd name="connsiteX7" fmla="*/ 0 w 12203641"/>
              <a:gd name="connsiteY7" fmla="*/ 4206431 h 4206431"/>
              <a:gd name="connsiteX8" fmla="*/ 0 w 12203641"/>
              <a:gd name="connsiteY8" fmla="*/ 4130391 h 4206431"/>
              <a:gd name="connsiteX9" fmla="*/ 5752127 w 12203641"/>
              <a:gd name="connsiteY9" fmla="*/ 4130391 h 4206431"/>
              <a:gd name="connsiteX10" fmla="*/ 6328796 w 12203641"/>
              <a:gd name="connsiteY10" fmla="*/ 4015665 h 4206431"/>
              <a:gd name="connsiteX11" fmla="*/ 6817648 w 12203641"/>
              <a:gd name="connsiteY11" fmla="*/ 3689025 h 4206431"/>
              <a:gd name="connsiteX12" fmla="*/ 10020795 w 12203641"/>
              <a:gd name="connsiteY12" fmla="*/ 485877 h 4206431"/>
              <a:gd name="connsiteX13" fmla="*/ 11193762 w 12203641"/>
              <a:gd name="connsiteY13" fmla="*/ 0 h 4206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03641" h="4206431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4" name="page number">
            <a:extLst>
              <a:ext uri="{FF2B5EF4-FFF2-40B4-BE49-F238E27FC236}">
                <a16:creationId xmlns:a16="http://schemas.microsoft.com/office/drawing/2014/main" id="{81F6B6E3-D446-FF48-A968-0E6ED9485DE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grpSp>
        <p:nvGrpSpPr>
          <p:cNvPr id="37" name="Graphic 8">
            <a:extLst>
              <a:ext uri="{FF2B5EF4-FFF2-40B4-BE49-F238E27FC236}">
                <a16:creationId xmlns:a16="http://schemas.microsoft.com/office/drawing/2014/main" id="{C621A2F7-988C-ED6D-1AAA-CEAF06253999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8" name="Graphic 8">
              <a:extLst>
                <a:ext uri="{FF2B5EF4-FFF2-40B4-BE49-F238E27FC236}">
                  <a16:creationId xmlns:a16="http://schemas.microsoft.com/office/drawing/2014/main" id="{4A6ACE21-0A03-EC70-5DBC-8E24FC06ADF2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EE83912F-EA49-AA8F-3B48-225EEF2EA8BC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CCD1DC55-84B7-B92A-BCFA-DFC508914BD4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9C7F5544-2C4C-9EB4-BFC3-2118CC2F9BEA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8F4FBC32-8CCB-A8DE-008D-E983BC49C597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B4DB09DF-6B90-E805-64A1-73441DB3E36E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CE5B325E-5171-7178-FE92-B40E2F02AF4D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601EA8AE-D6A6-69F1-6D6F-08D9ABD7A248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313CAF36-8DCE-BF49-8252-4504197E4A92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53212E81-53F5-5829-40FB-278F96FDFA6C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3338560F-F08F-341E-96FD-FB179B1E8090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39" name="Graphic 8">
              <a:extLst>
                <a:ext uri="{FF2B5EF4-FFF2-40B4-BE49-F238E27FC236}">
                  <a16:creationId xmlns:a16="http://schemas.microsoft.com/office/drawing/2014/main" id="{DC09D6A6-FC34-3B36-E8EC-98961A5FA1BD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9CCE1282-066F-6767-9D2B-FE3B24B48F39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87A55781-F6F4-75D8-D30A-EFE0009E6C3A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06E5A16E-7654-E118-45E7-5CF8ECB9510D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5416A2B2-8CB4-B23D-B227-F3FAAF99834D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03A1E132-C6A0-D3F7-1605-AAC4E663D921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03331D7F-C33C-F017-A7E8-936854F6A83C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D1EAD065-3541-65E6-D334-D9E34E0883DA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9A8E157-0B0B-6FF1-18E9-97BC0A1FEDB9}"/>
              </a:ext>
            </a:extLst>
          </p:cNvPr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2026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773852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–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: Shape 1">
            <a:extLst>
              <a:ext uri="{FF2B5EF4-FFF2-40B4-BE49-F238E27FC236}">
                <a16:creationId xmlns:a16="http://schemas.microsoft.com/office/drawing/2014/main" id="{A2B10396-5330-52E9-6CAB-81B94A8222ED}"/>
              </a:ext>
            </a:extLst>
          </p:cNvPr>
          <p:cNvSpPr/>
          <p:nvPr/>
        </p:nvSpPr>
        <p:spPr>
          <a:xfrm>
            <a:off x="0" y="0"/>
            <a:ext cx="12188825" cy="6033051"/>
          </a:xfrm>
          <a:custGeom>
            <a:avLst/>
            <a:gdLst>
              <a:gd name="connsiteX0" fmla="*/ 0 w 12197292"/>
              <a:gd name="connsiteY0" fmla="*/ 0 h 6041519"/>
              <a:gd name="connsiteX1" fmla="*/ 12197292 w 12197292"/>
              <a:gd name="connsiteY1" fmla="*/ 0 h 6041519"/>
              <a:gd name="connsiteX2" fmla="*/ 12197292 w 12197292"/>
              <a:gd name="connsiteY2" fmla="*/ 1911192 h 6041519"/>
              <a:gd name="connsiteX3" fmla="*/ 11193762 w 12197292"/>
              <a:gd name="connsiteY3" fmla="*/ 1911192 h 6041519"/>
              <a:gd name="connsiteX4" fmla="*/ 10074486 w 12197292"/>
              <a:gd name="connsiteY4" fmla="*/ 2374782 h 6041519"/>
              <a:gd name="connsiteX5" fmla="*/ 6871338 w 12197292"/>
              <a:gd name="connsiteY5" fmla="*/ 5577930 h 6041519"/>
              <a:gd name="connsiteX6" fmla="*/ 5752064 w 12197292"/>
              <a:gd name="connsiteY6" fmla="*/ 6041519 h 6041519"/>
              <a:gd name="connsiteX7" fmla="*/ 0 w 12197292"/>
              <a:gd name="connsiteY7" fmla="*/ 6041519 h 6041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7292" h="6041519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lvl="0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1B00066-9E85-96DD-B59A-251D959E616C}"/>
              </a:ext>
            </a:extLst>
          </p:cNvPr>
          <p:cNvSpPr/>
          <p:nvPr/>
        </p:nvSpPr>
        <p:spPr>
          <a:xfrm>
            <a:off x="-8466" y="1838847"/>
            <a:ext cx="12203641" cy="4206431"/>
          </a:xfrm>
          <a:custGeom>
            <a:avLst/>
            <a:gdLst>
              <a:gd name="connsiteX0" fmla="*/ 11193762 w 12203641"/>
              <a:gd name="connsiteY0" fmla="*/ 0 h 4206431"/>
              <a:gd name="connsiteX1" fmla="*/ 12203641 w 12203641"/>
              <a:gd name="connsiteY1" fmla="*/ 0 h 4206431"/>
              <a:gd name="connsiteX2" fmla="*/ 12203641 w 12203641"/>
              <a:gd name="connsiteY2" fmla="*/ 76041 h 4206431"/>
              <a:gd name="connsiteX3" fmla="*/ 11193825 w 12203641"/>
              <a:gd name="connsiteY3" fmla="*/ 76041 h 4206431"/>
              <a:gd name="connsiteX4" fmla="*/ 10074550 w 12203641"/>
              <a:gd name="connsiteY4" fmla="*/ 539630 h 4206431"/>
              <a:gd name="connsiteX5" fmla="*/ 6871401 w 12203641"/>
              <a:gd name="connsiteY5" fmla="*/ 3742842 h 4206431"/>
              <a:gd name="connsiteX6" fmla="*/ 5752127 w 12203641"/>
              <a:gd name="connsiteY6" fmla="*/ 4206431 h 4206431"/>
              <a:gd name="connsiteX7" fmla="*/ 0 w 12203641"/>
              <a:gd name="connsiteY7" fmla="*/ 4206431 h 4206431"/>
              <a:gd name="connsiteX8" fmla="*/ 0 w 12203641"/>
              <a:gd name="connsiteY8" fmla="*/ 4130391 h 4206431"/>
              <a:gd name="connsiteX9" fmla="*/ 5752127 w 12203641"/>
              <a:gd name="connsiteY9" fmla="*/ 4130391 h 4206431"/>
              <a:gd name="connsiteX10" fmla="*/ 6328796 w 12203641"/>
              <a:gd name="connsiteY10" fmla="*/ 4015665 h 4206431"/>
              <a:gd name="connsiteX11" fmla="*/ 6817648 w 12203641"/>
              <a:gd name="connsiteY11" fmla="*/ 3689025 h 4206431"/>
              <a:gd name="connsiteX12" fmla="*/ 10020795 w 12203641"/>
              <a:gd name="connsiteY12" fmla="*/ 485877 h 4206431"/>
              <a:gd name="connsiteX13" fmla="*/ 11193762 w 12203641"/>
              <a:gd name="connsiteY13" fmla="*/ 0 h 4206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03641" h="4206431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08D3F09-D706-3940-8906-CE0F09AC4B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8912" y="1600200"/>
            <a:ext cx="5413248" cy="3200400"/>
          </a:xfrm>
        </p:spPr>
        <p:txBody>
          <a:bodyPr anchor="b"/>
          <a:lstStyle>
            <a:lvl1pPr marL="169863" indent="-169863">
              <a:buClrTx/>
              <a:buSzPct val="100000"/>
              <a:buFont typeface="Metropolis" panose="00000500000000000000" pitchFamily="2" charset="0"/>
              <a:buChar char="“"/>
              <a:defRPr sz="2800">
                <a:solidFill>
                  <a:schemeClr val="accent2"/>
                </a:solidFill>
              </a:defRPr>
            </a:lvl1pPr>
            <a:lvl2pPr marL="457200" indent="-184150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2pPr>
            <a:lvl3pPr marL="744538" indent="-16986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3pPr>
            <a:lvl4pPr marL="969963" indent="-166688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4pPr>
            <a:lvl5pPr marL="1143000" indent="-13811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Quote text on left, blue parallelograms on the right.”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1E51E88-6733-7942-B20E-2C56F8B2E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2648" y="5065776"/>
            <a:ext cx="4581144" cy="274320"/>
          </a:xfrm>
        </p:spPr>
        <p:txBody>
          <a:bodyPr/>
          <a:lstStyle>
            <a:lvl1pPr marL="285750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</a:pPr>
            <a:r>
              <a:rPr lang="en-US" dirty="0"/>
              <a:t>Source Name</a:t>
            </a:r>
          </a:p>
        </p:txBody>
      </p:sp>
      <p:sp>
        <p:nvSpPr>
          <p:cNvPr id="11" name="Picture Placeholder 11" descr="logo placeholder: click to insert logo or delete box if not needed">
            <a:extLst>
              <a:ext uri="{FF2B5EF4-FFF2-40B4-BE49-F238E27FC236}">
                <a16:creationId xmlns:a16="http://schemas.microsoft.com/office/drawing/2014/main" id="{A92ABA6C-6064-9743-BF58-8AB21015448D}"/>
              </a:ext>
            </a:extLst>
          </p:cNvPr>
          <p:cNvSpPr>
            <a:spLocks noGrp="1"/>
          </p:cNvSpPr>
          <p:nvPr>
            <p:ph type="pic" sz="quarter" idx="4294967295" hasCustomPrompt="1"/>
          </p:nvPr>
        </p:nvSpPr>
        <p:spPr>
          <a:xfrm>
            <a:off x="8925484" y="4619335"/>
            <a:ext cx="2740025" cy="1371600"/>
          </a:xfrm>
        </p:spPr>
        <p:txBody>
          <a:bodyPr/>
          <a:lstStyle/>
          <a:p>
            <a:r>
              <a:rPr lang="en-US" dirty="0"/>
              <a:t>Click to insert logo or delete box if not needed</a:t>
            </a:r>
          </a:p>
        </p:txBody>
      </p:sp>
      <p:sp>
        <p:nvSpPr>
          <p:cNvPr id="17" name="page number">
            <a:extLst>
              <a:ext uri="{FF2B5EF4-FFF2-40B4-BE49-F238E27FC236}">
                <a16:creationId xmlns:a16="http://schemas.microsoft.com/office/drawing/2014/main" id="{DBC60254-9AEC-2A49-ABD6-870EE5B97F6C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grpSp>
        <p:nvGrpSpPr>
          <p:cNvPr id="5" name="Graphic 8">
            <a:extLst>
              <a:ext uri="{FF2B5EF4-FFF2-40B4-BE49-F238E27FC236}">
                <a16:creationId xmlns:a16="http://schemas.microsoft.com/office/drawing/2014/main" id="{B4758132-41E7-3AF2-6888-E57AAB57C2D4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841EEAAB-23AC-D47F-388D-63F547C46C21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839177EB-25CC-E79E-A327-2BF623A161BE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B93DD2BC-5C52-5195-64BD-BFCD915CF82D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C90A28C3-198B-4594-AB38-1CE30B5D0214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E0E9C1D5-3541-16BA-CEE1-D36FB913E531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77E6E0D3-D668-DC02-6C5C-D264C0A21A06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0E12C13F-B40E-0E62-F7DF-0FA5A72F12BC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67D0ED2A-A79A-EDD1-6128-A2BB3C970351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18F3992B-F766-6C32-DA41-32FB6C066B84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86DC7707-25A9-7955-BDAC-5DF1F39C7B34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83F4BF48-49F0-33A3-0F4E-FEADBAE31AC5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7" name="Graphic 8">
              <a:extLst>
                <a:ext uri="{FF2B5EF4-FFF2-40B4-BE49-F238E27FC236}">
                  <a16:creationId xmlns:a16="http://schemas.microsoft.com/office/drawing/2014/main" id="{9F293A06-D73B-D05A-23FE-FA9269E430A6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2E537BBB-F233-E0B1-8E78-2148B6BFDBBE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642831E7-C031-4A62-CFCB-77A23B83A3F0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59491B63-148F-0FC2-21A9-ABC99A899BCD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00C0482C-FE70-D0EB-BC58-46565B7E646F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BA9FFF7A-6D39-6D56-9C49-47587F5E2D5F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C4F1373C-9ED7-35FB-11BE-D84A18B28D66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7237885B-F058-C3AD-B633-20EEB1A8AE27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35" name="page number">
            <a:extLst>
              <a:ext uri="{FF2B5EF4-FFF2-40B4-BE49-F238E27FC236}">
                <a16:creationId xmlns:a16="http://schemas.microsoft.com/office/drawing/2014/main" id="{DBC60254-9AEC-2A49-ABD6-870EE5B97F6C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grpSp>
        <p:nvGrpSpPr>
          <p:cNvPr id="38" name="Graphic 8">
            <a:extLst>
              <a:ext uri="{FF2B5EF4-FFF2-40B4-BE49-F238E27FC236}">
                <a16:creationId xmlns:a16="http://schemas.microsoft.com/office/drawing/2014/main" id="{B4758132-41E7-3AF2-6888-E57AAB57C2D4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9" name="Graphic 8">
              <a:extLst>
                <a:ext uri="{FF2B5EF4-FFF2-40B4-BE49-F238E27FC236}">
                  <a16:creationId xmlns:a16="http://schemas.microsoft.com/office/drawing/2014/main" id="{841EEAAB-23AC-D47F-388D-63F547C46C21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839177EB-25CC-E79E-A327-2BF623A161BE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B93DD2BC-5C52-5195-64BD-BFCD915CF82D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C90A28C3-198B-4594-AB38-1CE30B5D0214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E0E9C1D5-3541-16BA-CEE1-D36FB913E531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77E6E0D3-D668-DC02-6C5C-D264C0A21A06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0E12C13F-B40E-0E62-F7DF-0FA5A72F12BC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67D0ED2A-A79A-EDD1-6128-A2BB3C970351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18F3992B-F766-6C32-DA41-32FB6C066B84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86DC7707-25A9-7955-BDAC-5DF1F39C7B34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83F4BF48-49F0-33A3-0F4E-FEADBAE31AC5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40" name="Graphic 8">
              <a:extLst>
                <a:ext uri="{FF2B5EF4-FFF2-40B4-BE49-F238E27FC236}">
                  <a16:creationId xmlns:a16="http://schemas.microsoft.com/office/drawing/2014/main" id="{9F293A06-D73B-D05A-23FE-FA9269E430A6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2E537BBB-F233-E0B1-8E78-2148B6BFDBBE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642831E7-C031-4A62-CFCB-77A23B83A3F0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59491B63-148F-0FC2-21A9-ABC99A899BCD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00C0482C-FE70-D0EB-BC58-46565B7E646F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BA9FFF7A-6D39-6D56-9C49-47587F5E2D5F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C4F1373C-9ED7-35FB-11BE-D84A18B28D66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7237885B-F058-C3AD-B633-20EEB1A8AE27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067D46B-3BAF-FC5E-6BBB-503B5B6BCA1C}"/>
              </a:ext>
            </a:extLst>
          </p:cNvPr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2026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2928461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–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791E300-9585-C59E-EED2-EB5190E58F2C}"/>
              </a:ext>
            </a:extLst>
          </p:cNvPr>
          <p:cNvSpPr/>
          <p:nvPr/>
        </p:nvSpPr>
        <p:spPr>
          <a:xfrm>
            <a:off x="-8466" y="1838847"/>
            <a:ext cx="12203641" cy="4206431"/>
          </a:xfrm>
          <a:custGeom>
            <a:avLst/>
            <a:gdLst>
              <a:gd name="connsiteX0" fmla="*/ 11193762 w 12203641"/>
              <a:gd name="connsiteY0" fmla="*/ 0 h 4206431"/>
              <a:gd name="connsiteX1" fmla="*/ 12203641 w 12203641"/>
              <a:gd name="connsiteY1" fmla="*/ 0 h 4206431"/>
              <a:gd name="connsiteX2" fmla="*/ 12203641 w 12203641"/>
              <a:gd name="connsiteY2" fmla="*/ 76041 h 4206431"/>
              <a:gd name="connsiteX3" fmla="*/ 11193825 w 12203641"/>
              <a:gd name="connsiteY3" fmla="*/ 76041 h 4206431"/>
              <a:gd name="connsiteX4" fmla="*/ 10074550 w 12203641"/>
              <a:gd name="connsiteY4" fmla="*/ 539630 h 4206431"/>
              <a:gd name="connsiteX5" fmla="*/ 6871401 w 12203641"/>
              <a:gd name="connsiteY5" fmla="*/ 3742842 h 4206431"/>
              <a:gd name="connsiteX6" fmla="*/ 5752127 w 12203641"/>
              <a:gd name="connsiteY6" fmla="*/ 4206431 h 4206431"/>
              <a:gd name="connsiteX7" fmla="*/ 0 w 12203641"/>
              <a:gd name="connsiteY7" fmla="*/ 4206431 h 4206431"/>
              <a:gd name="connsiteX8" fmla="*/ 0 w 12203641"/>
              <a:gd name="connsiteY8" fmla="*/ 4130391 h 4206431"/>
              <a:gd name="connsiteX9" fmla="*/ 5752127 w 12203641"/>
              <a:gd name="connsiteY9" fmla="*/ 4130391 h 4206431"/>
              <a:gd name="connsiteX10" fmla="*/ 6328796 w 12203641"/>
              <a:gd name="connsiteY10" fmla="*/ 4015665 h 4206431"/>
              <a:gd name="connsiteX11" fmla="*/ 6817648 w 12203641"/>
              <a:gd name="connsiteY11" fmla="*/ 3689025 h 4206431"/>
              <a:gd name="connsiteX12" fmla="*/ 10020795 w 12203641"/>
              <a:gd name="connsiteY12" fmla="*/ 485877 h 4206431"/>
              <a:gd name="connsiteX13" fmla="*/ 11193762 w 12203641"/>
              <a:gd name="connsiteY13" fmla="*/ 0 h 4206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03641" h="4206431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90000">
                <a:schemeClr val="accent5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08D3F09-D706-3940-8906-CE0F09AC4B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8912" y="1600200"/>
            <a:ext cx="5462158" cy="3200400"/>
          </a:xfrm>
        </p:spPr>
        <p:txBody>
          <a:bodyPr anchor="b"/>
          <a:lstStyle>
            <a:lvl1pPr marL="169863" indent="-169863">
              <a:buClrTx/>
              <a:buSzPct val="100000"/>
              <a:buFont typeface="Metropolis" panose="00000500000000000000" pitchFamily="2" charset="0"/>
              <a:buChar char="“"/>
              <a:defRPr sz="2800">
                <a:solidFill>
                  <a:schemeClr val="accent2"/>
                </a:solidFill>
              </a:defRPr>
            </a:lvl1pPr>
            <a:lvl2pPr marL="457200" indent="-184150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2pPr>
            <a:lvl3pPr marL="744538" indent="-16986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3pPr>
            <a:lvl4pPr marL="969963" indent="-166688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4pPr>
            <a:lvl5pPr marL="1143000" indent="-13811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Quote text on left, purple parallelograms on the right.”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1E51E88-6733-7942-B20E-2C56F8B2E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2648" y="5065776"/>
            <a:ext cx="4581144" cy="274320"/>
          </a:xfrm>
        </p:spPr>
        <p:txBody>
          <a:bodyPr/>
          <a:lstStyle>
            <a:lvl1pPr marL="285750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</a:pPr>
            <a:r>
              <a:rPr lang="en-US" dirty="0"/>
              <a:t>Source Name</a:t>
            </a:r>
          </a:p>
        </p:txBody>
      </p:sp>
      <p:sp>
        <p:nvSpPr>
          <p:cNvPr id="11" name="Picture Placeholder 11" descr="logo placeholder: click to insert logo or delete box if not needed">
            <a:extLst>
              <a:ext uri="{FF2B5EF4-FFF2-40B4-BE49-F238E27FC236}">
                <a16:creationId xmlns:a16="http://schemas.microsoft.com/office/drawing/2014/main" id="{953CF3A7-833E-B042-A405-AB46430C4476}"/>
              </a:ext>
            </a:extLst>
          </p:cNvPr>
          <p:cNvSpPr>
            <a:spLocks noGrp="1"/>
          </p:cNvSpPr>
          <p:nvPr>
            <p:ph type="pic" sz="quarter" idx="4294967295" hasCustomPrompt="1"/>
          </p:nvPr>
        </p:nvSpPr>
        <p:spPr>
          <a:xfrm>
            <a:off x="8925484" y="4619335"/>
            <a:ext cx="2740025" cy="1371600"/>
          </a:xfrm>
        </p:spPr>
        <p:txBody>
          <a:bodyPr/>
          <a:lstStyle/>
          <a:p>
            <a:r>
              <a:rPr lang="en-US" dirty="0"/>
              <a:t>Click to insert logo or delete box if not needed</a:t>
            </a:r>
          </a:p>
        </p:txBody>
      </p:sp>
      <p:sp>
        <p:nvSpPr>
          <p:cNvPr id="17" name="page number">
            <a:extLst>
              <a:ext uri="{FF2B5EF4-FFF2-40B4-BE49-F238E27FC236}">
                <a16:creationId xmlns:a16="http://schemas.microsoft.com/office/drawing/2014/main" id="{D03B3F1E-BEE4-0C40-B954-F58A7FCE9AE3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grpSp>
        <p:nvGrpSpPr>
          <p:cNvPr id="7" name="Graphic 8">
            <a:extLst>
              <a:ext uri="{FF2B5EF4-FFF2-40B4-BE49-F238E27FC236}">
                <a16:creationId xmlns:a16="http://schemas.microsoft.com/office/drawing/2014/main" id="{47818FA4-8AE2-A4B0-1EE8-9FE4A6BDD41B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8" name="Graphic 8">
              <a:extLst>
                <a:ext uri="{FF2B5EF4-FFF2-40B4-BE49-F238E27FC236}">
                  <a16:creationId xmlns:a16="http://schemas.microsoft.com/office/drawing/2014/main" id="{906FE88E-54E3-F8F3-4AD1-B3FBBC7E3CA3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54A0F722-B555-E2A4-6E62-A0DD337E8B5C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CE114C9D-2007-BC9E-F8AA-887AAF26A734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30CB1C40-B903-28F3-C47C-EE2DF741FB96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5F87C1F4-D1C4-5FD0-7410-12E7D3F9CF61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E2B126C2-3690-5E26-6606-DC917F25582A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608446EC-DFFD-44E5-1C5F-06F1ADF8E18C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4D0F02A7-67C9-E3C0-51B8-692EC9B9B966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6865D6C8-4059-8F52-0699-D70C865CD04D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7EA55EE1-6F19-AA1B-CC75-7F97E97AAA97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CEA15FB2-7F2D-EC93-1A40-74348B9A6E0D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9" name="Graphic 8">
              <a:extLst>
                <a:ext uri="{FF2B5EF4-FFF2-40B4-BE49-F238E27FC236}">
                  <a16:creationId xmlns:a16="http://schemas.microsoft.com/office/drawing/2014/main" id="{8DA67385-AEE0-35D7-24E9-3A1C9A997AB6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E140BF28-9D00-E372-4C58-192831AB25B7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9502AFFA-C636-75B6-47E4-75665F32F63A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55A0F95-5DB1-12F9-464F-DAACA1FAD4F0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E6E8C204-FC1F-FDD2-FE85-ED3286B80D6E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A65EBA96-8564-79A7-2A73-18756ED609DC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CCC651D2-5530-6772-23D5-458FB86B6276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63F018CD-2167-521F-44FD-1C199026C8F4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36" name="Freeform: Shape 2">
            <a:extLst>
              <a:ext uri="{FF2B5EF4-FFF2-40B4-BE49-F238E27FC236}">
                <a16:creationId xmlns:a16="http://schemas.microsoft.com/office/drawing/2014/main" id="{5791E300-9585-C59E-EED2-EB5190E58F2C}"/>
              </a:ext>
            </a:extLst>
          </p:cNvPr>
          <p:cNvSpPr/>
          <p:nvPr/>
        </p:nvSpPr>
        <p:spPr>
          <a:xfrm>
            <a:off x="-8466" y="1838847"/>
            <a:ext cx="12203641" cy="4206431"/>
          </a:xfrm>
          <a:custGeom>
            <a:avLst/>
            <a:gdLst>
              <a:gd name="connsiteX0" fmla="*/ 11193762 w 12203641"/>
              <a:gd name="connsiteY0" fmla="*/ 0 h 4206431"/>
              <a:gd name="connsiteX1" fmla="*/ 12203641 w 12203641"/>
              <a:gd name="connsiteY1" fmla="*/ 0 h 4206431"/>
              <a:gd name="connsiteX2" fmla="*/ 12203641 w 12203641"/>
              <a:gd name="connsiteY2" fmla="*/ 76041 h 4206431"/>
              <a:gd name="connsiteX3" fmla="*/ 11193825 w 12203641"/>
              <a:gd name="connsiteY3" fmla="*/ 76041 h 4206431"/>
              <a:gd name="connsiteX4" fmla="*/ 10074550 w 12203641"/>
              <a:gd name="connsiteY4" fmla="*/ 539630 h 4206431"/>
              <a:gd name="connsiteX5" fmla="*/ 6871401 w 12203641"/>
              <a:gd name="connsiteY5" fmla="*/ 3742842 h 4206431"/>
              <a:gd name="connsiteX6" fmla="*/ 5752127 w 12203641"/>
              <a:gd name="connsiteY6" fmla="*/ 4206431 h 4206431"/>
              <a:gd name="connsiteX7" fmla="*/ 0 w 12203641"/>
              <a:gd name="connsiteY7" fmla="*/ 4206431 h 4206431"/>
              <a:gd name="connsiteX8" fmla="*/ 0 w 12203641"/>
              <a:gd name="connsiteY8" fmla="*/ 4130391 h 4206431"/>
              <a:gd name="connsiteX9" fmla="*/ 5752127 w 12203641"/>
              <a:gd name="connsiteY9" fmla="*/ 4130391 h 4206431"/>
              <a:gd name="connsiteX10" fmla="*/ 6328796 w 12203641"/>
              <a:gd name="connsiteY10" fmla="*/ 4015665 h 4206431"/>
              <a:gd name="connsiteX11" fmla="*/ 6817648 w 12203641"/>
              <a:gd name="connsiteY11" fmla="*/ 3689025 h 4206431"/>
              <a:gd name="connsiteX12" fmla="*/ 10020795 w 12203641"/>
              <a:gd name="connsiteY12" fmla="*/ 485877 h 4206431"/>
              <a:gd name="connsiteX13" fmla="*/ 11193762 w 12203641"/>
              <a:gd name="connsiteY13" fmla="*/ 0 h 4206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03641" h="4206431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90000">
                <a:schemeClr val="accent5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7" name="page number">
            <a:extLst>
              <a:ext uri="{FF2B5EF4-FFF2-40B4-BE49-F238E27FC236}">
                <a16:creationId xmlns:a16="http://schemas.microsoft.com/office/drawing/2014/main" id="{D03B3F1E-BEE4-0C40-B954-F58A7FCE9AE3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grpSp>
        <p:nvGrpSpPr>
          <p:cNvPr id="40" name="Graphic 8">
            <a:extLst>
              <a:ext uri="{FF2B5EF4-FFF2-40B4-BE49-F238E27FC236}">
                <a16:creationId xmlns:a16="http://schemas.microsoft.com/office/drawing/2014/main" id="{47818FA4-8AE2-A4B0-1EE8-9FE4A6BDD41B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41" name="Graphic 8">
              <a:extLst>
                <a:ext uri="{FF2B5EF4-FFF2-40B4-BE49-F238E27FC236}">
                  <a16:creationId xmlns:a16="http://schemas.microsoft.com/office/drawing/2014/main" id="{906FE88E-54E3-F8F3-4AD1-B3FBBC7E3CA3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54A0F722-B555-E2A4-6E62-A0DD337E8B5C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CE114C9D-2007-BC9E-F8AA-887AAF26A734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30CB1C40-B903-28F3-C47C-EE2DF741FB96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5F87C1F4-D1C4-5FD0-7410-12E7D3F9CF61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E2B126C2-3690-5E26-6606-DC917F25582A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608446EC-DFFD-44E5-1C5F-06F1ADF8E18C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4D0F02A7-67C9-E3C0-51B8-692EC9B9B966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6865D6C8-4059-8F52-0699-D70C865CD04D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7EA55EE1-6F19-AA1B-CC75-7F97E97AAA97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CEA15FB2-7F2D-EC93-1A40-74348B9A6E0D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42" name="Graphic 8">
              <a:extLst>
                <a:ext uri="{FF2B5EF4-FFF2-40B4-BE49-F238E27FC236}">
                  <a16:creationId xmlns:a16="http://schemas.microsoft.com/office/drawing/2014/main" id="{8DA67385-AEE0-35D7-24E9-3A1C9A997AB6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E140BF28-9D00-E372-4C58-192831AB25B7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9502AFFA-C636-75B6-47E4-75665F32F63A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255A0F95-5DB1-12F9-464F-DAACA1FAD4F0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E6E8C204-FC1F-FDD2-FE85-ED3286B80D6E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A65EBA96-8564-79A7-2A73-18756ED609DC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CCC651D2-5530-6772-23D5-458FB86B6276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63F018CD-2167-521F-44FD-1C199026C8F4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DDD0B23-63DE-6951-34B4-9D6FD0B6A5F1}"/>
              </a:ext>
            </a:extLst>
          </p:cNvPr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2026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233323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Leaf " preserve="1">
  <p:cSld name="Big Statement 2 - Leaf ">
    <p:spTree>
      <p:nvGrpSpPr>
        <p:cNvPr id="1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p93"/>
          <p:cNvSpPr/>
          <p:nvPr/>
        </p:nvSpPr>
        <p:spPr>
          <a:xfrm>
            <a:off x="6472" y="437918"/>
            <a:ext cx="12182354" cy="5615389"/>
          </a:xfrm>
          <a:custGeom>
            <a:avLst/>
            <a:gdLst>
              <a:gd name="connsiteX0" fmla="*/ 0 w 12203580"/>
              <a:gd name="connsiteY0" fmla="*/ 0 h 6058734"/>
              <a:gd name="connsiteX1" fmla="*/ 12189729 w 12203580"/>
              <a:gd name="connsiteY1" fmla="*/ 263236 h 6058734"/>
              <a:gd name="connsiteX2" fmla="*/ 12203580 w 12203580"/>
              <a:gd name="connsiteY2" fmla="*/ 1909982 h 6058734"/>
              <a:gd name="connsiteX3" fmla="*/ 11206700 w 12203580"/>
              <a:gd name="connsiteY3" fmla="*/ 1909982 h 6058734"/>
              <a:gd name="connsiteX4" fmla="*/ 10082432 w 12203580"/>
              <a:gd name="connsiteY4" fmla="*/ 2375639 h 6058734"/>
              <a:gd name="connsiteX5" fmla="*/ 6864995 w 12203580"/>
              <a:gd name="connsiteY5" fmla="*/ 5593077 h 6058734"/>
              <a:gd name="connsiteX6" fmla="*/ 5740726 w 12203580"/>
              <a:gd name="connsiteY6" fmla="*/ 6058734 h 6058734"/>
              <a:gd name="connsiteX7" fmla="*/ 0 w 12203580"/>
              <a:gd name="connsiteY7" fmla="*/ 6058734 h 6058734"/>
              <a:gd name="connsiteX8" fmla="*/ 0 w 12203580"/>
              <a:gd name="connsiteY8" fmla="*/ 0 h 6058734"/>
              <a:gd name="connsiteX0" fmla="*/ 0 w 12203580"/>
              <a:gd name="connsiteY0" fmla="*/ 0 h 5823207"/>
              <a:gd name="connsiteX1" fmla="*/ 12189729 w 12203580"/>
              <a:gd name="connsiteY1" fmla="*/ 27709 h 5823207"/>
              <a:gd name="connsiteX2" fmla="*/ 12203580 w 12203580"/>
              <a:gd name="connsiteY2" fmla="*/ 1674455 h 5823207"/>
              <a:gd name="connsiteX3" fmla="*/ 11206700 w 12203580"/>
              <a:gd name="connsiteY3" fmla="*/ 1674455 h 5823207"/>
              <a:gd name="connsiteX4" fmla="*/ 10082432 w 12203580"/>
              <a:gd name="connsiteY4" fmla="*/ 2140112 h 5823207"/>
              <a:gd name="connsiteX5" fmla="*/ 6864995 w 12203580"/>
              <a:gd name="connsiteY5" fmla="*/ 5357550 h 5823207"/>
              <a:gd name="connsiteX6" fmla="*/ 5740726 w 12203580"/>
              <a:gd name="connsiteY6" fmla="*/ 5823207 h 5823207"/>
              <a:gd name="connsiteX7" fmla="*/ 0 w 12203580"/>
              <a:gd name="connsiteY7" fmla="*/ 5823207 h 5823207"/>
              <a:gd name="connsiteX8" fmla="*/ 0 w 12203580"/>
              <a:gd name="connsiteY8" fmla="*/ 0 h 5823207"/>
              <a:gd name="connsiteX0" fmla="*/ 0 w 12231282"/>
              <a:gd name="connsiteY0" fmla="*/ 0 h 5823207"/>
              <a:gd name="connsiteX1" fmla="*/ 12231282 w 12231282"/>
              <a:gd name="connsiteY1" fmla="*/ 235527 h 5823207"/>
              <a:gd name="connsiteX2" fmla="*/ 12203580 w 12231282"/>
              <a:gd name="connsiteY2" fmla="*/ 1674455 h 5823207"/>
              <a:gd name="connsiteX3" fmla="*/ 11206700 w 12231282"/>
              <a:gd name="connsiteY3" fmla="*/ 1674455 h 5823207"/>
              <a:gd name="connsiteX4" fmla="*/ 10082432 w 12231282"/>
              <a:gd name="connsiteY4" fmla="*/ 2140112 h 5823207"/>
              <a:gd name="connsiteX5" fmla="*/ 6864995 w 12231282"/>
              <a:gd name="connsiteY5" fmla="*/ 5357550 h 5823207"/>
              <a:gd name="connsiteX6" fmla="*/ 5740726 w 12231282"/>
              <a:gd name="connsiteY6" fmla="*/ 5823207 h 5823207"/>
              <a:gd name="connsiteX7" fmla="*/ 0 w 12231282"/>
              <a:gd name="connsiteY7" fmla="*/ 5823207 h 5823207"/>
              <a:gd name="connsiteX8" fmla="*/ 0 w 12231282"/>
              <a:gd name="connsiteY8" fmla="*/ 0 h 5823207"/>
              <a:gd name="connsiteX0" fmla="*/ 0 w 12231282"/>
              <a:gd name="connsiteY0" fmla="*/ 0 h 5615389"/>
              <a:gd name="connsiteX1" fmla="*/ 12231282 w 12231282"/>
              <a:gd name="connsiteY1" fmla="*/ 27709 h 5615389"/>
              <a:gd name="connsiteX2" fmla="*/ 12203580 w 12231282"/>
              <a:gd name="connsiteY2" fmla="*/ 1466637 h 5615389"/>
              <a:gd name="connsiteX3" fmla="*/ 11206700 w 12231282"/>
              <a:gd name="connsiteY3" fmla="*/ 1466637 h 5615389"/>
              <a:gd name="connsiteX4" fmla="*/ 10082432 w 12231282"/>
              <a:gd name="connsiteY4" fmla="*/ 1932294 h 5615389"/>
              <a:gd name="connsiteX5" fmla="*/ 6864995 w 12231282"/>
              <a:gd name="connsiteY5" fmla="*/ 5149732 h 5615389"/>
              <a:gd name="connsiteX6" fmla="*/ 5740726 w 12231282"/>
              <a:gd name="connsiteY6" fmla="*/ 5615389 h 5615389"/>
              <a:gd name="connsiteX7" fmla="*/ 0 w 12231282"/>
              <a:gd name="connsiteY7" fmla="*/ 5615389 h 5615389"/>
              <a:gd name="connsiteX8" fmla="*/ 0 w 12231282"/>
              <a:gd name="connsiteY8" fmla="*/ 0 h 5615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31282" h="5615389" extrusionOk="0">
                <a:moveTo>
                  <a:pt x="0" y="0"/>
                </a:moveTo>
                <a:lnTo>
                  <a:pt x="12231282" y="27709"/>
                </a:lnTo>
                <a:lnTo>
                  <a:pt x="12203580" y="1466637"/>
                </a:lnTo>
                <a:lnTo>
                  <a:pt x="11206700" y="1466637"/>
                </a:lnTo>
                <a:cubicBezTo>
                  <a:pt x="10785051" y="1466637"/>
                  <a:pt x="10380638" y="1634150"/>
                  <a:pt x="10082432" y="1932294"/>
                </a:cubicBezTo>
                <a:lnTo>
                  <a:pt x="6864995" y="5149732"/>
                </a:lnTo>
                <a:cubicBezTo>
                  <a:pt x="6566852" y="5447874"/>
                  <a:pt x="6162438" y="5615389"/>
                  <a:pt x="5740726" y="5615389"/>
                </a:cubicBezTo>
                <a:lnTo>
                  <a:pt x="0" y="5615389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99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1" name="Google Shape;1571;p93"/>
          <p:cNvSpPr/>
          <p:nvPr/>
        </p:nvSpPr>
        <p:spPr>
          <a:xfrm>
            <a:off x="-9730" y="1828238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  <a:gs pos="100000">
                <a:srgbClr val="61A30E"/>
              </a:gs>
            </a:gsLst>
            <a:lin ang="0" scaled="0"/>
          </a:gra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9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5" name="Google Shape;1575;p9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64FCE390-4ACD-3809-FB6E-84FA2E9A8EA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57030" y="3564301"/>
            <a:ext cx="5731795" cy="3298781"/>
          </a:xfrm>
          <a:custGeom>
            <a:avLst/>
            <a:gdLst>
              <a:gd name="connsiteX0" fmla="*/ 3824498 w 5733288"/>
              <a:gd name="connsiteY0" fmla="*/ 0 h 3298781"/>
              <a:gd name="connsiteX1" fmla="*/ 5733288 w 5733288"/>
              <a:gd name="connsiteY1" fmla="*/ 0 h 3298781"/>
              <a:gd name="connsiteX2" fmla="*/ 5733288 w 5733288"/>
              <a:gd name="connsiteY2" fmla="*/ 1358608 h 3298781"/>
              <a:gd name="connsiteX3" fmla="*/ 3792610 w 5733288"/>
              <a:gd name="connsiteY3" fmla="*/ 3298781 h 3298781"/>
              <a:gd name="connsiteX4" fmla="*/ 0 w 5733288"/>
              <a:gd name="connsiteY4" fmla="*/ 3298781 h 3298781"/>
              <a:gd name="connsiteX5" fmla="*/ 2928488 w 5733288"/>
              <a:gd name="connsiteY5" fmla="*/ 371055 h 3298781"/>
              <a:gd name="connsiteX6" fmla="*/ 3824498 w 5733288"/>
              <a:gd name="connsiteY6" fmla="*/ 0 h 3298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33288" h="3298781">
                <a:moveTo>
                  <a:pt x="3824498" y="0"/>
                </a:moveTo>
                <a:lnTo>
                  <a:pt x="5733288" y="0"/>
                </a:lnTo>
                <a:lnTo>
                  <a:pt x="5733288" y="1358608"/>
                </a:lnTo>
                <a:lnTo>
                  <a:pt x="3792610" y="3298781"/>
                </a:lnTo>
                <a:lnTo>
                  <a:pt x="0" y="3298781"/>
                </a:lnTo>
                <a:lnTo>
                  <a:pt x="2928488" y="371055"/>
                </a:lnTo>
                <a:cubicBezTo>
                  <a:pt x="3166144" y="133460"/>
                  <a:pt x="3488446" y="0"/>
                  <a:pt x="382449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57FDDDA-B96D-D480-4EE8-AB6534C448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5484" y="4754564"/>
            <a:ext cx="4814417" cy="387453"/>
          </a:xfrm>
        </p:spPr>
        <p:txBody>
          <a:bodyPr anchor="b"/>
          <a:lstStyle>
            <a:lvl1pPr marL="11110" indent="0">
              <a:tabLst/>
              <a:defRPr sz="1799" b="1">
                <a:latin typeface="+mn-lt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First Last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7AE31D-E7E0-C017-8423-24C823B6E3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25085" y="412751"/>
            <a:ext cx="2583519" cy="1190624"/>
          </a:xfrm>
          <a:prstGeom prst="roundRect">
            <a:avLst/>
          </a:prstGeom>
          <a:noFill/>
          <a:ln w="31750">
            <a:solidFill>
              <a:schemeClr val="accent2"/>
            </a:solidFill>
          </a:ln>
        </p:spPr>
        <p:txBody>
          <a:bodyPr anchor="ctr"/>
          <a:lstStyle>
            <a:lvl1pPr marL="11110" indent="0" algn="ctr">
              <a:tabLst/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Callout Text</a:t>
            </a:r>
          </a:p>
        </p:txBody>
      </p:sp>
      <p:sp>
        <p:nvSpPr>
          <p:cNvPr id="2" name="Text Placeholder 39">
            <a:extLst>
              <a:ext uri="{FF2B5EF4-FFF2-40B4-BE49-F238E27FC236}">
                <a16:creationId xmlns:a16="http://schemas.microsoft.com/office/drawing/2014/main" id="{70D84C82-3C28-2949-F2F0-9D6FAD519F0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5484" y="5158325"/>
            <a:ext cx="4814417" cy="387453"/>
          </a:xfrm>
        </p:spPr>
        <p:txBody>
          <a:bodyPr/>
          <a:lstStyle>
            <a:lvl1pPr marL="11110" indent="0">
              <a:tabLst/>
              <a:defRPr sz="1400">
                <a:latin typeface="+mn-lt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Title, Company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F3E52AD-86BB-94F8-6575-8F8B2238E0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8911" y="1449388"/>
            <a:ext cx="6568063" cy="3351212"/>
          </a:xfrm>
        </p:spPr>
        <p:txBody>
          <a:bodyPr anchor="b"/>
          <a:lstStyle>
            <a:lvl1pPr marL="169863" indent="-169863">
              <a:buClrTx/>
              <a:buSzPct val="100000"/>
              <a:buFont typeface="Metropolis" panose="00000500000000000000" pitchFamily="2" charset="0"/>
              <a:buChar char="“"/>
              <a:defRPr sz="2800">
                <a:solidFill>
                  <a:schemeClr val="accent2"/>
                </a:solidFill>
              </a:defRPr>
            </a:lvl1pPr>
            <a:lvl2pPr marL="457200" indent="-184150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2pPr>
            <a:lvl3pPr marL="744538" indent="-16986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3pPr>
            <a:lvl4pPr marL="969963" indent="-166688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4pPr>
            <a:lvl5pPr marL="1143000" indent="-13811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Quote text on left, purple parallelograms on the right.” ~200 characters. Arial 24-28pt.</a:t>
            </a:r>
          </a:p>
        </p:txBody>
      </p:sp>
    </p:spTree>
    <p:extLst>
      <p:ext uri="{BB962C8B-B14F-4D97-AF65-F5344CB8AC3E}">
        <p14:creationId xmlns:p14="http://schemas.microsoft.com/office/powerpoint/2010/main" val="1373830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–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Looking up view of a tall building with glass windows&#10;&#10;Description automatically generated">
            <a:extLst>
              <a:ext uri="{FF2B5EF4-FFF2-40B4-BE49-F238E27FC236}">
                <a16:creationId xmlns:a16="http://schemas.microsoft.com/office/drawing/2014/main" id="{B3DA20F2-2D53-3AEB-2E52-5879AB1D3B2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9993" y="0"/>
            <a:ext cx="10358832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9644796-3BE2-09B0-F95D-F4AB56E62FD2}"/>
              </a:ext>
            </a:extLst>
          </p:cNvPr>
          <p:cNvSpPr/>
          <p:nvPr/>
        </p:nvSpPr>
        <p:spPr>
          <a:xfrm>
            <a:off x="0" y="0"/>
            <a:ext cx="12182348" cy="6858000"/>
          </a:xfrm>
          <a:prstGeom prst="rect">
            <a:avLst/>
          </a:prstGeom>
          <a:gradFill>
            <a:gsLst>
              <a:gs pos="59553">
                <a:srgbClr val="FFFFFF">
                  <a:alpha val="0"/>
                </a:srgbClr>
              </a:gs>
              <a:gs pos="35000">
                <a:srgbClr val="FFFFFF"/>
              </a:gs>
              <a:gs pos="78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DAA0A2E-4B76-3DD4-CF2D-B4E2E491F351}"/>
              </a:ext>
            </a:extLst>
          </p:cNvPr>
          <p:cNvSpPr/>
          <p:nvPr/>
        </p:nvSpPr>
        <p:spPr>
          <a:xfrm>
            <a:off x="6477" y="0"/>
            <a:ext cx="10295334" cy="6040452"/>
          </a:xfrm>
          <a:custGeom>
            <a:avLst/>
            <a:gdLst>
              <a:gd name="connsiteX0" fmla="*/ 10186830 w 10295334"/>
              <a:gd name="connsiteY0" fmla="*/ 0 h 6040452"/>
              <a:gd name="connsiteX1" fmla="*/ 10295334 w 10295334"/>
              <a:gd name="connsiteY1" fmla="*/ 0 h 6040452"/>
              <a:gd name="connsiteX2" fmla="*/ 4722761 w 10295334"/>
              <a:gd name="connsiteY2" fmla="*/ 5572574 h 6040452"/>
              <a:gd name="connsiteX3" fmla="*/ 3593131 w 10295334"/>
              <a:gd name="connsiteY3" fmla="*/ 6040452 h 6040452"/>
              <a:gd name="connsiteX4" fmla="*/ 0 w 10295334"/>
              <a:gd name="connsiteY4" fmla="*/ 6040452 h 6040452"/>
              <a:gd name="connsiteX5" fmla="*/ 0 w 10295334"/>
              <a:gd name="connsiteY5" fmla="*/ 5963772 h 6040452"/>
              <a:gd name="connsiteX6" fmla="*/ 3593131 w 10295334"/>
              <a:gd name="connsiteY6" fmla="*/ 5963772 h 6040452"/>
              <a:gd name="connsiteX7" fmla="*/ 4175135 w 10295334"/>
              <a:gd name="connsiteY7" fmla="*/ 5847985 h 6040452"/>
              <a:gd name="connsiteX8" fmla="*/ 4668509 w 10295334"/>
              <a:gd name="connsiteY8" fmla="*/ 5518323 h 6040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295334" h="6040452">
                <a:moveTo>
                  <a:pt x="10186830" y="0"/>
                </a:moveTo>
                <a:lnTo>
                  <a:pt x="10295334" y="0"/>
                </a:lnTo>
                <a:lnTo>
                  <a:pt x="4722761" y="5572574"/>
                </a:lnTo>
                <a:cubicBezTo>
                  <a:pt x="4423133" y="5872139"/>
                  <a:pt x="4016790" y="6040452"/>
                  <a:pt x="3593131" y="6040452"/>
                </a:cubicBezTo>
                <a:lnTo>
                  <a:pt x="0" y="6040452"/>
                </a:lnTo>
                <a:lnTo>
                  <a:pt x="0" y="5963772"/>
                </a:lnTo>
                <a:lnTo>
                  <a:pt x="3593131" y="5963772"/>
                </a:lnTo>
                <a:cubicBezTo>
                  <a:pt x="3793842" y="5963772"/>
                  <a:pt x="3989696" y="5924793"/>
                  <a:pt x="4175135" y="5847985"/>
                </a:cubicBezTo>
                <a:cubicBezTo>
                  <a:pt x="4360575" y="5771176"/>
                  <a:pt x="4526588" y="5660245"/>
                  <a:pt x="4668509" y="5518323"/>
                </a:cubicBezTo>
                <a:close/>
              </a:path>
            </a:pathLst>
          </a:custGeom>
          <a:gradFill>
            <a:gsLst>
              <a:gs pos="12000">
                <a:schemeClr val="accent3"/>
              </a:gs>
              <a:gs pos="85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CD6F3E-7865-E329-FB61-00E1B7D783BB}"/>
              </a:ext>
            </a:extLst>
          </p:cNvPr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Broadcom Proprietary and Confidential. Copyright © 2024 Broadcom.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BF91FF-526A-910F-03F2-2D4C07A9F111}"/>
              </a:ext>
            </a:extLst>
          </p:cNvPr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  <p:grpSp>
        <p:nvGrpSpPr>
          <p:cNvPr id="5" name="Graphic 8">
            <a:extLst>
              <a:ext uri="{FF2B5EF4-FFF2-40B4-BE49-F238E27FC236}">
                <a16:creationId xmlns:a16="http://schemas.microsoft.com/office/drawing/2014/main" id="{3E09CBA6-627D-2768-152C-A25B87CF790A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685DA75B-DA1C-13EF-F3C8-ACEE2C668A7F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6E43D9EF-A9B1-97EC-9CAB-0367B664C9D0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5B127822-510F-D59E-2401-DACD4D6BA077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F3E9315B-DD78-18E2-9951-D8120BAD9160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E2AF63A1-86BF-B1C3-A3F5-517003C7A966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AC22223-58F9-DB0C-9D61-94D7B8E8C1F4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1114E784-D17D-A2C2-757A-7B9912824867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DF09BAA7-F77F-FEDC-A8A8-F10B9350FFF7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0A1F18F3-D078-404B-FFBA-A4E33B814768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0DA5E4E2-82BF-54FB-780E-193386E0F471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61295929-CD29-6FBF-CE14-3BC84AB4A1F6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7" name="Graphic 8">
              <a:extLst>
                <a:ext uri="{FF2B5EF4-FFF2-40B4-BE49-F238E27FC236}">
                  <a16:creationId xmlns:a16="http://schemas.microsoft.com/office/drawing/2014/main" id="{E1BC8CC5-030B-A124-A179-FC1B1CB93618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8263E9E0-CE6D-2469-4DAA-AAD461690F95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54E7CD3B-64B1-7447-7A83-5830224748C9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3C5659AD-F571-B436-FA9E-F3EB0D45050A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6775BD55-89FE-BF4D-F689-E5F5188D1010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80CF7C26-1A1F-1F80-46D4-8309C39F0CA9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C0E1496F-2BE6-5149-BE29-0376ABD59D69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4C0A74FC-F5C6-E572-32D2-2A39D4551EAD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C21BA7-C6D2-446E-8FD2-266107E90C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8912" y="1600200"/>
            <a:ext cx="4754880" cy="3200400"/>
          </a:xfrm>
        </p:spPr>
        <p:txBody>
          <a:bodyPr anchor="b"/>
          <a:lstStyle>
            <a:lvl1pPr marL="169863" indent="-169863">
              <a:buClrTx/>
              <a:buSzPct val="100000"/>
              <a:buFont typeface="Metropolis" panose="00000500000000000000" pitchFamily="2" charset="0"/>
              <a:buChar char="“"/>
              <a:defRPr sz="2800">
                <a:solidFill>
                  <a:schemeClr val="accent2"/>
                </a:solidFill>
              </a:defRPr>
            </a:lvl1pPr>
            <a:lvl2pPr marL="457200" indent="-184150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2pPr>
            <a:lvl3pPr marL="744538" indent="-16986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3pPr>
            <a:lvl4pPr marL="969963" indent="-166688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4pPr>
            <a:lvl5pPr marL="1143000" indent="-13811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Quote page with photo showing a building. Click to replace text.”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762CBDD-60C2-443D-88B5-C596896049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2648" y="5065776"/>
            <a:ext cx="3591052" cy="674624"/>
          </a:xfrm>
        </p:spPr>
        <p:txBody>
          <a:bodyPr/>
          <a:lstStyle>
            <a:lvl1pPr marL="285750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</a:pPr>
            <a:r>
              <a:rPr lang="en-US" dirty="0"/>
              <a:t>Source Name</a:t>
            </a:r>
          </a:p>
        </p:txBody>
      </p:sp>
      <p:sp>
        <p:nvSpPr>
          <p:cNvPr id="15" name="page number">
            <a:extLst>
              <a:ext uri="{FF2B5EF4-FFF2-40B4-BE49-F238E27FC236}">
                <a16:creationId xmlns:a16="http://schemas.microsoft.com/office/drawing/2014/main" id="{65B8D505-D55C-B546-9B33-22157CD80DE2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>
                <a:solidFill>
                  <a:schemeClr val="bg1"/>
                </a:solidFill>
              </a:rPr>
              <a:pPr lvl="0" algn="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1" name="Picture 30" descr="Looking up view of a tall building with glass windows&#10;&#10;Description automatically generated">
            <a:extLst>
              <a:ext uri="{FF2B5EF4-FFF2-40B4-BE49-F238E27FC236}">
                <a16:creationId xmlns:a16="http://schemas.microsoft.com/office/drawing/2014/main" id="{B3DA20F2-2D53-3AEB-2E52-5879AB1D3B2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9993" y="0"/>
            <a:ext cx="10358832" cy="68580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39644796-3BE2-09B0-F95D-F4AB56E62FD2}"/>
              </a:ext>
            </a:extLst>
          </p:cNvPr>
          <p:cNvSpPr/>
          <p:nvPr/>
        </p:nvSpPr>
        <p:spPr>
          <a:xfrm>
            <a:off x="0" y="0"/>
            <a:ext cx="12182348" cy="6858000"/>
          </a:xfrm>
          <a:prstGeom prst="rect">
            <a:avLst/>
          </a:prstGeom>
          <a:gradFill>
            <a:gsLst>
              <a:gs pos="59553">
                <a:srgbClr val="FFFFFF">
                  <a:alpha val="0"/>
                </a:srgbClr>
              </a:gs>
              <a:gs pos="35000">
                <a:srgbClr val="FFFFFF"/>
              </a:gs>
              <a:gs pos="78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4" name="Freeform: Shape 9">
            <a:extLst>
              <a:ext uri="{FF2B5EF4-FFF2-40B4-BE49-F238E27FC236}">
                <a16:creationId xmlns:a16="http://schemas.microsoft.com/office/drawing/2014/main" id="{6DAA0A2E-4B76-3DD4-CF2D-B4E2E491F351}"/>
              </a:ext>
            </a:extLst>
          </p:cNvPr>
          <p:cNvSpPr/>
          <p:nvPr/>
        </p:nvSpPr>
        <p:spPr>
          <a:xfrm>
            <a:off x="0" y="0"/>
            <a:ext cx="10295334" cy="6040452"/>
          </a:xfrm>
          <a:custGeom>
            <a:avLst/>
            <a:gdLst>
              <a:gd name="connsiteX0" fmla="*/ 10186830 w 10295334"/>
              <a:gd name="connsiteY0" fmla="*/ 0 h 6040452"/>
              <a:gd name="connsiteX1" fmla="*/ 10295334 w 10295334"/>
              <a:gd name="connsiteY1" fmla="*/ 0 h 6040452"/>
              <a:gd name="connsiteX2" fmla="*/ 4722761 w 10295334"/>
              <a:gd name="connsiteY2" fmla="*/ 5572574 h 6040452"/>
              <a:gd name="connsiteX3" fmla="*/ 3593131 w 10295334"/>
              <a:gd name="connsiteY3" fmla="*/ 6040452 h 6040452"/>
              <a:gd name="connsiteX4" fmla="*/ 0 w 10295334"/>
              <a:gd name="connsiteY4" fmla="*/ 6040452 h 6040452"/>
              <a:gd name="connsiteX5" fmla="*/ 0 w 10295334"/>
              <a:gd name="connsiteY5" fmla="*/ 5963772 h 6040452"/>
              <a:gd name="connsiteX6" fmla="*/ 3593131 w 10295334"/>
              <a:gd name="connsiteY6" fmla="*/ 5963772 h 6040452"/>
              <a:gd name="connsiteX7" fmla="*/ 4175135 w 10295334"/>
              <a:gd name="connsiteY7" fmla="*/ 5847985 h 6040452"/>
              <a:gd name="connsiteX8" fmla="*/ 4668509 w 10295334"/>
              <a:gd name="connsiteY8" fmla="*/ 5518323 h 6040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295334" h="6040452">
                <a:moveTo>
                  <a:pt x="10186830" y="0"/>
                </a:moveTo>
                <a:lnTo>
                  <a:pt x="10295334" y="0"/>
                </a:lnTo>
                <a:lnTo>
                  <a:pt x="4722761" y="5572574"/>
                </a:lnTo>
                <a:cubicBezTo>
                  <a:pt x="4423133" y="5872139"/>
                  <a:pt x="4016790" y="6040452"/>
                  <a:pt x="3593131" y="6040452"/>
                </a:cubicBezTo>
                <a:lnTo>
                  <a:pt x="0" y="6040452"/>
                </a:lnTo>
                <a:lnTo>
                  <a:pt x="0" y="5963772"/>
                </a:lnTo>
                <a:lnTo>
                  <a:pt x="3593131" y="5963772"/>
                </a:lnTo>
                <a:cubicBezTo>
                  <a:pt x="3793842" y="5963772"/>
                  <a:pt x="3989696" y="5924793"/>
                  <a:pt x="4175135" y="5847985"/>
                </a:cubicBezTo>
                <a:cubicBezTo>
                  <a:pt x="4360575" y="5771176"/>
                  <a:pt x="4526588" y="5660245"/>
                  <a:pt x="4668509" y="5518323"/>
                </a:cubicBezTo>
                <a:close/>
              </a:path>
            </a:pathLst>
          </a:custGeom>
          <a:gradFill>
            <a:gsLst>
              <a:gs pos="12000">
                <a:schemeClr val="accent3"/>
              </a:gs>
              <a:gs pos="85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37" name="Graphic 8">
            <a:extLst>
              <a:ext uri="{FF2B5EF4-FFF2-40B4-BE49-F238E27FC236}">
                <a16:creationId xmlns:a16="http://schemas.microsoft.com/office/drawing/2014/main" id="{3E09CBA6-627D-2768-152C-A25B87CF790A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8" name="Graphic 8">
              <a:extLst>
                <a:ext uri="{FF2B5EF4-FFF2-40B4-BE49-F238E27FC236}">
                  <a16:creationId xmlns:a16="http://schemas.microsoft.com/office/drawing/2014/main" id="{685DA75B-DA1C-13EF-F3C8-ACEE2C668A7F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6E43D9EF-A9B1-97EC-9CAB-0367B664C9D0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5B127822-510F-D59E-2401-DACD4D6BA077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F3E9315B-DD78-18E2-9951-D8120BAD9160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E2AF63A1-86BF-B1C3-A3F5-517003C7A966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0AC22223-58F9-DB0C-9D61-94D7B8E8C1F4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1114E784-D17D-A2C2-757A-7B9912824867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DF09BAA7-F77F-FEDC-A8A8-F10B9350FFF7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0A1F18F3-D078-404B-FFBA-A4E33B814768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0DA5E4E2-82BF-54FB-780E-193386E0F471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61295929-CD29-6FBF-CE14-3BC84AB4A1F6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39" name="Graphic 8">
              <a:extLst>
                <a:ext uri="{FF2B5EF4-FFF2-40B4-BE49-F238E27FC236}">
                  <a16:creationId xmlns:a16="http://schemas.microsoft.com/office/drawing/2014/main" id="{E1BC8CC5-030B-A124-A179-FC1B1CB93618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8263E9E0-CE6D-2469-4DAA-AAD461690F95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54E7CD3B-64B1-7447-7A83-5830224748C9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3C5659AD-F571-B436-FA9E-F3EB0D45050A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6775BD55-89FE-BF4D-F689-E5F5188D1010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80CF7C26-1A1F-1F80-46D4-8309C39F0CA9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C0E1496F-2BE6-5149-BE29-0376ABD59D69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4C0A74FC-F5C6-E572-32D2-2A39D4551EAD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57" name="page number">
            <a:extLst>
              <a:ext uri="{FF2B5EF4-FFF2-40B4-BE49-F238E27FC236}">
                <a16:creationId xmlns:a16="http://schemas.microsoft.com/office/drawing/2014/main" id="{65B8D505-D55C-B546-9B33-22157CD80DE2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>
                <a:solidFill>
                  <a:schemeClr val="bg1"/>
                </a:solidFill>
              </a:rPr>
              <a:pPr lvl="0" algn="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3A3CDD-4D8E-3CB0-B95C-B4DE8B5B02E4}"/>
              </a:ext>
            </a:extLst>
          </p:cNvPr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2026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8861017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90EF1-7A6F-4CAE-80CD-2BC8A8107F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Add One Line Title</a:t>
            </a:r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F2584149-C6DB-AE45-B715-90B7DF169DD6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4" name="page number">
            <a:extLst>
              <a:ext uri="{FF2B5EF4-FFF2-40B4-BE49-F238E27FC236}">
                <a16:creationId xmlns:a16="http://schemas.microsoft.com/office/drawing/2014/main" id="{F2584149-C6DB-AE45-B715-90B7DF169DD6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34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90EF1-7A6F-4CAE-80CD-2BC8A8107F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Add One Line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28211D2-9BBA-4EB9-8867-E2CC72E9E0D1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F2584149-C6DB-AE45-B715-90B7DF169DD6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F2584149-C6DB-AE45-B715-90B7DF169DD6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337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24E83-0498-4D8B-94A0-3FF7CDD8F1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Single Content Layout Click to Add One Line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16D2F66-BB7F-4F0E-A224-A105F87676EF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8794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D034FA3F-D529-4D8B-B6EC-A8341FCAF67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6505" y="1600201"/>
            <a:ext cx="10972800" cy="4572000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3pPr>
            <a:lvl4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5pPr>
            <a:lvl6pPr>
              <a:buClr>
                <a:schemeClr val="bg2">
                  <a:lumMod val="25000"/>
                </a:schemeClr>
              </a:buClr>
              <a:defRPr>
                <a:solidFill>
                  <a:schemeClr val="bg2">
                    <a:lumMod val="25000"/>
                  </a:schemeClr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175B5FDB-839C-A941-B264-01387F31F00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175B5FDB-839C-A941-B264-01387F31F00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545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ntent Balanc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00E4C6-16B5-49A9-898A-3B53C5AB06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Two-content Layout Click to Add One Line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8535540-CB20-4CD5-9F73-DB64F5A49CD3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F420A-ED2C-4AD1-A28B-EB26178557D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08013" y="1600200"/>
            <a:ext cx="5313783" cy="45720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  <a:lvl6pPr>
              <a:defRPr lang="en-US" sz="1200" dirty="0">
                <a:solidFill>
                  <a:schemeClr val="tx1"/>
                </a:solidFill>
              </a:defRPr>
            </a:lvl6pPr>
            <a:lvl7pPr>
              <a:defRPr lang="en-US" sz="1200" dirty="0">
                <a:solidFill>
                  <a:schemeClr val="tx1"/>
                </a:solidFill>
              </a:defRPr>
            </a:lvl7pPr>
            <a:lvl8pPr>
              <a:defRPr lang="en-US" sz="1200" dirty="0">
                <a:solidFill>
                  <a:schemeClr val="tx1"/>
                </a:solidFill>
              </a:defRPr>
            </a:lvl8pPr>
            <a:lvl9pPr>
              <a:defRPr lang="en-US" sz="1200" dirty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D860A49-A98C-4F0E-AB34-4E13B89D5EB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321287" y="1600200"/>
            <a:ext cx="5313783" cy="45720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  <a:lvl6pPr>
              <a:defRPr lang="en-US" sz="1200" dirty="0">
                <a:solidFill>
                  <a:schemeClr val="tx1"/>
                </a:solidFill>
              </a:defRPr>
            </a:lvl6pPr>
            <a:lvl7pPr>
              <a:defRPr lang="en-US" sz="1200" dirty="0">
                <a:solidFill>
                  <a:schemeClr val="tx1"/>
                </a:solidFill>
              </a:defRPr>
            </a:lvl7pPr>
            <a:lvl8pPr>
              <a:defRPr lang="en-US" sz="1200" dirty="0">
                <a:solidFill>
                  <a:schemeClr val="tx1"/>
                </a:solidFill>
              </a:defRPr>
            </a:lvl8pPr>
            <a:lvl9pPr>
              <a:defRPr lang="en-US" sz="1200" dirty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306FFEC8-099C-484D-841A-7FCB225B189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9" name="page number">
            <a:extLst>
              <a:ext uri="{FF2B5EF4-FFF2-40B4-BE49-F238E27FC236}">
                <a16:creationId xmlns:a16="http://schemas.microsoft.com/office/drawing/2014/main" id="{306FFEC8-099C-484D-841A-7FCB225B189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155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ntent Balanced Color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ontent Placeholder 17">
            <a:extLst>
              <a:ext uri="{FF2B5EF4-FFF2-40B4-BE49-F238E27FC236}">
                <a16:creationId xmlns:a16="http://schemas.microsoft.com/office/drawing/2014/main" id="{A0456ED3-FDC5-4E29-B939-E35EA08477C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 bwMode="ltGray">
          <a:xfrm>
            <a:off x="6323381" y="1600201"/>
            <a:ext cx="5865445" cy="4572000"/>
          </a:xfrm>
          <a:solidFill>
            <a:srgbClr val="F4F8FA"/>
          </a:solidFill>
        </p:spPr>
        <p:txBody>
          <a:bodyPr vert="horz" lIns="457200" tIns="457200" rIns="457200" bIns="45720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>
              <a:spcBef>
                <a:spcPts val="1200"/>
              </a:spcBef>
            </a:pPr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8535540-CB20-4CD5-9F73-DB64F5A49CD3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00E4C6-16B5-49A9-898A-3B53C5AB06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Two-content Layout: Graphic on Left, Text on Right - Click to Edit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1727F760-24DE-9A42-B7E9-356D8DC2BDAE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2" name="Content Placeholder 17">
            <a:extLst>
              <a:ext uri="{FF2B5EF4-FFF2-40B4-BE49-F238E27FC236}">
                <a16:creationId xmlns:a16="http://schemas.microsoft.com/office/drawing/2014/main" id="{DCC3C30A-44C0-E837-19B2-6A2DFD1C7D7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ltGray">
          <a:xfrm>
            <a:off x="0" y="1600201"/>
            <a:ext cx="5893593" cy="4572000"/>
          </a:xfrm>
          <a:noFill/>
        </p:spPr>
        <p:txBody>
          <a:bodyPr vert="horz" lIns="594360" tIns="457200" rIns="457200" bIns="45720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>
              <a:spcBef>
                <a:spcPts val="1200"/>
              </a:spcBef>
            </a:pPr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9" name="page number">
            <a:extLst>
              <a:ext uri="{FF2B5EF4-FFF2-40B4-BE49-F238E27FC236}">
                <a16:creationId xmlns:a16="http://schemas.microsoft.com/office/drawing/2014/main" id="{1727F760-24DE-9A42-B7E9-356D8DC2BDAE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69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ntent Balanced Color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00E4C6-16B5-49A9-898A-3B53C5AB06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Two-content Layout: Text on Left, Graphic on Right - Click to Edit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8535540-CB20-4CD5-9F73-DB64F5A49CD3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4FD1F5D3-21E9-5341-B48A-48F1E4CF33AB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2" name="Content Placeholder 17">
            <a:extLst>
              <a:ext uri="{FF2B5EF4-FFF2-40B4-BE49-F238E27FC236}">
                <a16:creationId xmlns:a16="http://schemas.microsoft.com/office/drawing/2014/main" id="{D7F87D5F-EABF-6E97-FCBB-22D4040C1B6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 bwMode="ltGray">
          <a:xfrm>
            <a:off x="6323381" y="1600201"/>
            <a:ext cx="5865445" cy="4572000"/>
          </a:xfrm>
          <a:noFill/>
        </p:spPr>
        <p:txBody>
          <a:bodyPr vert="horz" lIns="457200" tIns="457200" rIns="457200" bIns="45720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>
              <a:spcBef>
                <a:spcPts val="1200"/>
              </a:spcBef>
            </a:pPr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Content Placeholder 17">
            <a:extLst>
              <a:ext uri="{FF2B5EF4-FFF2-40B4-BE49-F238E27FC236}">
                <a16:creationId xmlns:a16="http://schemas.microsoft.com/office/drawing/2014/main" id="{CA8AC63D-F94C-D60E-8AB3-9211BDCC455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ltGray">
          <a:xfrm>
            <a:off x="0" y="1600201"/>
            <a:ext cx="5893593" cy="4572000"/>
          </a:xfrm>
          <a:solidFill>
            <a:srgbClr val="F4F8FA"/>
          </a:solidFill>
        </p:spPr>
        <p:txBody>
          <a:bodyPr vert="horz" lIns="594360" tIns="457200" rIns="457200" bIns="45720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>
              <a:spcBef>
                <a:spcPts val="1200"/>
              </a:spcBef>
            </a:pPr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4FD1F5D3-21E9-5341-B48A-48F1E4CF33AB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309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A1FE0B-90B1-4BED-9AA5-6DC9F6424E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Two-content Text Comparison Layout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D541C7AA-97CA-4F96-9506-F144DA2CD8E2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E550D89-51A7-894E-88FB-394F3178F2E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592866" y="1600202"/>
            <a:ext cx="5287234" cy="875370"/>
          </a:xfrm>
          <a:noFill/>
        </p:spPr>
        <p:txBody>
          <a:bodyPr vert="horz" lIns="0" tIns="91440" rIns="457200" bIns="91440" rtlCol="0" anchor="b">
            <a:noAutofit/>
          </a:bodyPr>
          <a:lstStyle>
            <a:lvl1pPr>
              <a:defRPr lang="en-US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header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1B5F83-A93D-544C-8DB4-B164DBF2F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2865" y="2484176"/>
            <a:ext cx="5287234" cy="4571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0170DFD5-97D2-3349-AE52-EB22861A688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gray">
          <a:xfrm>
            <a:off x="592865" y="2621020"/>
            <a:ext cx="5315794" cy="354402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961E082F-F30B-BC46-BB99-CA9B65C0812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6308726" y="1600202"/>
            <a:ext cx="5287234" cy="875370"/>
          </a:xfrm>
          <a:noFill/>
        </p:spPr>
        <p:txBody>
          <a:bodyPr vert="horz" lIns="0" tIns="91440" rIns="457200" bIns="91440" rtlCol="0" anchor="b">
            <a:noAutofit/>
          </a:bodyPr>
          <a:lstStyle>
            <a:lvl1pPr>
              <a:defRPr lang="en-US" sz="20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add header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7D4F8B-2025-D14C-A41E-9C0B401DE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3874" y="2484176"/>
            <a:ext cx="5287234" cy="4571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Content Placeholder 17">
            <a:extLst>
              <a:ext uri="{FF2B5EF4-FFF2-40B4-BE49-F238E27FC236}">
                <a16:creationId xmlns:a16="http://schemas.microsoft.com/office/drawing/2014/main" id="{3EE56D9F-2DF2-4F43-A13A-4844DFE465A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 bwMode="gray">
          <a:xfrm>
            <a:off x="6308143" y="2621280"/>
            <a:ext cx="5287234" cy="3575124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age number">
            <a:extLst>
              <a:ext uri="{FF2B5EF4-FFF2-40B4-BE49-F238E27FC236}">
                <a16:creationId xmlns:a16="http://schemas.microsoft.com/office/drawing/2014/main" id="{3E816477-50B7-9248-BE5F-B9062610CEEE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1B5F83-A93D-544C-8DB4-B164DBF2F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2865" y="2484176"/>
            <a:ext cx="5287234" cy="4571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7D4F8B-2025-D14C-A41E-9C0B401DE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3874" y="2484176"/>
            <a:ext cx="5287234" cy="4571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9" name="page number">
            <a:extLst>
              <a:ext uri="{FF2B5EF4-FFF2-40B4-BE49-F238E27FC236}">
                <a16:creationId xmlns:a16="http://schemas.microsoft.com/office/drawing/2014/main" id="{3E816477-50B7-9248-BE5F-B9062610CEEE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83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-Conten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F2C94F-DA57-4BDB-8E5C-E4A0C75223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Three-content Layout – Three Horizontal Text Boxes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C59F98B-A991-4DEC-A409-289E778CB84A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E0956C27-3D46-7745-A4A9-42842784C1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2866" y="1600200"/>
            <a:ext cx="3593592" cy="914400"/>
          </a:xfrm>
          <a:noFill/>
        </p:spPr>
        <p:txBody>
          <a:bodyPr lIns="0" tIns="91440" rIns="182880" bIns="91440" anchor="b"/>
          <a:lstStyle>
            <a:lvl1pPr>
              <a:defRPr sz="1800">
                <a:solidFill>
                  <a:schemeClr val="accent2"/>
                </a:solidFill>
              </a:defRPr>
            </a:lvl1pPr>
            <a:lvl2pPr marL="0" indent="0">
              <a:buFont typeface="Open Sans" panose="020B0606030504020204" pitchFamily="34" charset="0"/>
              <a:buChar char="​"/>
              <a:defRPr sz="18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164666E-28C9-844E-91D8-ECA2F1E57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2866" y="2509480"/>
            <a:ext cx="3593592" cy="4571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8975597-2DC5-4748-87A2-37C22D522B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7616" y="1600200"/>
            <a:ext cx="3593592" cy="914400"/>
          </a:xfrm>
          <a:noFill/>
        </p:spPr>
        <p:txBody>
          <a:bodyPr lIns="0" tIns="91440" rIns="182880" bIns="91440" anchor="b"/>
          <a:lstStyle>
            <a:lvl1pPr>
              <a:defRPr sz="1800">
                <a:solidFill>
                  <a:schemeClr val="accent3"/>
                </a:solidFill>
              </a:defRPr>
            </a:lvl1pPr>
            <a:lvl2pPr marL="0" indent="0">
              <a:buFont typeface="Open Sans" panose="020B0606030504020204" pitchFamily="34" charset="0"/>
              <a:buChar char="​"/>
              <a:defRPr sz="18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F48BF931-C509-8F46-8576-3656F9F4BA1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01859" y="1600200"/>
            <a:ext cx="3593592" cy="914400"/>
          </a:xfrm>
          <a:noFill/>
        </p:spPr>
        <p:txBody>
          <a:bodyPr lIns="0" tIns="91440" rIns="182880" bIns="91440" anchor="b"/>
          <a:lstStyle>
            <a:lvl1pPr>
              <a:defRPr sz="1800">
                <a:solidFill>
                  <a:schemeClr val="accent4"/>
                </a:solidFill>
              </a:defRPr>
            </a:lvl1pPr>
            <a:lvl2pPr marL="0" indent="0">
              <a:buFont typeface="Open Sans" panose="020B0606030504020204" pitchFamily="34" charset="0"/>
              <a:buChar char="​"/>
              <a:defRPr sz="18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7B963A1-3810-7A40-8918-6D6D68B4A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859" y="2509480"/>
            <a:ext cx="3593592" cy="4571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page number">
            <a:extLst>
              <a:ext uri="{FF2B5EF4-FFF2-40B4-BE49-F238E27FC236}">
                <a16:creationId xmlns:a16="http://schemas.microsoft.com/office/drawing/2014/main" id="{7788490C-B63E-8E46-A9C1-9CF865F7FA57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7DA4B3-27AC-8A64-FD5E-59AEAE0D8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7616" y="2509480"/>
            <a:ext cx="3593592" cy="45719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4AF0ECF-E71C-8AC9-36B9-29CB570B16D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92866" y="2649538"/>
            <a:ext cx="3594100" cy="3522662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43B6B0E-4AB9-6144-29E4-820FC763DE9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297616" y="2649538"/>
            <a:ext cx="3594100" cy="3522662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EE5625D-A2F8-6592-7C13-07EAF5CBBC3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001859" y="2649538"/>
            <a:ext cx="3594100" cy="3522662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64666E-28C9-844E-91D8-ECA2F1E57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2866" y="2509480"/>
            <a:ext cx="3593592" cy="4571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B963A1-3810-7A40-8918-6D6D68B4A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859" y="2509480"/>
            <a:ext cx="3593592" cy="4571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7" name="page number">
            <a:extLst>
              <a:ext uri="{FF2B5EF4-FFF2-40B4-BE49-F238E27FC236}">
                <a16:creationId xmlns:a16="http://schemas.microsoft.com/office/drawing/2014/main" id="{7788490C-B63E-8E46-A9C1-9CF865F7FA57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7DA4B3-27AC-8A64-FD5E-59AEAE0D8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7616" y="2509480"/>
            <a:ext cx="3593592" cy="45719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7214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Dynamic –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346AD2E-9306-49E7-A98B-7D26E458C2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Two-content Layout – Highlight Text on Left, Text/Graphic on Right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51435C2-3F7C-4835-8DB0-71E2C00537CF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64AC6E-1611-244C-BA28-696924BAB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0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FD232-93CB-4B54-A933-93C11B099F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0" y="1609531"/>
            <a:ext cx="2894013" cy="4572000"/>
          </a:xfrm>
          <a:solidFill>
            <a:srgbClr val="F4F8FA"/>
          </a:solidFill>
        </p:spPr>
        <p:txBody>
          <a:bodyPr vert="horz" lIns="274320" tIns="457200" rIns="457200" bIns="457200" rtlCol="0">
            <a:noAutofit/>
          </a:bodyPr>
          <a:lstStyle>
            <a:lvl1pPr>
              <a:defRPr lang="en-US" sz="1800" dirty="0">
                <a:solidFill>
                  <a:schemeClr val="accent2"/>
                </a:solidFill>
              </a:defRPr>
            </a:lvl1pPr>
            <a:lvl2pPr>
              <a:buClr>
                <a:schemeClr val="accent2"/>
              </a:buClr>
              <a:defRPr lang="en-US" sz="1600" dirty="0" smtClean="0">
                <a:solidFill>
                  <a:schemeClr val="accent2"/>
                </a:solidFill>
              </a:defRPr>
            </a:lvl2pPr>
            <a:lvl3pPr>
              <a:buClr>
                <a:schemeClr val="accent2"/>
              </a:buClr>
              <a:defRPr lang="en-US" sz="1400" dirty="0" smtClean="0">
                <a:solidFill>
                  <a:schemeClr val="accent2"/>
                </a:solidFill>
              </a:defRPr>
            </a:lvl3pPr>
            <a:lvl4pPr>
              <a:buClr>
                <a:schemeClr val="accent2"/>
              </a:buClr>
              <a:defRPr lang="en-US" sz="1200" dirty="0" smtClean="0">
                <a:solidFill>
                  <a:schemeClr val="accent2"/>
                </a:solidFill>
              </a:defRPr>
            </a:lvl4pPr>
            <a:lvl5pPr>
              <a:buClr>
                <a:schemeClr val="accent2"/>
              </a:buClr>
              <a:defRPr lang="en-US" sz="1200" dirty="0">
                <a:solidFill>
                  <a:schemeClr val="accent2"/>
                </a:solidFill>
              </a:defRPr>
            </a:lvl5pPr>
          </a:lstStyle>
          <a:p>
            <a:pPr lvl="0">
              <a:spcBef>
                <a:spcPts val="1200"/>
              </a:spcBef>
            </a:pPr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77AE2CA-1B34-4F04-BD7F-F624F20E94F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351213" y="1609531"/>
            <a:ext cx="8229600" cy="4572000"/>
          </a:xfrm>
        </p:spPr>
        <p:txBody>
          <a:bodyPr vert="horz" lIns="0" tIns="45720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defRPr lang="en-US" dirty="0" smtClean="0">
                <a:solidFill>
                  <a:schemeClr val="tx1"/>
                </a:solidFill>
              </a:defRPr>
            </a:lvl2pPr>
            <a:lvl3pPr>
              <a:defRPr lang="en-US" dirty="0" smtClean="0">
                <a:solidFill>
                  <a:schemeClr val="tx1"/>
                </a:solidFill>
              </a:defRPr>
            </a:lvl3pPr>
            <a:lvl4pPr>
              <a:defRPr lang="en-US" dirty="0" smtClean="0">
                <a:solidFill>
                  <a:schemeClr val="tx1"/>
                </a:solidFill>
              </a:defRPr>
            </a:lvl4pPr>
            <a:lvl5pPr>
              <a:defRPr lang="en-US" dirty="0" smtClean="0">
                <a:solidFill>
                  <a:schemeClr val="tx1"/>
                </a:solidFill>
              </a:defRPr>
            </a:lvl5pPr>
            <a:lvl6pPr>
              <a:defRPr lang="en-US" dirty="0" smtClean="0">
                <a:solidFill>
                  <a:schemeClr val="tx1"/>
                </a:solidFill>
              </a:defRPr>
            </a:lvl6pPr>
            <a:lvl7pPr>
              <a:defRPr lang="en-US" dirty="0" smtClean="0">
                <a:solidFill>
                  <a:schemeClr val="tx1"/>
                </a:solidFill>
              </a:defRPr>
            </a:lvl7pPr>
            <a:lvl8pPr>
              <a:defRPr lang="en-US" dirty="0">
                <a:solidFill>
                  <a:schemeClr val="tx1"/>
                </a:solidFill>
              </a:defRPr>
            </a:lvl8pPr>
          </a:lstStyle>
          <a:p>
            <a:pPr lvl="0"/>
            <a:r>
              <a:rPr lang="en-US" dirty="0"/>
              <a:t>Click to add graph, diagram or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1270000" lvl="5" indent="-117475"/>
            <a:r>
              <a:rPr lang="en-US" dirty="0"/>
              <a:t>Sixth level</a:t>
            </a:r>
          </a:p>
          <a:p>
            <a:pPr marL="1438275" lvl="6" indent="-117475"/>
            <a:r>
              <a:rPr lang="en-US" dirty="0"/>
              <a:t>Seventh level</a:t>
            </a:r>
          </a:p>
          <a:p>
            <a:pPr marL="1554163" lvl="7" indent="-115888">
              <a:lnSpc>
                <a:spcPct val="90000"/>
              </a:lnSpc>
            </a:pPr>
            <a:r>
              <a:rPr lang="en-US" dirty="0"/>
              <a:t>Ninth level</a:t>
            </a:r>
          </a:p>
        </p:txBody>
      </p:sp>
      <p:sp>
        <p:nvSpPr>
          <p:cNvPr id="8" name="page number">
            <a:extLst>
              <a:ext uri="{FF2B5EF4-FFF2-40B4-BE49-F238E27FC236}">
                <a16:creationId xmlns:a16="http://schemas.microsoft.com/office/drawing/2014/main" id="{1A93E906-C928-C345-B032-1F5C677FAEDD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64AC6E-1611-244C-BA28-696924BAB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0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1A93E906-C928-C345-B032-1F5C677FAEDD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331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Dynamic –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2A934A-AC6B-460C-9C93-B13CF6B62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Two-content Layout – Highlight Text on Right, Text/Graphic on Left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F6F5131D-84AE-4294-83A1-243FE1C81A8A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9" name="page number">
            <a:extLst>
              <a:ext uri="{FF2B5EF4-FFF2-40B4-BE49-F238E27FC236}">
                <a16:creationId xmlns:a16="http://schemas.microsoft.com/office/drawing/2014/main" id="{EA3FFB13-8625-D245-BD64-AAC7CCCB5B64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B60DB8-F067-969E-72B5-4E90025E5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294812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93DEE-AB9E-C81E-DF9C-D1BE09F22E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94812" y="1609531"/>
            <a:ext cx="2894013" cy="4572000"/>
          </a:xfrm>
          <a:solidFill>
            <a:srgbClr val="F4F8FA"/>
          </a:solidFill>
        </p:spPr>
        <p:txBody>
          <a:bodyPr vert="horz" lIns="274320" tIns="457200" rIns="457200" bIns="457200" rtlCol="0">
            <a:noAutofit/>
          </a:bodyPr>
          <a:lstStyle>
            <a:lvl1pPr>
              <a:defRPr lang="en-US" sz="1800" dirty="0">
                <a:solidFill>
                  <a:schemeClr val="accent2"/>
                </a:solidFill>
              </a:defRPr>
            </a:lvl1pPr>
            <a:lvl2pPr>
              <a:buClr>
                <a:schemeClr val="accent2"/>
              </a:buClr>
              <a:defRPr lang="en-US" sz="1600" dirty="0" smtClean="0">
                <a:solidFill>
                  <a:schemeClr val="accent2"/>
                </a:solidFill>
              </a:defRPr>
            </a:lvl2pPr>
            <a:lvl3pPr>
              <a:buClr>
                <a:schemeClr val="accent2"/>
              </a:buClr>
              <a:defRPr lang="en-US" sz="1400" dirty="0" smtClean="0">
                <a:solidFill>
                  <a:schemeClr val="accent2"/>
                </a:solidFill>
              </a:defRPr>
            </a:lvl3pPr>
            <a:lvl4pPr>
              <a:buClr>
                <a:schemeClr val="accent2"/>
              </a:buClr>
              <a:defRPr lang="en-US" sz="1200" dirty="0" smtClean="0">
                <a:solidFill>
                  <a:schemeClr val="accent2"/>
                </a:solidFill>
              </a:defRPr>
            </a:lvl4pPr>
            <a:lvl5pPr>
              <a:buClr>
                <a:schemeClr val="accent2"/>
              </a:buClr>
              <a:defRPr lang="en-US" sz="1200" dirty="0">
                <a:solidFill>
                  <a:schemeClr val="accent2"/>
                </a:solidFill>
              </a:defRPr>
            </a:lvl5pPr>
          </a:lstStyle>
          <a:p>
            <a:pPr lvl="0">
              <a:spcBef>
                <a:spcPts val="1200"/>
              </a:spcBef>
            </a:pPr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10">
            <a:extLst>
              <a:ext uri="{FF2B5EF4-FFF2-40B4-BE49-F238E27FC236}">
                <a16:creationId xmlns:a16="http://schemas.microsoft.com/office/drawing/2014/main" id="{DC18C6BC-2416-B51C-F45A-9BCC874B47ED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0" y="1609531"/>
            <a:ext cx="8229600" cy="4572000"/>
          </a:xfrm>
        </p:spPr>
        <p:txBody>
          <a:bodyPr vert="horz" lIns="594360" tIns="45720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defRPr lang="en-US" dirty="0" smtClean="0">
                <a:solidFill>
                  <a:schemeClr val="tx1"/>
                </a:solidFill>
              </a:defRPr>
            </a:lvl2pPr>
            <a:lvl3pPr>
              <a:defRPr lang="en-US" dirty="0" smtClean="0">
                <a:solidFill>
                  <a:schemeClr val="tx1"/>
                </a:solidFill>
              </a:defRPr>
            </a:lvl3pPr>
            <a:lvl4pPr>
              <a:defRPr lang="en-US" dirty="0" smtClean="0">
                <a:solidFill>
                  <a:schemeClr val="tx1"/>
                </a:solidFill>
              </a:defRPr>
            </a:lvl4pPr>
            <a:lvl5pPr>
              <a:defRPr lang="en-US" dirty="0" smtClean="0">
                <a:solidFill>
                  <a:schemeClr val="tx1"/>
                </a:solidFill>
              </a:defRPr>
            </a:lvl5pPr>
            <a:lvl6pPr>
              <a:defRPr lang="en-US" dirty="0" smtClean="0">
                <a:solidFill>
                  <a:schemeClr val="tx1"/>
                </a:solidFill>
              </a:defRPr>
            </a:lvl6pPr>
            <a:lvl7pPr>
              <a:defRPr lang="en-US" dirty="0" smtClean="0">
                <a:solidFill>
                  <a:schemeClr val="tx1"/>
                </a:solidFill>
              </a:defRPr>
            </a:lvl7pPr>
            <a:lvl8pPr>
              <a:defRPr lang="en-US" dirty="0">
                <a:solidFill>
                  <a:schemeClr val="tx1"/>
                </a:solidFill>
              </a:defRPr>
            </a:lvl8pPr>
          </a:lstStyle>
          <a:p>
            <a:pPr lvl="0"/>
            <a:r>
              <a:rPr lang="en-US" dirty="0"/>
              <a:t>Click to add graph, diagram or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1270000" lvl="5" indent="-117475"/>
            <a:r>
              <a:rPr lang="en-US" dirty="0"/>
              <a:t>Sixth level</a:t>
            </a:r>
          </a:p>
          <a:p>
            <a:pPr marL="1438275" lvl="6" indent="-117475"/>
            <a:r>
              <a:rPr lang="en-US" dirty="0"/>
              <a:t>Seventh level</a:t>
            </a:r>
          </a:p>
          <a:p>
            <a:pPr marL="1554163" lvl="7" indent="-115888">
              <a:lnSpc>
                <a:spcPct val="90000"/>
              </a:lnSpc>
            </a:pPr>
            <a:r>
              <a:rPr lang="en-US" dirty="0"/>
              <a:t>Ninth level</a:t>
            </a:r>
          </a:p>
        </p:txBody>
      </p:sp>
      <p:sp>
        <p:nvSpPr>
          <p:cNvPr id="8" name="page number">
            <a:extLst>
              <a:ext uri="{FF2B5EF4-FFF2-40B4-BE49-F238E27FC236}">
                <a16:creationId xmlns:a16="http://schemas.microsoft.com/office/drawing/2014/main" id="{EA3FFB13-8625-D245-BD64-AAC7CCCB5B64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B60DB8-F067-969E-72B5-4E90025E5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294812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890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with Content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57BCD9-063B-4ED4-B68C-092EC2C34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Diagram with Content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0D276D7-17CD-46AB-99B2-97FD34FEEFFA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E2C737-3A4D-924A-88B5-FA4D5C8A0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8380072" y="1589923"/>
            <a:ext cx="3808754" cy="8261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7496CC-9DD2-4299-850C-005958FB65C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0413" y="1600200"/>
            <a:ext cx="3808412" cy="4572000"/>
          </a:xfrm>
        </p:spPr>
        <p:txBody>
          <a:bodyPr tIns="457200" rIns="594360" bIns="457200"/>
          <a:lstStyle>
            <a:lvl1pPr>
              <a:defRPr sz="1600">
                <a:solidFill>
                  <a:schemeClr val="accent2"/>
                </a:solidFill>
              </a:defRPr>
            </a:lvl1pPr>
            <a:lvl2pPr>
              <a:buClr>
                <a:schemeClr val="accent2"/>
              </a:buClr>
              <a:defRPr sz="1400">
                <a:solidFill>
                  <a:schemeClr val="accent2"/>
                </a:solidFill>
              </a:defRPr>
            </a:lvl2pPr>
            <a:lvl3pPr>
              <a:buClr>
                <a:schemeClr val="accent2"/>
              </a:buClr>
              <a:defRPr sz="1200">
                <a:solidFill>
                  <a:schemeClr val="accent2"/>
                </a:solidFill>
              </a:defRPr>
            </a:lvl3pPr>
            <a:lvl4pPr>
              <a:buClr>
                <a:schemeClr val="accent2"/>
              </a:buClr>
              <a:defRPr sz="1100">
                <a:solidFill>
                  <a:schemeClr val="accent2"/>
                </a:solidFill>
              </a:defRPr>
            </a:lvl4pPr>
            <a:lvl5pPr>
              <a:buClr>
                <a:schemeClr val="accent2"/>
              </a:buClr>
              <a:defRPr sz="1100">
                <a:solidFill>
                  <a:schemeClr val="accent2"/>
                </a:solidFill>
              </a:defRPr>
            </a:lvl5pPr>
            <a:lvl6pPr>
              <a:buClr>
                <a:schemeClr val="accent2"/>
              </a:buClr>
              <a:defRPr sz="1100">
                <a:solidFill>
                  <a:schemeClr val="accent2"/>
                </a:solidFill>
              </a:defRPr>
            </a:lvl6pPr>
            <a:lvl7pPr>
              <a:buClr>
                <a:schemeClr val="accent2"/>
              </a:buClr>
              <a:defRPr sz="1100">
                <a:solidFill>
                  <a:schemeClr val="accent2"/>
                </a:solidFill>
              </a:defRPr>
            </a:lvl7pPr>
            <a:lvl8pPr>
              <a:buClr>
                <a:schemeClr val="accent2"/>
              </a:buClr>
              <a:defRPr sz="1100">
                <a:solidFill>
                  <a:schemeClr val="accent2"/>
                </a:solidFill>
              </a:defRPr>
            </a:lvl8pPr>
            <a:lvl9pPr>
              <a:buClr>
                <a:schemeClr val="accent2"/>
              </a:buClr>
              <a:defRPr sz="1100">
                <a:solidFill>
                  <a:schemeClr val="accent2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1" name="page number">
            <a:extLst>
              <a:ext uri="{FF2B5EF4-FFF2-40B4-BE49-F238E27FC236}">
                <a16:creationId xmlns:a16="http://schemas.microsoft.com/office/drawing/2014/main" id="{0D34A4A0-0C07-994F-9539-A07F4B06F184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2" name="Content Placeholder 17">
            <a:extLst>
              <a:ext uri="{FF2B5EF4-FFF2-40B4-BE49-F238E27FC236}">
                <a16:creationId xmlns:a16="http://schemas.microsoft.com/office/drawing/2014/main" id="{C05F02B7-B99F-8424-E971-B7478FAB40D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ltGray">
          <a:xfrm>
            <a:off x="608012" y="1600201"/>
            <a:ext cx="7398303" cy="4572000"/>
          </a:xfrm>
          <a:noFill/>
        </p:spPr>
        <p:txBody>
          <a:bodyPr vert="horz" lIns="594360" tIns="1371600" rIns="457200" bIns="457200" rtlCol="0">
            <a:noAutofit/>
          </a:bodyPr>
          <a:lstStyle>
            <a:lvl1pPr algn="ctr">
              <a:spcBef>
                <a:spcPts val="1200"/>
              </a:spcBef>
              <a:defRPr lang="en-US" sz="1100" dirty="0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 lang="en-US" sz="1600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sz="1400" dirty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en-US" sz="1200" dirty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lang="en-US" sz="1200" dirty="0">
                <a:solidFill>
                  <a:schemeClr val="bg1"/>
                </a:solidFill>
              </a:defRPr>
            </a:lvl5pPr>
            <a:lvl6pPr>
              <a:buClrTx/>
              <a:defRPr sz="1800">
                <a:solidFill>
                  <a:schemeClr val="bg1"/>
                </a:solidFill>
              </a:defRPr>
            </a:lvl6pPr>
            <a:lvl7pPr>
              <a:buClrTx/>
              <a:defRPr sz="1400">
                <a:solidFill>
                  <a:schemeClr val="bg1"/>
                </a:solidFill>
              </a:defRPr>
            </a:lvl7pPr>
            <a:lvl8pPr>
              <a:buClrTx/>
              <a:defRPr sz="1200">
                <a:solidFill>
                  <a:schemeClr val="bg1"/>
                </a:solidFill>
              </a:defRPr>
            </a:lvl8pPr>
            <a:lvl9pPr>
              <a:buClrTx/>
              <a:defRPr sz="18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NOTE: This is intended for a diagram only.</a:t>
            </a:r>
            <a:br>
              <a:rPr lang="en-US" dirty="0"/>
            </a:br>
            <a:r>
              <a:rPr lang="en-US" dirty="0"/>
              <a:t>Not recommended to add text here, as it’s not formatted for it.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E2C737-3A4D-924A-88B5-FA4D5C8A0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8380072" y="1589923"/>
            <a:ext cx="3808754" cy="8261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0D34A4A0-0C07-994F-9539-A07F4B06F184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204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with Outcome, Benef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15888C-CFB4-4BEC-9B94-46E698DFC4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Diagram with Outcome/Benefit Content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E9D6A872-88BD-4DFC-AFFD-1E9BEEB6533B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56D4D92B-574E-4F63-A5BA-8F7282B54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80413" y="1608668"/>
            <a:ext cx="3808412" cy="0"/>
          </a:xfrm>
          <a:prstGeom prst="line">
            <a:avLst/>
          </a:prstGeom>
          <a:ln w="25400">
            <a:solidFill>
              <a:schemeClr val="accent2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05EB21-86C3-42EF-BFE7-549D9EA364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0413" y="1699688"/>
            <a:ext cx="3200400" cy="298450"/>
          </a:xfrm>
        </p:spPr>
        <p:txBody>
          <a:bodyPr anchor="b"/>
          <a:lstStyle>
            <a:lvl1pPr>
              <a:defRPr sz="180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Outcome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81D19-2DDB-4D83-983D-3D159A7DE7C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78825" y="2063048"/>
            <a:ext cx="3201988" cy="16002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789B473-DDE6-4450-A111-3761F341A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80413" y="3872441"/>
            <a:ext cx="3808412" cy="0"/>
          </a:xfrm>
          <a:prstGeom prst="line">
            <a:avLst/>
          </a:prstGeom>
          <a:ln w="25400">
            <a:solidFill>
              <a:schemeClr val="accent4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 Placeholder 6">
            <a:extLst>
              <a:ext uri="{FF2B5EF4-FFF2-40B4-BE49-F238E27FC236}">
                <a16:creationId xmlns:a16="http://schemas.microsoft.com/office/drawing/2014/main" id="{0D0977FA-A4CA-4F1F-8109-D7498D165E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80413" y="3972469"/>
            <a:ext cx="3200400" cy="298450"/>
          </a:xfrm>
        </p:spPr>
        <p:txBody>
          <a:bodyPr anchor="b"/>
          <a:lstStyle>
            <a:lvl1pPr>
              <a:defRPr sz="1800">
                <a:solidFill>
                  <a:schemeClr val="accent4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Benefit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B1458BF-96C1-46C6-A67F-AD0FB4B4E5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78825" y="4347904"/>
            <a:ext cx="3201988" cy="16002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page number">
            <a:extLst>
              <a:ext uri="{FF2B5EF4-FFF2-40B4-BE49-F238E27FC236}">
                <a16:creationId xmlns:a16="http://schemas.microsoft.com/office/drawing/2014/main" id="{2520CB7B-27A1-0749-95BA-681D8A0535D2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2" name="Content Placeholder 17">
            <a:extLst>
              <a:ext uri="{FF2B5EF4-FFF2-40B4-BE49-F238E27FC236}">
                <a16:creationId xmlns:a16="http://schemas.microsoft.com/office/drawing/2014/main" id="{81258617-CE72-E542-2E67-9B2874ED90B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ltGray">
          <a:xfrm>
            <a:off x="608012" y="1600201"/>
            <a:ext cx="7398303" cy="4572000"/>
          </a:xfrm>
          <a:noFill/>
        </p:spPr>
        <p:txBody>
          <a:bodyPr vert="horz" lIns="594360" tIns="1371600" rIns="457200" bIns="457200" rtlCol="0">
            <a:noAutofit/>
          </a:bodyPr>
          <a:lstStyle>
            <a:lvl1pPr algn="ctr">
              <a:spcBef>
                <a:spcPts val="1200"/>
              </a:spcBef>
              <a:defRPr lang="en-US" sz="1100" dirty="0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 lang="en-US" sz="1600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sz="1400" dirty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en-US" sz="1200" dirty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lang="en-US" sz="1200" dirty="0">
                <a:solidFill>
                  <a:schemeClr val="bg1"/>
                </a:solidFill>
              </a:defRPr>
            </a:lvl5pPr>
            <a:lvl6pPr>
              <a:buClrTx/>
              <a:defRPr sz="1800">
                <a:solidFill>
                  <a:schemeClr val="bg1"/>
                </a:solidFill>
              </a:defRPr>
            </a:lvl6pPr>
            <a:lvl7pPr>
              <a:buClrTx/>
              <a:defRPr sz="1400">
                <a:solidFill>
                  <a:schemeClr val="bg1"/>
                </a:solidFill>
              </a:defRPr>
            </a:lvl7pPr>
            <a:lvl8pPr>
              <a:buClrTx/>
              <a:defRPr sz="1200">
                <a:solidFill>
                  <a:schemeClr val="bg1"/>
                </a:solidFill>
              </a:defRPr>
            </a:lvl8pPr>
            <a:lvl9pPr>
              <a:buClrTx/>
              <a:defRPr sz="18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NOTE: This is intended for a diagram only.</a:t>
            </a:r>
            <a:br>
              <a:rPr lang="en-US"/>
            </a:br>
            <a:r>
              <a:rPr lang="en-US"/>
              <a:t>Not recommended to add text here, as it’s not formatted for it.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D4D92B-574E-4F63-A5BA-8F7282B54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80413" y="1608668"/>
            <a:ext cx="3808412" cy="0"/>
          </a:xfrm>
          <a:prstGeom prst="line">
            <a:avLst/>
          </a:prstGeom>
          <a:ln w="25400">
            <a:solidFill>
              <a:schemeClr val="accent2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89B473-DDE6-4450-A111-3761F341A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80413" y="3872441"/>
            <a:ext cx="3808412" cy="0"/>
          </a:xfrm>
          <a:prstGeom prst="line">
            <a:avLst/>
          </a:prstGeom>
          <a:ln w="25400">
            <a:solidFill>
              <a:schemeClr val="accent4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age number">
            <a:extLst>
              <a:ext uri="{FF2B5EF4-FFF2-40B4-BE49-F238E27FC236}">
                <a16:creationId xmlns:a16="http://schemas.microsoft.com/office/drawing/2014/main" id="{2520CB7B-27A1-0749-95BA-681D8A0535D2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864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er Suc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>
            <a:extLst>
              <a:ext uri="{FF2B5EF4-FFF2-40B4-BE49-F238E27FC236}">
                <a16:creationId xmlns:a16="http://schemas.microsoft.com/office/drawing/2014/main" id="{05E46EAA-9D16-0D47-AF18-92C449033D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809" y="412751"/>
            <a:ext cx="11001004" cy="381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Customer Success – add Company Name here</a:t>
            </a:r>
          </a:p>
        </p:txBody>
      </p:sp>
      <p:sp>
        <p:nvSpPr>
          <p:cNvPr id="52" name="Subtitle 2">
            <a:extLst>
              <a:ext uri="{FF2B5EF4-FFF2-40B4-BE49-F238E27FC236}">
                <a16:creationId xmlns:a16="http://schemas.microsoft.com/office/drawing/2014/main" id="{CEFD99AC-6466-F04E-8E45-7EEEEA01BA6C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the highlighted business impact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4F46384-B6E3-0D43-924E-874DEC2344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9600" y="1552248"/>
            <a:ext cx="3471746" cy="0"/>
          </a:xfrm>
          <a:prstGeom prst="line">
            <a:avLst/>
          </a:prstGeom>
          <a:ln w="22225">
            <a:solidFill>
              <a:schemeClr val="accent2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ontent Placeholder 17">
            <a:extLst>
              <a:ext uri="{FF2B5EF4-FFF2-40B4-BE49-F238E27FC236}">
                <a16:creationId xmlns:a16="http://schemas.microsoft.com/office/drawing/2014/main" id="{767C0863-B9D1-344E-A978-CD49E9400F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1645" y="1901093"/>
            <a:ext cx="3201848" cy="1214595"/>
          </a:xfrm>
          <a:noFill/>
        </p:spPr>
        <p:txBody>
          <a:bodyPr vert="horz" lIns="0" tIns="0" rIns="0" bIns="457200" rtlCol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50" dirty="0">
                <a:solidFill>
                  <a:schemeClr val="tx1"/>
                </a:solidFill>
              </a:defRPr>
            </a:lvl1pPr>
            <a:lvl2pPr marL="114300" indent="-114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2"/>
                </a:solidFill>
              </a:defRPr>
            </a:lvl3pPr>
            <a:lvl4pPr>
              <a:defRPr lang="en-US" sz="1200" dirty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3526770-8F35-FB4A-8638-521D0DA87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12165" y="1552248"/>
            <a:ext cx="3471746" cy="0"/>
          </a:xfrm>
          <a:prstGeom prst="line">
            <a:avLst/>
          </a:prstGeom>
          <a:ln w="22225">
            <a:solidFill>
              <a:schemeClr val="accent2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ontent Placeholder 17">
            <a:extLst>
              <a:ext uri="{FF2B5EF4-FFF2-40B4-BE49-F238E27FC236}">
                <a16:creationId xmlns:a16="http://schemas.microsoft.com/office/drawing/2014/main" id="{A2B343CF-FF49-7E4F-A7C9-0593553254F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414210" y="1901094"/>
            <a:ext cx="3201848" cy="1225566"/>
          </a:xfrm>
          <a:noFill/>
        </p:spPr>
        <p:txBody>
          <a:bodyPr vert="horz" lIns="0" tIns="0" rIns="0" bIns="457200" rtlCol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50" dirty="0">
                <a:solidFill>
                  <a:schemeClr val="tx1"/>
                </a:solidFill>
              </a:defRPr>
            </a:lvl1pPr>
            <a:lvl2pPr marL="114300" indent="-114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2"/>
                </a:solidFill>
              </a:defRPr>
            </a:lvl3pPr>
            <a:lvl4pPr>
              <a:defRPr lang="en-US" sz="1200" dirty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3C08A52-2522-8C40-B8B1-C98FEBB888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9600" y="3325372"/>
            <a:ext cx="3471746" cy="0"/>
          </a:xfrm>
          <a:prstGeom prst="line">
            <a:avLst/>
          </a:prstGeom>
          <a:ln w="22225">
            <a:solidFill>
              <a:schemeClr val="accent3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ontent Placeholder 17">
            <a:extLst>
              <a:ext uri="{FF2B5EF4-FFF2-40B4-BE49-F238E27FC236}">
                <a16:creationId xmlns:a16="http://schemas.microsoft.com/office/drawing/2014/main" id="{65BA7F3E-AD8D-A54C-B026-DAA8FC9C054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11645" y="3693430"/>
            <a:ext cx="3201848" cy="1110049"/>
          </a:xfrm>
          <a:noFill/>
        </p:spPr>
        <p:txBody>
          <a:bodyPr vert="horz" lIns="0" tIns="0" rIns="0" bIns="457200" rtlCol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50" dirty="0">
                <a:solidFill>
                  <a:schemeClr val="tx1"/>
                </a:solidFill>
              </a:defRPr>
            </a:lvl1pPr>
            <a:lvl2pPr marL="114300" indent="-114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2"/>
                </a:solidFill>
              </a:defRPr>
            </a:lvl3pPr>
            <a:lvl4pPr>
              <a:defRPr lang="en-US" sz="1200" dirty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B57CCC6-06B1-7342-99B0-BC7C8FBE5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12165" y="3325372"/>
            <a:ext cx="3471746" cy="0"/>
          </a:xfrm>
          <a:prstGeom prst="line">
            <a:avLst/>
          </a:prstGeom>
          <a:ln w="22225">
            <a:solidFill>
              <a:schemeClr val="accent3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ontent Placeholder 17">
            <a:extLst>
              <a:ext uri="{FF2B5EF4-FFF2-40B4-BE49-F238E27FC236}">
                <a16:creationId xmlns:a16="http://schemas.microsoft.com/office/drawing/2014/main" id="{3265790D-1104-8D4D-A8C6-F7A7E77F664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414210" y="3693430"/>
            <a:ext cx="3201848" cy="1132351"/>
          </a:xfrm>
          <a:noFill/>
        </p:spPr>
        <p:txBody>
          <a:bodyPr vert="horz" lIns="0" tIns="0" rIns="0" bIns="457200" rtlCol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50" dirty="0">
                <a:solidFill>
                  <a:schemeClr val="tx1"/>
                </a:solidFill>
              </a:defRPr>
            </a:lvl1pPr>
            <a:lvl2pPr marL="114300" indent="-114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2"/>
                </a:solidFill>
              </a:defRPr>
            </a:lvl3pPr>
            <a:lvl4pPr>
              <a:defRPr lang="en-US" sz="1200" dirty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3C87E7C-5ED2-214E-8A38-ED05177A6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8739" y="5022214"/>
            <a:ext cx="3471746" cy="0"/>
          </a:xfrm>
          <a:prstGeom prst="line">
            <a:avLst/>
          </a:prstGeom>
          <a:ln w="22225">
            <a:solidFill>
              <a:schemeClr val="accent4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6">
            <a:extLst>
              <a:ext uri="{FF2B5EF4-FFF2-40B4-BE49-F238E27FC236}">
                <a16:creationId xmlns:a16="http://schemas.microsoft.com/office/drawing/2014/main" id="{F0EFE66F-363C-804E-BABD-F54C3E33FD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3093" y="5327336"/>
            <a:ext cx="3200400" cy="227454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Product One</a:t>
            </a:r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0166C751-50F5-8B4F-9A97-B83901E78B0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3093" y="5593624"/>
            <a:ext cx="3200400" cy="227454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Product Two</a:t>
            </a:r>
          </a:p>
        </p:txBody>
      </p:sp>
      <p:sp>
        <p:nvSpPr>
          <p:cNvPr id="58" name="Text Placeholder 6">
            <a:extLst>
              <a:ext uri="{FF2B5EF4-FFF2-40B4-BE49-F238E27FC236}">
                <a16:creationId xmlns:a16="http://schemas.microsoft.com/office/drawing/2014/main" id="{0D57825D-E522-644D-8F4A-0B77A7036EB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3093" y="5859911"/>
            <a:ext cx="3200400" cy="227454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Product Three</a:t>
            </a:r>
          </a:p>
        </p:txBody>
      </p:sp>
      <p:sp>
        <p:nvSpPr>
          <p:cNvPr id="61" name="Text Placeholder 6">
            <a:extLst>
              <a:ext uri="{FF2B5EF4-FFF2-40B4-BE49-F238E27FC236}">
                <a16:creationId xmlns:a16="http://schemas.microsoft.com/office/drawing/2014/main" id="{EBAAD5C6-0007-A84B-A2C2-FCC2F00B429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00790" y="5327336"/>
            <a:ext cx="3227148" cy="227454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Priority One</a:t>
            </a:r>
          </a:p>
        </p:txBody>
      </p:sp>
      <p:sp>
        <p:nvSpPr>
          <p:cNvPr id="62" name="Text Placeholder 6">
            <a:extLst>
              <a:ext uri="{FF2B5EF4-FFF2-40B4-BE49-F238E27FC236}">
                <a16:creationId xmlns:a16="http://schemas.microsoft.com/office/drawing/2014/main" id="{A8B7A6ED-D85B-2E4C-BCD6-D130232A3F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00790" y="5593624"/>
            <a:ext cx="3227148" cy="227454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Priority Two</a:t>
            </a:r>
          </a:p>
        </p:txBody>
      </p:sp>
      <p:sp>
        <p:nvSpPr>
          <p:cNvPr id="63" name="Text Placeholder 6">
            <a:extLst>
              <a:ext uri="{FF2B5EF4-FFF2-40B4-BE49-F238E27FC236}">
                <a16:creationId xmlns:a16="http://schemas.microsoft.com/office/drawing/2014/main" id="{C507BC1F-4225-8C48-9110-5D75D900FFC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00790" y="5859911"/>
            <a:ext cx="3227148" cy="227454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Priority Three</a:t>
            </a:r>
          </a:p>
        </p:txBody>
      </p:sp>
      <p:sp>
        <p:nvSpPr>
          <p:cNvPr id="45" name="Picture Placeholder 8">
            <a:extLst>
              <a:ext uri="{FF2B5EF4-FFF2-40B4-BE49-F238E27FC236}">
                <a16:creationId xmlns:a16="http://schemas.microsoft.com/office/drawing/2014/main" id="{231A51E8-5046-A444-8DFA-A0B8E647C4F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207965" y="1600200"/>
            <a:ext cx="1841500" cy="660399"/>
          </a:xfrm>
        </p:spPr>
        <p:txBody>
          <a:bodyPr anchor="ctr"/>
          <a:lstStyle>
            <a:lvl1pPr algn="ctr">
              <a:lnSpc>
                <a:spcPct val="10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Logo here</a:t>
            </a:r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81E8E56D-8554-4E46-BBBC-E98827D1EE1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09465" y="2347933"/>
            <a:ext cx="3206750" cy="241300"/>
          </a:xfrm>
        </p:spPr>
        <p:txBody>
          <a:bodyPr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2pPr>
            <a:lvl3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3pPr>
            <a:lvl4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4pPr>
            <a:lvl5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Location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59903D24-0D11-174E-9765-B2914D00A8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09465" y="2647290"/>
            <a:ext cx="3206750" cy="241300"/>
          </a:xfrm>
        </p:spPr>
        <p:txBody>
          <a:bodyPr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2pPr>
            <a:lvl3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3pPr>
            <a:lvl4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4pPr>
            <a:lvl5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Industry</a:t>
            </a:r>
          </a:p>
        </p:txBody>
      </p:sp>
      <p:sp>
        <p:nvSpPr>
          <p:cNvPr id="42" name="Picture Placeholder 5">
            <a:extLst>
              <a:ext uri="{FF2B5EF4-FFF2-40B4-BE49-F238E27FC236}">
                <a16:creationId xmlns:a16="http://schemas.microsoft.com/office/drawing/2014/main" id="{2EDE5296-3D34-0C47-A404-38FF5A22C6D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515815" y="2971800"/>
            <a:ext cx="3194050" cy="1828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C7B1EDB8-ADF5-9C41-B4C4-26AA9C0B9D2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15815" y="5022214"/>
            <a:ext cx="3200400" cy="1153795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Open Sans" panose="020B0606030504020204" pitchFamily="34" charset="0"/>
              <a:buChar char="​"/>
              <a:defRPr sz="1200">
                <a:solidFill>
                  <a:schemeClr val="tx1"/>
                </a:solidFill>
              </a:defRPr>
            </a:lvl2pPr>
            <a:lvl3pPr marL="0" indent="0" algn="ctr">
              <a:buFont typeface="Open Sans" panose="020B0606030504020204" pitchFamily="34" charset="0"/>
              <a:buNone/>
              <a:defRPr sz="1200">
                <a:solidFill>
                  <a:schemeClr val="accent1"/>
                </a:solidFill>
              </a:defRPr>
            </a:lvl3pPr>
            <a:lvl4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4pPr>
            <a:lvl5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page number">
            <a:extLst>
              <a:ext uri="{FF2B5EF4-FFF2-40B4-BE49-F238E27FC236}">
                <a16:creationId xmlns:a16="http://schemas.microsoft.com/office/drawing/2014/main" id="{CB20449E-0760-3743-8E7C-7D6BA7165F7F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CABBF0D-1BD1-F9E7-64FF-6B8D87E61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12165" y="5022214"/>
            <a:ext cx="3471746" cy="0"/>
          </a:xfrm>
          <a:prstGeom prst="line">
            <a:avLst/>
          </a:prstGeom>
          <a:ln w="22225">
            <a:solidFill>
              <a:schemeClr val="accent4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906119E-8D41-BF4A-7D53-2FBB71F653C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8013" y="1552575"/>
            <a:ext cx="3201987" cy="219075"/>
          </a:xfrm>
        </p:spPr>
        <p:txBody>
          <a:bodyPr anchor="b" anchorCtr="0"/>
          <a:lstStyle>
            <a:lvl1pPr>
              <a:defRPr sz="1200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About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2D6E64-9DD1-43CD-C247-B83E374482F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411663" y="1552575"/>
            <a:ext cx="3201987" cy="219075"/>
          </a:xfrm>
        </p:spPr>
        <p:txBody>
          <a:bodyPr anchor="b" anchorCtr="0"/>
          <a:lstStyle>
            <a:lvl1pPr>
              <a:defRPr sz="1200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solution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02A9C0F-4D4C-0EEC-0E20-65368D11774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08013" y="3338514"/>
            <a:ext cx="3201987" cy="219075"/>
          </a:xfrm>
        </p:spPr>
        <p:txBody>
          <a:bodyPr anchor="b" anchorCtr="0"/>
          <a:lstStyle>
            <a:lvl1pPr>
              <a:defRPr sz="1200" cap="all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challenges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DEF5052-BBAD-A22B-0D68-BBBFD706375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427538" y="3338514"/>
            <a:ext cx="3201987" cy="219075"/>
          </a:xfrm>
        </p:spPr>
        <p:txBody>
          <a:bodyPr anchor="b" anchorCtr="0"/>
          <a:lstStyle>
            <a:lvl1pPr>
              <a:defRPr sz="1200" cap="all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impact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FFF9CD2-0893-33FB-480A-506C7095C2F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08013" y="5022850"/>
            <a:ext cx="3200400" cy="227013"/>
          </a:xfrm>
        </p:spPr>
        <p:txBody>
          <a:bodyPr anchor="b" anchorCtr="0"/>
          <a:lstStyle>
            <a:lvl1pPr>
              <a:defRPr sz="1200" cap="all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products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2B49FE0-BA78-9DF9-AB7D-9F52651E93A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427538" y="5022850"/>
            <a:ext cx="3200400" cy="227013"/>
          </a:xfrm>
        </p:spPr>
        <p:txBody>
          <a:bodyPr anchor="b" anchorCtr="0"/>
          <a:lstStyle>
            <a:lvl1pPr>
              <a:defRPr sz="1200" cap="all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Strategic priorities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4F46384-B6E3-0D43-924E-874DEC2344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9600" y="1552248"/>
            <a:ext cx="3471746" cy="0"/>
          </a:xfrm>
          <a:prstGeom prst="line">
            <a:avLst/>
          </a:prstGeom>
          <a:ln w="22225">
            <a:solidFill>
              <a:schemeClr val="accent2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3526770-8F35-FB4A-8638-521D0DA87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12165" y="1552248"/>
            <a:ext cx="3471746" cy="0"/>
          </a:xfrm>
          <a:prstGeom prst="line">
            <a:avLst/>
          </a:prstGeom>
          <a:ln w="22225">
            <a:solidFill>
              <a:schemeClr val="accent2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3C08A52-2522-8C40-B8B1-C98FEBB888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9600" y="3325372"/>
            <a:ext cx="3471746" cy="0"/>
          </a:xfrm>
          <a:prstGeom prst="line">
            <a:avLst/>
          </a:prstGeom>
          <a:ln w="22225">
            <a:solidFill>
              <a:schemeClr val="accent3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B57CCC6-06B1-7342-99B0-BC7C8FBE5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12165" y="3325372"/>
            <a:ext cx="3471746" cy="0"/>
          </a:xfrm>
          <a:prstGeom prst="line">
            <a:avLst/>
          </a:prstGeom>
          <a:ln w="22225">
            <a:solidFill>
              <a:schemeClr val="accent3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3C87E7C-5ED2-214E-8A38-ED05177A6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8739" y="5022214"/>
            <a:ext cx="3471746" cy="0"/>
          </a:xfrm>
          <a:prstGeom prst="line">
            <a:avLst/>
          </a:prstGeom>
          <a:ln w="22225">
            <a:solidFill>
              <a:schemeClr val="accent4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age number">
            <a:extLst>
              <a:ext uri="{FF2B5EF4-FFF2-40B4-BE49-F238E27FC236}">
                <a16:creationId xmlns:a16="http://schemas.microsoft.com/office/drawing/2014/main" id="{CB20449E-0760-3743-8E7C-7D6BA7165F7F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CABBF0D-1BD1-F9E7-64FF-6B8D87E61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12165" y="5022214"/>
            <a:ext cx="3471746" cy="0"/>
          </a:xfrm>
          <a:prstGeom prst="line">
            <a:avLst/>
          </a:prstGeom>
          <a:ln w="22225">
            <a:solidFill>
              <a:schemeClr val="accent4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765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Ic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C5A99F-0678-4DC4-A266-1AD031E9C8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Three Icon Placeholders with Text Descriptions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EBF1472-E940-4CC7-B5D3-349346A425A8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1C210DC-5DBB-4F0D-875F-CD8AAAB93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981877" y="2055429"/>
            <a:ext cx="1828959" cy="1828959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3C9F48F-8CFB-DD45-AE7E-6A5DE26F951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88103" y="2419650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CC9B40-9AF4-4EF7-8384-2ACE79EA95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5905" y="4267940"/>
            <a:ext cx="2744788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Click to add text here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FECF9D0-D7A8-43DD-B38D-E1090C0B32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5184924" y="2055429"/>
            <a:ext cx="1828959" cy="182895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04DBEFEC-821B-4F4E-8D5E-E6843BF1AE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08612" y="2419650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3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D69CA39A-E967-4A68-A944-35C345A456D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21225" y="4267940"/>
            <a:ext cx="2744788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3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 here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46F04B0-7860-407F-85B7-42E38FAFE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8389301" y="2055429"/>
            <a:ext cx="1828959" cy="182895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1A16A22-350B-4B24-A3CD-4D5DE470DE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23213" y="4267940"/>
            <a:ext cx="2744788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2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 here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0545A424-E307-E14F-A89B-1A531D114F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609012" y="2419650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2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19" name="page number">
            <a:extLst>
              <a:ext uri="{FF2B5EF4-FFF2-40B4-BE49-F238E27FC236}">
                <a16:creationId xmlns:a16="http://schemas.microsoft.com/office/drawing/2014/main" id="{6122FC91-666D-7A42-9D21-9800CF4E3706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1C210DC-5DBB-4F0D-875F-CD8AAAB93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981877" y="2055429"/>
            <a:ext cx="1828959" cy="1828959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FECF9D0-D7A8-43DD-B38D-E1090C0B32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5184924" y="2055429"/>
            <a:ext cx="1828959" cy="182895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46F04B0-7860-407F-85B7-42E38FAFE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8389301" y="2055429"/>
            <a:ext cx="1828959" cy="182895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page number">
            <a:extLst>
              <a:ext uri="{FF2B5EF4-FFF2-40B4-BE49-F238E27FC236}">
                <a16:creationId xmlns:a16="http://schemas.microsoft.com/office/drawing/2014/main" id="{6122FC91-666D-7A42-9D21-9800CF4E3706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769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Ic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6ED71B-2619-4816-B753-5E850ED08F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Four Icon Placeholders with Text Descriptions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BB679D5C-AEFA-4052-96E3-7DF67D7C105A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085441A7-EBA5-4ABB-8D29-CE4338F0F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065749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72EA9D9-DD59-0A4A-94D5-AC136E79CD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73703" y="2425093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3A73281-E5F0-4C3B-BE4E-A12D56CC10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673" y="4269508"/>
            <a:ext cx="22860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4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45D908EF-1F96-4808-A8DB-F55AB9E8E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3806932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7F1E977-D1E8-7040-8576-578BD8CB842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00597" y="2425093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3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0078EAE-661A-4C72-917B-F0225239F6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79813" y="4269508"/>
            <a:ext cx="22860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3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670C03F-6336-45E3-A9F4-0CD130D80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6562100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6B608689-50E6-784F-8AFD-D13D124BAA5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72120" y="2425093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2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566D6B40-9CB0-4B56-A3E1-9A7F945F09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23013" y="4269508"/>
            <a:ext cx="22860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2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3019BB56-AE7C-42CA-A8FF-432F4F176B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9302132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290217BC-3881-DF41-A8F3-900AF04F1B7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538248" y="2425093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5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16F5CA9C-E491-4F70-B6EE-A5064106011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6213" y="4269508"/>
            <a:ext cx="22860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5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20" name="page number">
            <a:extLst>
              <a:ext uri="{FF2B5EF4-FFF2-40B4-BE49-F238E27FC236}">
                <a16:creationId xmlns:a16="http://schemas.microsoft.com/office/drawing/2014/main" id="{1D45AB97-9B77-2244-B7BA-E18EA4CD43EA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85441A7-EBA5-4ABB-8D29-CE4338F0F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065749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5D908EF-1F96-4808-A8DB-F55AB9E8E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3806932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670C03F-6336-45E3-A9F4-0CD130D80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6562100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019BB56-AE7C-42CA-A8FF-432F4F176B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9302132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page number">
            <a:extLst>
              <a:ext uri="{FF2B5EF4-FFF2-40B4-BE49-F238E27FC236}">
                <a16:creationId xmlns:a16="http://schemas.microsoft.com/office/drawing/2014/main" id="{1D45AB97-9B77-2244-B7BA-E18EA4CD43EA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731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Ic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A8A47F-2243-412F-A1A8-FA8E3475F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Five Icon Placeholders with Text Descriptions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EEA64E97-C31D-49B1-B8E1-20E5F404F516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1FDF9D3-5B68-4A75-97BF-2C5113CFA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609800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E3C6552-FD35-F64A-AB25-15819DA5EE2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0549" y="2428884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2E201879-B985-4ADE-8AD6-6C3E14CE0A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0850" y="4282873"/>
            <a:ext cx="18288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551C90A-573F-4E4A-9359-5C7B0F546B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2892452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54AA791-D396-204E-9DF4-50E16614DD7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10473" y="2428884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3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2D3946B-F2F1-42AF-8E89-00761A7745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94013" y="4282873"/>
            <a:ext cx="18288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accent3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F79E162-3D8F-4829-A4AD-02A03597B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5201380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6390E06-1436-004E-875E-AAE40E05D76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12658" y="2428884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2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9495BAAB-E860-4075-9DA3-ABA7C32D23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5093" y="4282873"/>
            <a:ext cx="18288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accent2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026B9B36-08E7-4664-970C-13123F24C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7464921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D673B6CF-B10C-8742-A91F-672EAD5163E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77080" y="2428884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5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22F84664-2E68-46AE-AE2C-E8D2B6C9A1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70001" y="4282873"/>
            <a:ext cx="1894336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accent5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EAB1992-E472-4489-8A4E-A8FE45DE1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9744473" y="2064663"/>
            <a:ext cx="1828959" cy="1828959"/>
          </a:xfrm>
          <a:prstGeom prst="ellipse">
            <a:avLst/>
          </a:prstGeom>
          <a:noFill/>
          <a:ln w="38100">
            <a:solidFill>
              <a:srgbClr val="535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FF3DA55F-C9CF-8945-A9DE-F606579BFE2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980612" y="2428884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bg2">
                    <a:lumMod val="25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CDC9B65E-8BAA-4676-9F32-44EC3772D3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52013" y="4282873"/>
            <a:ext cx="18288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bg2">
                    <a:lumMod val="25000"/>
                  </a:schemeClr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27" name="page number">
            <a:extLst>
              <a:ext uri="{FF2B5EF4-FFF2-40B4-BE49-F238E27FC236}">
                <a16:creationId xmlns:a16="http://schemas.microsoft.com/office/drawing/2014/main" id="{6D94DD40-25D8-6A48-98B5-B2B0FB64FDAB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1FDF9D3-5B68-4A75-97BF-2C5113CFA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609800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551C90A-573F-4E4A-9359-5C7B0F546B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2892452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F79E162-3D8F-4829-A4AD-02A03597B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5201380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26B9B36-08E7-4664-970C-13123F24C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7464921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EAB1992-E472-4489-8A4E-A8FE45DE1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9744473" y="2064663"/>
            <a:ext cx="1828959" cy="1828959"/>
          </a:xfrm>
          <a:prstGeom prst="ellipse">
            <a:avLst/>
          </a:prstGeom>
          <a:noFill/>
          <a:ln w="38100">
            <a:solidFill>
              <a:srgbClr val="535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6" name="page number">
            <a:extLst>
              <a:ext uri="{FF2B5EF4-FFF2-40B4-BE49-F238E27FC236}">
                <a16:creationId xmlns:a16="http://schemas.microsoft.com/office/drawing/2014/main" id="{6D94DD40-25D8-6A48-98B5-B2B0FB64FDAB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426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Numbere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52EE46A-2B6A-D0CE-D67A-E39C4516F8BB}"/>
              </a:ext>
            </a:extLst>
          </p:cNvPr>
          <p:cNvSpPr/>
          <p:nvPr/>
        </p:nvSpPr>
        <p:spPr>
          <a:xfrm>
            <a:off x="2894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C9EA80-9EA8-343E-F517-1CAD885879D6}"/>
              </a:ext>
            </a:extLst>
          </p:cNvPr>
          <p:cNvSpPr/>
          <p:nvPr/>
        </p:nvSpPr>
        <p:spPr>
          <a:xfrm>
            <a:off x="518509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D23D95-E4CC-0B03-48A9-0EC81B2368E5}"/>
              </a:ext>
            </a:extLst>
          </p:cNvPr>
          <p:cNvSpPr/>
          <p:nvPr/>
        </p:nvSpPr>
        <p:spPr>
          <a:xfrm>
            <a:off x="747000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37E5D6-04BF-01BC-A221-0F1D603C51D8}"/>
              </a:ext>
            </a:extLst>
          </p:cNvPr>
          <p:cNvSpPr/>
          <p:nvPr/>
        </p:nvSpPr>
        <p:spPr>
          <a:xfrm>
            <a:off x="9752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142366-F01F-D56A-11BB-7D669E9AD2B4}"/>
              </a:ext>
            </a:extLst>
          </p:cNvPr>
          <p:cNvSpPr/>
          <p:nvPr/>
        </p:nvSpPr>
        <p:spPr>
          <a:xfrm>
            <a:off x="61085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A8A47F-2243-412F-A1A8-FA8E3475F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Five Column Text with Number Icons Click to Add Title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EEA64E97-C31D-49B1-B8E1-20E5F404F516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82EA033-41AE-6148-A260-889FF59E41C9}"/>
              </a:ext>
            </a:extLst>
          </p:cNvPr>
          <p:cNvCxnSpPr/>
          <p:nvPr/>
        </p:nvCxnSpPr>
        <p:spPr bwMode="gray">
          <a:xfrm>
            <a:off x="610850" y="2512464"/>
            <a:ext cx="1828800" cy="0"/>
          </a:xfrm>
          <a:prstGeom prst="line">
            <a:avLst/>
          </a:prstGeom>
          <a:ln w="25400">
            <a:solidFill>
              <a:schemeClr val="accent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2E201879-B985-4ADE-8AD6-6C3E14CE0A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0851" y="2529075"/>
            <a:ext cx="1828800" cy="2871263"/>
          </a:xfrm>
          <a:noFill/>
          <a:ln>
            <a:noFill/>
          </a:ln>
        </p:spPr>
        <p:txBody>
          <a:bodyPr lIns="182880" tIns="548640" rIns="182880" bIns="182880"/>
          <a:lstStyle>
            <a:lvl1pPr algn="ctr">
              <a:lnSpc>
                <a:spcPct val="90000"/>
              </a:lnSpc>
              <a:spcBef>
                <a:spcPts val="600"/>
              </a:spcBef>
              <a:buNone/>
              <a:defRPr sz="20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2FF207-1B75-1940-91E1-2692254C727F}"/>
              </a:ext>
            </a:extLst>
          </p:cNvPr>
          <p:cNvCxnSpPr/>
          <p:nvPr/>
        </p:nvCxnSpPr>
        <p:spPr bwMode="gray">
          <a:xfrm>
            <a:off x="2894013" y="2512464"/>
            <a:ext cx="1828800" cy="0"/>
          </a:xfrm>
          <a:prstGeom prst="line">
            <a:avLst/>
          </a:prstGeom>
          <a:ln w="25400">
            <a:solidFill>
              <a:schemeClr val="accent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2D3946B-F2F1-42AF-8E89-00761A7745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94013" y="2529075"/>
            <a:ext cx="1828800" cy="2871263"/>
          </a:xfrm>
          <a:noFill/>
          <a:ln>
            <a:noFill/>
          </a:ln>
        </p:spPr>
        <p:txBody>
          <a:bodyPr lIns="182880" tIns="548640" rIns="182880" bIns="182880"/>
          <a:lstStyle>
            <a:lvl1pPr algn="ctr">
              <a:lnSpc>
                <a:spcPct val="90000"/>
              </a:lnSpc>
              <a:spcBef>
                <a:spcPts val="600"/>
              </a:spcBef>
              <a:defRPr sz="2000">
                <a:solidFill>
                  <a:schemeClr val="accent3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03341DC-DE80-5E4C-A4C9-C984D7074760}"/>
              </a:ext>
            </a:extLst>
          </p:cNvPr>
          <p:cNvCxnSpPr/>
          <p:nvPr/>
        </p:nvCxnSpPr>
        <p:spPr bwMode="gray">
          <a:xfrm>
            <a:off x="5185093" y="2512464"/>
            <a:ext cx="1828800" cy="0"/>
          </a:xfrm>
          <a:prstGeom prst="line">
            <a:avLst/>
          </a:prstGeom>
          <a:ln w="25400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9495BAAB-E860-4075-9DA3-ABA7C32D23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5093" y="2529075"/>
            <a:ext cx="1828800" cy="2871263"/>
          </a:xfrm>
          <a:noFill/>
          <a:ln>
            <a:noFill/>
          </a:ln>
        </p:spPr>
        <p:txBody>
          <a:bodyPr lIns="182880" tIns="548640" rIns="182880" bIns="182880"/>
          <a:lstStyle>
            <a:lvl1pPr algn="ctr">
              <a:lnSpc>
                <a:spcPct val="90000"/>
              </a:lnSpc>
              <a:spcBef>
                <a:spcPts val="600"/>
              </a:spcBef>
              <a:buNone/>
              <a:defRPr sz="2000">
                <a:solidFill>
                  <a:schemeClr val="accent2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28E238A-DE09-DD4F-A6F3-2F244E7301C3}"/>
              </a:ext>
            </a:extLst>
          </p:cNvPr>
          <p:cNvCxnSpPr/>
          <p:nvPr/>
        </p:nvCxnSpPr>
        <p:spPr bwMode="gray">
          <a:xfrm>
            <a:off x="7470001" y="2512464"/>
            <a:ext cx="1828800" cy="0"/>
          </a:xfrm>
          <a:prstGeom prst="line">
            <a:avLst/>
          </a:prstGeom>
          <a:ln w="25400">
            <a:solidFill>
              <a:schemeClr val="accent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22F84664-2E68-46AE-AE2C-E8D2B6C9A1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70001" y="2529075"/>
            <a:ext cx="1828800" cy="2871263"/>
          </a:xfrm>
          <a:noFill/>
          <a:ln>
            <a:noFill/>
          </a:ln>
        </p:spPr>
        <p:txBody>
          <a:bodyPr lIns="182880" tIns="548640" rIns="182880" bIns="182880"/>
          <a:lstStyle>
            <a:lvl1pPr algn="ctr">
              <a:lnSpc>
                <a:spcPct val="90000"/>
              </a:lnSpc>
              <a:spcBef>
                <a:spcPts val="600"/>
              </a:spcBef>
              <a:buNone/>
              <a:defRPr sz="2000">
                <a:solidFill>
                  <a:schemeClr val="accent5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8B64954-CA3A-494E-B70D-3405C9F592D8}"/>
              </a:ext>
            </a:extLst>
          </p:cNvPr>
          <p:cNvCxnSpPr/>
          <p:nvPr/>
        </p:nvCxnSpPr>
        <p:spPr bwMode="gray">
          <a:xfrm>
            <a:off x="9752013" y="2512464"/>
            <a:ext cx="1828800" cy="0"/>
          </a:xfrm>
          <a:prstGeom prst="line">
            <a:avLst/>
          </a:prstGeom>
          <a:ln w="25400">
            <a:solidFill>
              <a:srgbClr val="53565A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CDC9B65E-8BAA-4676-9F32-44EC3772D3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52013" y="2529075"/>
            <a:ext cx="1828800" cy="2871263"/>
          </a:xfrm>
          <a:noFill/>
          <a:ln>
            <a:noFill/>
          </a:ln>
        </p:spPr>
        <p:txBody>
          <a:bodyPr lIns="182880" tIns="548640" rIns="182880" bIns="182880"/>
          <a:lstStyle>
            <a:lvl1pPr algn="ctr">
              <a:lnSpc>
                <a:spcPct val="90000"/>
              </a:lnSpc>
              <a:spcBef>
                <a:spcPts val="600"/>
              </a:spcBef>
              <a:buNone/>
              <a:defRPr sz="2000">
                <a:solidFill>
                  <a:schemeClr val="bg2">
                    <a:lumMod val="25000"/>
                  </a:schemeClr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23" name="page number">
            <a:extLst>
              <a:ext uri="{FF2B5EF4-FFF2-40B4-BE49-F238E27FC236}">
                <a16:creationId xmlns:a16="http://schemas.microsoft.com/office/drawing/2014/main" id="{778B9E91-325F-BB46-BB33-20219DF70C9B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F6B89BA-DE17-014A-9ED8-790359ADE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131007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609A2D8-18F0-8A47-BD8C-DD1AF0B61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3414170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dirty="0">
                <a:solidFill>
                  <a:schemeClr val="accent3"/>
                </a:solidFill>
              </a:rPr>
              <a:t>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B0E1473-AF0F-7C48-8FAF-3848C1B61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5705250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US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4E1A06A-E5D9-064B-85F4-74B463C7B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7990158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US" dirty="0">
                <a:solidFill>
                  <a:schemeClr val="accent5"/>
                </a:solidFill>
              </a:rPr>
              <a:t>4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7824627-50AB-F94E-9519-EADC5841F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0272170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rgbClr val="535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2EE46A-2B6A-D0CE-D67A-E39C4516F8BB}"/>
              </a:ext>
            </a:extLst>
          </p:cNvPr>
          <p:cNvSpPr/>
          <p:nvPr/>
        </p:nvSpPr>
        <p:spPr>
          <a:xfrm>
            <a:off x="2894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C9EA80-9EA8-343E-F517-1CAD885879D6}"/>
              </a:ext>
            </a:extLst>
          </p:cNvPr>
          <p:cNvSpPr/>
          <p:nvPr/>
        </p:nvSpPr>
        <p:spPr>
          <a:xfrm>
            <a:off x="518509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D23D95-E4CC-0B03-48A9-0EC81B2368E5}"/>
              </a:ext>
            </a:extLst>
          </p:cNvPr>
          <p:cNvSpPr/>
          <p:nvPr/>
        </p:nvSpPr>
        <p:spPr>
          <a:xfrm>
            <a:off x="747000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37E5D6-04BF-01BC-A221-0F1D603C51D8}"/>
              </a:ext>
            </a:extLst>
          </p:cNvPr>
          <p:cNvSpPr/>
          <p:nvPr/>
        </p:nvSpPr>
        <p:spPr>
          <a:xfrm>
            <a:off x="9752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5142366-F01F-D56A-11BB-7D669E9AD2B4}"/>
              </a:ext>
            </a:extLst>
          </p:cNvPr>
          <p:cNvSpPr/>
          <p:nvPr/>
        </p:nvSpPr>
        <p:spPr>
          <a:xfrm>
            <a:off x="61085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82EA033-41AE-6148-A260-889FF59E41C9}"/>
              </a:ext>
            </a:extLst>
          </p:cNvPr>
          <p:cNvCxnSpPr/>
          <p:nvPr/>
        </p:nvCxnSpPr>
        <p:spPr bwMode="gray">
          <a:xfrm>
            <a:off x="610850" y="2512464"/>
            <a:ext cx="1828800" cy="0"/>
          </a:xfrm>
          <a:prstGeom prst="line">
            <a:avLst/>
          </a:prstGeom>
          <a:ln w="25400">
            <a:solidFill>
              <a:schemeClr val="accent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62FF207-1B75-1940-91E1-2692254C727F}"/>
              </a:ext>
            </a:extLst>
          </p:cNvPr>
          <p:cNvCxnSpPr/>
          <p:nvPr/>
        </p:nvCxnSpPr>
        <p:spPr bwMode="gray">
          <a:xfrm>
            <a:off x="2894013" y="2512464"/>
            <a:ext cx="1828800" cy="0"/>
          </a:xfrm>
          <a:prstGeom prst="line">
            <a:avLst/>
          </a:prstGeom>
          <a:ln w="25400">
            <a:solidFill>
              <a:schemeClr val="accent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03341DC-DE80-5E4C-A4C9-C984D7074760}"/>
              </a:ext>
            </a:extLst>
          </p:cNvPr>
          <p:cNvCxnSpPr/>
          <p:nvPr/>
        </p:nvCxnSpPr>
        <p:spPr bwMode="gray">
          <a:xfrm>
            <a:off x="5185093" y="2512464"/>
            <a:ext cx="1828800" cy="0"/>
          </a:xfrm>
          <a:prstGeom prst="line">
            <a:avLst/>
          </a:prstGeom>
          <a:ln w="25400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28E238A-DE09-DD4F-A6F3-2F244E7301C3}"/>
              </a:ext>
            </a:extLst>
          </p:cNvPr>
          <p:cNvCxnSpPr/>
          <p:nvPr/>
        </p:nvCxnSpPr>
        <p:spPr bwMode="gray">
          <a:xfrm>
            <a:off x="7470001" y="2512464"/>
            <a:ext cx="1828800" cy="0"/>
          </a:xfrm>
          <a:prstGeom prst="line">
            <a:avLst/>
          </a:prstGeom>
          <a:ln w="25400">
            <a:solidFill>
              <a:schemeClr val="accent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8B64954-CA3A-494E-B70D-3405C9F592D8}"/>
              </a:ext>
            </a:extLst>
          </p:cNvPr>
          <p:cNvCxnSpPr/>
          <p:nvPr/>
        </p:nvCxnSpPr>
        <p:spPr bwMode="gray">
          <a:xfrm>
            <a:off x="9752013" y="2512464"/>
            <a:ext cx="1828800" cy="0"/>
          </a:xfrm>
          <a:prstGeom prst="line">
            <a:avLst/>
          </a:prstGeom>
          <a:ln w="25400">
            <a:solidFill>
              <a:srgbClr val="53565A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page number">
            <a:extLst>
              <a:ext uri="{FF2B5EF4-FFF2-40B4-BE49-F238E27FC236}">
                <a16:creationId xmlns:a16="http://schemas.microsoft.com/office/drawing/2014/main" id="{778B9E91-325F-BB46-BB33-20219DF70C9B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F6B89BA-DE17-014A-9ED8-790359ADE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131007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609A2D8-18F0-8A47-BD8C-DD1AF0B61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3414170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dirty="0">
                <a:solidFill>
                  <a:schemeClr val="accent3"/>
                </a:solidFill>
              </a:rPr>
              <a:t>2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B0E1473-AF0F-7C48-8FAF-3848C1B61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5705250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US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4E1A06A-E5D9-064B-85F4-74B463C7B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7990158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US" dirty="0">
                <a:solidFill>
                  <a:schemeClr val="accent5"/>
                </a:solidFill>
              </a:rPr>
              <a:t>4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7824627-50AB-F94E-9519-EADC5841F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0272170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rgbClr val="535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805842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A8A47F-2243-412F-A1A8-FA8E3475F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Sample Chart Layout for Text – Click to Add a Title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EEA64E97-C31D-49B1-B8E1-20E5F404F516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5" name="Text Placeholder 3" descr="Row 1 label">
            <a:extLst>
              <a:ext uri="{FF2B5EF4-FFF2-40B4-BE49-F238E27FC236}">
                <a16:creationId xmlns:a16="http://schemas.microsoft.com/office/drawing/2014/main" id="{7077ED63-7149-B64F-804C-21E2E59DF7D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1464" y="1546789"/>
            <a:ext cx="574570" cy="439174"/>
          </a:xfrm>
          <a:solidFill>
            <a:schemeClr val="bg1"/>
          </a:solidFill>
          <a:ln w="12700">
            <a:noFill/>
          </a:ln>
        </p:spPr>
        <p:txBody>
          <a:bodyPr tIns="91440"/>
          <a:lstStyle>
            <a:lvl1pPr algn="ctr">
              <a:lnSpc>
                <a:spcPct val="100000"/>
              </a:lnSpc>
              <a:spcBef>
                <a:spcPts val="600"/>
              </a:spcBef>
              <a:buNone/>
              <a:defRPr sz="10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400"/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4" name="Text Placeholder 3" descr="Row 1 text box is a long horizontal box the width of the slide acting as a header. ">
            <a:extLst>
              <a:ext uri="{FF2B5EF4-FFF2-40B4-BE49-F238E27FC236}">
                <a16:creationId xmlns:a16="http://schemas.microsoft.com/office/drawing/2014/main" id="{03CB2304-DD0F-674C-91F7-863CDF3757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34040" y="1561701"/>
            <a:ext cx="10630969" cy="429469"/>
          </a:xfrm>
          <a:solidFill>
            <a:srgbClr val="F4F8FA"/>
          </a:solidFill>
          <a:ln w="12700">
            <a:solidFill>
              <a:schemeClr val="accent3">
                <a:alpha val="25000"/>
              </a:schemeClr>
            </a:solidFill>
          </a:ln>
        </p:spPr>
        <p:txBody>
          <a:bodyPr tIns="91440"/>
          <a:lstStyle>
            <a:lvl1pPr algn="ctr">
              <a:lnSpc>
                <a:spcPct val="100000"/>
              </a:lnSpc>
              <a:spcBef>
                <a:spcPts val="600"/>
              </a:spcBef>
              <a:buNone/>
              <a:defRPr sz="16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400"/>
            </a:lvl2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6" name="Text Placeholder 3" descr="Row 2 label; this row shows 4 content boxes labeled A through D, each is a different color and holds text.">
            <a:extLst>
              <a:ext uri="{FF2B5EF4-FFF2-40B4-BE49-F238E27FC236}">
                <a16:creationId xmlns:a16="http://schemas.microsoft.com/office/drawing/2014/main" id="{3E62FD32-E978-1A49-AA98-60CD14AE003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5750" y="3304775"/>
            <a:ext cx="560283" cy="658026"/>
          </a:xfrm>
          <a:solidFill>
            <a:schemeClr val="bg1"/>
          </a:solidFill>
          <a:ln w="12700">
            <a:noFill/>
          </a:ln>
        </p:spPr>
        <p:txBody>
          <a:bodyPr tIns="91440"/>
          <a:lstStyle>
            <a:lvl1pPr algn="ctr">
              <a:lnSpc>
                <a:spcPct val="100000"/>
              </a:lnSpc>
              <a:spcBef>
                <a:spcPts val="600"/>
              </a:spcBef>
              <a:buNone/>
              <a:defRPr sz="10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400"/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E322B01-8AA4-6B48-98B8-90F64F16E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1093076" y="2680138"/>
            <a:ext cx="2459421" cy="0"/>
          </a:xfrm>
          <a:prstGeom prst="line">
            <a:avLst/>
          </a:prstGeom>
          <a:ln w="25400">
            <a:solidFill>
              <a:schemeClr val="accent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3" descr="Row 2, box 1: text in plum">
            <a:extLst>
              <a:ext uri="{FF2B5EF4-FFF2-40B4-BE49-F238E27FC236}">
                <a16:creationId xmlns:a16="http://schemas.microsoft.com/office/drawing/2014/main" id="{2E201879-B985-4ADE-8AD6-6C3E14CE0A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02407" y="2699834"/>
            <a:ext cx="2459421" cy="1949198"/>
          </a:xfrm>
          <a:noFill/>
          <a:ln w="15875">
            <a:noFill/>
          </a:ln>
        </p:spPr>
        <p:txBody>
          <a:bodyPr tIns="365760"/>
          <a:lstStyle>
            <a:lvl1pPr algn="ctr">
              <a:lnSpc>
                <a:spcPct val="100000"/>
              </a:lnSpc>
              <a:spcBef>
                <a:spcPts val="600"/>
              </a:spcBef>
              <a:buNone/>
              <a:defRPr sz="18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4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5C97932-042E-C845-9300-586CA61AB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3805092" y="2680138"/>
            <a:ext cx="2459421" cy="0"/>
          </a:xfrm>
          <a:prstGeom prst="line">
            <a:avLst/>
          </a:prstGeom>
          <a:ln w="25400">
            <a:solidFill>
              <a:schemeClr val="accent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3" descr="Row 2, box 3: text in indigo">
            <a:extLst>
              <a:ext uri="{FF2B5EF4-FFF2-40B4-BE49-F238E27FC236}">
                <a16:creationId xmlns:a16="http://schemas.microsoft.com/office/drawing/2014/main" id="{62D3946B-F2F1-42AF-8E89-00761A7745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16081" y="2699834"/>
            <a:ext cx="2459421" cy="1949198"/>
          </a:xfrm>
          <a:noFill/>
          <a:ln w="15875">
            <a:noFill/>
          </a:ln>
        </p:spPr>
        <p:txBody>
          <a:bodyPr tIns="36576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3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AEFB321-2C32-7945-A5C9-A9F00AE58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6517108" y="2680138"/>
            <a:ext cx="2459421" cy="0"/>
          </a:xfrm>
          <a:prstGeom prst="line">
            <a:avLst/>
          </a:prstGeom>
          <a:ln w="25400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 descr="Row 2, box 2: text in ocean">
            <a:extLst>
              <a:ext uri="{FF2B5EF4-FFF2-40B4-BE49-F238E27FC236}">
                <a16:creationId xmlns:a16="http://schemas.microsoft.com/office/drawing/2014/main" id="{9495BAAB-E860-4075-9DA3-ABA7C32D23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29755" y="2699834"/>
            <a:ext cx="2459421" cy="1949198"/>
          </a:xfrm>
          <a:noFill/>
          <a:ln w="15875">
            <a:noFill/>
          </a:ln>
        </p:spPr>
        <p:txBody>
          <a:bodyPr tIns="365760"/>
          <a:lstStyle>
            <a:lvl1pPr algn="ctr">
              <a:lnSpc>
                <a:spcPct val="100000"/>
              </a:lnSpc>
              <a:spcBef>
                <a:spcPts val="600"/>
              </a:spcBef>
              <a:buNone/>
              <a:defRPr sz="1800">
                <a:solidFill>
                  <a:schemeClr val="accent2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68A42CD-A1AD-9149-80A3-4BFE5D75E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9229123" y="2680138"/>
            <a:ext cx="2459421" cy="0"/>
          </a:xfrm>
          <a:prstGeom prst="line">
            <a:avLst/>
          </a:prstGeom>
          <a:ln w="25400">
            <a:solidFill>
              <a:schemeClr val="accent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3" descr="Row 2, box 4: text in dark green">
            <a:extLst>
              <a:ext uri="{FF2B5EF4-FFF2-40B4-BE49-F238E27FC236}">
                <a16:creationId xmlns:a16="http://schemas.microsoft.com/office/drawing/2014/main" id="{22F84664-2E68-46AE-AE2C-E8D2B6C9A1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43428" y="2699834"/>
            <a:ext cx="2459421" cy="1949198"/>
          </a:xfrm>
          <a:noFill/>
          <a:ln w="15875">
            <a:noFill/>
          </a:ln>
        </p:spPr>
        <p:txBody>
          <a:bodyPr tIns="365760"/>
          <a:lstStyle>
            <a:lvl1pPr algn="ctr">
              <a:lnSpc>
                <a:spcPct val="100000"/>
              </a:lnSpc>
              <a:spcBef>
                <a:spcPts val="600"/>
              </a:spcBef>
              <a:buNone/>
              <a:defRPr sz="1800">
                <a:solidFill>
                  <a:schemeClr val="accent5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37" name="Text Placeholder 3" descr="Row 3 label: this row shows six, small content boxes in a horiztonal row">
            <a:extLst>
              <a:ext uri="{FF2B5EF4-FFF2-40B4-BE49-F238E27FC236}">
                <a16:creationId xmlns:a16="http://schemas.microsoft.com/office/drawing/2014/main" id="{EF286E42-C44A-274D-B9C1-D21F1AD1DE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00038" y="5065521"/>
            <a:ext cx="545995" cy="658026"/>
          </a:xfrm>
          <a:solidFill>
            <a:schemeClr val="bg1"/>
          </a:solidFill>
          <a:ln w="12700">
            <a:noFill/>
          </a:ln>
        </p:spPr>
        <p:txBody>
          <a:bodyPr tIns="91440"/>
          <a:lstStyle>
            <a:lvl1pPr algn="ctr">
              <a:lnSpc>
                <a:spcPct val="100000"/>
              </a:lnSpc>
              <a:spcBef>
                <a:spcPts val="600"/>
              </a:spcBef>
              <a:buNone/>
              <a:defRPr sz="10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400"/>
            </a:lvl2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 Placeholder 3" descr="Row 3, text box 1">
            <a:extLst>
              <a:ext uri="{FF2B5EF4-FFF2-40B4-BE49-F238E27FC236}">
                <a16:creationId xmlns:a16="http://schemas.microsoft.com/office/drawing/2014/main" id="{828E38C7-4E21-F24B-B372-9632EC441D7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15051" y="4956561"/>
            <a:ext cx="1713607" cy="915157"/>
          </a:xfrm>
          <a:solidFill>
            <a:srgbClr val="F4F8FA"/>
          </a:solidFill>
          <a:ln w="12700">
            <a:solidFill>
              <a:schemeClr val="accent3">
                <a:alpha val="25000"/>
              </a:schemeClr>
            </a:solidFill>
          </a:ln>
        </p:spPr>
        <p:txBody>
          <a:bodyPr wrap="square" tIns="182880"/>
          <a:lstStyle>
            <a:lvl1pPr algn="ctr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3" descr="Row 3, text box 2">
            <a:extLst>
              <a:ext uri="{FF2B5EF4-FFF2-40B4-BE49-F238E27FC236}">
                <a16:creationId xmlns:a16="http://schemas.microsoft.com/office/drawing/2014/main" id="{8B2FDC15-7948-0244-83E4-0CDCDBC619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886312" y="4956561"/>
            <a:ext cx="1713607" cy="915157"/>
          </a:xfrm>
          <a:solidFill>
            <a:srgbClr val="F4F8FA"/>
          </a:solidFill>
          <a:ln w="12700">
            <a:solidFill>
              <a:schemeClr val="accent3">
                <a:alpha val="25000"/>
              </a:schemeClr>
            </a:solidFill>
          </a:ln>
        </p:spPr>
        <p:txBody>
          <a:bodyPr wrap="square" tIns="182880"/>
          <a:lstStyle>
            <a:lvl1pPr algn="ctr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6" name="Text Placeholder 3" descr="Row 3, text box 3">
            <a:extLst>
              <a:ext uri="{FF2B5EF4-FFF2-40B4-BE49-F238E27FC236}">
                <a16:creationId xmlns:a16="http://schemas.microsoft.com/office/drawing/2014/main" id="{E4B34A83-BA8A-6844-8A56-BBD517A5B6F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57573" y="4956561"/>
            <a:ext cx="1713607" cy="915157"/>
          </a:xfrm>
          <a:solidFill>
            <a:srgbClr val="F4F8FA"/>
          </a:solidFill>
          <a:ln w="12700">
            <a:solidFill>
              <a:schemeClr val="accent3">
                <a:alpha val="25000"/>
              </a:schemeClr>
            </a:solidFill>
          </a:ln>
        </p:spPr>
        <p:txBody>
          <a:bodyPr wrap="square" tIns="182880"/>
          <a:lstStyle>
            <a:lvl1pPr algn="ctr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Text Placeholder 3" descr="Row 3, text box 4">
            <a:extLst>
              <a:ext uri="{FF2B5EF4-FFF2-40B4-BE49-F238E27FC236}">
                <a16:creationId xmlns:a16="http://schemas.microsoft.com/office/drawing/2014/main" id="{532716FA-3DC7-AF41-8C5F-F9D040A439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28834" y="4956561"/>
            <a:ext cx="1713607" cy="915157"/>
          </a:xfrm>
          <a:solidFill>
            <a:srgbClr val="F4F8FA"/>
          </a:solidFill>
          <a:ln w="12700">
            <a:solidFill>
              <a:schemeClr val="accent3">
                <a:alpha val="25000"/>
              </a:schemeClr>
            </a:solidFill>
          </a:ln>
        </p:spPr>
        <p:txBody>
          <a:bodyPr wrap="square" tIns="182880"/>
          <a:lstStyle>
            <a:lvl1pPr algn="ctr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Text Placeholder 3" descr="Row 3, text box 5">
            <a:extLst>
              <a:ext uri="{FF2B5EF4-FFF2-40B4-BE49-F238E27FC236}">
                <a16:creationId xmlns:a16="http://schemas.microsoft.com/office/drawing/2014/main" id="{6EA6D41F-30CE-1443-9F1F-896A2907ECB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00095" y="4956561"/>
            <a:ext cx="1713607" cy="915157"/>
          </a:xfrm>
          <a:solidFill>
            <a:srgbClr val="F4F8FA"/>
          </a:solidFill>
          <a:ln w="12700">
            <a:solidFill>
              <a:schemeClr val="accent3">
                <a:alpha val="25000"/>
              </a:schemeClr>
            </a:solidFill>
          </a:ln>
        </p:spPr>
        <p:txBody>
          <a:bodyPr wrap="square" tIns="182880"/>
          <a:lstStyle>
            <a:lvl1pPr algn="ctr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Text Placeholder 3" descr="Row 3, text box 6">
            <a:extLst>
              <a:ext uri="{FF2B5EF4-FFF2-40B4-BE49-F238E27FC236}">
                <a16:creationId xmlns:a16="http://schemas.microsoft.com/office/drawing/2014/main" id="{62388AAB-5BA2-4747-B0D0-B11DA919512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971354" y="4956561"/>
            <a:ext cx="1713607" cy="915157"/>
          </a:xfrm>
          <a:solidFill>
            <a:srgbClr val="F4F8FA"/>
          </a:solidFill>
          <a:ln w="12700">
            <a:solidFill>
              <a:schemeClr val="accent3">
                <a:alpha val="25000"/>
              </a:schemeClr>
            </a:solidFill>
          </a:ln>
        </p:spPr>
        <p:txBody>
          <a:bodyPr wrap="square" tIns="182880"/>
          <a:lstStyle>
            <a:lvl1pPr algn="ctr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4" name="page number">
            <a:extLst>
              <a:ext uri="{FF2B5EF4-FFF2-40B4-BE49-F238E27FC236}">
                <a16:creationId xmlns:a16="http://schemas.microsoft.com/office/drawing/2014/main" id="{D09494D0-773E-A04D-BC5F-65AA87B8246F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E322B01-8AA4-6B48-98B8-90F64F16E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1093076" y="2680138"/>
            <a:ext cx="2459421" cy="0"/>
          </a:xfrm>
          <a:prstGeom prst="line">
            <a:avLst/>
          </a:prstGeom>
          <a:ln w="25400">
            <a:solidFill>
              <a:schemeClr val="accent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5C97932-042E-C845-9300-586CA61AB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3805092" y="2680138"/>
            <a:ext cx="2459421" cy="0"/>
          </a:xfrm>
          <a:prstGeom prst="line">
            <a:avLst/>
          </a:prstGeom>
          <a:ln w="25400">
            <a:solidFill>
              <a:schemeClr val="accent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AEFB321-2C32-7945-A5C9-A9F00AE58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6517108" y="2680138"/>
            <a:ext cx="2459421" cy="0"/>
          </a:xfrm>
          <a:prstGeom prst="line">
            <a:avLst/>
          </a:prstGeom>
          <a:ln w="25400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68A42CD-A1AD-9149-80A3-4BFE5D75E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9229123" y="2680138"/>
            <a:ext cx="2459421" cy="0"/>
          </a:xfrm>
          <a:prstGeom prst="line">
            <a:avLst/>
          </a:prstGeom>
          <a:ln w="25400">
            <a:solidFill>
              <a:schemeClr val="accent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page number">
            <a:extLst>
              <a:ext uri="{FF2B5EF4-FFF2-40B4-BE49-F238E27FC236}">
                <a16:creationId xmlns:a16="http://schemas.microsoft.com/office/drawing/2014/main" id="{D09494D0-773E-A04D-BC5F-65AA87B8246F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879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 - Le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AE796DBB-7792-6B1A-4BD6-1B6B3F4B736A}"/>
              </a:ext>
            </a:extLst>
          </p:cNvPr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4086297-1AF3-2A2B-2613-14EDF97D3E23}"/>
                </a:ext>
              </a:extLst>
            </p:cNvPr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>
                <a:gd name="connsiteX0" fmla="*/ 3035983 w 3035983"/>
                <a:gd name="connsiteY0" fmla="*/ 0 h 3162295"/>
                <a:gd name="connsiteX1" fmla="*/ 3035983 w 3035983"/>
                <a:gd name="connsiteY1" fmla="*/ 1627776 h 3162295"/>
                <a:gd name="connsiteX2" fmla="*/ 1779818 w 3035983"/>
                <a:gd name="connsiteY2" fmla="*/ 2883941 h 3162295"/>
                <a:gd name="connsiteX3" fmla="*/ 1107726 w 3035983"/>
                <a:gd name="connsiteY3" fmla="*/ 3162295 h 3162295"/>
                <a:gd name="connsiteX4" fmla="*/ 95248 w 3035983"/>
                <a:gd name="connsiteY4" fmla="*/ 3162295 h 3162295"/>
                <a:gd name="connsiteX5" fmla="*/ 28020 w 3035983"/>
                <a:gd name="connsiteY5" fmla="*/ 3000022 h 3162295"/>
                <a:gd name="connsiteX6" fmla="*/ 2991889 w 3035983"/>
                <a:gd name="connsiteY6" fmla="*/ 36153 h 316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5983" h="3162295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5000">
                  <a:srgbClr val="61A30E"/>
                </a:gs>
                <a:gs pos="80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E43FCC5-AD89-BD2E-37A1-C8E7D4E39967}"/>
                </a:ext>
              </a:extLst>
            </p:cNvPr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>
                <a:gd name="connsiteX0" fmla="*/ 1729824 w 5910657"/>
                <a:gd name="connsiteY0" fmla="*/ 3921349 h 3921348"/>
                <a:gd name="connsiteX1" fmla="*/ 95248 w 5910657"/>
                <a:gd name="connsiteY1" fmla="*/ 3921349 h 3921348"/>
                <a:gd name="connsiteX2" fmla="*/ 28020 w 5910657"/>
                <a:gd name="connsiteY2" fmla="*/ 3759076 h 3921348"/>
                <a:gd name="connsiteX3" fmla="*/ 3508742 w 5910657"/>
                <a:gd name="connsiteY3" fmla="*/ 278354 h 3921348"/>
                <a:gd name="connsiteX4" fmla="*/ 4180834 w 5910657"/>
                <a:gd name="connsiteY4" fmla="*/ 0 h 3921348"/>
                <a:gd name="connsiteX5" fmla="*/ 5815410 w 5910657"/>
                <a:gd name="connsiteY5" fmla="*/ 0 h 3921348"/>
                <a:gd name="connsiteX6" fmla="*/ 5882638 w 5910657"/>
                <a:gd name="connsiteY6" fmla="*/ 162273 h 3921348"/>
                <a:gd name="connsiteX7" fmla="*/ 2401916 w 5910657"/>
                <a:gd name="connsiteY7" fmla="*/ 3642994 h 3921348"/>
                <a:gd name="connsiteX8" fmla="*/ 1729824 w 5910657"/>
                <a:gd name="connsiteY8" fmla="*/ 3921349 h 392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10657" h="3921348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5000">
                  <a:srgbClr val="61A30E"/>
                </a:gs>
                <a:gs pos="80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</p:grpSp>
      <p:sp>
        <p:nvSpPr>
          <p:cNvPr id="9" name="Text Placeholder 862">
            <a:extLst>
              <a:ext uri="{FF2B5EF4-FFF2-40B4-BE49-F238E27FC236}">
                <a16:creationId xmlns:a16="http://schemas.microsoft.com/office/drawing/2014/main" id="{65A5776C-9EB9-F84B-B0C4-411FA1106F6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6477" y="2233670"/>
            <a:ext cx="6519403" cy="228599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accent4"/>
                </a:solidFill>
              </a:defRPr>
            </a:lvl1pPr>
            <a:lvl2pPr marL="273050" indent="0">
              <a:buNone/>
              <a:defRPr/>
            </a:lvl2pPr>
          </a:lstStyle>
          <a:p>
            <a:pPr lvl="0"/>
            <a:r>
              <a:rPr lang="en-US" dirty="0"/>
              <a:t>Slide with large text placeholder, green theme.</a:t>
            </a:r>
          </a:p>
        </p:txBody>
      </p:sp>
      <p:sp>
        <p:nvSpPr>
          <p:cNvPr id="15" name="page number">
            <a:extLst>
              <a:ext uri="{FF2B5EF4-FFF2-40B4-BE49-F238E27FC236}">
                <a16:creationId xmlns:a16="http://schemas.microsoft.com/office/drawing/2014/main" id="{55FF2E89-7A98-C14C-B802-9BBF588108E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11" name="page number">
            <a:extLst>
              <a:ext uri="{FF2B5EF4-FFF2-40B4-BE49-F238E27FC236}">
                <a16:creationId xmlns:a16="http://schemas.microsoft.com/office/drawing/2014/main" id="{55FF2E89-7A98-C14C-B802-9BBF588108E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499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 -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AE981AE-FE9F-186D-50E0-7F14F9BF53B6}"/>
              </a:ext>
            </a:extLst>
          </p:cNvPr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4C6C08E0-382E-E034-0786-953B81FE7655}"/>
                </a:ext>
              </a:extLst>
            </p:cNvPr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>
                <a:gd name="connsiteX0" fmla="*/ 3035983 w 3035983"/>
                <a:gd name="connsiteY0" fmla="*/ 0 h 3162295"/>
                <a:gd name="connsiteX1" fmla="*/ 3035983 w 3035983"/>
                <a:gd name="connsiteY1" fmla="*/ 1627776 h 3162295"/>
                <a:gd name="connsiteX2" fmla="*/ 1779818 w 3035983"/>
                <a:gd name="connsiteY2" fmla="*/ 2883941 h 3162295"/>
                <a:gd name="connsiteX3" fmla="*/ 1107726 w 3035983"/>
                <a:gd name="connsiteY3" fmla="*/ 3162295 h 3162295"/>
                <a:gd name="connsiteX4" fmla="*/ 95248 w 3035983"/>
                <a:gd name="connsiteY4" fmla="*/ 3162295 h 3162295"/>
                <a:gd name="connsiteX5" fmla="*/ 28020 w 3035983"/>
                <a:gd name="connsiteY5" fmla="*/ 3000022 h 3162295"/>
                <a:gd name="connsiteX6" fmla="*/ 2991889 w 3035983"/>
                <a:gd name="connsiteY6" fmla="*/ 36153 h 316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5983" h="3162295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21000">
                  <a:schemeClr val="accent2"/>
                </a:gs>
                <a:gs pos="83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200D762-9980-0F2F-A4D2-E7F64294A756}"/>
                </a:ext>
              </a:extLst>
            </p:cNvPr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>
                <a:gd name="connsiteX0" fmla="*/ 1729824 w 5910657"/>
                <a:gd name="connsiteY0" fmla="*/ 3921349 h 3921348"/>
                <a:gd name="connsiteX1" fmla="*/ 95248 w 5910657"/>
                <a:gd name="connsiteY1" fmla="*/ 3921349 h 3921348"/>
                <a:gd name="connsiteX2" fmla="*/ 28020 w 5910657"/>
                <a:gd name="connsiteY2" fmla="*/ 3759076 h 3921348"/>
                <a:gd name="connsiteX3" fmla="*/ 3508742 w 5910657"/>
                <a:gd name="connsiteY3" fmla="*/ 278354 h 3921348"/>
                <a:gd name="connsiteX4" fmla="*/ 4180834 w 5910657"/>
                <a:gd name="connsiteY4" fmla="*/ 0 h 3921348"/>
                <a:gd name="connsiteX5" fmla="*/ 5815410 w 5910657"/>
                <a:gd name="connsiteY5" fmla="*/ 0 h 3921348"/>
                <a:gd name="connsiteX6" fmla="*/ 5882638 w 5910657"/>
                <a:gd name="connsiteY6" fmla="*/ 162273 h 3921348"/>
                <a:gd name="connsiteX7" fmla="*/ 2401916 w 5910657"/>
                <a:gd name="connsiteY7" fmla="*/ 3642994 h 3921348"/>
                <a:gd name="connsiteX8" fmla="*/ 1729824 w 5910657"/>
                <a:gd name="connsiteY8" fmla="*/ 3921349 h 392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10657" h="3921348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21000">
                  <a:schemeClr val="accent2"/>
                </a:gs>
                <a:gs pos="83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</p:grpSp>
      <p:sp>
        <p:nvSpPr>
          <p:cNvPr id="9" name="Text Placeholder 862">
            <a:extLst>
              <a:ext uri="{FF2B5EF4-FFF2-40B4-BE49-F238E27FC236}">
                <a16:creationId xmlns:a16="http://schemas.microsoft.com/office/drawing/2014/main" id="{113BEA88-710C-A54D-A13C-5E36B6B878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0171" y="2233670"/>
            <a:ext cx="6525709" cy="228599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accent2"/>
                </a:solidFill>
              </a:defRPr>
            </a:lvl1pPr>
            <a:lvl2pPr marL="273050" indent="0">
              <a:buNone/>
              <a:defRPr/>
            </a:lvl2pPr>
          </a:lstStyle>
          <a:p>
            <a:pPr lvl="0"/>
            <a:r>
              <a:rPr lang="en-US" dirty="0"/>
              <a:t>Slide with large text placeholder, blue theme.</a:t>
            </a:r>
          </a:p>
        </p:txBody>
      </p:sp>
      <p:sp>
        <p:nvSpPr>
          <p:cNvPr id="16" name="page number">
            <a:extLst>
              <a:ext uri="{FF2B5EF4-FFF2-40B4-BE49-F238E27FC236}">
                <a16:creationId xmlns:a16="http://schemas.microsoft.com/office/drawing/2014/main" id="{3A15EC20-3B57-4E4E-872C-A34852CBEF14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11" name="page number">
            <a:extLst>
              <a:ext uri="{FF2B5EF4-FFF2-40B4-BE49-F238E27FC236}">
                <a16:creationId xmlns:a16="http://schemas.microsoft.com/office/drawing/2014/main" id="{3A15EC20-3B57-4E4E-872C-A34852CBEF14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28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 -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76AE21A-751A-3AAB-6E34-CE624563FF91}"/>
              </a:ext>
            </a:extLst>
          </p:cNvPr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CFA1240-3D0D-AB66-BC3F-80EED3546482}"/>
                </a:ext>
              </a:extLst>
            </p:cNvPr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>
                <a:gd name="connsiteX0" fmla="*/ 3035983 w 3035983"/>
                <a:gd name="connsiteY0" fmla="*/ 0 h 3162295"/>
                <a:gd name="connsiteX1" fmla="*/ 3035983 w 3035983"/>
                <a:gd name="connsiteY1" fmla="*/ 1627776 h 3162295"/>
                <a:gd name="connsiteX2" fmla="*/ 1779818 w 3035983"/>
                <a:gd name="connsiteY2" fmla="*/ 2883941 h 3162295"/>
                <a:gd name="connsiteX3" fmla="*/ 1107726 w 3035983"/>
                <a:gd name="connsiteY3" fmla="*/ 3162295 h 3162295"/>
                <a:gd name="connsiteX4" fmla="*/ 95248 w 3035983"/>
                <a:gd name="connsiteY4" fmla="*/ 3162295 h 3162295"/>
                <a:gd name="connsiteX5" fmla="*/ 28020 w 3035983"/>
                <a:gd name="connsiteY5" fmla="*/ 3000022 h 3162295"/>
                <a:gd name="connsiteX6" fmla="*/ 2991889 w 3035983"/>
                <a:gd name="connsiteY6" fmla="*/ 36153 h 316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5983" h="3162295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6000">
                  <a:schemeClr val="accent5"/>
                </a:gs>
                <a:gs pos="73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884ED15-B8BE-771F-D78D-1BE6D9F66CCF}"/>
                </a:ext>
              </a:extLst>
            </p:cNvPr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>
                <a:gd name="connsiteX0" fmla="*/ 1729824 w 5910657"/>
                <a:gd name="connsiteY0" fmla="*/ 3921349 h 3921348"/>
                <a:gd name="connsiteX1" fmla="*/ 95248 w 5910657"/>
                <a:gd name="connsiteY1" fmla="*/ 3921349 h 3921348"/>
                <a:gd name="connsiteX2" fmla="*/ 28020 w 5910657"/>
                <a:gd name="connsiteY2" fmla="*/ 3759076 h 3921348"/>
                <a:gd name="connsiteX3" fmla="*/ 3508742 w 5910657"/>
                <a:gd name="connsiteY3" fmla="*/ 278354 h 3921348"/>
                <a:gd name="connsiteX4" fmla="*/ 4180834 w 5910657"/>
                <a:gd name="connsiteY4" fmla="*/ 0 h 3921348"/>
                <a:gd name="connsiteX5" fmla="*/ 5815410 w 5910657"/>
                <a:gd name="connsiteY5" fmla="*/ 0 h 3921348"/>
                <a:gd name="connsiteX6" fmla="*/ 5882638 w 5910657"/>
                <a:gd name="connsiteY6" fmla="*/ 162273 h 3921348"/>
                <a:gd name="connsiteX7" fmla="*/ 2401916 w 5910657"/>
                <a:gd name="connsiteY7" fmla="*/ 3642994 h 3921348"/>
                <a:gd name="connsiteX8" fmla="*/ 1729824 w 5910657"/>
                <a:gd name="connsiteY8" fmla="*/ 3921349 h 392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10657" h="3921348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21000">
                  <a:schemeClr val="accent5"/>
                </a:gs>
                <a:gs pos="83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</p:grpSp>
      <p:sp>
        <p:nvSpPr>
          <p:cNvPr id="10" name="Text Placeholder 862">
            <a:extLst>
              <a:ext uri="{FF2B5EF4-FFF2-40B4-BE49-F238E27FC236}">
                <a16:creationId xmlns:a16="http://schemas.microsoft.com/office/drawing/2014/main" id="{BB1BA4EC-6D18-954E-81DD-4678CFBE6F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6477" y="2233670"/>
            <a:ext cx="6519403" cy="228599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accent5"/>
                </a:solidFill>
              </a:defRPr>
            </a:lvl1pPr>
            <a:lvl2pPr marL="273050" indent="0">
              <a:buNone/>
              <a:defRPr/>
            </a:lvl2pPr>
          </a:lstStyle>
          <a:p>
            <a:pPr lvl="0"/>
            <a:r>
              <a:rPr lang="en-US" dirty="0"/>
              <a:t>Slide with large text placeholder, purple theme.</a:t>
            </a:r>
          </a:p>
        </p:txBody>
      </p:sp>
      <p:sp>
        <p:nvSpPr>
          <p:cNvPr id="16" name="page number">
            <a:extLst>
              <a:ext uri="{FF2B5EF4-FFF2-40B4-BE49-F238E27FC236}">
                <a16:creationId xmlns:a16="http://schemas.microsoft.com/office/drawing/2014/main" id="{312DD3E6-E621-1B4F-9197-621CC0C346AF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11" name="page number">
            <a:extLst>
              <a:ext uri="{FF2B5EF4-FFF2-40B4-BE49-F238E27FC236}">
                <a16:creationId xmlns:a16="http://schemas.microsoft.com/office/drawing/2014/main" id="{312DD3E6-E621-1B4F-9197-621CC0C346AF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05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ig Statement 2 - Leaf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552AB5D8-753F-CA24-2C8A-45BC9791756E}"/>
              </a:ext>
            </a:extLst>
          </p:cNvPr>
          <p:cNvSpPr/>
          <p:nvPr/>
        </p:nvSpPr>
        <p:spPr>
          <a:xfrm>
            <a:off x="-9731" y="1828236"/>
            <a:ext cx="12203581" cy="4225133"/>
          </a:xfrm>
          <a:custGeom>
            <a:avLst/>
            <a:gdLst>
              <a:gd name="connsiteX0" fmla="*/ 11206701 w 12203581"/>
              <a:gd name="connsiteY0" fmla="*/ 0 h 4225133"/>
              <a:gd name="connsiteX1" fmla="*/ 12203581 w 12203581"/>
              <a:gd name="connsiteY1" fmla="*/ 0 h 4225133"/>
              <a:gd name="connsiteX2" fmla="*/ 12203581 w 12203581"/>
              <a:gd name="connsiteY2" fmla="*/ 76381 h 4225133"/>
              <a:gd name="connsiteX3" fmla="*/ 11206764 w 12203581"/>
              <a:gd name="connsiteY3" fmla="*/ 76381 h 4225133"/>
              <a:gd name="connsiteX4" fmla="*/ 10082496 w 12203581"/>
              <a:gd name="connsiteY4" fmla="*/ 542038 h 4225133"/>
              <a:gd name="connsiteX5" fmla="*/ 6864996 w 12203581"/>
              <a:gd name="connsiteY5" fmla="*/ 3759476 h 4225133"/>
              <a:gd name="connsiteX6" fmla="*/ 5740727 w 12203581"/>
              <a:gd name="connsiteY6" fmla="*/ 4225133 h 4225133"/>
              <a:gd name="connsiteX7" fmla="*/ 0 w 12203581"/>
              <a:gd name="connsiteY7" fmla="*/ 4225133 h 4225133"/>
              <a:gd name="connsiteX8" fmla="*/ 0 w 12203581"/>
              <a:gd name="connsiteY8" fmla="*/ 4148754 h 4225133"/>
              <a:gd name="connsiteX9" fmla="*/ 5740727 w 12203581"/>
              <a:gd name="connsiteY9" fmla="*/ 4148754 h 4225133"/>
              <a:gd name="connsiteX10" fmla="*/ 6319969 w 12203581"/>
              <a:gd name="connsiteY10" fmla="*/ 4033515 h 4225133"/>
              <a:gd name="connsiteX11" fmla="*/ 6811001 w 12203581"/>
              <a:gd name="connsiteY11" fmla="*/ 3705419 h 4225133"/>
              <a:gd name="connsiteX12" fmla="*/ 10028503 w 12203581"/>
              <a:gd name="connsiteY12" fmla="*/ 487980 h 4225133"/>
              <a:gd name="connsiteX13" fmla="*/ 10569077 w 12203581"/>
              <a:gd name="connsiteY13" fmla="*/ 126813 h 4225133"/>
              <a:gd name="connsiteX14" fmla="*/ 11206701 w 12203581"/>
              <a:gd name="connsiteY14" fmla="*/ 0 h 4225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3581" h="4225133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1A0A18CC-E157-AD15-E51D-50F3DC99465B}"/>
              </a:ext>
            </a:extLst>
          </p:cNvPr>
          <p:cNvSpPr/>
          <p:nvPr/>
        </p:nvSpPr>
        <p:spPr>
          <a:xfrm>
            <a:off x="6457030" y="3559219"/>
            <a:ext cx="5731795" cy="3298781"/>
          </a:xfrm>
          <a:custGeom>
            <a:avLst/>
            <a:gdLst>
              <a:gd name="connsiteX0" fmla="*/ 3823502 w 5731795"/>
              <a:gd name="connsiteY0" fmla="*/ 0 h 3298781"/>
              <a:gd name="connsiteX1" fmla="*/ 5731795 w 5731795"/>
              <a:gd name="connsiteY1" fmla="*/ 0 h 3298781"/>
              <a:gd name="connsiteX2" fmla="*/ 5731795 w 5731795"/>
              <a:gd name="connsiteY2" fmla="*/ 1358608 h 3298781"/>
              <a:gd name="connsiteX3" fmla="*/ 3791622 w 5731795"/>
              <a:gd name="connsiteY3" fmla="*/ 3298781 h 3298781"/>
              <a:gd name="connsiteX4" fmla="*/ 0 w 5731795"/>
              <a:gd name="connsiteY4" fmla="*/ 3298781 h 3298781"/>
              <a:gd name="connsiteX5" fmla="*/ 2927726 w 5731795"/>
              <a:gd name="connsiteY5" fmla="*/ 371055 h 3298781"/>
              <a:gd name="connsiteX6" fmla="*/ 3823502 w 5731795"/>
              <a:gd name="connsiteY6" fmla="*/ 0 h 3298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31795" h="3298781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21000">
                <a:srgbClr val="61A30E"/>
              </a:gs>
              <a:gs pos="83000">
                <a:srgbClr val="0095C4"/>
              </a:gs>
            </a:gsLst>
            <a:lin ang="18900033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426C215B-BC62-3CF9-EDF0-6413174A43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108" y="938794"/>
            <a:ext cx="6427626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Big Statement – </a:t>
            </a:r>
            <a:br>
              <a:rPr lang="en-US"/>
            </a:br>
            <a:r>
              <a:rPr lang="en-US"/>
              <a:t>Green Theme</a:t>
            </a:r>
          </a:p>
        </p:txBody>
      </p:sp>
      <p:sp>
        <p:nvSpPr>
          <p:cNvPr id="29" name="Subtitle">
            <a:extLst>
              <a:ext uri="{FF2B5EF4-FFF2-40B4-BE49-F238E27FC236}">
                <a16:creationId xmlns:a16="http://schemas.microsoft.com/office/drawing/2014/main" id="{615FECE3-9918-4B48-E68F-739600E4B93A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67712"/>
            <a:ext cx="6408402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4144FBF0-61D7-2140-A159-ECF2E9CDDA21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658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 2 -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6694C6-6A30-F4F5-68A3-ABC8048E7AE9}"/>
              </a:ext>
            </a:extLst>
          </p:cNvPr>
          <p:cNvSpPr/>
          <p:nvPr/>
        </p:nvSpPr>
        <p:spPr>
          <a:xfrm>
            <a:off x="-9731" y="1828236"/>
            <a:ext cx="12203581" cy="4225133"/>
          </a:xfrm>
          <a:custGeom>
            <a:avLst/>
            <a:gdLst>
              <a:gd name="connsiteX0" fmla="*/ 11206701 w 12203581"/>
              <a:gd name="connsiteY0" fmla="*/ 0 h 4225133"/>
              <a:gd name="connsiteX1" fmla="*/ 12203581 w 12203581"/>
              <a:gd name="connsiteY1" fmla="*/ 0 h 4225133"/>
              <a:gd name="connsiteX2" fmla="*/ 12203581 w 12203581"/>
              <a:gd name="connsiteY2" fmla="*/ 76381 h 4225133"/>
              <a:gd name="connsiteX3" fmla="*/ 11206764 w 12203581"/>
              <a:gd name="connsiteY3" fmla="*/ 76381 h 4225133"/>
              <a:gd name="connsiteX4" fmla="*/ 10082496 w 12203581"/>
              <a:gd name="connsiteY4" fmla="*/ 542038 h 4225133"/>
              <a:gd name="connsiteX5" fmla="*/ 6864996 w 12203581"/>
              <a:gd name="connsiteY5" fmla="*/ 3759476 h 4225133"/>
              <a:gd name="connsiteX6" fmla="*/ 5740727 w 12203581"/>
              <a:gd name="connsiteY6" fmla="*/ 4225133 h 4225133"/>
              <a:gd name="connsiteX7" fmla="*/ 0 w 12203581"/>
              <a:gd name="connsiteY7" fmla="*/ 4225133 h 4225133"/>
              <a:gd name="connsiteX8" fmla="*/ 0 w 12203581"/>
              <a:gd name="connsiteY8" fmla="*/ 4148754 h 4225133"/>
              <a:gd name="connsiteX9" fmla="*/ 5740727 w 12203581"/>
              <a:gd name="connsiteY9" fmla="*/ 4148754 h 4225133"/>
              <a:gd name="connsiteX10" fmla="*/ 6319969 w 12203581"/>
              <a:gd name="connsiteY10" fmla="*/ 4033515 h 4225133"/>
              <a:gd name="connsiteX11" fmla="*/ 6811001 w 12203581"/>
              <a:gd name="connsiteY11" fmla="*/ 3705419 h 4225133"/>
              <a:gd name="connsiteX12" fmla="*/ 10028503 w 12203581"/>
              <a:gd name="connsiteY12" fmla="*/ 487980 h 4225133"/>
              <a:gd name="connsiteX13" fmla="*/ 10569077 w 12203581"/>
              <a:gd name="connsiteY13" fmla="*/ 126813 h 4225133"/>
              <a:gd name="connsiteX14" fmla="*/ 11206701 w 12203581"/>
              <a:gd name="connsiteY14" fmla="*/ 0 h 4225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3581" h="4225133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43BE5DC-D92A-9A5C-C8AE-7A979F11542A}"/>
              </a:ext>
            </a:extLst>
          </p:cNvPr>
          <p:cNvSpPr/>
          <p:nvPr/>
        </p:nvSpPr>
        <p:spPr>
          <a:xfrm>
            <a:off x="6457030" y="3564299"/>
            <a:ext cx="5731795" cy="3298781"/>
          </a:xfrm>
          <a:custGeom>
            <a:avLst/>
            <a:gdLst>
              <a:gd name="connsiteX0" fmla="*/ 3823502 w 5731795"/>
              <a:gd name="connsiteY0" fmla="*/ 0 h 3298781"/>
              <a:gd name="connsiteX1" fmla="*/ 5731795 w 5731795"/>
              <a:gd name="connsiteY1" fmla="*/ 0 h 3298781"/>
              <a:gd name="connsiteX2" fmla="*/ 5731795 w 5731795"/>
              <a:gd name="connsiteY2" fmla="*/ 1358608 h 3298781"/>
              <a:gd name="connsiteX3" fmla="*/ 3791622 w 5731795"/>
              <a:gd name="connsiteY3" fmla="*/ 3298781 h 3298781"/>
              <a:gd name="connsiteX4" fmla="*/ 0 w 5731795"/>
              <a:gd name="connsiteY4" fmla="*/ 3298781 h 3298781"/>
              <a:gd name="connsiteX5" fmla="*/ 2927726 w 5731795"/>
              <a:gd name="connsiteY5" fmla="*/ 371055 h 3298781"/>
              <a:gd name="connsiteX6" fmla="*/ 3823502 w 5731795"/>
              <a:gd name="connsiteY6" fmla="*/ 0 h 3298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31795" h="3298781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21000">
                <a:schemeClr val="accent2"/>
              </a:gs>
              <a:gs pos="83000">
                <a:srgbClr val="0095C4"/>
              </a:gs>
            </a:gsLst>
            <a:lin ang="18900033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page number">
            <a:extLst>
              <a:ext uri="{FF2B5EF4-FFF2-40B4-BE49-F238E27FC236}">
                <a16:creationId xmlns:a16="http://schemas.microsoft.com/office/drawing/2014/main" id="{45469056-638C-FF40-8AA5-0675077535BA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001CFD5C-7C19-8E30-BF20-52E7629C49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108" y="938794"/>
            <a:ext cx="6427626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Big Statement –</a:t>
            </a:r>
            <a:br>
              <a:rPr lang="en-US"/>
            </a:br>
            <a:r>
              <a:rPr lang="en-US"/>
              <a:t>Blue Theme</a:t>
            </a:r>
          </a:p>
        </p:txBody>
      </p:sp>
      <p:sp>
        <p:nvSpPr>
          <p:cNvPr id="30" name="Subtitle">
            <a:extLst>
              <a:ext uri="{FF2B5EF4-FFF2-40B4-BE49-F238E27FC236}">
                <a16:creationId xmlns:a16="http://schemas.microsoft.com/office/drawing/2014/main" id="{2765CEAA-0CA6-BE98-B450-1301D576C6A5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67712"/>
            <a:ext cx="6408402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10" name="Freeform: Shape 5">
            <a:extLst>
              <a:ext uri="{FF2B5EF4-FFF2-40B4-BE49-F238E27FC236}">
                <a16:creationId xmlns:a16="http://schemas.microsoft.com/office/drawing/2014/main" id="{DC6694C6-6A30-F4F5-68A3-ABC8048E7AE9}"/>
              </a:ext>
            </a:extLst>
          </p:cNvPr>
          <p:cNvSpPr/>
          <p:nvPr/>
        </p:nvSpPr>
        <p:spPr>
          <a:xfrm>
            <a:off x="-9731" y="1828236"/>
            <a:ext cx="12203581" cy="4225133"/>
          </a:xfrm>
          <a:custGeom>
            <a:avLst/>
            <a:gdLst>
              <a:gd name="connsiteX0" fmla="*/ 11206701 w 12203581"/>
              <a:gd name="connsiteY0" fmla="*/ 0 h 4225133"/>
              <a:gd name="connsiteX1" fmla="*/ 12203581 w 12203581"/>
              <a:gd name="connsiteY1" fmla="*/ 0 h 4225133"/>
              <a:gd name="connsiteX2" fmla="*/ 12203581 w 12203581"/>
              <a:gd name="connsiteY2" fmla="*/ 76381 h 4225133"/>
              <a:gd name="connsiteX3" fmla="*/ 11206764 w 12203581"/>
              <a:gd name="connsiteY3" fmla="*/ 76381 h 4225133"/>
              <a:gd name="connsiteX4" fmla="*/ 10082496 w 12203581"/>
              <a:gd name="connsiteY4" fmla="*/ 542038 h 4225133"/>
              <a:gd name="connsiteX5" fmla="*/ 6864996 w 12203581"/>
              <a:gd name="connsiteY5" fmla="*/ 3759476 h 4225133"/>
              <a:gd name="connsiteX6" fmla="*/ 5740727 w 12203581"/>
              <a:gd name="connsiteY6" fmla="*/ 4225133 h 4225133"/>
              <a:gd name="connsiteX7" fmla="*/ 0 w 12203581"/>
              <a:gd name="connsiteY7" fmla="*/ 4225133 h 4225133"/>
              <a:gd name="connsiteX8" fmla="*/ 0 w 12203581"/>
              <a:gd name="connsiteY8" fmla="*/ 4148754 h 4225133"/>
              <a:gd name="connsiteX9" fmla="*/ 5740727 w 12203581"/>
              <a:gd name="connsiteY9" fmla="*/ 4148754 h 4225133"/>
              <a:gd name="connsiteX10" fmla="*/ 6319969 w 12203581"/>
              <a:gd name="connsiteY10" fmla="*/ 4033515 h 4225133"/>
              <a:gd name="connsiteX11" fmla="*/ 6811001 w 12203581"/>
              <a:gd name="connsiteY11" fmla="*/ 3705419 h 4225133"/>
              <a:gd name="connsiteX12" fmla="*/ 10028503 w 12203581"/>
              <a:gd name="connsiteY12" fmla="*/ 487980 h 4225133"/>
              <a:gd name="connsiteX13" fmla="*/ 10569077 w 12203581"/>
              <a:gd name="connsiteY13" fmla="*/ 126813 h 4225133"/>
              <a:gd name="connsiteX14" fmla="*/ 11206701 w 12203581"/>
              <a:gd name="connsiteY14" fmla="*/ 0 h 4225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3581" h="4225133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page number">
            <a:extLst>
              <a:ext uri="{FF2B5EF4-FFF2-40B4-BE49-F238E27FC236}">
                <a16:creationId xmlns:a16="http://schemas.microsoft.com/office/drawing/2014/main" id="{45469056-638C-FF40-8AA5-0675077535BA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762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 2 -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3AA4DDC-2936-0AB6-8344-5481913C661E}"/>
              </a:ext>
            </a:extLst>
          </p:cNvPr>
          <p:cNvSpPr/>
          <p:nvPr/>
        </p:nvSpPr>
        <p:spPr>
          <a:xfrm>
            <a:off x="-9731" y="1828236"/>
            <a:ext cx="12203581" cy="4225133"/>
          </a:xfrm>
          <a:custGeom>
            <a:avLst/>
            <a:gdLst>
              <a:gd name="connsiteX0" fmla="*/ 11206701 w 12203581"/>
              <a:gd name="connsiteY0" fmla="*/ 0 h 4225133"/>
              <a:gd name="connsiteX1" fmla="*/ 12203581 w 12203581"/>
              <a:gd name="connsiteY1" fmla="*/ 0 h 4225133"/>
              <a:gd name="connsiteX2" fmla="*/ 12203581 w 12203581"/>
              <a:gd name="connsiteY2" fmla="*/ 76381 h 4225133"/>
              <a:gd name="connsiteX3" fmla="*/ 11206764 w 12203581"/>
              <a:gd name="connsiteY3" fmla="*/ 76381 h 4225133"/>
              <a:gd name="connsiteX4" fmla="*/ 10082496 w 12203581"/>
              <a:gd name="connsiteY4" fmla="*/ 542038 h 4225133"/>
              <a:gd name="connsiteX5" fmla="*/ 6864996 w 12203581"/>
              <a:gd name="connsiteY5" fmla="*/ 3759476 h 4225133"/>
              <a:gd name="connsiteX6" fmla="*/ 5740727 w 12203581"/>
              <a:gd name="connsiteY6" fmla="*/ 4225133 h 4225133"/>
              <a:gd name="connsiteX7" fmla="*/ 0 w 12203581"/>
              <a:gd name="connsiteY7" fmla="*/ 4225133 h 4225133"/>
              <a:gd name="connsiteX8" fmla="*/ 0 w 12203581"/>
              <a:gd name="connsiteY8" fmla="*/ 4148754 h 4225133"/>
              <a:gd name="connsiteX9" fmla="*/ 5740727 w 12203581"/>
              <a:gd name="connsiteY9" fmla="*/ 4148754 h 4225133"/>
              <a:gd name="connsiteX10" fmla="*/ 6319969 w 12203581"/>
              <a:gd name="connsiteY10" fmla="*/ 4033515 h 4225133"/>
              <a:gd name="connsiteX11" fmla="*/ 6811001 w 12203581"/>
              <a:gd name="connsiteY11" fmla="*/ 3705419 h 4225133"/>
              <a:gd name="connsiteX12" fmla="*/ 10028503 w 12203581"/>
              <a:gd name="connsiteY12" fmla="*/ 487980 h 4225133"/>
              <a:gd name="connsiteX13" fmla="*/ 10569077 w 12203581"/>
              <a:gd name="connsiteY13" fmla="*/ 126813 h 4225133"/>
              <a:gd name="connsiteX14" fmla="*/ 11206701 w 12203581"/>
              <a:gd name="connsiteY14" fmla="*/ 0 h 4225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3581" h="4225133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5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2AE01D1-6E35-D230-30F3-0D3E2F8A5364}"/>
              </a:ext>
            </a:extLst>
          </p:cNvPr>
          <p:cNvSpPr/>
          <p:nvPr/>
        </p:nvSpPr>
        <p:spPr>
          <a:xfrm>
            <a:off x="6457030" y="3564299"/>
            <a:ext cx="5731795" cy="3298781"/>
          </a:xfrm>
          <a:custGeom>
            <a:avLst/>
            <a:gdLst>
              <a:gd name="connsiteX0" fmla="*/ 3823502 w 5731795"/>
              <a:gd name="connsiteY0" fmla="*/ 0 h 3298781"/>
              <a:gd name="connsiteX1" fmla="*/ 5731795 w 5731795"/>
              <a:gd name="connsiteY1" fmla="*/ 0 h 3298781"/>
              <a:gd name="connsiteX2" fmla="*/ 5731795 w 5731795"/>
              <a:gd name="connsiteY2" fmla="*/ 1358608 h 3298781"/>
              <a:gd name="connsiteX3" fmla="*/ 3791622 w 5731795"/>
              <a:gd name="connsiteY3" fmla="*/ 3298781 h 3298781"/>
              <a:gd name="connsiteX4" fmla="*/ 0 w 5731795"/>
              <a:gd name="connsiteY4" fmla="*/ 3298781 h 3298781"/>
              <a:gd name="connsiteX5" fmla="*/ 2927726 w 5731795"/>
              <a:gd name="connsiteY5" fmla="*/ 371055 h 3298781"/>
              <a:gd name="connsiteX6" fmla="*/ 3823502 w 5731795"/>
              <a:gd name="connsiteY6" fmla="*/ 0 h 3298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31795" h="3298781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21000">
                <a:schemeClr val="accent5"/>
              </a:gs>
              <a:gs pos="83000">
                <a:srgbClr val="0095C4"/>
              </a:gs>
            </a:gsLst>
            <a:lin ang="18900033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2A1148C9-BE55-F64C-8A6E-A5239BDB4089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CA9A76-8DB9-793E-B69C-4DDA15EBC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108" y="938794"/>
            <a:ext cx="6427626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Big Statement – </a:t>
            </a:r>
            <a:br>
              <a:rPr lang="en-US" dirty="0"/>
            </a:br>
            <a:r>
              <a:rPr lang="en-US" dirty="0"/>
              <a:t>Purple Theme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E9F2B30E-136B-200F-6F46-63B36E449AFD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67712"/>
            <a:ext cx="6408402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9" name="Freeform: Shape 31">
            <a:extLst>
              <a:ext uri="{FF2B5EF4-FFF2-40B4-BE49-F238E27FC236}">
                <a16:creationId xmlns:a16="http://schemas.microsoft.com/office/drawing/2014/main" id="{23AA4DDC-2936-0AB6-8344-5481913C661E}"/>
              </a:ext>
            </a:extLst>
          </p:cNvPr>
          <p:cNvSpPr/>
          <p:nvPr/>
        </p:nvSpPr>
        <p:spPr>
          <a:xfrm>
            <a:off x="-9731" y="1828236"/>
            <a:ext cx="12203581" cy="4225133"/>
          </a:xfrm>
          <a:custGeom>
            <a:avLst/>
            <a:gdLst>
              <a:gd name="connsiteX0" fmla="*/ 11206701 w 12203581"/>
              <a:gd name="connsiteY0" fmla="*/ 0 h 4225133"/>
              <a:gd name="connsiteX1" fmla="*/ 12203581 w 12203581"/>
              <a:gd name="connsiteY1" fmla="*/ 0 h 4225133"/>
              <a:gd name="connsiteX2" fmla="*/ 12203581 w 12203581"/>
              <a:gd name="connsiteY2" fmla="*/ 76381 h 4225133"/>
              <a:gd name="connsiteX3" fmla="*/ 11206764 w 12203581"/>
              <a:gd name="connsiteY3" fmla="*/ 76381 h 4225133"/>
              <a:gd name="connsiteX4" fmla="*/ 10082496 w 12203581"/>
              <a:gd name="connsiteY4" fmla="*/ 542038 h 4225133"/>
              <a:gd name="connsiteX5" fmla="*/ 6864996 w 12203581"/>
              <a:gd name="connsiteY5" fmla="*/ 3759476 h 4225133"/>
              <a:gd name="connsiteX6" fmla="*/ 5740727 w 12203581"/>
              <a:gd name="connsiteY6" fmla="*/ 4225133 h 4225133"/>
              <a:gd name="connsiteX7" fmla="*/ 0 w 12203581"/>
              <a:gd name="connsiteY7" fmla="*/ 4225133 h 4225133"/>
              <a:gd name="connsiteX8" fmla="*/ 0 w 12203581"/>
              <a:gd name="connsiteY8" fmla="*/ 4148754 h 4225133"/>
              <a:gd name="connsiteX9" fmla="*/ 5740727 w 12203581"/>
              <a:gd name="connsiteY9" fmla="*/ 4148754 h 4225133"/>
              <a:gd name="connsiteX10" fmla="*/ 6319969 w 12203581"/>
              <a:gd name="connsiteY10" fmla="*/ 4033515 h 4225133"/>
              <a:gd name="connsiteX11" fmla="*/ 6811001 w 12203581"/>
              <a:gd name="connsiteY11" fmla="*/ 3705419 h 4225133"/>
              <a:gd name="connsiteX12" fmla="*/ 10028503 w 12203581"/>
              <a:gd name="connsiteY12" fmla="*/ 487980 h 4225133"/>
              <a:gd name="connsiteX13" fmla="*/ 10569077 w 12203581"/>
              <a:gd name="connsiteY13" fmla="*/ 126813 h 4225133"/>
              <a:gd name="connsiteX14" fmla="*/ 11206701 w 12203581"/>
              <a:gd name="connsiteY14" fmla="*/ 0 h 4225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3581" h="4225133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5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page number">
            <a:extLst>
              <a:ext uri="{FF2B5EF4-FFF2-40B4-BE49-F238E27FC236}">
                <a16:creationId xmlns:a16="http://schemas.microsoft.com/office/drawing/2014/main" id="{2A1148C9-BE55-F64C-8A6E-A5239BDB4089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479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62">
            <a:extLst>
              <a:ext uri="{FF2B5EF4-FFF2-40B4-BE49-F238E27FC236}">
                <a16:creationId xmlns:a16="http://schemas.microsoft.com/office/drawing/2014/main" id="{C8F55BC8-3E55-49EB-BF20-18EB4F7F59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014" y="2514600"/>
            <a:ext cx="5485844" cy="182879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accent2"/>
                </a:solidFill>
              </a:defRPr>
            </a:lvl1pPr>
            <a:lvl2pPr marL="273050" indent="0">
              <a:buNone/>
              <a:defRPr/>
            </a:lvl2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5DD6E7D-B875-48DF-B6A8-450BD6AE171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785687" y="69850"/>
            <a:ext cx="5403138" cy="6788150"/>
          </a:xfrm>
        </p:spPr>
        <p:txBody>
          <a:bodyPr lIns="640080" tIns="0" rIns="640080"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on the icon to insert a picture from your computer</a:t>
            </a:r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1AAC44A2-B8BC-4B45-BE44-C4C65AFCB660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1AAC44A2-B8BC-4B45-BE44-C4C65AFCB660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58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B88A46-F304-51F6-1AAF-726E7309052D}"/>
              </a:ext>
            </a:extLst>
          </p:cNvPr>
          <p:cNvSpPr/>
          <p:nvPr/>
        </p:nvSpPr>
        <p:spPr>
          <a:xfrm>
            <a:off x="0" y="4332288"/>
            <a:ext cx="12188825" cy="2525712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4AFE851-C873-10C5-E165-301FDB834692}"/>
              </a:ext>
            </a:extLst>
          </p:cNvPr>
          <p:cNvSpPr/>
          <p:nvPr/>
        </p:nvSpPr>
        <p:spPr>
          <a:xfrm>
            <a:off x="667600" y="722997"/>
            <a:ext cx="4470400" cy="44704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Text Placeholder 14" descr="Doughnut chart label 3">
            <a:extLst>
              <a:ext uri="{FF2B5EF4-FFF2-40B4-BE49-F238E27FC236}">
                <a16:creationId xmlns:a16="http://schemas.microsoft.com/office/drawing/2014/main" id="{E4BDA96F-134D-4855-8751-F1043ABF3B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2514599"/>
            <a:ext cx="5027613" cy="1371601"/>
          </a:xfrm>
        </p:spPr>
        <p:txBody>
          <a:bodyPr anchor="ctr"/>
          <a:lstStyle>
            <a:lvl1pPr>
              <a:spcBef>
                <a:spcPts val="0"/>
              </a:spcBef>
              <a:defRPr sz="3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Doughnut Chart slide, click to add text here</a:t>
            </a:r>
          </a:p>
        </p:txBody>
      </p:sp>
      <p:sp>
        <p:nvSpPr>
          <p:cNvPr id="13" name="Text Placeholder 12" descr="Doughnut chart label 1">
            <a:extLst>
              <a:ext uri="{FF2B5EF4-FFF2-40B4-BE49-F238E27FC236}">
                <a16:creationId xmlns:a16="http://schemas.microsoft.com/office/drawing/2014/main" id="{8C4F4198-4BE0-4282-8B86-20DED598DC1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8330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12" descr="Doughnut chart label 2">
            <a:extLst>
              <a:ext uri="{FF2B5EF4-FFF2-40B4-BE49-F238E27FC236}">
                <a16:creationId xmlns:a16="http://schemas.microsoft.com/office/drawing/2014/main" id="{4B5F4E67-F2E8-4777-B495-668C321DCB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436416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2" descr="Doughnut chart label 4">
            <a:extLst>
              <a:ext uri="{FF2B5EF4-FFF2-40B4-BE49-F238E27FC236}">
                <a16:creationId xmlns:a16="http://schemas.microsoft.com/office/drawing/2014/main" id="{704846F3-64ED-4181-8AEC-68B9734DA96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61103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12" descr="Doughnut chart label 5">
            <a:extLst>
              <a:ext uri="{FF2B5EF4-FFF2-40B4-BE49-F238E27FC236}">
                <a16:creationId xmlns:a16="http://schemas.microsoft.com/office/drawing/2014/main" id="{DD17F439-D919-44B7-889F-96A1DAF172D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88109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12" descr="Doughnut chart label 6">
            <a:extLst>
              <a:ext uri="{FF2B5EF4-FFF2-40B4-BE49-F238E27FC236}">
                <a16:creationId xmlns:a16="http://schemas.microsoft.com/office/drawing/2014/main" id="{0DA74846-CC03-44FE-9AE5-4975E808F8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920672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age number">
            <a:extLst>
              <a:ext uri="{FF2B5EF4-FFF2-40B4-BE49-F238E27FC236}">
                <a16:creationId xmlns:a16="http://schemas.microsoft.com/office/drawing/2014/main" id="{5FED840F-E343-734C-96BA-0EFF5AE5DADC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grpSp>
        <p:nvGrpSpPr>
          <p:cNvPr id="9" name="Graphic 8">
            <a:extLst>
              <a:ext uri="{FF2B5EF4-FFF2-40B4-BE49-F238E27FC236}">
                <a16:creationId xmlns:a16="http://schemas.microsoft.com/office/drawing/2014/main" id="{51D71EBD-582E-1FCD-4FB5-19DB293014E0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10" name="Graphic 8">
              <a:extLst>
                <a:ext uri="{FF2B5EF4-FFF2-40B4-BE49-F238E27FC236}">
                  <a16:creationId xmlns:a16="http://schemas.microsoft.com/office/drawing/2014/main" id="{D35F1425-35AB-A636-90BD-74567B35A7DA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2" name="Freeform 49">
                <a:extLst>
                  <a:ext uri="{FF2B5EF4-FFF2-40B4-BE49-F238E27FC236}">
                    <a16:creationId xmlns:a16="http://schemas.microsoft.com/office/drawing/2014/main" id="{72251ED7-7751-A756-FB41-95D0A573AE73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" name="Freeform 50">
                <a:extLst>
                  <a:ext uri="{FF2B5EF4-FFF2-40B4-BE49-F238E27FC236}">
                    <a16:creationId xmlns:a16="http://schemas.microsoft.com/office/drawing/2014/main" id="{4F380DE5-9091-5FB2-3647-07110D571357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51">
                <a:extLst>
                  <a:ext uri="{FF2B5EF4-FFF2-40B4-BE49-F238E27FC236}">
                    <a16:creationId xmlns:a16="http://schemas.microsoft.com/office/drawing/2014/main" id="{63D834CB-F2F1-9CF3-3306-BA788EF4C863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52">
                <a:extLst>
                  <a:ext uri="{FF2B5EF4-FFF2-40B4-BE49-F238E27FC236}">
                    <a16:creationId xmlns:a16="http://schemas.microsoft.com/office/drawing/2014/main" id="{9DF9D2C4-19CD-6D6F-D1D1-11CE96C0E99D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53">
                <a:extLst>
                  <a:ext uri="{FF2B5EF4-FFF2-40B4-BE49-F238E27FC236}">
                    <a16:creationId xmlns:a16="http://schemas.microsoft.com/office/drawing/2014/main" id="{78F9C88E-5836-8A77-4538-E2CB490964F3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 54">
                <a:extLst>
                  <a:ext uri="{FF2B5EF4-FFF2-40B4-BE49-F238E27FC236}">
                    <a16:creationId xmlns:a16="http://schemas.microsoft.com/office/drawing/2014/main" id="{2234677F-1EF1-C24A-2456-FB35C738163D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55">
                <a:extLst>
                  <a:ext uri="{FF2B5EF4-FFF2-40B4-BE49-F238E27FC236}">
                    <a16:creationId xmlns:a16="http://schemas.microsoft.com/office/drawing/2014/main" id="{626F9D8A-D6B5-1888-E8B1-9C3B8C259EF5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7096839D-686D-9DA0-39C1-FF38ACD79881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58CEFB5A-654F-87FC-D4AD-C96299F7F5DE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" name="Freeform 58">
                <a:extLst>
                  <a:ext uri="{FF2B5EF4-FFF2-40B4-BE49-F238E27FC236}">
                    <a16:creationId xmlns:a16="http://schemas.microsoft.com/office/drawing/2014/main" id="{CFBE9921-9212-4D37-DEE1-045D17910520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" name="Graphic 8">
              <a:extLst>
                <a:ext uri="{FF2B5EF4-FFF2-40B4-BE49-F238E27FC236}">
                  <a16:creationId xmlns:a16="http://schemas.microsoft.com/office/drawing/2014/main" id="{1E38B9D4-555F-EEC6-42D8-A5C4F792F610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12" name="Freeform 60">
                <a:extLst>
                  <a:ext uri="{FF2B5EF4-FFF2-40B4-BE49-F238E27FC236}">
                    <a16:creationId xmlns:a16="http://schemas.microsoft.com/office/drawing/2014/main" id="{9D3B5F0D-70BB-140A-76C7-DFCFF0777F32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" name="Freeform 61">
                <a:extLst>
                  <a:ext uri="{FF2B5EF4-FFF2-40B4-BE49-F238E27FC236}">
                    <a16:creationId xmlns:a16="http://schemas.microsoft.com/office/drawing/2014/main" id="{4C7E6602-CB3B-E010-2E47-5CF99A734497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" name="Freeform 62">
                <a:extLst>
                  <a:ext uri="{FF2B5EF4-FFF2-40B4-BE49-F238E27FC236}">
                    <a16:creationId xmlns:a16="http://schemas.microsoft.com/office/drawing/2014/main" id="{9D8567F3-62AD-F216-0AF6-E4169127352D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63">
                <a:extLst>
                  <a:ext uri="{FF2B5EF4-FFF2-40B4-BE49-F238E27FC236}">
                    <a16:creationId xmlns:a16="http://schemas.microsoft.com/office/drawing/2014/main" id="{2FEEA58D-D9DD-FFD2-C302-3DD4E8DAF5FC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" name="Freeform 64">
                <a:extLst>
                  <a:ext uri="{FF2B5EF4-FFF2-40B4-BE49-F238E27FC236}">
                    <a16:creationId xmlns:a16="http://schemas.microsoft.com/office/drawing/2014/main" id="{3C5437F9-4193-4740-1635-D710F784A6A4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" name="Freeform 65">
                <a:extLst>
                  <a:ext uri="{FF2B5EF4-FFF2-40B4-BE49-F238E27FC236}">
                    <a16:creationId xmlns:a16="http://schemas.microsoft.com/office/drawing/2014/main" id="{42E15317-316C-8EDA-CD39-0C8616D58909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" name="Freeform 66">
                <a:extLst>
                  <a:ext uri="{FF2B5EF4-FFF2-40B4-BE49-F238E27FC236}">
                    <a16:creationId xmlns:a16="http://schemas.microsoft.com/office/drawing/2014/main" id="{F53C646D-9387-7EA5-512E-D7BE25FBA137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24AFE851-C873-10C5-E165-301FDB834692}"/>
              </a:ext>
            </a:extLst>
          </p:cNvPr>
          <p:cNvSpPr/>
          <p:nvPr/>
        </p:nvSpPr>
        <p:spPr>
          <a:xfrm>
            <a:off x="667600" y="722997"/>
            <a:ext cx="4470400" cy="44704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6" name="page number">
            <a:extLst>
              <a:ext uri="{FF2B5EF4-FFF2-40B4-BE49-F238E27FC236}">
                <a16:creationId xmlns:a16="http://schemas.microsoft.com/office/drawing/2014/main" id="{5FED840F-E343-734C-96BA-0EFF5AE5DADC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grpSp>
        <p:nvGrpSpPr>
          <p:cNvPr id="39" name="Graphic 8">
            <a:extLst>
              <a:ext uri="{FF2B5EF4-FFF2-40B4-BE49-F238E27FC236}">
                <a16:creationId xmlns:a16="http://schemas.microsoft.com/office/drawing/2014/main" id="{51D71EBD-582E-1FCD-4FB5-19DB293014E0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40" name="Graphic 8">
              <a:extLst>
                <a:ext uri="{FF2B5EF4-FFF2-40B4-BE49-F238E27FC236}">
                  <a16:creationId xmlns:a16="http://schemas.microsoft.com/office/drawing/2014/main" id="{D35F1425-35AB-A636-90BD-74567B35A7DA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9" name="Freeform 49">
                <a:extLst>
                  <a:ext uri="{FF2B5EF4-FFF2-40B4-BE49-F238E27FC236}">
                    <a16:creationId xmlns:a16="http://schemas.microsoft.com/office/drawing/2014/main" id="{72251ED7-7751-A756-FB41-95D0A573AE73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 50">
                <a:extLst>
                  <a:ext uri="{FF2B5EF4-FFF2-40B4-BE49-F238E27FC236}">
                    <a16:creationId xmlns:a16="http://schemas.microsoft.com/office/drawing/2014/main" id="{4F380DE5-9091-5FB2-3647-07110D571357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 51">
                <a:extLst>
                  <a:ext uri="{FF2B5EF4-FFF2-40B4-BE49-F238E27FC236}">
                    <a16:creationId xmlns:a16="http://schemas.microsoft.com/office/drawing/2014/main" id="{63D834CB-F2F1-9CF3-3306-BA788EF4C863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2">
                <a:extLst>
                  <a:ext uri="{FF2B5EF4-FFF2-40B4-BE49-F238E27FC236}">
                    <a16:creationId xmlns:a16="http://schemas.microsoft.com/office/drawing/2014/main" id="{9DF9D2C4-19CD-6D6F-D1D1-11CE96C0E99D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 53">
                <a:extLst>
                  <a:ext uri="{FF2B5EF4-FFF2-40B4-BE49-F238E27FC236}">
                    <a16:creationId xmlns:a16="http://schemas.microsoft.com/office/drawing/2014/main" id="{78F9C88E-5836-8A77-4538-E2CB490964F3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 54">
                <a:extLst>
                  <a:ext uri="{FF2B5EF4-FFF2-40B4-BE49-F238E27FC236}">
                    <a16:creationId xmlns:a16="http://schemas.microsoft.com/office/drawing/2014/main" id="{2234677F-1EF1-C24A-2456-FB35C738163D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 55">
                <a:extLst>
                  <a:ext uri="{FF2B5EF4-FFF2-40B4-BE49-F238E27FC236}">
                    <a16:creationId xmlns:a16="http://schemas.microsoft.com/office/drawing/2014/main" id="{626F9D8A-D6B5-1888-E8B1-9C3B8C259EF5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 56">
                <a:extLst>
                  <a:ext uri="{FF2B5EF4-FFF2-40B4-BE49-F238E27FC236}">
                    <a16:creationId xmlns:a16="http://schemas.microsoft.com/office/drawing/2014/main" id="{7096839D-686D-9DA0-39C1-FF38ACD79881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 57">
                <a:extLst>
                  <a:ext uri="{FF2B5EF4-FFF2-40B4-BE49-F238E27FC236}">
                    <a16:creationId xmlns:a16="http://schemas.microsoft.com/office/drawing/2014/main" id="{58CEFB5A-654F-87FC-D4AD-C96299F7F5DE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 58">
                <a:extLst>
                  <a:ext uri="{FF2B5EF4-FFF2-40B4-BE49-F238E27FC236}">
                    <a16:creationId xmlns:a16="http://schemas.microsoft.com/office/drawing/2014/main" id="{CFBE9921-9212-4D37-DEE1-045D17910520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41" name="Graphic 8">
              <a:extLst>
                <a:ext uri="{FF2B5EF4-FFF2-40B4-BE49-F238E27FC236}">
                  <a16:creationId xmlns:a16="http://schemas.microsoft.com/office/drawing/2014/main" id="{1E38B9D4-555F-EEC6-42D8-A5C4F792F610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2" name="Freeform 60">
                <a:extLst>
                  <a:ext uri="{FF2B5EF4-FFF2-40B4-BE49-F238E27FC236}">
                    <a16:creationId xmlns:a16="http://schemas.microsoft.com/office/drawing/2014/main" id="{9D3B5F0D-70BB-140A-76C7-DFCFF0777F32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3" name="Freeform 61">
                <a:extLst>
                  <a:ext uri="{FF2B5EF4-FFF2-40B4-BE49-F238E27FC236}">
                    <a16:creationId xmlns:a16="http://schemas.microsoft.com/office/drawing/2014/main" id="{4C7E6602-CB3B-E010-2E47-5CF99A734497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 62">
                <a:extLst>
                  <a:ext uri="{FF2B5EF4-FFF2-40B4-BE49-F238E27FC236}">
                    <a16:creationId xmlns:a16="http://schemas.microsoft.com/office/drawing/2014/main" id="{9D8567F3-62AD-F216-0AF6-E4169127352D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 63">
                <a:extLst>
                  <a:ext uri="{FF2B5EF4-FFF2-40B4-BE49-F238E27FC236}">
                    <a16:creationId xmlns:a16="http://schemas.microsoft.com/office/drawing/2014/main" id="{2FEEA58D-D9DD-FFD2-C302-3DD4E8DAF5FC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 64">
                <a:extLst>
                  <a:ext uri="{FF2B5EF4-FFF2-40B4-BE49-F238E27FC236}">
                    <a16:creationId xmlns:a16="http://schemas.microsoft.com/office/drawing/2014/main" id="{3C5437F9-4193-4740-1635-D710F784A6A4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 65">
                <a:extLst>
                  <a:ext uri="{FF2B5EF4-FFF2-40B4-BE49-F238E27FC236}">
                    <a16:creationId xmlns:a16="http://schemas.microsoft.com/office/drawing/2014/main" id="{42E15317-316C-8EDA-CD39-0C8616D58909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 66">
                <a:extLst>
                  <a:ext uri="{FF2B5EF4-FFF2-40B4-BE49-F238E27FC236}">
                    <a16:creationId xmlns:a16="http://schemas.microsoft.com/office/drawing/2014/main" id="{F53C646D-9387-7EA5-512E-D7BE25FBA137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23" name="Chart Placeholder 22">
            <a:extLst>
              <a:ext uri="{FF2B5EF4-FFF2-40B4-BE49-F238E27FC236}">
                <a16:creationId xmlns:a16="http://schemas.microsoft.com/office/drawing/2014/main" id="{4093E53D-7586-4113-99BD-F45F1343692F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 bwMode="gray">
          <a:xfrm>
            <a:off x="662672" y="722997"/>
            <a:ext cx="4480256" cy="4480256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insert a </a:t>
            </a:r>
            <a:br>
              <a:rPr lang="en-US" dirty="0"/>
            </a:br>
            <a:r>
              <a:rPr lang="en-US" dirty="0"/>
              <a:t>Doughnut chart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E7E0D9-D41D-881D-F813-4A2FF0C435F7}"/>
              </a:ext>
            </a:extLst>
          </p:cNvPr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2026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461886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ge number">
            <a:extLst>
              <a:ext uri="{FF2B5EF4-FFF2-40B4-BE49-F238E27FC236}">
                <a16:creationId xmlns:a16="http://schemas.microsoft.com/office/drawing/2014/main" id="{BE17F87B-8433-6C45-84D8-13DF5C0ADDB4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3" name="page number">
            <a:extLst>
              <a:ext uri="{FF2B5EF4-FFF2-40B4-BE49-F238E27FC236}">
                <a16:creationId xmlns:a16="http://schemas.microsoft.com/office/drawing/2014/main" id="{BE17F87B-8433-6C45-84D8-13DF5C0ADDB4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930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/ Closing - Le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56DE6961-EE11-6DE7-194F-886ED937142D}"/>
              </a:ext>
            </a:extLst>
          </p:cNvPr>
          <p:cNvSpPr/>
          <p:nvPr/>
        </p:nvSpPr>
        <p:spPr>
          <a:xfrm>
            <a:off x="0" y="0"/>
            <a:ext cx="6635783" cy="4452826"/>
          </a:xfrm>
          <a:custGeom>
            <a:avLst/>
            <a:gdLst>
              <a:gd name="connsiteX0" fmla="*/ 0 w 6635783"/>
              <a:gd name="connsiteY0" fmla="*/ 0 h 4452826"/>
              <a:gd name="connsiteX1" fmla="*/ 6635783 w 6635783"/>
              <a:gd name="connsiteY1" fmla="*/ 0 h 4452826"/>
              <a:gd name="connsiteX2" fmla="*/ 2550426 w 6635783"/>
              <a:gd name="connsiteY2" fmla="*/ 4085358 h 4452826"/>
              <a:gd name="connsiteX3" fmla="*/ 1663310 w 6635783"/>
              <a:gd name="connsiteY3" fmla="*/ 4452826 h 4452826"/>
              <a:gd name="connsiteX4" fmla="*/ 0 w 6635783"/>
              <a:gd name="connsiteY4" fmla="*/ 4452826 h 44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35783" h="4452826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12000">
                <a:srgbClr val="61A30E"/>
              </a:gs>
              <a:gs pos="85000">
                <a:srgbClr val="0095C4"/>
              </a:gs>
            </a:gsLst>
            <a:lin ang="18899976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F8F365AF-9910-BF20-6CFB-24D4C0928B4D}"/>
              </a:ext>
            </a:extLst>
          </p:cNvPr>
          <p:cNvSpPr/>
          <p:nvPr/>
        </p:nvSpPr>
        <p:spPr>
          <a:xfrm>
            <a:off x="0" y="0"/>
            <a:ext cx="12188827" cy="6858000"/>
          </a:xfrm>
          <a:custGeom>
            <a:avLst/>
            <a:gdLst>
              <a:gd name="connsiteX0" fmla="*/ 8298300 w 12219884"/>
              <a:gd name="connsiteY0" fmla="*/ 0 h 6858000"/>
              <a:gd name="connsiteX1" fmla="*/ 12219884 w 12219884"/>
              <a:gd name="connsiteY1" fmla="*/ 0 h 6858000"/>
              <a:gd name="connsiteX2" fmla="*/ 12219884 w 12219884"/>
              <a:gd name="connsiteY2" fmla="*/ 6858000 h 6858000"/>
              <a:gd name="connsiteX3" fmla="*/ 0 w 12219884"/>
              <a:gd name="connsiteY3" fmla="*/ 6858000 h 6858000"/>
              <a:gd name="connsiteX4" fmla="*/ 0 w 12219884"/>
              <a:gd name="connsiteY4" fmla="*/ 5087251 h 6858000"/>
              <a:gd name="connsiteX5" fmla="*/ 2577461 w 12219884"/>
              <a:gd name="connsiteY5" fmla="*/ 5085576 h 6858000"/>
              <a:gd name="connsiteX6" fmla="*/ 3686387 w 12219884"/>
              <a:gd name="connsiteY6" fmla="*/ 46262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19884" h="685800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F07DE2-A4BE-3B43-A385-D616B948566C}"/>
              </a:ext>
            </a:extLst>
          </p:cNvPr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5000" b="0" kern="1200" cap="none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grpSp>
        <p:nvGrpSpPr>
          <p:cNvPr id="11" name="Graphic 8">
            <a:extLst>
              <a:ext uri="{FF2B5EF4-FFF2-40B4-BE49-F238E27FC236}">
                <a16:creationId xmlns:a16="http://schemas.microsoft.com/office/drawing/2014/main" id="{6CCAFF07-C864-65F7-E8B7-2C5633311999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12" name="Graphic 8">
              <a:extLst>
                <a:ext uri="{FF2B5EF4-FFF2-40B4-BE49-F238E27FC236}">
                  <a16:creationId xmlns:a16="http://schemas.microsoft.com/office/drawing/2014/main" id="{AE286926-0755-5C11-7A0A-71094C615B03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41302BC0-EF33-69DC-5657-3D7BE117EB0F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BEAD69D2-73E4-A144-E3E4-00652D470A7C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1D44DE0F-E65D-8F5E-DDB1-448E05AF8B4D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300A7CEA-47C8-F052-0ABC-CC3EB17C99C8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B263CA39-11CD-CCFC-8658-51B68E806BF2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454151A7-9F9E-00A6-12C4-7BF08E75C919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1677C85A-569D-FF5C-4327-E5F7B4ABB32F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E88D3A2E-3EBA-D825-F133-2DE36CA58E51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3803B19A-69EA-855A-98FD-BD1186959E33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EBFA825D-97CB-A8C0-AFB9-8046277D8437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5" name="Graphic 8">
              <a:extLst>
                <a:ext uri="{FF2B5EF4-FFF2-40B4-BE49-F238E27FC236}">
                  <a16:creationId xmlns:a16="http://schemas.microsoft.com/office/drawing/2014/main" id="{3A2519BE-9221-F0E4-149B-1E0F287B15F2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E24DA16D-AFE1-058B-85D1-9EA36D66A8EC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55335D38-CD27-91AC-1D9C-2ECBE6EA600D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93057BCE-C1E5-5093-0F75-68335E992A19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7CA24CC9-729F-DCB8-F923-0F15F8C91888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BAE7E7AF-181B-E7F5-FE78-4DDD4C4C35B5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5473C35A-2B1B-B305-B605-0C9EA6533ED6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150F0538-4DA7-4B39-5875-633FB6643611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C5EE576-7D35-4E9E-7E82-8116BB430A44}"/>
              </a:ext>
            </a:extLst>
          </p:cNvPr>
          <p:cNvSpPr/>
          <p:nvPr/>
        </p:nvSpPr>
        <p:spPr>
          <a:xfrm>
            <a:off x="0" y="0"/>
            <a:ext cx="8366346" cy="5149879"/>
          </a:xfrm>
          <a:custGeom>
            <a:avLst/>
            <a:gdLst>
              <a:gd name="connsiteX0" fmla="*/ 8300010 w 8406233"/>
              <a:gd name="connsiteY0" fmla="*/ 0 h 5164293"/>
              <a:gd name="connsiteX1" fmla="*/ 8406233 w 8406233"/>
              <a:gd name="connsiteY1" fmla="*/ 0 h 5164293"/>
              <a:gd name="connsiteX2" fmla="*/ 3739706 w 8406233"/>
              <a:gd name="connsiteY2" fmla="*/ 4681182 h 5164293"/>
              <a:gd name="connsiteX3" fmla="*/ 2577461 w 8406233"/>
              <a:gd name="connsiteY3" fmla="*/ 5162629 h 5164293"/>
              <a:gd name="connsiteX4" fmla="*/ 0 w 8406233"/>
              <a:gd name="connsiteY4" fmla="*/ 5164293 h 5164293"/>
              <a:gd name="connsiteX5" fmla="*/ 0 w 8406233"/>
              <a:gd name="connsiteY5" fmla="*/ 5088966 h 5164293"/>
              <a:gd name="connsiteX6" fmla="*/ 2577461 w 8406233"/>
              <a:gd name="connsiteY6" fmla="*/ 5087291 h 5164293"/>
              <a:gd name="connsiteX7" fmla="*/ 3686388 w 8406233"/>
              <a:gd name="connsiteY7" fmla="*/ 4627988 h 516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406233" h="5164293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31000">
                <a:srgbClr val="0095C4"/>
              </a:gs>
              <a:gs pos="94000">
                <a:schemeClr val="accent4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4" name="Freeform: Shape 1">
            <a:extLst>
              <a:ext uri="{FF2B5EF4-FFF2-40B4-BE49-F238E27FC236}">
                <a16:creationId xmlns:a16="http://schemas.microsoft.com/office/drawing/2014/main" id="{1C5EE576-7D35-4E9E-7E82-8116BB430A44}"/>
              </a:ext>
            </a:extLst>
          </p:cNvPr>
          <p:cNvSpPr/>
          <p:nvPr/>
        </p:nvSpPr>
        <p:spPr>
          <a:xfrm>
            <a:off x="0" y="0"/>
            <a:ext cx="8366346" cy="5149879"/>
          </a:xfrm>
          <a:custGeom>
            <a:avLst/>
            <a:gdLst>
              <a:gd name="connsiteX0" fmla="*/ 8300010 w 8406233"/>
              <a:gd name="connsiteY0" fmla="*/ 0 h 5164293"/>
              <a:gd name="connsiteX1" fmla="*/ 8406233 w 8406233"/>
              <a:gd name="connsiteY1" fmla="*/ 0 h 5164293"/>
              <a:gd name="connsiteX2" fmla="*/ 3739706 w 8406233"/>
              <a:gd name="connsiteY2" fmla="*/ 4681182 h 5164293"/>
              <a:gd name="connsiteX3" fmla="*/ 2577461 w 8406233"/>
              <a:gd name="connsiteY3" fmla="*/ 5162629 h 5164293"/>
              <a:gd name="connsiteX4" fmla="*/ 0 w 8406233"/>
              <a:gd name="connsiteY4" fmla="*/ 5164293 h 5164293"/>
              <a:gd name="connsiteX5" fmla="*/ 0 w 8406233"/>
              <a:gd name="connsiteY5" fmla="*/ 5088966 h 5164293"/>
              <a:gd name="connsiteX6" fmla="*/ 2577461 w 8406233"/>
              <a:gd name="connsiteY6" fmla="*/ 5087291 h 5164293"/>
              <a:gd name="connsiteX7" fmla="*/ 3686388 w 8406233"/>
              <a:gd name="connsiteY7" fmla="*/ 4627988 h 516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406233" h="5164293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31000">
                <a:srgbClr val="0095C4"/>
              </a:gs>
              <a:gs pos="94000">
                <a:schemeClr val="accent4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C0D969-A405-CD2A-A392-B917B8B613B7}"/>
              </a:ext>
            </a:extLst>
          </p:cNvPr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2026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4098574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/ Closing -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1BDF268-11B0-0052-054F-E2A7324524A8}"/>
              </a:ext>
            </a:extLst>
          </p:cNvPr>
          <p:cNvSpPr/>
          <p:nvPr/>
        </p:nvSpPr>
        <p:spPr>
          <a:xfrm>
            <a:off x="0" y="0"/>
            <a:ext cx="6635783" cy="4452826"/>
          </a:xfrm>
          <a:custGeom>
            <a:avLst/>
            <a:gdLst>
              <a:gd name="connsiteX0" fmla="*/ 0 w 6635783"/>
              <a:gd name="connsiteY0" fmla="*/ 0 h 4452826"/>
              <a:gd name="connsiteX1" fmla="*/ 6635783 w 6635783"/>
              <a:gd name="connsiteY1" fmla="*/ 0 h 4452826"/>
              <a:gd name="connsiteX2" fmla="*/ 2550426 w 6635783"/>
              <a:gd name="connsiteY2" fmla="*/ 4085358 h 4452826"/>
              <a:gd name="connsiteX3" fmla="*/ 1663310 w 6635783"/>
              <a:gd name="connsiteY3" fmla="*/ 4452826 h 4452826"/>
              <a:gd name="connsiteX4" fmla="*/ 0 w 6635783"/>
              <a:gd name="connsiteY4" fmla="*/ 4452826 h 44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35783" h="4452826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12000">
                <a:schemeClr val="accent2"/>
              </a:gs>
              <a:gs pos="85000">
                <a:srgbClr val="0095C4"/>
              </a:gs>
            </a:gsLst>
            <a:lin ang="18899976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FB6A110-E961-EB34-6F92-35210D5B70F6}"/>
              </a:ext>
            </a:extLst>
          </p:cNvPr>
          <p:cNvSpPr/>
          <p:nvPr/>
        </p:nvSpPr>
        <p:spPr>
          <a:xfrm>
            <a:off x="0" y="0"/>
            <a:ext cx="8366346" cy="5149879"/>
          </a:xfrm>
          <a:custGeom>
            <a:avLst/>
            <a:gdLst>
              <a:gd name="connsiteX0" fmla="*/ 8300010 w 8406233"/>
              <a:gd name="connsiteY0" fmla="*/ 0 h 5164293"/>
              <a:gd name="connsiteX1" fmla="*/ 8406233 w 8406233"/>
              <a:gd name="connsiteY1" fmla="*/ 0 h 5164293"/>
              <a:gd name="connsiteX2" fmla="*/ 3739706 w 8406233"/>
              <a:gd name="connsiteY2" fmla="*/ 4681182 h 5164293"/>
              <a:gd name="connsiteX3" fmla="*/ 2577461 w 8406233"/>
              <a:gd name="connsiteY3" fmla="*/ 5162629 h 5164293"/>
              <a:gd name="connsiteX4" fmla="*/ 0 w 8406233"/>
              <a:gd name="connsiteY4" fmla="*/ 5164293 h 5164293"/>
              <a:gd name="connsiteX5" fmla="*/ 0 w 8406233"/>
              <a:gd name="connsiteY5" fmla="*/ 5088966 h 5164293"/>
              <a:gd name="connsiteX6" fmla="*/ 2577461 w 8406233"/>
              <a:gd name="connsiteY6" fmla="*/ 5087291 h 5164293"/>
              <a:gd name="connsiteX7" fmla="*/ 3686388 w 8406233"/>
              <a:gd name="connsiteY7" fmla="*/ 4627988 h 516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406233" h="5164293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31000">
                <a:srgbClr val="0095C4"/>
              </a:gs>
              <a:gs pos="94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12A38-34FF-DD48-95F6-31F5ED4772C8}"/>
              </a:ext>
            </a:extLst>
          </p:cNvPr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5000" b="0" kern="1200" cap="none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70951A-A1C2-4343-3CAE-6020736681CC}"/>
              </a:ext>
            </a:extLst>
          </p:cNvPr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Broadcom Proprietary and Confidential. Copyright © 2024 Broadcom.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F24270-F144-4E34-E75B-7BF480C1A43F}"/>
              </a:ext>
            </a:extLst>
          </p:cNvPr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  <p:grpSp>
        <p:nvGrpSpPr>
          <p:cNvPr id="4" name="Graphic 8">
            <a:extLst>
              <a:ext uri="{FF2B5EF4-FFF2-40B4-BE49-F238E27FC236}">
                <a16:creationId xmlns:a16="http://schemas.microsoft.com/office/drawing/2014/main" id="{51193D83-E1DC-D884-497D-C36876692E8C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5" name="Graphic 8">
              <a:extLst>
                <a:ext uri="{FF2B5EF4-FFF2-40B4-BE49-F238E27FC236}">
                  <a16:creationId xmlns:a16="http://schemas.microsoft.com/office/drawing/2014/main" id="{6288BEE3-23F3-B6B1-B482-0F9A9F569EA0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90DE5843-3B4A-E700-B0DB-5D9A3AD21F98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BDE397DD-E9E8-91B5-8C3B-45ED0D0B04B1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6E6BB379-A9C5-4D4D-9C59-B482A1CFFCF1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5BF377CA-F78E-1D05-7E30-F0B6B3DB3F06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8C25C045-0720-3CF6-0232-C3865968DD47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492D9964-F2E9-F1D3-0D41-4D1006001336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B018C7F5-E13A-499D-ABFD-F4667F22C046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0E76BD13-FD6A-3266-F187-4A6360DA733F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254CDF54-5CC7-42D5-FF3B-EA1A9615C9EB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CA008CD7-A5BA-D93B-24CF-53A3613EEB94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0E16E021-24D5-689F-4C32-B7C3B76D27F1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E90104B9-EB0A-6BF7-8DA0-69BE6F5CEC54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14FF2423-AC5E-7429-E3BB-D400CC6C4F59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278A855B-3ED8-07E8-9617-3CABB4692131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630E10BD-35C4-2EB3-CD9E-CB79BB947F28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4D6F1BE7-A87D-4DD0-910A-5119820395CE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A59043ED-8660-66C4-91BC-AF45873D847E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C479B44E-348E-907C-601F-D41A24CC5E58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32" name="Freeform: Shape 14">
            <a:extLst>
              <a:ext uri="{FF2B5EF4-FFF2-40B4-BE49-F238E27FC236}">
                <a16:creationId xmlns:a16="http://schemas.microsoft.com/office/drawing/2014/main" id="{CD863588-1EDA-72EC-6D61-3E8A0E7CB273}"/>
              </a:ext>
            </a:extLst>
          </p:cNvPr>
          <p:cNvSpPr/>
          <p:nvPr/>
        </p:nvSpPr>
        <p:spPr>
          <a:xfrm>
            <a:off x="0" y="0"/>
            <a:ext cx="12188827" cy="6858000"/>
          </a:xfrm>
          <a:custGeom>
            <a:avLst/>
            <a:gdLst>
              <a:gd name="connsiteX0" fmla="*/ 8298300 w 12219884"/>
              <a:gd name="connsiteY0" fmla="*/ 0 h 6858000"/>
              <a:gd name="connsiteX1" fmla="*/ 12219884 w 12219884"/>
              <a:gd name="connsiteY1" fmla="*/ 0 h 6858000"/>
              <a:gd name="connsiteX2" fmla="*/ 12219884 w 12219884"/>
              <a:gd name="connsiteY2" fmla="*/ 6858000 h 6858000"/>
              <a:gd name="connsiteX3" fmla="*/ 0 w 12219884"/>
              <a:gd name="connsiteY3" fmla="*/ 6858000 h 6858000"/>
              <a:gd name="connsiteX4" fmla="*/ 0 w 12219884"/>
              <a:gd name="connsiteY4" fmla="*/ 5087251 h 6858000"/>
              <a:gd name="connsiteX5" fmla="*/ 2577461 w 12219884"/>
              <a:gd name="connsiteY5" fmla="*/ 5085576 h 6858000"/>
              <a:gd name="connsiteX6" fmla="*/ 3686387 w 12219884"/>
              <a:gd name="connsiteY6" fmla="*/ 46262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19884" h="685800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3" name="Freeform: Shape 29">
            <a:extLst>
              <a:ext uri="{FF2B5EF4-FFF2-40B4-BE49-F238E27FC236}">
                <a16:creationId xmlns:a16="http://schemas.microsoft.com/office/drawing/2014/main" id="{FFB6A110-E961-EB34-6F92-35210D5B70F6}"/>
              </a:ext>
            </a:extLst>
          </p:cNvPr>
          <p:cNvSpPr/>
          <p:nvPr/>
        </p:nvSpPr>
        <p:spPr>
          <a:xfrm>
            <a:off x="0" y="0"/>
            <a:ext cx="8366346" cy="5149879"/>
          </a:xfrm>
          <a:custGeom>
            <a:avLst/>
            <a:gdLst>
              <a:gd name="connsiteX0" fmla="*/ 8300010 w 8406233"/>
              <a:gd name="connsiteY0" fmla="*/ 0 h 5164293"/>
              <a:gd name="connsiteX1" fmla="*/ 8406233 w 8406233"/>
              <a:gd name="connsiteY1" fmla="*/ 0 h 5164293"/>
              <a:gd name="connsiteX2" fmla="*/ 3739706 w 8406233"/>
              <a:gd name="connsiteY2" fmla="*/ 4681182 h 5164293"/>
              <a:gd name="connsiteX3" fmla="*/ 2577461 w 8406233"/>
              <a:gd name="connsiteY3" fmla="*/ 5162629 h 5164293"/>
              <a:gd name="connsiteX4" fmla="*/ 0 w 8406233"/>
              <a:gd name="connsiteY4" fmla="*/ 5164293 h 5164293"/>
              <a:gd name="connsiteX5" fmla="*/ 0 w 8406233"/>
              <a:gd name="connsiteY5" fmla="*/ 5088966 h 5164293"/>
              <a:gd name="connsiteX6" fmla="*/ 2577461 w 8406233"/>
              <a:gd name="connsiteY6" fmla="*/ 5087291 h 5164293"/>
              <a:gd name="connsiteX7" fmla="*/ 3686388 w 8406233"/>
              <a:gd name="connsiteY7" fmla="*/ 4627988 h 516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406233" h="5164293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31000">
                <a:srgbClr val="0095C4"/>
              </a:gs>
              <a:gs pos="94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D12A38-34FF-DD48-95F6-31F5ED4772C8}"/>
              </a:ext>
            </a:extLst>
          </p:cNvPr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5000" b="0" kern="1200" cap="none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grpSp>
        <p:nvGrpSpPr>
          <p:cNvPr id="37" name="Graphic 8">
            <a:extLst>
              <a:ext uri="{FF2B5EF4-FFF2-40B4-BE49-F238E27FC236}">
                <a16:creationId xmlns:a16="http://schemas.microsoft.com/office/drawing/2014/main" id="{51193D83-E1DC-D884-497D-C36876692E8C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8" name="Graphic 8">
              <a:extLst>
                <a:ext uri="{FF2B5EF4-FFF2-40B4-BE49-F238E27FC236}">
                  <a16:creationId xmlns:a16="http://schemas.microsoft.com/office/drawing/2014/main" id="{6288BEE3-23F3-B6B1-B482-0F9A9F569EA0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90DE5843-3B4A-E700-B0DB-5D9A3AD21F98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BDE397DD-E9E8-91B5-8C3B-45ED0D0B04B1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6E6BB379-A9C5-4D4D-9C59-B482A1CFFCF1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5BF377CA-F78E-1D05-7E30-F0B6B3DB3F06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8C25C045-0720-3CF6-0232-C3865968DD47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492D9964-F2E9-F1D3-0D41-4D1006001336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B018C7F5-E13A-499D-ABFD-F4667F22C046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0E76BD13-FD6A-3266-F187-4A6360DA733F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254CDF54-5CC7-42D5-FF3B-EA1A9615C9EB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CA008CD7-A5BA-D93B-24CF-53A3613EEB94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39" name="Graphic 8">
              <a:extLst>
                <a:ext uri="{FF2B5EF4-FFF2-40B4-BE49-F238E27FC236}">
                  <a16:creationId xmlns:a16="http://schemas.microsoft.com/office/drawing/2014/main" id="{0E16E021-24D5-689F-4C32-B7C3B76D27F1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E90104B9-EB0A-6BF7-8DA0-69BE6F5CEC54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14FF2423-AC5E-7429-E3BB-D400CC6C4F59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278A855B-3ED8-07E8-9617-3CABB4692131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630E10BD-35C4-2EB3-CD9E-CB79BB947F28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4D6F1BE7-A87D-4DD0-910A-5119820395CE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A59043ED-8660-66C4-91BC-AF45873D847E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C479B44E-348E-907C-601F-D41A24CC5E58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9FCD237-E611-CAC8-3736-F49AF3DA231A}"/>
              </a:ext>
            </a:extLst>
          </p:cNvPr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2026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2942621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/ Closing -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D7BA03-D917-7BF7-506D-6901DD40B1DF}"/>
              </a:ext>
            </a:extLst>
          </p:cNvPr>
          <p:cNvSpPr/>
          <p:nvPr/>
        </p:nvSpPr>
        <p:spPr>
          <a:xfrm>
            <a:off x="0" y="0"/>
            <a:ext cx="6635783" cy="4452826"/>
          </a:xfrm>
          <a:custGeom>
            <a:avLst/>
            <a:gdLst>
              <a:gd name="connsiteX0" fmla="*/ 0 w 6635783"/>
              <a:gd name="connsiteY0" fmla="*/ 0 h 4452826"/>
              <a:gd name="connsiteX1" fmla="*/ 6635783 w 6635783"/>
              <a:gd name="connsiteY1" fmla="*/ 0 h 4452826"/>
              <a:gd name="connsiteX2" fmla="*/ 2550426 w 6635783"/>
              <a:gd name="connsiteY2" fmla="*/ 4085358 h 4452826"/>
              <a:gd name="connsiteX3" fmla="*/ 1663310 w 6635783"/>
              <a:gd name="connsiteY3" fmla="*/ 4452826 h 4452826"/>
              <a:gd name="connsiteX4" fmla="*/ 0 w 6635783"/>
              <a:gd name="connsiteY4" fmla="*/ 4452826 h 44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35783" h="4452826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12000">
                <a:schemeClr val="accent5"/>
              </a:gs>
              <a:gs pos="85000">
                <a:srgbClr val="0095C4"/>
              </a:gs>
            </a:gsLst>
            <a:lin ang="18899976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EB9DBD-7EC8-8749-8D2B-52C66972D46E}"/>
              </a:ext>
            </a:extLst>
          </p:cNvPr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5000" b="0" kern="1200" cap="none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B548BE-0CE3-CE23-414D-C93C2FDD312A}"/>
              </a:ext>
            </a:extLst>
          </p:cNvPr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Broadcom Proprietary and Confidential. Copyright © 2024 Broadcom.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199895-20CD-709C-3907-26845A30404E}"/>
              </a:ext>
            </a:extLst>
          </p:cNvPr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  <p:grpSp>
        <p:nvGrpSpPr>
          <p:cNvPr id="4" name="Graphic 8">
            <a:extLst>
              <a:ext uri="{FF2B5EF4-FFF2-40B4-BE49-F238E27FC236}">
                <a16:creationId xmlns:a16="http://schemas.microsoft.com/office/drawing/2014/main" id="{8112DCCF-A410-8E64-BF5C-1AED8279B1FF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5" name="Graphic 8">
              <a:extLst>
                <a:ext uri="{FF2B5EF4-FFF2-40B4-BE49-F238E27FC236}">
                  <a16:creationId xmlns:a16="http://schemas.microsoft.com/office/drawing/2014/main" id="{A780A5E4-1B39-5A5D-52AB-EFC20E62EA25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E0903C10-9C43-4029-1989-8796170B6B23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9527ED7E-456D-AB30-D2D0-4C61F6B8397F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0499A972-1ADB-ED5A-C815-DB3F2191D945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D803CC09-D71F-9E10-DA97-C55AD0BCE241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13B2A944-7BD4-DD11-180F-B80BF28EB678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CC8B82B9-ED10-F9AC-D3B8-E0275C3CBDE8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4627E22E-2D4D-FEA9-006A-7DD242E25182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4169526B-DAA6-4992-5CF6-225DE8545F4E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4555D210-195A-A18A-E0CE-77874E51EB4A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83DDD2B8-EB7C-AACE-B23F-6FA8B1A57F12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33CF0C83-9B67-4AA2-133D-C3006C860F5E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0811D246-0428-1254-CBB5-CB40B6BB8558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B0FE8401-7316-2698-D80B-7C0E88A32559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2241BCF0-F50B-2C01-4E3D-8987EE3AEBC6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E45D38ED-BA90-5035-9D1B-207CDE6D1DDE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495663DE-6FC0-F26D-5DE1-C203DA0E3D8E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EEE0604B-AD28-DEF4-B2C5-6D7AB5FD3A55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76B44DF-1000-68A6-6AF7-E8182D7C4F2D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039270F-3B2C-5A52-9E64-757A7B136566}"/>
              </a:ext>
            </a:extLst>
          </p:cNvPr>
          <p:cNvSpPr/>
          <p:nvPr/>
        </p:nvSpPr>
        <p:spPr>
          <a:xfrm>
            <a:off x="0" y="0"/>
            <a:ext cx="8366346" cy="5149879"/>
          </a:xfrm>
          <a:custGeom>
            <a:avLst/>
            <a:gdLst>
              <a:gd name="connsiteX0" fmla="*/ 8300010 w 8406233"/>
              <a:gd name="connsiteY0" fmla="*/ 0 h 5164293"/>
              <a:gd name="connsiteX1" fmla="*/ 8406233 w 8406233"/>
              <a:gd name="connsiteY1" fmla="*/ 0 h 5164293"/>
              <a:gd name="connsiteX2" fmla="*/ 3739706 w 8406233"/>
              <a:gd name="connsiteY2" fmla="*/ 4681182 h 5164293"/>
              <a:gd name="connsiteX3" fmla="*/ 2577461 w 8406233"/>
              <a:gd name="connsiteY3" fmla="*/ 5162629 h 5164293"/>
              <a:gd name="connsiteX4" fmla="*/ 0 w 8406233"/>
              <a:gd name="connsiteY4" fmla="*/ 5164293 h 5164293"/>
              <a:gd name="connsiteX5" fmla="*/ 0 w 8406233"/>
              <a:gd name="connsiteY5" fmla="*/ 5088966 h 5164293"/>
              <a:gd name="connsiteX6" fmla="*/ 2577461 w 8406233"/>
              <a:gd name="connsiteY6" fmla="*/ 5087291 h 5164293"/>
              <a:gd name="connsiteX7" fmla="*/ 3686388 w 8406233"/>
              <a:gd name="connsiteY7" fmla="*/ 4627988 h 516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406233" h="5164293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31000">
                <a:srgbClr val="0095C4"/>
              </a:gs>
              <a:gs pos="94000">
                <a:schemeClr val="accent5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1" name="Freeform: Shape 7">
            <a:extLst>
              <a:ext uri="{FF2B5EF4-FFF2-40B4-BE49-F238E27FC236}">
                <a16:creationId xmlns:a16="http://schemas.microsoft.com/office/drawing/2014/main" id="{6317424D-DA75-A15F-0C19-096E89461340}"/>
              </a:ext>
            </a:extLst>
          </p:cNvPr>
          <p:cNvSpPr/>
          <p:nvPr/>
        </p:nvSpPr>
        <p:spPr>
          <a:xfrm>
            <a:off x="0" y="0"/>
            <a:ext cx="12188827" cy="6858000"/>
          </a:xfrm>
          <a:custGeom>
            <a:avLst/>
            <a:gdLst>
              <a:gd name="connsiteX0" fmla="*/ 8298300 w 12219884"/>
              <a:gd name="connsiteY0" fmla="*/ 0 h 6858000"/>
              <a:gd name="connsiteX1" fmla="*/ 12219884 w 12219884"/>
              <a:gd name="connsiteY1" fmla="*/ 0 h 6858000"/>
              <a:gd name="connsiteX2" fmla="*/ 12219884 w 12219884"/>
              <a:gd name="connsiteY2" fmla="*/ 6858000 h 6858000"/>
              <a:gd name="connsiteX3" fmla="*/ 0 w 12219884"/>
              <a:gd name="connsiteY3" fmla="*/ 6858000 h 6858000"/>
              <a:gd name="connsiteX4" fmla="*/ 0 w 12219884"/>
              <a:gd name="connsiteY4" fmla="*/ 5087251 h 6858000"/>
              <a:gd name="connsiteX5" fmla="*/ 2577461 w 12219884"/>
              <a:gd name="connsiteY5" fmla="*/ 5085576 h 6858000"/>
              <a:gd name="connsiteX6" fmla="*/ 3686387 w 12219884"/>
              <a:gd name="connsiteY6" fmla="*/ 46262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19884" h="685800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EB9DBD-7EC8-8749-8D2B-52C66972D46E}"/>
              </a:ext>
            </a:extLst>
          </p:cNvPr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5000" b="0" kern="1200" cap="none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grpSp>
        <p:nvGrpSpPr>
          <p:cNvPr id="35" name="Graphic 8">
            <a:extLst>
              <a:ext uri="{FF2B5EF4-FFF2-40B4-BE49-F238E27FC236}">
                <a16:creationId xmlns:a16="http://schemas.microsoft.com/office/drawing/2014/main" id="{8112DCCF-A410-8E64-BF5C-1AED8279B1FF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6" name="Graphic 8">
              <a:extLst>
                <a:ext uri="{FF2B5EF4-FFF2-40B4-BE49-F238E27FC236}">
                  <a16:creationId xmlns:a16="http://schemas.microsoft.com/office/drawing/2014/main" id="{A780A5E4-1B39-5A5D-52AB-EFC20E62EA25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E0903C10-9C43-4029-1989-8796170B6B23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9527ED7E-456D-AB30-D2D0-4C61F6B8397F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0499A972-1ADB-ED5A-C815-DB3F2191D945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D803CC09-D71F-9E10-DA97-C55AD0BCE241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13B2A944-7BD4-DD11-180F-B80BF28EB678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CC8B82B9-ED10-F9AC-D3B8-E0275C3CBDE8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4627E22E-2D4D-FEA9-006A-7DD242E25182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4169526B-DAA6-4992-5CF6-225DE8545F4E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4555D210-195A-A18A-E0CE-77874E51EB4A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83DDD2B8-EB7C-AACE-B23F-6FA8B1A57F12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37" name="Graphic 8">
              <a:extLst>
                <a:ext uri="{FF2B5EF4-FFF2-40B4-BE49-F238E27FC236}">
                  <a16:creationId xmlns:a16="http://schemas.microsoft.com/office/drawing/2014/main" id="{33CF0C83-9B67-4AA2-133D-C3006C860F5E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0811D246-0428-1254-CBB5-CB40B6BB8558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B0FE8401-7316-2698-D80B-7C0E88A32559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2241BCF0-F50B-2C01-4E3D-8987EE3AEBC6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E45D38ED-BA90-5035-9D1B-207CDE6D1DDE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495663DE-6FC0-F26D-5DE1-C203DA0E3D8E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EEE0604B-AD28-DEF4-B2C5-6D7AB5FD3A55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676B44DF-1000-68A6-6AF7-E8182D7C4F2D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55" name="Freeform: Shape 12">
            <a:extLst>
              <a:ext uri="{FF2B5EF4-FFF2-40B4-BE49-F238E27FC236}">
                <a16:creationId xmlns:a16="http://schemas.microsoft.com/office/drawing/2014/main" id="{C039270F-3B2C-5A52-9E64-757A7B136566}"/>
              </a:ext>
            </a:extLst>
          </p:cNvPr>
          <p:cNvSpPr/>
          <p:nvPr/>
        </p:nvSpPr>
        <p:spPr>
          <a:xfrm>
            <a:off x="0" y="0"/>
            <a:ext cx="8366346" cy="5149879"/>
          </a:xfrm>
          <a:custGeom>
            <a:avLst/>
            <a:gdLst>
              <a:gd name="connsiteX0" fmla="*/ 8300010 w 8406233"/>
              <a:gd name="connsiteY0" fmla="*/ 0 h 5164293"/>
              <a:gd name="connsiteX1" fmla="*/ 8406233 w 8406233"/>
              <a:gd name="connsiteY1" fmla="*/ 0 h 5164293"/>
              <a:gd name="connsiteX2" fmla="*/ 3739706 w 8406233"/>
              <a:gd name="connsiteY2" fmla="*/ 4681182 h 5164293"/>
              <a:gd name="connsiteX3" fmla="*/ 2577461 w 8406233"/>
              <a:gd name="connsiteY3" fmla="*/ 5162629 h 5164293"/>
              <a:gd name="connsiteX4" fmla="*/ 0 w 8406233"/>
              <a:gd name="connsiteY4" fmla="*/ 5164293 h 5164293"/>
              <a:gd name="connsiteX5" fmla="*/ 0 w 8406233"/>
              <a:gd name="connsiteY5" fmla="*/ 5088966 h 5164293"/>
              <a:gd name="connsiteX6" fmla="*/ 2577461 w 8406233"/>
              <a:gd name="connsiteY6" fmla="*/ 5087291 h 5164293"/>
              <a:gd name="connsiteX7" fmla="*/ 3686388 w 8406233"/>
              <a:gd name="connsiteY7" fmla="*/ 4627988 h 516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406233" h="5164293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31000">
                <a:srgbClr val="0095C4"/>
              </a:gs>
              <a:gs pos="94000">
                <a:schemeClr val="accent5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6C42D0-DC6D-DA1A-9109-B30DDBCA1FD2}"/>
              </a:ext>
            </a:extLst>
          </p:cNvPr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2026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1291720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– Plum">
  <p:cSld name="1_Title Slide – Plum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 txBox="1">
            <a:spLocks noGrp="1"/>
          </p:cNvSpPr>
          <p:nvPr>
            <p:ph type="body" idx="1"/>
          </p:nvPr>
        </p:nvSpPr>
        <p:spPr>
          <a:xfrm>
            <a:off x="6592948" y="4737425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666666"/>
              </a:buClr>
              <a:buSzPts val="1440"/>
              <a:buFont typeface="Arial"/>
              <a:buNone/>
              <a:defRPr sz="1600" b="0" i="0" u="none" strike="noStrike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body" idx="2"/>
          </p:nvPr>
        </p:nvSpPr>
        <p:spPr>
          <a:xfrm>
            <a:off x="6592948" y="5117480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3"/>
          </p:nvPr>
        </p:nvSpPr>
        <p:spPr>
          <a:xfrm>
            <a:off x="6592948" y="5485986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1" name="Google Shape;111;p12"/>
          <p:cNvSpPr txBox="1">
            <a:spLocks noGrp="1"/>
          </p:cNvSpPr>
          <p:nvPr>
            <p:ph type="title"/>
          </p:nvPr>
        </p:nvSpPr>
        <p:spPr>
          <a:xfrm>
            <a:off x="6592949" y="1701846"/>
            <a:ext cx="5102866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2"/>
          <p:cNvSpPr txBox="1">
            <a:spLocks noGrp="1"/>
          </p:cNvSpPr>
          <p:nvPr>
            <p:ph type="subTitle" idx="4"/>
          </p:nvPr>
        </p:nvSpPr>
        <p:spPr>
          <a:xfrm>
            <a:off x="6592948" y="2986547"/>
            <a:ext cx="5116452" cy="416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8398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– Plum">
  <p:cSld name="1_Section Header – Plum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65940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and Content">
  <p:cSld name="1_Title, Sub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2"/>
          </p:nvPr>
        </p:nvSpPr>
        <p:spPr>
          <a:xfrm>
            <a:off x="616505" y="1600201"/>
            <a:ext cx="10972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620"/>
              <a:buChar char="•"/>
              <a:defRPr>
                <a:solidFill>
                  <a:schemeClr val="dk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440"/>
              <a:buChar char="–"/>
              <a:defRPr>
                <a:solidFill>
                  <a:schemeClr val="dk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Char char="•"/>
              <a:defRPr>
                <a:solidFill>
                  <a:schemeClr val="dk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Char char="–"/>
              <a:defRPr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Char char="•"/>
              <a:defRPr>
                <a:solidFill>
                  <a:srgbClr val="3C3C3C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/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0651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ick to edit title"/>
          <p:cNvSpPr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/>
          <a:p>
            <a:r>
              <a:rPr lang="en-US" dirty="0"/>
              <a:t>Click to edit Master default content style</a:t>
            </a:r>
          </a:p>
        </p:txBody>
      </p:sp>
      <p:sp>
        <p:nvSpPr>
          <p:cNvPr id="3" name="Click to edit content box"/>
          <p:cNvSpPr>
            <a:spLocks noGrp="1"/>
          </p:cNvSpPr>
          <p:nvPr>
            <p:ph type="body" idx="1"/>
          </p:nvPr>
        </p:nvSpPr>
        <p:spPr>
          <a:xfrm>
            <a:off x="609441" y="1600203"/>
            <a:ext cx="10969943" cy="458046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48" name="Graphic 8">
            <a:extLst>
              <a:ext uri="{FF2B5EF4-FFF2-40B4-BE49-F238E27FC236}">
                <a16:creationId xmlns:a16="http://schemas.microsoft.com/office/drawing/2014/main" id="{D82EF380-0C1A-9923-E1BB-4A4A82A50052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49" name="Graphic 8">
              <a:extLst>
                <a:ext uri="{FF2B5EF4-FFF2-40B4-BE49-F238E27FC236}">
                  <a16:creationId xmlns:a16="http://schemas.microsoft.com/office/drawing/2014/main" id="{54FAF84D-171B-0C10-ED68-71DF0155B5A3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3FA24438-4158-EA0B-DE4E-8015E1E32AD3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26BB840E-D68F-76E7-7DA9-BF6B79D252BE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59510B1D-6A5F-3EF5-3680-B51E20570E6A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E2502CCC-DB03-C01E-2299-92CA9168461F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76A128EB-98F4-7BC5-3A7C-1938363F3CAF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2677180F-AD7B-87CD-0633-18DC1BE313BF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11FB90A8-4445-04B0-1766-E758C4EED92E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DE758F9E-2750-6183-E9D2-FF433D17AAD5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24B84BC6-1055-8C5E-535B-75A833A87996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CFE27250-866A-DEF8-25F4-955344428C45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60" name="Graphic 8">
              <a:extLst>
                <a:ext uri="{FF2B5EF4-FFF2-40B4-BE49-F238E27FC236}">
                  <a16:creationId xmlns:a16="http://schemas.microsoft.com/office/drawing/2014/main" id="{105759BC-89FC-99DA-EED4-D1E8B30B32A4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512BB0ED-CA6C-C9CB-ACAD-1C325B732747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C8889F5C-7017-F0AD-A292-0E3EA56F8524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47F206F2-6C2D-0598-8600-BCAF57BB1FEF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A9925AE1-2698-ECBF-CB8C-C2FA61B19484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218BC9EB-B196-3184-73E5-DDF213272F29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B3E0CCF2-026F-7198-71FE-EEC15EFDC578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EF4B9FAC-CA66-86DF-4447-1C97FD11917C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9" name="Graphic 7">
            <a:extLst>
              <a:ext uri="{FF2B5EF4-FFF2-40B4-BE49-F238E27FC236}">
                <a16:creationId xmlns:a16="http://schemas.microsoft.com/office/drawing/2014/main" id="{4347DF9D-10B3-D013-C54B-0CEA1344F18E}"/>
              </a:ext>
            </a:extLst>
          </p:cNvPr>
          <p:cNvSpPr/>
          <p:nvPr/>
        </p:nvSpPr>
        <p:spPr>
          <a:xfrm>
            <a:off x="0" y="0"/>
            <a:ext cx="12188825" cy="74871"/>
          </a:xfrm>
          <a:custGeom>
            <a:avLst/>
            <a:gdLst>
              <a:gd name="connsiteX0" fmla="*/ 0 w 12185715"/>
              <a:gd name="connsiteY0" fmla="*/ 0 h 74871"/>
              <a:gd name="connsiteX1" fmla="*/ 12185716 w 12185715"/>
              <a:gd name="connsiteY1" fmla="*/ 0 h 74871"/>
              <a:gd name="connsiteX2" fmla="*/ 12185716 w 12185715"/>
              <a:gd name="connsiteY2" fmla="*/ 74871 h 74871"/>
              <a:gd name="connsiteX3" fmla="*/ 0 w 12185715"/>
              <a:gd name="connsiteY3" fmla="*/ 74871 h 74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5715" h="74871">
                <a:moveTo>
                  <a:pt x="0" y="0"/>
                </a:moveTo>
                <a:lnTo>
                  <a:pt x="12185716" y="0"/>
                </a:lnTo>
                <a:lnTo>
                  <a:pt x="12185716" y="74871"/>
                </a:lnTo>
                <a:lnTo>
                  <a:pt x="0" y="74871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25000">
                <a:schemeClr val="accent1"/>
              </a:gs>
              <a:gs pos="50000">
                <a:schemeClr val="accent3"/>
              </a:gs>
              <a:gs pos="75000">
                <a:schemeClr val="accent2"/>
              </a:gs>
              <a:gs pos="100000">
                <a:schemeClr val="accent5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497138-A018-1FCE-9C69-099B94E017A6}"/>
              </a:ext>
            </a:extLst>
          </p:cNvPr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2026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207629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714" r:id="rId20"/>
    <p:sldLayoutId id="2147483715" r:id="rId21"/>
    <p:sldLayoutId id="2147483716" r:id="rId22"/>
    <p:sldLayoutId id="2147483717" r:id="rId23"/>
    <p:sldLayoutId id="2147483718" r:id="rId24"/>
    <p:sldLayoutId id="2147483719" r:id="rId25"/>
    <p:sldLayoutId id="2147483720" r:id="rId26"/>
    <p:sldLayoutId id="2147483721" r:id="rId27"/>
    <p:sldLayoutId id="2147483722" r:id="rId28"/>
    <p:sldLayoutId id="2147483723" r:id="rId29"/>
    <p:sldLayoutId id="2147483724" r:id="rId30"/>
    <p:sldLayoutId id="2147483725" r:id="rId31"/>
    <p:sldLayoutId id="2147483726" r:id="rId32"/>
    <p:sldLayoutId id="2147483727" r:id="rId33"/>
    <p:sldLayoutId id="2147483728" r:id="rId34"/>
    <p:sldLayoutId id="2147483729" r:id="rId35"/>
    <p:sldLayoutId id="2147483730" r:id="rId36"/>
    <p:sldLayoutId id="2147483731" r:id="rId37"/>
    <p:sldLayoutId id="2147483732" r:id="rId38"/>
    <p:sldLayoutId id="2147483733" r:id="rId39"/>
    <p:sldLayoutId id="2147483734" r:id="rId40"/>
    <p:sldLayoutId id="2147483735" r:id="rId41"/>
    <p:sldLayoutId id="2147483736" r:id="rId42"/>
    <p:sldLayoutId id="2147483737" r:id="rId43"/>
    <p:sldLayoutId id="2147483738" r:id="rId44"/>
    <p:sldLayoutId id="2147483739" r:id="rId45"/>
    <p:sldLayoutId id="2147483740" r:id="rId4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tx1">
            <a:lumMod val="60000"/>
            <a:lumOff val="40000"/>
          </a:schemeClr>
        </a:buClr>
        <a:buSzPct val="90000"/>
        <a:buFont typeface="Arial" panose="020B0604020202020204" pitchFamily="34" charset="0"/>
        <a:buChar char="​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41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4538" indent="-169863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Camphor Std" panose="020B0504030404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9963" indent="-16668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38113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Camphor Std" panose="020B0504030404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258888" indent="-111125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79538" indent="-1206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System Font Regular"/>
        <a:buChar char="-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50988" indent="-1206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22438" indent="-1206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System Font Regular"/>
        <a:buChar char="-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  <p15:guide id="3" orient="horz" pos="1872">
          <p15:clr>
            <a:srgbClr val="F26B43"/>
          </p15:clr>
        </p15:guide>
        <p15:guide id="4" orient="horz" pos="1584">
          <p15:clr>
            <a:srgbClr val="F26B43"/>
          </p15:clr>
        </p15:guide>
        <p15:guide id="5" orient="horz" pos="1296">
          <p15:clr>
            <a:srgbClr val="F26B43"/>
          </p15:clr>
        </p15:guide>
        <p15:guide id="6" orient="horz" pos="1008">
          <p15:clr>
            <a:srgbClr val="F26B43"/>
          </p15:clr>
        </p15:guide>
        <p15:guide id="7" orient="horz" pos="720">
          <p15:clr>
            <a:srgbClr val="F26B43"/>
          </p15:clr>
        </p15:guide>
        <p15:guide id="8" orient="horz" pos="576">
          <p15:clr>
            <a:srgbClr val="F26B43"/>
          </p15:clr>
        </p15:guide>
        <p15:guide id="9" orient="horz" pos="288">
          <p15:clr>
            <a:srgbClr val="F26B43"/>
          </p15:clr>
        </p15:guide>
        <p15:guide id="10" orient="horz">
          <p15:clr>
            <a:srgbClr val="F26B43"/>
          </p15:clr>
        </p15:guide>
        <p15:guide id="11" orient="horz" pos="2448">
          <p15:clr>
            <a:srgbClr val="F26B43"/>
          </p15:clr>
        </p15:guide>
        <p15:guide id="12" orient="horz" pos="2736">
          <p15:clr>
            <a:srgbClr val="F26B43"/>
          </p15:clr>
        </p15:guide>
        <p15:guide id="13" orient="horz" pos="3024">
          <p15:clr>
            <a:srgbClr val="F26B43"/>
          </p15:clr>
        </p15:guide>
        <p15:guide id="14" orient="horz" pos="3312">
          <p15:clr>
            <a:srgbClr val="F26B43"/>
          </p15:clr>
        </p15:guide>
        <p15:guide id="15" orient="horz" pos="3600">
          <p15:clr>
            <a:srgbClr val="F26B43"/>
          </p15:clr>
        </p15:guide>
        <p15:guide id="16" orient="horz" pos="3888">
          <p15:clr>
            <a:srgbClr val="F26B43"/>
          </p15:clr>
        </p15:guide>
        <p15:guide id="17" orient="horz" pos="4032">
          <p15:clr>
            <a:srgbClr val="F26B43"/>
          </p15:clr>
        </p15:guide>
        <p15:guide id="18" pos="3551">
          <p15:clr>
            <a:srgbClr val="F26B43"/>
          </p15:clr>
        </p15:guide>
        <p15:guide id="19" pos="3263">
          <p15:clr>
            <a:srgbClr val="F26B43"/>
          </p15:clr>
        </p15:guide>
        <p15:guide id="20" pos="2975">
          <p15:clr>
            <a:srgbClr val="F26B43"/>
          </p15:clr>
        </p15:guide>
        <p15:guide id="21" pos="2687">
          <p15:clr>
            <a:srgbClr val="F26B43"/>
          </p15:clr>
        </p15:guide>
        <p15:guide id="22" pos="2399">
          <p15:clr>
            <a:srgbClr val="F26B43"/>
          </p15:clr>
        </p15:guide>
        <p15:guide id="23" pos="2111">
          <p15:clr>
            <a:srgbClr val="F26B43"/>
          </p15:clr>
        </p15:guide>
        <p15:guide id="24" pos="1823">
          <p15:clr>
            <a:srgbClr val="F26B43"/>
          </p15:clr>
        </p15:guide>
        <p15:guide id="25" pos="1535">
          <p15:clr>
            <a:srgbClr val="F26B43"/>
          </p15:clr>
        </p15:guide>
        <p15:guide id="26" pos="1247">
          <p15:clr>
            <a:srgbClr val="F26B43"/>
          </p15:clr>
        </p15:guide>
        <p15:guide id="27" pos="959">
          <p15:clr>
            <a:srgbClr val="F26B43"/>
          </p15:clr>
        </p15:guide>
        <p15:guide id="28" pos="671">
          <p15:clr>
            <a:srgbClr val="F26B43"/>
          </p15:clr>
        </p15:guide>
        <p15:guide id="29" pos="383">
          <p15:clr>
            <a:srgbClr val="F26B43"/>
          </p15:clr>
        </p15:guide>
        <p15:guide id="30" pos="4127">
          <p15:clr>
            <a:srgbClr val="F26B43"/>
          </p15:clr>
        </p15:guide>
        <p15:guide id="31" pos="4415">
          <p15:clr>
            <a:srgbClr val="F26B43"/>
          </p15:clr>
        </p15:guide>
        <p15:guide id="32" pos="4703">
          <p15:clr>
            <a:srgbClr val="F26B43"/>
          </p15:clr>
        </p15:guide>
        <p15:guide id="33" pos="4991">
          <p15:clr>
            <a:srgbClr val="F26B43"/>
          </p15:clr>
        </p15:guide>
        <p15:guide id="34" pos="5279">
          <p15:clr>
            <a:srgbClr val="F26B43"/>
          </p15:clr>
        </p15:guide>
        <p15:guide id="35" pos="5567">
          <p15:clr>
            <a:srgbClr val="F26B43"/>
          </p15:clr>
        </p15:guide>
        <p15:guide id="36" pos="5855">
          <p15:clr>
            <a:srgbClr val="F26B43"/>
          </p15:clr>
        </p15:guide>
        <p15:guide id="37" pos="6143">
          <p15:clr>
            <a:srgbClr val="F26B43"/>
          </p15:clr>
        </p15:guide>
        <p15:guide id="38" pos="6431">
          <p15:clr>
            <a:srgbClr val="F26B43"/>
          </p15:clr>
        </p15:guide>
        <p15:guide id="39" pos="6719">
          <p15:clr>
            <a:srgbClr val="F26B43"/>
          </p15:clr>
        </p15:guide>
        <p15:guide id="40" pos="7007">
          <p15:clr>
            <a:srgbClr val="F26B43"/>
          </p15:clr>
        </p15:guide>
        <p15:guide id="41" pos="7295">
          <p15:clr>
            <a:srgbClr val="F26B43"/>
          </p15:clr>
        </p15:guide>
        <p15:guide id="42" pos="7678">
          <p15:clr>
            <a:srgbClr val="F26B43"/>
          </p15:clr>
        </p15:guide>
        <p15:guide id="43" orient="horz" pos="4320">
          <p15:clr>
            <a:srgbClr val="F26B43"/>
          </p15:clr>
        </p15:guide>
        <p15:guide id="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Colors</a:t>
            </a:r>
            <a:endParaRPr/>
          </a:p>
        </p:txBody>
      </p:sp>
      <p:grpSp>
        <p:nvGrpSpPr>
          <p:cNvPr id="1143" name="Google Shape;1143;p1"/>
          <p:cNvGrpSpPr/>
          <p:nvPr/>
        </p:nvGrpSpPr>
        <p:grpSpPr>
          <a:xfrm>
            <a:off x="579809" y="991639"/>
            <a:ext cx="2036216" cy="4643807"/>
            <a:chOff x="579809" y="991638"/>
            <a:chExt cx="2036216" cy="4643807"/>
          </a:xfrm>
        </p:grpSpPr>
        <p:grpSp>
          <p:nvGrpSpPr>
            <p:cNvPr id="1144" name="Google Shape;1144;p1"/>
            <p:cNvGrpSpPr/>
            <p:nvPr/>
          </p:nvGrpSpPr>
          <p:grpSpPr>
            <a:xfrm>
              <a:off x="579809" y="991638"/>
              <a:ext cx="2036216" cy="769441"/>
              <a:chOff x="579809" y="991638"/>
              <a:chExt cx="2036216" cy="769441"/>
            </a:xfrm>
          </p:grpSpPr>
          <p:sp>
            <p:nvSpPr>
              <p:cNvPr id="1145" name="Google Shape;1145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6" name="Google Shape;1146;p1"/>
              <p:cNvSpPr txBox="1"/>
              <p:nvPr/>
            </p:nvSpPr>
            <p:spPr>
              <a:xfrm>
                <a:off x="1420185" y="991638"/>
                <a:ext cx="1195840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Black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PMS Pantone Black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0-0-0-100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RGB 0-0-0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HEX #000000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47" name="Google Shape;1147;p1"/>
            <p:cNvGrpSpPr/>
            <p:nvPr/>
          </p:nvGrpSpPr>
          <p:grpSpPr>
            <a:xfrm>
              <a:off x="579809" y="2351247"/>
              <a:ext cx="1944846" cy="615553"/>
              <a:chOff x="579809" y="1059792"/>
              <a:chExt cx="1944846" cy="615553"/>
            </a:xfrm>
          </p:grpSpPr>
          <p:sp>
            <p:nvSpPr>
              <p:cNvPr id="1148" name="Google Shape;1148;p1"/>
              <p:cNvSpPr/>
              <p:nvPr/>
            </p:nvSpPr>
            <p:spPr>
              <a:xfrm>
                <a:off x="579809" y="1068582"/>
                <a:ext cx="597973" cy="597973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9" name="Google Shape;1149;p1"/>
              <p:cNvSpPr txBox="1"/>
              <p:nvPr/>
            </p:nvSpPr>
            <p:spPr>
              <a:xfrm>
                <a:off x="1420185" y="1059792"/>
                <a:ext cx="1104470" cy="6155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White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0-0-0-0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RGB 255-255-255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HEX #FFFFFF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50" name="Google Shape;1150;p1"/>
            <p:cNvGrpSpPr/>
            <p:nvPr/>
          </p:nvGrpSpPr>
          <p:grpSpPr>
            <a:xfrm>
              <a:off x="579809" y="3574548"/>
              <a:ext cx="2004156" cy="769441"/>
              <a:chOff x="579809" y="991638"/>
              <a:chExt cx="2004156" cy="769441"/>
            </a:xfrm>
          </p:grpSpPr>
          <p:sp>
            <p:nvSpPr>
              <p:cNvPr id="1151" name="Google Shape;1151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2" name="Google Shape;1152;p1"/>
              <p:cNvSpPr txBox="1"/>
              <p:nvPr/>
            </p:nvSpPr>
            <p:spPr>
              <a:xfrm>
                <a:off x="1420185" y="991638"/>
                <a:ext cx="1163780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Dark Blue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4146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100-82-0-81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27-29-54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#1B1D36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53" name="Google Shape;1153;p1"/>
            <p:cNvGrpSpPr/>
            <p:nvPr/>
          </p:nvGrpSpPr>
          <p:grpSpPr>
            <a:xfrm>
              <a:off x="579809" y="4866004"/>
              <a:ext cx="1951258" cy="769441"/>
              <a:chOff x="579809" y="991638"/>
              <a:chExt cx="1951258" cy="769441"/>
            </a:xfrm>
          </p:grpSpPr>
          <p:sp>
            <p:nvSpPr>
              <p:cNvPr id="1154" name="Google Shape;1154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5" name="Google Shape;1155;p1"/>
              <p:cNvSpPr txBox="1"/>
              <p:nvPr/>
            </p:nvSpPr>
            <p:spPr>
              <a:xfrm>
                <a:off x="1420185" y="991638"/>
                <a:ext cx="1110882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Blue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7469 C</a:t>
                </a:r>
                <a:b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96-64-24-6</a:t>
                </a:r>
                <a:b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0-92-138</a:t>
                </a:r>
                <a:b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#005C8A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56" name="Google Shape;1156;p1"/>
          <p:cNvGrpSpPr/>
          <p:nvPr/>
        </p:nvGrpSpPr>
        <p:grpSpPr>
          <a:xfrm>
            <a:off x="7070071" y="991638"/>
            <a:ext cx="1964082" cy="3352351"/>
            <a:chOff x="7095322" y="991638"/>
            <a:chExt cx="1964082" cy="3352351"/>
          </a:xfrm>
        </p:grpSpPr>
        <p:grpSp>
          <p:nvGrpSpPr>
            <p:cNvPr id="1157" name="Google Shape;1157;p1"/>
            <p:cNvGrpSpPr/>
            <p:nvPr/>
          </p:nvGrpSpPr>
          <p:grpSpPr>
            <a:xfrm>
              <a:off x="7095322" y="991638"/>
              <a:ext cx="1964082" cy="769441"/>
              <a:chOff x="579809" y="991638"/>
              <a:chExt cx="1964082" cy="769441"/>
            </a:xfrm>
          </p:grpSpPr>
          <p:sp>
            <p:nvSpPr>
              <p:cNvPr id="1158" name="Google Shape;1158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rgbClr val="CC092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9" name="Google Shape;1159;p1"/>
              <p:cNvSpPr txBox="1"/>
              <p:nvPr/>
            </p:nvSpPr>
            <p:spPr>
              <a:xfrm>
                <a:off x="1420185" y="991638"/>
                <a:ext cx="1123706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Red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186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0-100-81-4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204-9-47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#CC092F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0" name="Google Shape;1160;p1"/>
            <p:cNvGrpSpPr/>
            <p:nvPr/>
          </p:nvGrpSpPr>
          <p:grpSpPr>
            <a:xfrm>
              <a:off x="7095322" y="3574548"/>
              <a:ext cx="1964082" cy="769441"/>
              <a:chOff x="579809" y="991638"/>
              <a:chExt cx="1964082" cy="769441"/>
            </a:xfrm>
          </p:grpSpPr>
          <p:sp>
            <p:nvSpPr>
              <p:cNvPr id="1161" name="Google Shape;1161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2" name="Google Shape;1162;p1"/>
              <p:cNvSpPr txBox="1"/>
              <p:nvPr/>
            </p:nvSpPr>
            <p:spPr>
              <a:xfrm>
                <a:off x="1420185" y="991638"/>
                <a:ext cx="1123706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Yellow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7408 CP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0-29-100-0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243-186-22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#F3BA16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3" name="Google Shape;1163;p1"/>
            <p:cNvGrpSpPr/>
            <p:nvPr/>
          </p:nvGrpSpPr>
          <p:grpSpPr>
            <a:xfrm>
              <a:off x="7095322" y="2283093"/>
              <a:ext cx="1964082" cy="769441"/>
              <a:chOff x="579809" y="991638"/>
              <a:chExt cx="1964082" cy="769441"/>
            </a:xfrm>
          </p:grpSpPr>
          <p:sp>
            <p:nvSpPr>
              <p:cNvPr id="1164" name="Google Shape;1164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rgbClr val="E68C2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5" name="Google Shape;1165;p1"/>
              <p:cNvSpPr txBox="1"/>
              <p:nvPr/>
            </p:nvSpPr>
            <p:spPr>
              <a:xfrm>
                <a:off x="1420185" y="991638"/>
                <a:ext cx="1123706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Orange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138 CP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0-52-100-0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230-140-40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#E68C28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66" name="Google Shape;1166;p1"/>
          <p:cNvGrpSpPr/>
          <p:nvPr/>
        </p:nvGrpSpPr>
        <p:grpSpPr>
          <a:xfrm>
            <a:off x="9626391" y="991639"/>
            <a:ext cx="1933624" cy="3352350"/>
            <a:chOff x="9541549" y="991639"/>
            <a:chExt cx="1933624" cy="3352350"/>
          </a:xfrm>
        </p:grpSpPr>
        <p:grpSp>
          <p:nvGrpSpPr>
            <p:cNvPr id="1167" name="Google Shape;1167;p1"/>
            <p:cNvGrpSpPr/>
            <p:nvPr/>
          </p:nvGrpSpPr>
          <p:grpSpPr>
            <a:xfrm>
              <a:off x="9541549" y="991639"/>
              <a:ext cx="1885534" cy="769441"/>
              <a:chOff x="579809" y="991638"/>
              <a:chExt cx="1885534" cy="769441"/>
            </a:xfrm>
          </p:grpSpPr>
          <p:sp>
            <p:nvSpPr>
              <p:cNvPr id="1168" name="Google Shape;1168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rgbClr val="53565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9" name="Google Shape;1169;p1"/>
              <p:cNvSpPr txBox="1"/>
              <p:nvPr/>
            </p:nvSpPr>
            <p:spPr>
              <a:xfrm>
                <a:off x="1420185" y="991638"/>
                <a:ext cx="1045158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Dark Gray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Cool Gray 11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0-0-0-80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83-86-90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#53565A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0" name="Google Shape;1170;p1"/>
            <p:cNvGrpSpPr/>
            <p:nvPr/>
          </p:nvGrpSpPr>
          <p:grpSpPr>
            <a:xfrm>
              <a:off x="9541549" y="2360038"/>
              <a:ext cx="1858283" cy="769441"/>
              <a:chOff x="579809" y="991638"/>
              <a:chExt cx="1858283" cy="769441"/>
            </a:xfrm>
          </p:grpSpPr>
          <p:sp>
            <p:nvSpPr>
              <p:cNvPr id="1171" name="Google Shape;1171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rgbClr val="99999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2" name="Google Shape;1172;p1"/>
              <p:cNvSpPr txBox="1"/>
              <p:nvPr/>
            </p:nvSpPr>
            <p:spPr>
              <a:xfrm>
                <a:off x="1420185" y="991638"/>
                <a:ext cx="1017907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Cool Gray 7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Cool Gray 7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0-0-0-48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151-153-155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#97999B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3" name="Google Shape;1173;p1"/>
            <p:cNvGrpSpPr/>
            <p:nvPr/>
          </p:nvGrpSpPr>
          <p:grpSpPr>
            <a:xfrm>
              <a:off x="9541549" y="3728436"/>
              <a:ext cx="1933624" cy="615553"/>
              <a:chOff x="8968870" y="2351247"/>
              <a:chExt cx="1933624" cy="615553"/>
            </a:xfrm>
          </p:grpSpPr>
          <p:sp>
            <p:nvSpPr>
              <p:cNvPr id="1174" name="Google Shape;1174;p1"/>
              <p:cNvSpPr/>
              <p:nvPr/>
            </p:nvSpPr>
            <p:spPr>
              <a:xfrm>
                <a:off x="8968870" y="2360037"/>
                <a:ext cx="597973" cy="597973"/>
              </a:xfrm>
              <a:prstGeom prst="ellipse">
                <a:avLst/>
              </a:prstGeom>
              <a:solidFill>
                <a:srgbClr val="E2E3E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5" name="Google Shape;1175;p1"/>
              <p:cNvSpPr txBox="1"/>
              <p:nvPr/>
            </p:nvSpPr>
            <p:spPr>
              <a:xfrm>
                <a:off x="9809246" y="2351247"/>
                <a:ext cx="1093248" cy="6155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Broadcom Gray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0-0-0-12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RGB 226-227-228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HEX #E2E3E4</a:t>
                </a:r>
                <a:endParaRPr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76" name="Google Shape;1176;p1"/>
          <p:cNvGrpSpPr/>
          <p:nvPr/>
        </p:nvGrpSpPr>
        <p:grpSpPr>
          <a:xfrm>
            <a:off x="3208264" y="991638"/>
            <a:ext cx="3269568" cy="4643808"/>
            <a:chOff x="3163464" y="991638"/>
            <a:chExt cx="3269568" cy="4643808"/>
          </a:xfrm>
        </p:grpSpPr>
        <p:grpSp>
          <p:nvGrpSpPr>
            <p:cNvPr id="1177" name="Google Shape;1177;p1"/>
            <p:cNvGrpSpPr/>
            <p:nvPr/>
          </p:nvGrpSpPr>
          <p:grpSpPr>
            <a:xfrm>
              <a:off x="3163464" y="2283093"/>
              <a:ext cx="1887137" cy="769441"/>
              <a:chOff x="579809" y="991638"/>
              <a:chExt cx="1887137" cy="769441"/>
            </a:xfrm>
          </p:grpSpPr>
          <p:sp>
            <p:nvSpPr>
              <p:cNvPr id="1178" name="Google Shape;1178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9" name="Google Shape;1179;p1"/>
              <p:cNvSpPr txBox="1"/>
              <p:nvPr/>
            </p:nvSpPr>
            <p:spPr>
              <a:xfrm>
                <a:off x="1420185" y="991638"/>
                <a:ext cx="1046761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Purple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7678 C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74-85-0-0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108-75-148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#6C4B94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0" name="Google Shape;1180;p1"/>
            <p:cNvGrpSpPr/>
            <p:nvPr/>
          </p:nvGrpSpPr>
          <p:grpSpPr>
            <a:xfrm>
              <a:off x="3163465" y="991638"/>
              <a:ext cx="1951258" cy="769441"/>
              <a:chOff x="579809" y="991638"/>
              <a:chExt cx="1951258" cy="769441"/>
            </a:xfrm>
          </p:grpSpPr>
          <p:sp>
            <p:nvSpPr>
              <p:cNvPr id="1181" name="Google Shape;1181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2" name="Google Shape;1182;p1"/>
              <p:cNvSpPr txBox="1"/>
              <p:nvPr/>
            </p:nvSpPr>
            <p:spPr>
              <a:xfrm>
                <a:off x="1420185" y="991638"/>
                <a:ext cx="1110882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Aqua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7474 CP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96-9-32-29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0-123-140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#007B8C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3" name="Google Shape;1183;p1"/>
            <p:cNvGrpSpPr/>
            <p:nvPr/>
          </p:nvGrpSpPr>
          <p:grpSpPr>
            <a:xfrm>
              <a:off x="3163465" y="3574548"/>
              <a:ext cx="3269567" cy="769441"/>
              <a:chOff x="3163465" y="3574548"/>
              <a:chExt cx="3269567" cy="769441"/>
            </a:xfrm>
          </p:grpSpPr>
          <p:sp>
            <p:nvSpPr>
              <p:cNvPr id="1184" name="Google Shape;1184;p1"/>
              <p:cNvSpPr/>
              <p:nvPr/>
            </p:nvSpPr>
            <p:spPr>
              <a:xfrm>
                <a:off x="3163465" y="3660283"/>
                <a:ext cx="597973" cy="597973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5" name="Google Shape;1185;p1"/>
              <p:cNvSpPr txBox="1"/>
              <p:nvPr/>
            </p:nvSpPr>
            <p:spPr>
              <a:xfrm>
                <a:off x="4003840" y="3574548"/>
                <a:ext cx="2429192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Azure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313 CP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100-0-11-2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0-152-199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#0098C7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(AA Compliant)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0-125-163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#007DA3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6" name="Google Shape;1186;p1"/>
              <p:cNvSpPr/>
              <p:nvPr/>
            </p:nvSpPr>
            <p:spPr>
              <a:xfrm>
                <a:off x="3462450" y="3660282"/>
                <a:ext cx="298988" cy="597974"/>
              </a:xfrm>
              <a:custGeom>
                <a:avLst/>
                <a:gdLst/>
                <a:ahLst/>
                <a:cxnLst/>
                <a:rect l="l" t="t" r="r" b="b"/>
                <a:pathLst>
                  <a:path w="298988" h="597974" extrusionOk="0">
                    <a:moveTo>
                      <a:pt x="1" y="0"/>
                    </a:moveTo>
                    <a:cubicBezTo>
                      <a:pt x="165127" y="0"/>
                      <a:pt x="298988" y="133861"/>
                      <a:pt x="298988" y="298987"/>
                    </a:cubicBezTo>
                    <a:cubicBezTo>
                      <a:pt x="298988" y="464113"/>
                      <a:pt x="165127" y="597974"/>
                      <a:pt x="1" y="597974"/>
                    </a:cubicBezTo>
                    <a:lnTo>
                      <a:pt x="0" y="5979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D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7" name="Google Shape;1187;p1"/>
            <p:cNvGrpSpPr/>
            <p:nvPr/>
          </p:nvGrpSpPr>
          <p:grpSpPr>
            <a:xfrm>
              <a:off x="3163464" y="4866005"/>
              <a:ext cx="3269568" cy="769441"/>
              <a:chOff x="3163464" y="4866005"/>
              <a:chExt cx="3269568" cy="769441"/>
            </a:xfrm>
          </p:grpSpPr>
          <p:sp>
            <p:nvSpPr>
              <p:cNvPr id="1188" name="Google Shape;1188;p1"/>
              <p:cNvSpPr/>
              <p:nvPr/>
            </p:nvSpPr>
            <p:spPr>
              <a:xfrm>
                <a:off x="3163464" y="4951739"/>
                <a:ext cx="597973" cy="597973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9" name="Google Shape;1189;p1"/>
              <p:cNvSpPr/>
              <p:nvPr/>
            </p:nvSpPr>
            <p:spPr>
              <a:xfrm>
                <a:off x="3462450" y="4951738"/>
                <a:ext cx="298988" cy="597974"/>
              </a:xfrm>
              <a:custGeom>
                <a:avLst/>
                <a:gdLst/>
                <a:ahLst/>
                <a:cxnLst/>
                <a:rect l="l" t="t" r="r" b="b"/>
                <a:pathLst>
                  <a:path w="298988" h="597974" extrusionOk="0">
                    <a:moveTo>
                      <a:pt x="1" y="0"/>
                    </a:moveTo>
                    <a:cubicBezTo>
                      <a:pt x="165127" y="0"/>
                      <a:pt x="298988" y="133861"/>
                      <a:pt x="298988" y="298987"/>
                    </a:cubicBezTo>
                    <a:cubicBezTo>
                      <a:pt x="298988" y="464113"/>
                      <a:pt x="165127" y="597974"/>
                      <a:pt x="1" y="597974"/>
                    </a:cubicBezTo>
                    <a:lnTo>
                      <a:pt x="0" y="5979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380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0" name="Google Shape;1190;p1"/>
              <p:cNvSpPr txBox="1"/>
              <p:nvPr/>
            </p:nvSpPr>
            <p:spPr>
              <a:xfrm>
                <a:off x="4003840" y="4866005"/>
                <a:ext cx="2429192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Green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369 C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67-12-100-1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97-166-14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#61A60E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(AA Compliant)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35-128-10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#23800A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EE57F-73E7-5BF2-F1A9-C2169DFA2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VCF Low Level Design Diagrams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4951583-BB3D-4020-FEEA-BA4EB1F36ADB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/>
              <a:t>VCF Operations for logs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1C9AA8A-6530-67A8-B417-DC57DBE2AF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6459D3B-D2E5-1DDF-0BF9-B1CC35CAB6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73356A-224B-E93C-7C63-3568E97AD5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5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VCF Constructs v1</a:t>
            </a:r>
            <a:endParaRPr/>
          </a:p>
        </p:txBody>
      </p:sp>
      <p:grpSp>
        <p:nvGrpSpPr>
          <p:cNvPr id="1202" name="Google Shape;1202;p53"/>
          <p:cNvGrpSpPr/>
          <p:nvPr/>
        </p:nvGrpSpPr>
        <p:grpSpPr>
          <a:xfrm>
            <a:off x="3433403" y="1355712"/>
            <a:ext cx="4309889" cy="4146575"/>
            <a:chOff x="719311" y="1423298"/>
            <a:chExt cx="4309889" cy="4146575"/>
          </a:xfrm>
        </p:grpSpPr>
        <p:sp>
          <p:nvSpPr>
            <p:cNvPr id="1203" name="Google Shape;1203;p53"/>
            <p:cNvSpPr/>
            <p:nvPr/>
          </p:nvSpPr>
          <p:spPr>
            <a:xfrm>
              <a:off x="719311" y="1423298"/>
              <a:ext cx="4309889" cy="4146575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Private Cloud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53"/>
            <p:cNvSpPr/>
            <p:nvPr/>
          </p:nvSpPr>
          <p:spPr>
            <a:xfrm>
              <a:off x="830547" y="1755650"/>
              <a:ext cx="1935641" cy="3681801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Fleet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53"/>
            <p:cNvSpPr/>
            <p:nvPr/>
          </p:nvSpPr>
          <p:spPr>
            <a:xfrm>
              <a:off x="929477" y="2882698"/>
              <a:ext cx="1737360" cy="1976753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Instance</a:t>
              </a:r>
              <a:endPara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53"/>
            <p:cNvSpPr/>
            <p:nvPr/>
          </p:nvSpPr>
          <p:spPr>
            <a:xfrm>
              <a:off x="1017063" y="2479515"/>
              <a:ext cx="1556095" cy="271824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Automation</a:t>
              </a: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53"/>
            <p:cNvSpPr/>
            <p:nvPr/>
          </p:nvSpPr>
          <p:spPr>
            <a:xfrm>
              <a:off x="1017063" y="3178799"/>
              <a:ext cx="1556095" cy="119241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Management Domain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53"/>
            <p:cNvSpPr/>
            <p:nvPr/>
          </p:nvSpPr>
          <p:spPr>
            <a:xfrm>
              <a:off x="1116722" y="3521005"/>
              <a:ext cx="1354057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vCenter</a:t>
              </a: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53"/>
            <p:cNvSpPr/>
            <p:nvPr/>
          </p:nvSpPr>
          <p:spPr>
            <a:xfrm>
              <a:off x="1116722" y="3796357"/>
              <a:ext cx="1354058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NSX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53"/>
            <p:cNvSpPr/>
            <p:nvPr/>
          </p:nvSpPr>
          <p:spPr>
            <a:xfrm>
              <a:off x="1116720" y="4069741"/>
              <a:ext cx="1354059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SDDC Manager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53"/>
            <p:cNvSpPr/>
            <p:nvPr/>
          </p:nvSpPr>
          <p:spPr>
            <a:xfrm>
              <a:off x="929476" y="4986429"/>
              <a:ext cx="1737360" cy="335747"/>
            </a:xfrm>
            <a:prstGeom prst="rect">
              <a:avLst/>
            </a:prstGeom>
            <a:noFill/>
            <a:ln w="12700" cap="rnd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Additional VCF Instances</a:t>
              </a:r>
              <a:endPara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53"/>
            <p:cNvSpPr/>
            <p:nvPr/>
          </p:nvSpPr>
          <p:spPr>
            <a:xfrm>
              <a:off x="1020108" y="2082843"/>
              <a:ext cx="1556095" cy="26571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Operations</a:t>
              </a: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53"/>
            <p:cNvSpPr/>
            <p:nvPr/>
          </p:nvSpPr>
          <p:spPr>
            <a:xfrm>
              <a:off x="1015701" y="4498374"/>
              <a:ext cx="1556096" cy="24318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Workload Domains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53"/>
            <p:cNvSpPr/>
            <p:nvPr/>
          </p:nvSpPr>
          <p:spPr>
            <a:xfrm>
              <a:off x="2952704" y="1755650"/>
              <a:ext cx="1935641" cy="3681801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Fleet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53"/>
            <p:cNvSpPr/>
            <p:nvPr/>
          </p:nvSpPr>
          <p:spPr>
            <a:xfrm>
              <a:off x="3051634" y="2882698"/>
              <a:ext cx="1737360" cy="1976753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Instance</a:t>
              </a:r>
              <a:endPara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53"/>
            <p:cNvSpPr/>
            <p:nvPr/>
          </p:nvSpPr>
          <p:spPr>
            <a:xfrm>
              <a:off x="3139220" y="2479515"/>
              <a:ext cx="1556095" cy="271824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Automation</a:t>
              </a: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53"/>
            <p:cNvSpPr/>
            <p:nvPr/>
          </p:nvSpPr>
          <p:spPr>
            <a:xfrm>
              <a:off x="3139220" y="3178799"/>
              <a:ext cx="1556095" cy="119241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Management Domain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53"/>
            <p:cNvSpPr/>
            <p:nvPr/>
          </p:nvSpPr>
          <p:spPr>
            <a:xfrm>
              <a:off x="3238879" y="3521005"/>
              <a:ext cx="1354057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vCenter</a:t>
              </a: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53"/>
            <p:cNvSpPr/>
            <p:nvPr/>
          </p:nvSpPr>
          <p:spPr>
            <a:xfrm>
              <a:off x="3238879" y="3796357"/>
              <a:ext cx="1354058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NSX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53"/>
            <p:cNvSpPr/>
            <p:nvPr/>
          </p:nvSpPr>
          <p:spPr>
            <a:xfrm>
              <a:off x="3238877" y="4069741"/>
              <a:ext cx="1354059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SDDC Manager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53"/>
            <p:cNvSpPr/>
            <p:nvPr/>
          </p:nvSpPr>
          <p:spPr>
            <a:xfrm>
              <a:off x="3051633" y="4986429"/>
              <a:ext cx="1737360" cy="335747"/>
            </a:xfrm>
            <a:prstGeom prst="rect">
              <a:avLst/>
            </a:prstGeom>
            <a:noFill/>
            <a:ln w="12700" cap="rnd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Additional VCF Instances</a:t>
              </a:r>
              <a:endPara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53"/>
            <p:cNvSpPr/>
            <p:nvPr/>
          </p:nvSpPr>
          <p:spPr>
            <a:xfrm>
              <a:off x="3142265" y="2082843"/>
              <a:ext cx="1556095" cy="26571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Operations</a:t>
              </a: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53"/>
            <p:cNvSpPr/>
            <p:nvPr/>
          </p:nvSpPr>
          <p:spPr>
            <a:xfrm>
              <a:off x="3137858" y="4498374"/>
              <a:ext cx="1556096" cy="24318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Workload Domains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5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VCF Constructs v1 (SVG Image)</a:t>
            </a:r>
            <a:endParaRPr/>
          </a:p>
        </p:txBody>
      </p:sp>
      <p:pic>
        <p:nvPicPr>
          <p:cNvPr id="1229" name="Google Shape;1229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92593" y="1351788"/>
            <a:ext cx="4331208" cy="4154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5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200"/>
              <a:t>VCF Operations Models</a:t>
            </a:r>
            <a:endParaRPr/>
          </a:p>
        </p:txBody>
      </p:sp>
      <p:sp>
        <p:nvSpPr>
          <p:cNvPr id="1277" name="Google Shape;1277;p5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5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VCF Operations Models v1</a:t>
            </a:r>
            <a:endParaRPr/>
          </a:p>
        </p:txBody>
      </p:sp>
      <p:sp>
        <p:nvSpPr>
          <p:cNvPr id="1283" name="Google Shape;1283;p58"/>
          <p:cNvSpPr/>
          <p:nvPr/>
        </p:nvSpPr>
        <p:spPr>
          <a:xfrm>
            <a:off x="6495580" y="1666053"/>
            <a:ext cx="1752600" cy="209272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58"/>
          <p:cNvSpPr/>
          <p:nvPr/>
        </p:nvSpPr>
        <p:spPr>
          <a:xfrm>
            <a:off x="6781293" y="2351716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Primary node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58"/>
          <p:cNvSpPr/>
          <p:nvPr/>
        </p:nvSpPr>
        <p:spPr>
          <a:xfrm>
            <a:off x="6781293" y="2791868"/>
            <a:ext cx="1181174" cy="359197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Replica node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58"/>
          <p:cNvSpPr/>
          <p:nvPr/>
        </p:nvSpPr>
        <p:spPr>
          <a:xfrm>
            <a:off x="6781293" y="3231674"/>
            <a:ext cx="1181174" cy="360330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node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58"/>
          <p:cNvSpPr/>
          <p:nvPr/>
        </p:nvSpPr>
        <p:spPr>
          <a:xfrm>
            <a:off x="6781292" y="1902763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8" name="Google Shape;1288;p58"/>
          <p:cNvSpPr/>
          <p:nvPr/>
        </p:nvSpPr>
        <p:spPr>
          <a:xfrm>
            <a:off x="8787236" y="2379405"/>
            <a:ext cx="1752600" cy="2812542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Instance Account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58"/>
          <p:cNvSpPr/>
          <p:nvPr/>
        </p:nvSpPr>
        <p:spPr>
          <a:xfrm>
            <a:off x="9000603" y="2936411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58"/>
          <p:cNvSpPr/>
          <p:nvPr/>
        </p:nvSpPr>
        <p:spPr>
          <a:xfrm>
            <a:off x="8895697" y="2645000"/>
            <a:ext cx="1529825" cy="1155469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58"/>
          <p:cNvSpPr/>
          <p:nvPr/>
        </p:nvSpPr>
        <p:spPr>
          <a:xfrm>
            <a:off x="6337190" y="1293805"/>
            <a:ext cx="4412918" cy="4121574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Availability - 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92" name="Google Shape;1292;p58"/>
          <p:cNvGrpSpPr/>
          <p:nvPr/>
        </p:nvGrpSpPr>
        <p:grpSpPr>
          <a:xfrm>
            <a:off x="6495580" y="4369940"/>
            <a:ext cx="1752600" cy="822007"/>
            <a:chOff x="8833581" y="1666053"/>
            <a:chExt cx="1752600" cy="822007"/>
          </a:xfrm>
        </p:grpSpPr>
        <p:sp>
          <p:nvSpPr>
            <p:cNvPr id="1293" name="Google Shape;1293;p58"/>
            <p:cNvSpPr/>
            <p:nvPr/>
          </p:nvSpPr>
          <p:spPr>
            <a:xfrm>
              <a:off x="9119294" y="1934274"/>
              <a:ext cx="1181174" cy="357028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75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Operations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75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Collector node</a:t>
              </a:r>
              <a:endParaRPr sz="7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58"/>
            <p:cNvSpPr/>
            <p:nvPr/>
          </p:nvSpPr>
          <p:spPr>
            <a:xfrm>
              <a:off x="8833581" y="1666053"/>
              <a:ext cx="1752600" cy="822007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VCF Operations Collectors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5" name="Google Shape;1295;p58"/>
          <p:cNvSpPr/>
          <p:nvPr/>
        </p:nvSpPr>
        <p:spPr>
          <a:xfrm>
            <a:off x="8995856" y="3201445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vSAN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58"/>
          <p:cNvSpPr/>
          <p:nvPr/>
        </p:nvSpPr>
        <p:spPr>
          <a:xfrm>
            <a:off x="9000603" y="3480450"/>
            <a:ext cx="1324760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58"/>
          <p:cNvSpPr/>
          <p:nvPr/>
        </p:nvSpPr>
        <p:spPr>
          <a:xfrm>
            <a:off x="9000603" y="4169368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58"/>
          <p:cNvSpPr/>
          <p:nvPr/>
        </p:nvSpPr>
        <p:spPr>
          <a:xfrm>
            <a:off x="8895697" y="3877957"/>
            <a:ext cx="1529825" cy="1155469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58"/>
          <p:cNvSpPr/>
          <p:nvPr/>
        </p:nvSpPr>
        <p:spPr>
          <a:xfrm>
            <a:off x="8995856" y="4434402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vSAN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58"/>
          <p:cNvSpPr/>
          <p:nvPr/>
        </p:nvSpPr>
        <p:spPr>
          <a:xfrm>
            <a:off x="9000603" y="4713407"/>
            <a:ext cx="1324760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58"/>
          <p:cNvSpPr/>
          <p:nvPr/>
        </p:nvSpPr>
        <p:spPr>
          <a:xfrm>
            <a:off x="1438718" y="1666053"/>
            <a:ext cx="1752600" cy="1214799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58"/>
          <p:cNvSpPr/>
          <p:nvPr/>
        </p:nvSpPr>
        <p:spPr>
          <a:xfrm>
            <a:off x="1724431" y="2351716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Primary node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58"/>
          <p:cNvSpPr/>
          <p:nvPr/>
        </p:nvSpPr>
        <p:spPr>
          <a:xfrm>
            <a:off x="1724430" y="1902763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p58"/>
          <p:cNvSpPr/>
          <p:nvPr/>
        </p:nvSpPr>
        <p:spPr>
          <a:xfrm>
            <a:off x="3708289" y="1666057"/>
            <a:ext cx="1752600" cy="2812542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Instance Account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58"/>
          <p:cNvSpPr/>
          <p:nvPr/>
        </p:nvSpPr>
        <p:spPr>
          <a:xfrm>
            <a:off x="3921656" y="2223063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p58"/>
          <p:cNvSpPr/>
          <p:nvPr/>
        </p:nvSpPr>
        <p:spPr>
          <a:xfrm>
            <a:off x="3816750" y="1931652"/>
            <a:ext cx="1529825" cy="1155469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p58"/>
          <p:cNvSpPr/>
          <p:nvPr/>
        </p:nvSpPr>
        <p:spPr>
          <a:xfrm>
            <a:off x="1280328" y="1293805"/>
            <a:ext cx="4412918" cy="4121574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- 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8" name="Google Shape;1308;p58"/>
          <p:cNvGrpSpPr/>
          <p:nvPr/>
        </p:nvGrpSpPr>
        <p:grpSpPr>
          <a:xfrm>
            <a:off x="1438718" y="3639214"/>
            <a:ext cx="1752600" cy="822007"/>
            <a:chOff x="3761797" y="1666034"/>
            <a:chExt cx="1752600" cy="822007"/>
          </a:xfrm>
        </p:grpSpPr>
        <p:sp>
          <p:nvSpPr>
            <p:cNvPr id="1309" name="Google Shape;1309;p58"/>
            <p:cNvSpPr/>
            <p:nvPr/>
          </p:nvSpPr>
          <p:spPr>
            <a:xfrm>
              <a:off x="4062432" y="1934274"/>
              <a:ext cx="1181174" cy="357028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75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Operations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75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Collector node</a:t>
              </a:r>
              <a:endParaRPr sz="7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58"/>
            <p:cNvSpPr/>
            <p:nvPr/>
          </p:nvSpPr>
          <p:spPr>
            <a:xfrm>
              <a:off x="3761797" y="1666034"/>
              <a:ext cx="1752600" cy="822007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VCF Operations Collectors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1" name="Google Shape;1311;p58"/>
          <p:cNvSpPr/>
          <p:nvPr/>
        </p:nvSpPr>
        <p:spPr>
          <a:xfrm>
            <a:off x="3916909" y="2488097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vSAN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58"/>
          <p:cNvSpPr/>
          <p:nvPr/>
        </p:nvSpPr>
        <p:spPr>
          <a:xfrm>
            <a:off x="3921656" y="2767102"/>
            <a:ext cx="1324760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58"/>
          <p:cNvSpPr/>
          <p:nvPr/>
        </p:nvSpPr>
        <p:spPr>
          <a:xfrm>
            <a:off x="3921656" y="3456020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58"/>
          <p:cNvSpPr/>
          <p:nvPr/>
        </p:nvSpPr>
        <p:spPr>
          <a:xfrm>
            <a:off x="3816750" y="3164609"/>
            <a:ext cx="1529825" cy="1155469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58"/>
          <p:cNvSpPr/>
          <p:nvPr/>
        </p:nvSpPr>
        <p:spPr>
          <a:xfrm>
            <a:off x="3916909" y="3721054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vSAN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58"/>
          <p:cNvSpPr/>
          <p:nvPr/>
        </p:nvSpPr>
        <p:spPr>
          <a:xfrm>
            <a:off x="3921656" y="4000059"/>
            <a:ext cx="1324760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7" name="Google Shape;1317;p58"/>
          <p:cNvCxnSpPr>
            <a:stCxn id="1310" idx="0"/>
            <a:endCxn id="1301" idx="2"/>
          </p:cNvCxnSpPr>
          <p:nvPr/>
        </p:nvCxnSpPr>
        <p:spPr>
          <a:xfrm rot="10800000">
            <a:off x="2315018" y="2880814"/>
            <a:ext cx="0" cy="758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18" name="Google Shape;1318;p58"/>
          <p:cNvCxnSpPr>
            <a:stCxn id="1310" idx="3"/>
          </p:cNvCxnSpPr>
          <p:nvPr/>
        </p:nvCxnSpPr>
        <p:spPr>
          <a:xfrm>
            <a:off x="3191318" y="4050218"/>
            <a:ext cx="5112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19" name="Google Shape;1319;p58"/>
          <p:cNvCxnSpPr/>
          <p:nvPr/>
        </p:nvCxnSpPr>
        <p:spPr>
          <a:xfrm rot="10800000" flipH="1">
            <a:off x="7371879" y="3771869"/>
            <a:ext cx="1" cy="575168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20" name="Google Shape;1320;p58"/>
          <p:cNvCxnSpPr/>
          <p:nvPr/>
        </p:nvCxnSpPr>
        <p:spPr>
          <a:xfrm rot="10800000" flipH="1">
            <a:off x="8262148" y="4759417"/>
            <a:ext cx="511119" cy="1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5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VCF Operations Models v1 (SVG Image)</a:t>
            </a:r>
            <a:endParaRPr/>
          </a:p>
        </p:txBody>
      </p:sp>
      <p:pic>
        <p:nvPicPr>
          <p:cNvPr id="1326" name="Google Shape;1326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45814" y="1364678"/>
            <a:ext cx="9468993" cy="4128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6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200"/>
              <a:t>VCF Operations for Logs Models</a:t>
            </a:r>
            <a:endParaRPr/>
          </a:p>
        </p:txBody>
      </p:sp>
      <p:sp>
        <p:nvSpPr>
          <p:cNvPr id="1332" name="Google Shape;1332;p60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6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VCF Operations for Logs Models v1</a:t>
            </a:r>
            <a:endParaRPr/>
          </a:p>
        </p:txBody>
      </p:sp>
      <p:sp>
        <p:nvSpPr>
          <p:cNvPr id="1338" name="Google Shape;1338;p61"/>
          <p:cNvSpPr/>
          <p:nvPr/>
        </p:nvSpPr>
        <p:spPr>
          <a:xfrm>
            <a:off x="6328801" y="1058912"/>
            <a:ext cx="4412918" cy="5059389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Availability - VCF Operations for Logs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9" name="Google Shape;1339;p61"/>
          <p:cNvSpPr/>
          <p:nvPr/>
        </p:nvSpPr>
        <p:spPr>
          <a:xfrm>
            <a:off x="1430328" y="1431161"/>
            <a:ext cx="4022173" cy="776002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0" name="Google Shape;1340;p61"/>
          <p:cNvSpPr/>
          <p:nvPr/>
        </p:nvSpPr>
        <p:spPr>
          <a:xfrm>
            <a:off x="1562124" y="1722054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1" name="Google Shape;1341;p61"/>
          <p:cNvSpPr/>
          <p:nvPr/>
        </p:nvSpPr>
        <p:spPr>
          <a:xfrm>
            <a:off x="2852095" y="1721579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61"/>
          <p:cNvSpPr/>
          <p:nvPr/>
        </p:nvSpPr>
        <p:spPr>
          <a:xfrm>
            <a:off x="1271939" y="1058912"/>
            <a:ext cx="4412918" cy="5059389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- VCF Operations for Logs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p61"/>
          <p:cNvSpPr/>
          <p:nvPr/>
        </p:nvSpPr>
        <p:spPr>
          <a:xfrm>
            <a:off x="4142067" y="1721579"/>
            <a:ext cx="1181174" cy="357028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Collector node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61"/>
          <p:cNvSpPr/>
          <p:nvPr/>
        </p:nvSpPr>
        <p:spPr>
          <a:xfrm>
            <a:off x="2429072" y="2608203"/>
            <a:ext cx="2011709" cy="137573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5" name="Google Shape;1345;p61"/>
          <p:cNvCxnSpPr>
            <a:stCxn id="1344" idx="0"/>
            <a:endCxn id="1339" idx="2"/>
          </p:cNvCxnSpPr>
          <p:nvPr/>
        </p:nvCxnSpPr>
        <p:spPr>
          <a:xfrm rot="10800000" flipH="1">
            <a:off x="3434927" y="2207103"/>
            <a:ext cx="6600" cy="401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46" name="Google Shape;1346;p61"/>
          <p:cNvCxnSpPr>
            <a:stCxn id="1347" idx="0"/>
            <a:endCxn id="1344" idx="2"/>
          </p:cNvCxnSpPr>
          <p:nvPr/>
        </p:nvCxnSpPr>
        <p:spPr>
          <a:xfrm rot="10800000" flipH="1">
            <a:off x="3430088" y="3983946"/>
            <a:ext cx="4800" cy="393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48" name="Google Shape;1348;p61"/>
          <p:cNvSpPr/>
          <p:nvPr/>
        </p:nvSpPr>
        <p:spPr>
          <a:xfrm>
            <a:off x="2865744" y="3550629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9" name="Google Shape;1349;p61"/>
          <p:cNvSpPr/>
          <p:nvPr/>
        </p:nvSpPr>
        <p:spPr>
          <a:xfrm>
            <a:off x="2865743" y="2870512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Internal Load Balancer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7" name="Google Shape;1347;p61"/>
          <p:cNvSpPr/>
          <p:nvPr/>
        </p:nvSpPr>
        <p:spPr>
          <a:xfrm>
            <a:off x="1703649" y="4377846"/>
            <a:ext cx="3452878" cy="1565618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Instance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0" name="Google Shape;1350;p61"/>
          <p:cNvSpPr/>
          <p:nvPr/>
        </p:nvSpPr>
        <p:spPr>
          <a:xfrm>
            <a:off x="1812109" y="4665542"/>
            <a:ext cx="1529825" cy="115664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1" name="Google Shape;1351;p61"/>
          <p:cNvSpPr/>
          <p:nvPr/>
        </p:nvSpPr>
        <p:spPr>
          <a:xfrm>
            <a:off x="1904430" y="4966750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p61"/>
          <p:cNvSpPr/>
          <p:nvPr/>
        </p:nvSpPr>
        <p:spPr>
          <a:xfrm>
            <a:off x="1899683" y="5231784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3" name="Google Shape;1353;p61"/>
          <p:cNvSpPr/>
          <p:nvPr/>
        </p:nvSpPr>
        <p:spPr>
          <a:xfrm>
            <a:off x="3491402" y="4666633"/>
            <a:ext cx="1529825" cy="907435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4" name="Google Shape;1354;p61"/>
          <p:cNvSpPr/>
          <p:nvPr/>
        </p:nvSpPr>
        <p:spPr>
          <a:xfrm>
            <a:off x="3583723" y="4967842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5" name="Google Shape;1355;p61"/>
          <p:cNvSpPr/>
          <p:nvPr/>
        </p:nvSpPr>
        <p:spPr>
          <a:xfrm>
            <a:off x="3578976" y="5232876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6" name="Google Shape;1356;p61"/>
          <p:cNvSpPr/>
          <p:nvPr/>
        </p:nvSpPr>
        <p:spPr>
          <a:xfrm>
            <a:off x="1899683" y="5496818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SDDC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7" name="Google Shape;1357;p61"/>
          <p:cNvCxnSpPr>
            <a:stCxn id="1349" idx="2"/>
            <a:endCxn id="1348" idx="0"/>
          </p:cNvCxnSpPr>
          <p:nvPr/>
        </p:nvCxnSpPr>
        <p:spPr>
          <a:xfrm>
            <a:off x="3456331" y="3230530"/>
            <a:ext cx="0" cy="320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58" name="Google Shape;1358;p61"/>
          <p:cNvSpPr/>
          <p:nvPr/>
        </p:nvSpPr>
        <p:spPr>
          <a:xfrm>
            <a:off x="6546500" y="1431161"/>
            <a:ext cx="4022173" cy="776002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61"/>
          <p:cNvSpPr/>
          <p:nvPr/>
        </p:nvSpPr>
        <p:spPr>
          <a:xfrm>
            <a:off x="6678296" y="1722054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0" name="Google Shape;1360;p61"/>
          <p:cNvSpPr/>
          <p:nvPr/>
        </p:nvSpPr>
        <p:spPr>
          <a:xfrm>
            <a:off x="7968267" y="1721579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61"/>
          <p:cNvSpPr/>
          <p:nvPr/>
        </p:nvSpPr>
        <p:spPr>
          <a:xfrm>
            <a:off x="9258239" y="1721579"/>
            <a:ext cx="1181174" cy="357028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Collector node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61"/>
          <p:cNvSpPr/>
          <p:nvPr/>
        </p:nvSpPr>
        <p:spPr>
          <a:xfrm>
            <a:off x="6546500" y="2608203"/>
            <a:ext cx="4022173" cy="137573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3" name="Google Shape;1363;p61"/>
          <p:cNvCxnSpPr>
            <a:stCxn id="1362" idx="0"/>
            <a:endCxn id="1358" idx="2"/>
          </p:cNvCxnSpPr>
          <p:nvPr/>
        </p:nvCxnSpPr>
        <p:spPr>
          <a:xfrm rot="10800000">
            <a:off x="8557587" y="2207103"/>
            <a:ext cx="0" cy="401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64" name="Google Shape;1364;p61"/>
          <p:cNvCxnSpPr>
            <a:stCxn id="1365" idx="0"/>
            <a:endCxn id="1362" idx="2"/>
          </p:cNvCxnSpPr>
          <p:nvPr/>
        </p:nvCxnSpPr>
        <p:spPr>
          <a:xfrm rot="10800000" flipH="1">
            <a:off x="8555175" y="3983982"/>
            <a:ext cx="2400" cy="387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66" name="Google Shape;1366;p61"/>
          <p:cNvSpPr/>
          <p:nvPr/>
        </p:nvSpPr>
        <p:spPr>
          <a:xfrm>
            <a:off x="7981916" y="3550629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61"/>
          <p:cNvSpPr/>
          <p:nvPr/>
        </p:nvSpPr>
        <p:spPr>
          <a:xfrm>
            <a:off x="7981915" y="2870512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Internal Load Balancer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61"/>
          <p:cNvSpPr/>
          <p:nvPr/>
        </p:nvSpPr>
        <p:spPr>
          <a:xfrm>
            <a:off x="6828736" y="4371582"/>
            <a:ext cx="3452878" cy="1565618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Instance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61"/>
          <p:cNvSpPr/>
          <p:nvPr/>
        </p:nvSpPr>
        <p:spPr>
          <a:xfrm>
            <a:off x="6937196" y="4659278"/>
            <a:ext cx="1529825" cy="115664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61"/>
          <p:cNvSpPr/>
          <p:nvPr/>
        </p:nvSpPr>
        <p:spPr>
          <a:xfrm>
            <a:off x="7029517" y="4960486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61"/>
          <p:cNvSpPr/>
          <p:nvPr/>
        </p:nvSpPr>
        <p:spPr>
          <a:xfrm>
            <a:off x="7024770" y="5225520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1" name="Google Shape;1371;p61"/>
          <p:cNvSpPr/>
          <p:nvPr/>
        </p:nvSpPr>
        <p:spPr>
          <a:xfrm>
            <a:off x="8616489" y="4660369"/>
            <a:ext cx="1529825" cy="907435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2" name="Google Shape;1372;p61"/>
          <p:cNvSpPr/>
          <p:nvPr/>
        </p:nvSpPr>
        <p:spPr>
          <a:xfrm>
            <a:off x="8708810" y="4961578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61"/>
          <p:cNvSpPr/>
          <p:nvPr/>
        </p:nvSpPr>
        <p:spPr>
          <a:xfrm>
            <a:off x="8704063" y="5226612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61"/>
          <p:cNvSpPr/>
          <p:nvPr/>
        </p:nvSpPr>
        <p:spPr>
          <a:xfrm>
            <a:off x="7024770" y="5490554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SDDC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5" name="Google Shape;1375;p61"/>
          <p:cNvCxnSpPr>
            <a:stCxn id="1367" idx="2"/>
            <a:endCxn id="1366" idx="0"/>
          </p:cNvCxnSpPr>
          <p:nvPr/>
        </p:nvCxnSpPr>
        <p:spPr>
          <a:xfrm>
            <a:off x="8572503" y="3230530"/>
            <a:ext cx="0" cy="320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76" name="Google Shape;1376;p61"/>
          <p:cNvSpPr/>
          <p:nvPr/>
        </p:nvSpPr>
        <p:spPr>
          <a:xfrm>
            <a:off x="6678296" y="3550629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p61"/>
          <p:cNvSpPr/>
          <p:nvPr/>
        </p:nvSpPr>
        <p:spPr>
          <a:xfrm>
            <a:off x="9258239" y="3550629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8" name="Google Shape;1378;p61"/>
          <p:cNvCxnSpPr>
            <a:stCxn id="1367" idx="2"/>
            <a:endCxn id="1376" idx="0"/>
          </p:cNvCxnSpPr>
          <p:nvPr/>
        </p:nvCxnSpPr>
        <p:spPr>
          <a:xfrm rot="5400000">
            <a:off x="7760703" y="2738830"/>
            <a:ext cx="320100" cy="130350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79" name="Google Shape;1379;p61"/>
          <p:cNvCxnSpPr>
            <a:stCxn id="1367" idx="2"/>
            <a:endCxn id="1377" idx="0"/>
          </p:cNvCxnSpPr>
          <p:nvPr/>
        </p:nvCxnSpPr>
        <p:spPr>
          <a:xfrm rot="-5400000" flipH="1">
            <a:off x="9050553" y="2752480"/>
            <a:ext cx="320100" cy="127620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6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VCF Operations for Logs v1 (SVG Image)</a:t>
            </a:r>
            <a:endParaRPr/>
          </a:p>
        </p:txBody>
      </p:sp>
      <p:pic>
        <p:nvPicPr>
          <p:cNvPr id="1385" name="Google Shape;1385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1401" y="1031475"/>
            <a:ext cx="9468993" cy="5075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VMware 2025 Light">
  <a:themeElements>
    <a:clrScheme name="VMware-Light">
      <a:dk1>
        <a:srgbClr val="000000"/>
      </a:dk1>
      <a:lt1>
        <a:srgbClr val="FFFFFF"/>
      </a:lt1>
      <a:dk2>
        <a:srgbClr val="1B1D36"/>
      </a:dk2>
      <a:lt2>
        <a:srgbClr val="EEEEEE"/>
      </a:lt2>
      <a:accent1>
        <a:srgbClr val="007B8C"/>
      </a:accent1>
      <a:accent2>
        <a:srgbClr val="005C8A"/>
      </a:accent2>
      <a:accent3>
        <a:srgbClr val="0098C7"/>
      </a:accent3>
      <a:accent4>
        <a:srgbClr val="61A60E"/>
      </a:accent4>
      <a:accent5>
        <a:srgbClr val="6C4B94"/>
      </a:accent5>
      <a:accent6>
        <a:srgbClr val="F3BA16"/>
      </a:accent6>
      <a:hlink>
        <a:srgbClr val="0098C7"/>
      </a:hlink>
      <a:folHlink>
        <a:srgbClr val="6C4B9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2"/>
        </a:solidFill>
        <a:ln w="12700">
          <a:noFill/>
          <a:miter lim="800000"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800" dirty="0" smtClean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gray">
        <a:ln w="12700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Orange">
      <a:srgbClr val="E68C28"/>
    </a:custClr>
    <a:custClr name="Red">
      <a:srgbClr val="CC092F"/>
    </a:custClr>
    <a:custClr name="Light Grey">
      <a:srgbClr val="E2E3E4"/>
    </a:custClr>
    <a:custClr name="Cool Grey 7">
      <a:srgbClr val="97999B"/>
    </a:custClr>
    <a:custClr name="Dark Grey">
      <a:srgbClr val="53565A"/>
    </a:custClr>
    <a:custClr name="2nd Green">
      <a:srgbClr val="23800A"/>
    </a:custClr>
    <a:custClr name="2nd Blue">
      <a:srgbClr val="007DA3"/>
    </a:custClr>
    <a:custClr name="187 Red">
      <a:srgbClr val="A6192E"/>
    </a:custClr>
  </a:custClrLst>
  <a:extLst>
    <a:ext uri="{05A4C25C-085E-4340-85A3-A5531E510DB2}">
      <thm15:themeFamily xmlns:thm15="http://schemas.microsoft.com/office/thememl/2012/main" name="bc-vmw-ppt-template-light-arial-2025.potx" id="{270C1632-0D73-4249-9EC5-826DF1073C3F}" vid="{79868998-EA69-428A-BEAC-731B6D11D92C}"/>
    </a:ext>
  </a:extLst>
</a:theme>
</file>

<file path=ppt/theme/theme2.xml><?xml version="1.0" encoding="utf-8"?>
<a:theme xmlns:a="http://schemas.openxmlformats.org/drawingml/2006/main" name="Office Theme">
  <a:themeElements>
    <a:clrScheme name="VMware">
      <a:dk1>
        <a:srgbClr val="717074"/>
      </a:dk1>
      <a:lt1>
        <a:srgbClr val="FFFFFF"/>
      </a:lt1>
      <a:dk2>
        <a:srgbClr val="000000"/>
      </a:dk2>
      <a:lt2>
        <a:srgbClr val="C6C6C8"/>
      </a:lt2>
      <a:accent1>
        <a:srgbClr val="0095D3"/>
      </a:accent1>
      <a:accent2>
        <a:srgbClr val="89CBDF"/>
      </a:accent2>
      <a:accent3>
        <a:srgbClr val="006990"/>
      </a:accent3>
      <a:accent4>
        <a:srgbClr val="6DB33F"/>
      </a:accent4>
      <a:accent5>
        <a:srgbClr val="C2CD23"/>
      </a:accent5>
      <a:accent6>
        <a:srgbClr val="387C2C"/>
      </a:accent6>
      <a:hlink>
        <a:srgbClr val="0095D3"/>
      </a:hlink>
      <a:folHlink>
        <a:srgbClr val="89CBD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8D0C854358DC418D143DF91B0F9F69" ma:contentTypeVersion="25" ma:contentTypeDescription="Create a new document." ma:contentTypeScope="" ma:versionID="86d1ae78601d406bc59f7b48175c4925">
  <xsd:schema xmlns:xsd="http://www.w3.org/2001/XMLSchema" xmlns:xs="http://www.w3.org/2001/XMLSchema" xmlns:p="http://schemas.microsoft.com/office/2006/metadata/properties" xmlns:ns1="http://schemas.microsoft.com/sharepoint/v3" xmlns:ns2="ff83b573-1131-4ec9-87e0-8de43cb2141f" xmlns:ns3="b91cd729-8792-47cd-b03b-259374444807" xmlns:ns4="78c16552-cbf3-4f1f-97ed-388b5d2a083d" targetNamespace="http://schemas.microsoft.com/office/2006/metadata/properties" ma:root="true" ma:fieldsID="87232950fb7e83d3727f6e525efdb9c3" ns1:_="" ns2:_="" ns3:_="" ns4:_="">
    <xsd:import namespace="http://schemas.microsoft.com/sharepoint/v3"/>
    <xsd:import namespace="ff83b573-1131-4ec9-87e0-8de43cb2141f"/>
    <xsd:import namespace="b91cd729-8792-47cd-b03b-259374444807"/>
    <xsd:import namespace="78c16552-cbf3-4f1f-97ed-388b5d2a083d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PermissionLevels" minOccurs="0"/>
                <xsd:element ref="ns2:MigrationWizIdDocumentLibraryPermissions" minOccurs="0"/>
                <xsd:element ref="ns2:MigrationWizIdSecurityGroups" minOccurs="0"/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SearchProperties" minOccurs="0"/>
                <xsd:element ref="ns2:MediaServiceObjectDetectorVersions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3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3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83b573-1131-4ec9-87e0-8de43cb2141f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PermissionLevels" ma:index="10" nillable="true" ma:displayName="MigrationWizIdPermissionLevels" ma:internalName="MigrationWizIdPermissionLevels">
      <xsd:simpleType>
        <xsd:restriction base="dms:Text"/>
      </xsd:simpleType>
    </xsd:element>
    <xsd:element name="MigrationWizIdDocumentLibraryPermissions" ma:index="11" nillable="true" ma:displayName="MigrationWizIdDocumentLibraryPermissions" ma:internalName="MigrationWizIdDocumentLibraryPermissions">
      <xsd:simpleType>
        <xsd:restriction base="dms:Text"/>
      </xsd:simpleType>
    </xsd:element>
    <xsd:element name="MigrationWizIdSecurityGroups" ma:index="12" nillable="true" ma:displayName="MigrationWizIdSecurityGroups" ma:internalName="MigrationWizIdSecurityGroups">
      <xsd:simpleType>
        <xsd:restriction base="dms:Text"/>
      </xsd:simple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9" nillable="true" ma:displayName="Tags" ma:internalName="MediaServiceAutoTags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35e516c6-d7bc-4be5-8458-55365016f2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3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1cd729-8792-47cd-b03b-259374444807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c16552-cbf3-4f1f-97ed-388b5d2a083d" elementFormDefault="qualified">
    <xsd:import namespace="http://schemas.microsoft.com/office/2006/documentManagement/types"/>
    <xsd:import namespace="http://schemas.microsoft.com/office/infopath/2007/PartnerControls"/>
    <xsd:element name="TaxCatchAll" ma:index="27" nillable="true" ma:displayName="Taxonomy Catch All Column" ma:hidden="true" ma:list="{62e8767f-5054-4ecc-a981-a992a2f0e90f}" ma:internalName="TaxCatchAll" ma:showField="CatchAllData" ma:web="78c16552-cbf3-4f1f-97ed-388b5d2a083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SecurityGroups xmlns="ff83b573-1131-4ec9-87e0-8de43cb2141f" xsi:nil="true"/>
    <_ip_UnifiedCompliancePolicyUIAction xmlns="http://schemas.microsoft.com/sharepoint/v3" xsi:nil="true"/>
    <MigrationWizIdPermissions xmlns="ff83b573-1131-4ec9-87e0-8de43cb2141f" xsi:nil="true"/>
    <MigrationWizId xmlns="ff83b573-1131-4ec9-87e0-8de43cb2141f" xsi:nil="true"/>
    <TaxCatchAll xmlns="78c16552-cbf3-4f1f-97ed-388b5d2a083d" xsi:nil="true"/>
    <MigrationWizIdDocumentLibraryPermissions xmlns="ff83b573-1131-4ec9-87e0-8de43cb2141f" xsi:nil="true"/>
    <_ip_UnifiedCompliancePolicyProperties xmlns="http://schemas.microsoft.com/sharepoint/v3" xsi:nil="true"/>
    <lcf76f155ced4ddcb4097134ff3c332f xmlns="ff83b573-1131-4ec9-87e0-8de43cb2141f">
      <Terms xmlns="http://schemas.microsoft.com/office/infopath/2007/PartnerControls"/>
    </lcf76f155ced4ddcb4097134ff3c332f>
    <MigrationWizIdPermissionLevels xmlns="ff83b573-1131-4ec9-87e0-8de43cb2141f" xsi:nil="true"/>
  </documentManagement>
</p:properties>
</file>

<file path=customXml/itemProps1.xml><?xml version="1.0" encoding="utf-8"?>
<ds:datastoreItem xmlns:ds="http://schemas.openxmlformats.org/officeDocument/2006/customXml" ds:itemID="{B03F51E6-2B26-499C-86E0-821DF0BC7C92}"/>
</file>

<file path=customXml/itemProps2.xml><?xml version="1.0" encoding="utf-8"?>
<ds:datastoreItem xmlns:ds="http://schemas.openxmlformats.org/officeDocument/2006/customXml" ds:itemID="{AC56AB16-193C-4F4C-AA59-0593F5884841}"/>
</file>

<file path=customXml/itemProps3.xml><?xml version="1.0" encoding="utf-8"?>
<ds:datastoreItem xmlns:ds="http://schemas.openxmlformats.org/officeDocument/2006/customXml" ds:itemID="{4ABC758E-3972-4094-A306-7CC100498D07}"/>
</file>

<file path=docProps/app.xml><?xml version="1.0" encoding="utf-8"?>
<Properties xmlns="http://schemas.openxmlformats.org/officeDocument/2006/extended-properties" xmlns:vt="http://schemas.openxmlformats.org/officeDocument/2006/docPropsVTypes">
  <Template>bc-vmw-ppt-template-light-arial-2026</Template>
  <TotalTime>2</TotalTime>
  <Words>462</Words>
  <Application>Microsoft Office PowerPoint</Application>
  <PresentationFormat>Custom</PresentationFormat>
  <Paragraphs>185</Paragraphs>
  <Slides>10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Camphor Std</vt:lpstr>
      <vt:lpstr>Metropolis</vt:lpstr>
      <vt:lpstr>Metropolis-Regular</vt:lpstr>
      <vt:lpstr>Open Sans</vt:lpstr>
      <vt:lpstr>System Font Regular</vt:lpstr>
      <vt:lpstr>VMware 2025 Light</vt:lpstr>
      <vt:lpstr>Colors</vt:lpstr>
      <vt:lpstr>VCF Low Level Design Diagrams</vt:lpstr>
      <vt:lpstr>VCF Constructs v1</vt:lpstr>
      <vt:lpstr>VCF Constructs v1 (SVG Image)</vt:lpstr>
      <vt:lpstr>VCF Operations Models</vt:lpstr>
      <vt:lpstr>VCF Operations Models v1</vt:lpstr>
      <vt:lpstr>VCF Operations Models v1 (SVG Image)</vt:lpstr>
      <vt:lpstr>VCF Operations for Logs Models</vt:lpstr>
      <vt:lpstr>VCF Operations for Logs Models v1</vt:lpstr>
      <vt:lpstr>VCF Operations for Logs v1 (SVG Image)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Eric Tom Lee</dc:creator>
  <cp:lastModifiedBy>Brent Douglas</cp:lastModifiedBy>
  <cp:revision>6</cp:revision>
  <dcterms:created xsi:type="dcterms:W3CDTF">2024-07-23T22:43:49Z</dcterms:created>
  <dcterms:modified xsi:type="dcterms:W3CDTF">2026-04-20T16:50:17Z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0x010100D88D0C854358DC418D143DF91B0F9F69</vt:lpwstr>
  </property>
  <property fmtid="{D5CDD505-2E9C-101B-9397-08002B2CF9AE}" pid="3" name="MediaServiceImageTags">
    <vt:lpwstr/>
  </property>
</Properties>
</file>