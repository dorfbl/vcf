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42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9" r:id="rId9"/>
    <p:sldId id="270" r:id="rId10"/>
    <p:sldId id="271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jSBmWDhcdHBmYG2l1AX2GcPdy+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80" Type="http://schemas.openxmlformats.org/officeDocument/2006/relationships/presProps" Target="presProps.xml"/><Relationship Id="rId85" Type="http://schemas.openxmlformats.org/officeDocument/2006/relationships/customXml" Target="../customXml/item2.xml"/><Relationship Id="rId3" Type="http://schemas.openxmlformats.org/officeDocument/2006/relationships/slide" Target="slides/slide2.xml"/><Relationship Id="rId8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customschemas.google.com/relationships/presentationmetadata" Target="metadata"/><Relationship Id="rId5" Type="http://schemas.openxmlformats.org/officeDocument/2006/relationships/slide" Target="slides/slide4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81" Type="http://schemas.openxmlformats.org/officeDocument/2006/relationships/viewProps" Target="viewProps.xml"/><Relationship Id="rId86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0" name="Google Shape;1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3" name="Google Shape;1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5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9" name="Google Shape;119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6" name="Google Shape;122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5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4" name="Google Shape;127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5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0" name="Google Shape;128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5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3" name="Google Shape;132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6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8" name="Google Shape;138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6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4" name="Google Shape;139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6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0" name="Google Shape;144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14E578-7DFB-C273-472E-4EAD46D26ACD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7000">
                <a:schemeClr val="accent4"/>
              </a:gs>
              <a:gs pos="83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click to edit"/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Green Theme</a:t>
            </a:r>
          </a:p>
        </p:txBody>
      </p:sp>
      <p:sp>
        <p:nvSpPr>
          <p:cNvPr id="128" name="Subtitle click to edit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placeholder</a:t>
            </a:r>
          </a:p>
        </p:txBody>
      </p:sp>
      <p:sp>
        <p:nvSpPr>
          <p:cNvPr id="7" name="Click to edit Speaker Name ">
            <a:extLst>
              <a:ext uri="{FF2B5EF4-FFF2-40B4-BE49-F238E27FC236}">
                <a16:creationId xmlns:a16="http://schemas.microsoft.com/office/drawing/2014/main" id="{DEA43E1E-B208-4DC4-9D6A-01669D00D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Speaker Name (Insert pronouns)</a:t>
            </a:r>
          </a:p>
        </p:txBody>
      </p:sp>
      <p:sp>
        <p:nvSpPr>
          <p:cNvPr id="129" name="Click to edit role">
            <a:extLst>
              <a:ext uri="{FF2B5EF4-FFF2-40B4-BE49-F238E27FC236}">
                <a16:creationId xmlns:a16="http://schemas.microsoft.com/office/drawing/2014/main" id="{2111BB8B-7B37-4FB4-B2CD-984FE1C6C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8" name="Click to edit role">
            <a:extLst>
              <a:ext uri="{FF2B5EF4-FFF2-40B4-BE49-F238E27FC236}">
                <a16:creationId xmlns:a16="http://schemas.microsoft.com/office/drawing/2014/main" id="{006FF8D0-7AF6-C549-9BFB-E838D6CDC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55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6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7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3" name="Freeform: Shape 3">
            <a:extLst>
              <a:ext uri="{FF2B5EF4-FFF2-40B4-BE49-F238E27FC236}">
                <a16:creationId xmlns:a16="http://schemas.microsoft.com/office/drawing/2014/main" id="{6814E578-7DFB-C273-472E-4EAD46D26ACD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7000">
                <a:schemeClr val="accent4"/>
              </a:gs>
              <a:gs pos="83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4">
            <a:extLst>
              <a:ext uri="{FF2B5EF4-FFF2-40B4-BE49-F238E27FC236}">
                <a16:creationId xmlns:a16="http://schemas.microsoft.com/office/drawing/2014/main" id="{03689AEB-304C-881F-44CE-28E14E31AD6E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6F05D4E-954E-5EA3-A012-EBA68A5DEAED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66955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007DB4E-DF1B-4B7A-6FC4-46981281D8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93B8B11-A691-8250-9E87-65BB5A241D07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16000">
                <a:schemeClr val="accent2"/>
              </a:gs>
              <a:gs pos="90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3963894-AB1A-DA1F-BF82-7542D160FA67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lick to edit Speaker Name ">
            <a:extLst>
              <a:ext uri="{FF2B5EF4-FFF2-40B4-BE49-F238E27FC236}">
                <a16:creationId xmlns:a16="http://schemas.microsoft.com/office/drawing/2014/main" id="{BE8CF301-A89D-F446-8E25-48C52B357C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4" name="Click to edit role">
            <a:extLst>
              <a:ext uri="{FF2B5EF4-FFF2-40B4-BE49-F238E27FC236}">
                <a16:creationId xmlns:a16="http://schemas.microsoft.com/office/drawing/2014/main" id="{A6793BDF-BE4B-0441-BDFD-DE9B2F59D3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7" name="Click to edit role">
            <a:extLst>
              <a:ext uri="{FF2B5EF4-FFF2-40B4-BE49-F238E27FC236}">
                <a16:creationId xmlns:a16="http://schemas.microsoft.com/office/drawing/2014/main" id="{DF9375A3-70DB-2E43-AFE1-9357176168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D1A5F4CE-EB72-C266-1B3B-9C54BD2303E1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2137E5D9-482E-8131-7FF0-1050E10599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01D4578-40C7-2585-4FDC-D466805181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D357427-0517-5C7D-A2F9-9FA354E4992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F2840FE-B7E9-55F1-1465-C3EC98EC0ACE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35EB82F-29DB-B50B-2148-8B6B0BBCAF7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88238D6F-727C-429B-85BB-BB97763DD8B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C614CC9-29E5-4669-6FEA-79EC278FE091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77E21B9D-99B5-B6C1-54E7-0043458780C4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4D857C41-1105-53B4-027A-9AAD9B68FE20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E094421-7705-4F5D-AD3D-5BE22A2FAF7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85723E5-9424-E475-7092-E94E9597350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C1BCA891-9818-3C98-5E5D-CAAA5BC1C8D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88AEA6DD-162C-57F8-3709-64B3B9BC62B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C17F96D-EC21-771A-4BFB-097D052B25FC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310231D-256A-7136-6FBC-2E63F32653FC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D14B69E-286C-4E39-05BC-F4A507A000E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86A5B8B-2CA3-DA7C-8F1D-838462A9013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CDAF0B3D-FBD5-4563-20CD-70B391907C0A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C54CD76-F7DE-5D47-2726-1FB2EE8F9EBE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itle click to edit">
            <a:extLst>
              <a:ext uri="{FF2B5EF4-FFF2-40B4-BE49-F238E27FC236}">
                <a16:creationId xmlns:a16="http://schemas.microsoft.com/office/drawing/2014/main" id="{3D2AD2AB-2D36-6FA3-D90D-BBA20ECE2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Blue Theme</a:t>
            </a:r>
          </a:p>
        </p:txBody>
      </p:sp>
      <p:sp>
        <p:nvSpPr>
          <p:cNvPr id="4" name="Subtitle click to edit">
            <a:extLst>
              <a:ext uri="{FF2B5EF4-FFF2-40B4-BE49-F238E27FC236}">
                <a16:creationId xmlns:a16="http://schemas.microsoft.com/office/drawing/2014/main" id="{CC0EBB9D-D839-7841-ED94-78F86A22AB9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35" name="Freeform: Shape 14">
            <a:extLst>
              <a:ext uri="{FF2B5EF4-FFF2-40B4-BE49-F238E27FC236}">
                <a16:creationId xmlns:a16="http://schemas.microsoft.com/office/drawing/2014/main" id="{F3963894-AB1A-DA1F-BF82-7542D160FA67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D1A5F4CE-EB72-C266-1B3B-9C54BD2303E1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2137E5D9-482E-8131-7FF0-1050E10599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401D4578-40C7-2585-4FDC-D466805181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D357427-0517-5C7D-A2F9-9FA354E4992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1F2840FE-B7E9-55F1-1465-C3EC98EC0ACE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35EB82F-29DB-B50B-2148-8B6B0BBCAF7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8238D6F-727C-429B-85BB-BB97763DD8B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C614CC9-29E5-4669-6FEA-79EC278FE091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7E21B9D-99B5-B6C1-54E7-0043458780C4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4D857C41-1105-53B4-027A-9AAD9B68FE20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E094421-7705-4F5D-AD3D-5BE22A2FAF7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85723E5-9424-E475-7092-E94E9597350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C1BCA891-9818-3C98-5E5D-CAAA5BC1C8D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8AEA6DD-162C-57F8-3709-64B3B9BC62B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FC17F96D-EC21-771A-4BFB-097D052B25FC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D310231D-256A-7136-6FBC-2E63F32653FC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D14B69E-286C-4E39-05BC-F4A507A000E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86A5B8B-2CA3-DA7C-8F1D-838462A9013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DAF0B3D-FBD5-4563-20CD-70B391907C0A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C54CD76-F7DE-5D47-2726-1FB2EE8F9EBE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C4568A-0320-BB95-EB37-40F255DCBF74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99293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CC06A3C2-D9D3-F0BE-4283-65EFB0C4036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44BC68A-DC70-D408-944E-73F6554FC359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45000">
                <a:srgbClr val="4764A1"/>
              </a:gs>
              <a:gs pos="16000">
                <a:schemeClr val="accent5"/>
              </a:gs>
              <a:gs pos="90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Click to edit Speaker Name ">
            <a:extLst>
              <a:ext uri="{FF2B5EF4-FFF2-40B4-BE49-F238E27FC236}">
                <a16:creationId xmlns:a16="http://schemas.microsoft.com/office/drawing/2014/main" id="{179DB1F6-DFFE-5E43-994F-B7DBFB112C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5" name="Click to edit role">
            <a:extLst>
              <a:ext uri="{FF2B5EF4-FFF2-40B4-BE49-F238E27FC236}">
                <a16:creationId xmlns:a16="http://schemas.microsoft.com/office/drawing/2014/main" id="{6C710D35-A62F-6545-8876-C6793E801C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7" name="Click to edit role">
            <a:extLst>
              <a:ext uri="{FF2B5EF4-FFF2-40B4-BE49-F238E27FC236}">
                <a16:creationId xmlns:a16="http://schemas.microsoft.com/office/drawing/2014/main" id="{B7F8A130-4773-4943-B490-D62738C50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4F10736E-6ED5-0C6E-6075-508D9F639A18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D557BC25-A922-05FC-1A76-D49030DB2267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523BF60-312B-1E34-6880-BC3B5C2FB75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6E52B076-2610-E4C9-CEC0-57CF7104EE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CC2BE44-AF25-347C-4A92-7783845A362B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4953679-859B-D0DA-4ABF-07E9F272DAD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B109C9C-4551-1EB8-2259-0F9209674E9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29155CA-1046-8977-BCEE-14423F67DFAE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217C2BD-2BFB-EBAE-BCB1-6E002578E6C9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6D9CBF5-66C1-BF9F-86E0-C51B10B8BEC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2149A32-E8CE-21A2-AF4D-E3E8EF4CD02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780C4423-7890-B27D-0AD6-86D259CD1CF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E499E6B1-EF26-255F-D439-2060C0C8D8C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D3E6056-C980-C277-4EB0-3122E1B3783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BCA28A45-3EC9-4897-18A7-3B83D668F03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1542068-8764-5E63-7689-E23588FB9F9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82CE85A8-18B9-28CA-3CA7-AF69CD0E7E65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240059C-90E8-4CCA-BF9E-22A49938C59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8783A41-2765-E1DC-1DCD-C4E2CF3FF0E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54F7A79-211B-C147-2C67-7F3BF390F35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itle click to edit">
            <a:extLst>
              <a:ext uri="{FF2B5EF4-FFF2-40B4-BE49-F238E27FC236}">
                <a16:creationId xmlns:a16="http://schemas.microsoft.com/office/drawing/2014/main" id="{7692B9CF-CBD9-8BB1-F230-4EB7B6F8F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Purple Theme</a:t>
            </a:r>
          </a:p>
        </p:txBody>
      </p:sp>
      <p:sp>
        <p:nvSpPr>
          <p:cNvPr id="4" name="Subtitle click to edit">
            <a:extLst>
              <a:ext uri="{FF2B5EF4-FFF2-40B4-BE49-F238E27FC236}">
                <a16:creationId xmlns:a16="http://schemas.microsoft.com/office/drawing/2014/main" id="{5D44BD56-856D-6181-240D-ED5454B98CF0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D16AAF9-608F-69E5-7209-741EB708452B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rgbClr val="6C4B91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4F10736E-6ED5-0C6E-6075-508D9F639A18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D557BC25-A922-05FC-1A76-D49030DB2267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523BF60-312B-1E34-6880-BC3B5C2FB75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52B076-2610-E4C9-CEC0-57CF7104EE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8CC2BE44-AF25-347C-4A92-7783845A362B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34953679-859B-D0DA-4ABF-07E9F272DAD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B109C9C-4551-1EB8-2259-0F9209674E9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29155CA-1046-8977-BCEE-14423F67DFAE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9217C2BD-2BFB-EBAE-BCB1-6E002578E6C9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6D9CBF5-66C1-BF9F-86E0-C51B10B8BEC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2149A32-E8CE-21A2-AF4D-E3E8EF4CD02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80C4423-7890-B27D-0AD6-86D259CD1CF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499E6B1-EF26-255F-D439-2060C0C8D8C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5D3E6056-C980-C277-4EB0-3122E1B3783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BCA28A45-3EC9-4897-18A7-3B83D668F03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542068-8764-5E63-7689-E23588FB9F9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2CE85A8-18B9-28CA-3CA7-AF69CD0E7E65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240059C-90E8-4CCA-BF9E-22A49938C59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78783A41-2765-E1DC-1DCD-C4E2CF3FF0E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354F7A79-211B-C147-2C67-7F3BF390F35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9" name="Freeform: Shape 67">
            <a:extLst>
              <a:ext uri="{FF2B5EF4-FFF2-40B4-BE49-F238E27FC236}">
                <a16:creationId xmlns:a16="http://schemas.microsoft.com/office/drawing/2014/main" id="{0D16AAF9-608F-69E5-7209-741EB708452B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rgbClr val="6C4B91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76E0D8-08E5-5C29-F0C2-9A437B893DA8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63280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CD82C-92EF-52E3-6D43-409D112BB9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600" y="1267608"/>
            <a:ext cx="1939925" cy="1969770"/>
          </a:xfrm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48148D-4A41-A447-0432-B69E69A943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94013" y="1267608"/>
            <a:ext cx="7335837" cy="4337050"/>
          </a:xfrm>
        </p:spPr>
        <p:txBody>
          <a:bodyPr/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/>
            </a:lvl1pPr>
            <a:lvl2pPr marL="804863" indent="-347663">
              <a:buClr>
                <a:schemeClr val="accent2"/>
              </a:buClr>
              <a:defRPr sz="2400"/>
            </a:lvl2pPr>
            <a:lvl3pPr marL="1033463" indent="-346075">
              <a:buClr>
                <a:schemeClr val="accent2"/>
              </a:buClr>
              <a:defRPr sz="2000"/>
            </a:lvl3pPr>
            <a:lvl4pPr marL="1262063" indent="-342900">
              <a:buClr>
                <a:schemeClr val="accent2"/>
              </a:buClr>
              <a:defRPr sz="1800"/>
            </a:lvl4pPr>
            <a:lvl5pPr marL="1490663" indent="-347663">
              <a:buClr>
                <a:schemeClr val="accent2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1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880B34-1E61-BED8-9D19-CC47E69A1FF0}"/>
              </a:ext>
            </a:extLst>
          </p:cNvPr>
          <p:cNvSpPr/>
          <p:nvPr/>
        </p:nvSpPr>
        <p:spPr>
          <a:xfrm>
            <a:off x="6525510" y="666685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4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2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87869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2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74010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BDEC133-91F8-98FE-DF2D-3917EC311D68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49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55971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3 </a:t>
            </a:r>
            <a:br>
              <a:rPr lang="en-US"/>
            </a:br>
            <a:r>
              <a:rPr lang="en-US"/>
              <a:t>Purple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4211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3FD454-1DEA-D13A-0DE1-B9CABA1ED1FE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9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–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sky with white clouds&#10;&#10;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AC6091C-E947-4C0C-85B0-C87C084ACB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Section Title</a:t>
            </a:r>
            <a:br>
              <a:rPr lang="en-US" dirty="0"/>
            </a:br>
            <a:r>
              <a:rPr lang="en-US" dirty="0"/>
              <a:t>with photo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A2044BBD-0109-43FF-A52D-8FA2841A4DF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0FE76-7A87-7399-596D-E0FEF058B0CD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BD153-E1CF-732C-38F2-BE38AC4DA9B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6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9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/>
        </p:nvSpPr>
        <p:spPr bwMode="white"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" name="Picture 29" descr="A blue sky with white clouds&#10;&#10;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38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41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3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61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/>
        </p:nvSpPr>
        <p:spPr bwMode="white"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47260-FA76-99A5-7F64-73F3D1395242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371533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 text on left, green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0CA8A2D-22C2-3546-ACA3-B76C2A2C9541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59E5035-F2CA-5C90-AD93-9207A8ED2F62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A8E157-0B0B-6FF1-18E9-97BC0A1FEDB9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59491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1">
            <a:extLst>
              <a:ext uri="{FF2B5EF4-FFF2-40B4-BE49-F238E27FC236}">
                <a16:creationId xmlns:a16="http://schemas.microsoft.com/office/drawing/2014/main" id="{A2B10396-5330-52E9-6CAB-81B94A8222ED}"/>
              </a:ext>
            </a:extLst>
          </p:cNvPr>
          <p:cNvSpPr/>
          <p:nvPr/>
        </p:nvSpPr>
        <p:spPr>
          <a:xfrm>
            <a:off x="0" y="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1B00066-9E85-96DD-B59A-251D959E616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blue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A92ABA6C-6064-9743-BF58-8AB21015448D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5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67D46B-3BAF-FC5E-6BBB-503B5B6BCA1C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386167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6215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purple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53CF3A7-833E-B042-A405-AB46430C4476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6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40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DD0B23-63DE-6951-34B4-9D6FD0B6A5F1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79788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 preserve="1">
  <p:cSld name="Big Statement 2 - Leaf "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93"/>
          <p:cNvSpPr/>
          <p:nvPr/>
        </p:nvSpPr>
        <p:spPr>
          <a:xfrm>
            <a:off x="6472" y="437918"/>
            <a:ext cx="12182354" cy="5615389"/>
          </a:xfrm>
          <a:custGeom>
            <a:avLst/>
            <a:gdLst>
              <a:gd name="connsiteX0" fmla="*/ 0 w 12203580"/>
              <a:gd name="connsiteY0" fmla="*/ 0 h 6058734"/>
              <a:gd name="connsiteX1" fmla="*/ 12189729 w 12203580"/>
              <a:gd name="connsiteY1" fmla="*/ 263236 h 6058734"/>
              <a:gd name="connsiteX2" fmla="*/ 12203580 w 12203580"/>
              <a:gd name="connsiteY2" fmla="*/ 1909982 h 6058734"/>
              <a:gd name="connsiteX3" fmla="*/ 11206700 w 12203580"/>
              <a:gd name="connsiteY3" fmla="*/ 1909982 h 6058734"/>
              <a:gd name="connsiteX4" fmla="*/ 10082432 w 12203580"/>
              <a:gd name="connsiteY4" fmla="*/ 2375639 h 6058734"/>
              <a:gd name="connsiteX5" fmla="*/ 6864995 w 12203580"/>
              <a:gd name="connsiteY5" fmla="*/ 5593077 h 6058734"/>
              <a:gd name="connsiteX6" fmla="*/ 5740726 w 12203580"/>
              <a:gd name="connsiteY6" fmla="*/ 6058734 h 6058734"/>
              <a:gd name="connsiteX7" fmla="*/ 0 w 12203580"/>
              <a:gd name="connsiteY7" fmla="*/ 6058734 h 6058734"/>
              <a:gd name="connsiteX8" fmla="*/ 0 w 12203580"/>
              <a:gd name="connsiteY8" fmla="*/ 0 h 6058734"/>
              <a:gd name="connsiteX0" fmla="*/ 0 w 12203580"/>
              <a:gd name="connsiteY0" fmla="*/ 0 h 5823207"/>
              <a:gd name="connsiteX1" fmla="*/ 12189729 w 12203580"/>
              <a:gd name="connsiteY1" fmla="*/ 27709 h 5823207"/>
              <a:gd name="connsiteX2" fmla="*/ 12203580 w 12203580"/>
              <a:gd name="connsiteY2" fmla="*/ 1674455 h 5823207"/>
              <a:gd name="connsiteX3" fmla="*/ 11206700 w 12203580"/>
              <a:gd name="connsiteY3" fmla="*/ 1674455 h 5823207"/>
              <a:gd name="connsiteX4" fmla="*/ 10082432 w 12203580"/>
              <a:gd name="connsiteY4" fmla="*/ 2140112 h 5823207"/>
              <a:gd name="connsiteX5" fmla="*/ 6864995 w 12203580"/>
              <a:gd name="connsiteY5" fmla="*/ 5357550 h 5823207"/>
              <a:gd name="connsiteX6" fmla="*/ 5740726 w 12203580"/>
              <a:gd name="connsiteY6" fmla="*/ 5823207 h 5823207"/>
              <a:gd name="connsiteX7" fmla="*/ 0 w 12203580"/>
              <a:gd name="connsiteY7" fmla="*/ 5823207 h 5823207"/>
              <a:gd name="connsiteX8" fmla="*/ 0 w 12203580"/>
              <a:gd name="connsiteY8" fmla="*/ 0 h 5823207"/>
              <a:gd name="connsiteX0" fmla="*/ 0 w 12231282"/>
              <a:gd name="connsiteY0" fmla="*/ 0 h 5823207"/>
              <a:gd name="connsiteX1" fmla="*/ 12231282 w 12231282"/>
              <a:gd name="connsiteY1" fmla="*/ 235527 h 5823207"/>
              <a:gd name="connsiteX2" fmla="*/ 12203580 w 12231282"/>
              <a:gd name="connsiteY2" fmla="*/ 1674455 h 5823207"/>
              <a:gd name="connsiteX3" fmla="*/ 11206700 w 12231282"/>
              <a:gd name="connsiteY3" fmla="*/ 1674455 h 5823207"/>
              <a:gd name="connsiteX4" fmla="*/ 10082432 w 12231282"/>
              <a:gd name="connsiteY4" fmla="*/ 2140112 h 5823207"/>
              <a:gd name="connsiteX5" fmla="*/ 6864995 w 12231282"/>
              <a:gd name="connsiteY5" fmla="*/ 5357550 h 5823207"/>
              <a:gd name="connsiteX6" fmla="*/ 5740726 w 12231282"/>
              <a:gd name="connsiteY6" fmla="*/ 5823207 h 5823207"/>
              <a:gd name="connsiteX7" fmla="*/ 0 w 12231282"/>
              <a:gd name="connsiteY7" fmla="*/ 5823207 h 5823207"/>
              <a:gd name="connsiteX8" fmla="*/ 0 w 12231282"/>
              <a:gd name="connsiteY8" fmla="*/ 0 h 5823207"/>
              <a:gd name="connsiteX0" fmla="*/ 0 w 12231282"/>
              <a:gd name="connsiteY0" fmla="*/ 0 h 5615389"/>
              <a:gd name="connsiteX1" fmla="*/ 12231282 w 12231282"/>
              <a:gd name="connsiteY1" fmla="*/ 27709 h 5615389"/>
              <a:gd name="connsiteX2" fmla="*/ 12203580 w 12231282"/>
              <a:gd name="connsiteY2" fmla="*/ 1466637 h 5615389"/>
              <a:gd name="connsiteX3" fmla="*/ 11206700 w 12231282"/>
              <a:gd name="connsiteY3" fmla="*/ 1466637 h 5615389"/>
              <a:gd name="connsiteX4" fmla="*/ 10082432 w 12231282"/>
              <a:gd name="connsiteY4" fmla="*/ 1932294 h 5615389"/>
              <a:gd name="connsiteX5" fmla="*/ 6864995 w 12231282"/>
              <a:gd name="connsiteY5" fmla="*/ 5149732 h 5615389"/>
              <a:gd name="connsiteX6" fmla="*/ 5740726 w 12231282"/>
              <a:gd name="connsiteY6" fmla="*/ 5615389 h 5615389"/>
              <a:gd name="connsiteX7" fmla="*/ 0 w 12231282"/>
              <a:gd name="connsiteY7" fmla="*/ 5615389 h 5615389"/>
              <a:gd name="connsiteX8" fmla="*/ 0 w 12231282"/>
              <a:gd name="connsiteY8" fmla="*/ 0 h 5615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93"/>
          <p:cNvSpPr/>
          <p:nvPr/>
        </p:nvSpPr>
        <p:spPr>
          <a:xfrm>
            <a:off x="-9730" y="1828238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9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4FCE390-4ACD-3809-FB6E-84FA2E9A8E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57030" y="3564301"/>
            <a:ext cx="5731795" cy="3298781"/>
          </a:xfrm>
          <a:custGeom>
            <a:avLst/>
            <a:gdLst>
              <a:gd name="connsiteX0" fmla="*/ 3824498 w 5733288"/>
              <a:gd name="connsiteY0" fmla="*/ 0 h 3298781"/>
              <a:gd name="connsiteX1" fmla="*/ 5733288 w 5733288"/>
              <a:gd name="connsiteY1" fmla="*/ 0 h 3298781"/>
              <a:gd name="connsiteX2" fmla="*/ 5733288 w 5733288"/>
              <a:gd name="connsiteY2" fmla="*/ 1358608 h 3298781"/>
              <a:gd name="connsiteX3" fmla="*/ 3792610 w 5733288"/>
              <a:gd name="connsiteY3" fmla="*/ 3298781 h 3298781"/>
              <a:gd name="connsiteX4" fmla="*/ 0 w 5733288"/>
              <a:gd name="connsiteY4" fmla="*/ 3298781 h 3298781"/>
              <a:gd name="connsiteX5" fmla="*/ 2928488 w 5733288"/>
              <a:gd name="connsiteY5" fmla="*/ 371055 h 3298781"/>
              <a:gd name="connsiteX6" fmla="*/ 3824498 w 5733288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3288" h="3298781">
                <a:moveTo>
                  <a:pt x="3824498" y="0"/>
                </a:moveTo>
                <a:lnTo>
                  <a:pt x="5733288" y="0"/>
                </a:lnTo>
                <a:lnTo>
                  <a:pt x="5733288" y="1358608"/>
                </a:lnTo>
                <a:lnTo>
                  <a:pt x="3792610" y="3298781"/>
                </a:lnTo>
                <a:lnTo>
                  <a:pt x="0" y="3298781"/>
                </a:lnTo>
                <a:lnTo>
                  <a:pt x="2928488" y="371055"/>
                </a:lnTo>
                <a:cubicBezTo>
                  <a:pt x="3166144" y="133460"/>
                  <a:pt x="3488446" y="0"/>
                  <a:pt x="382449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57FDDDA-B96D-D480-4EE8-AB6534C448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5484" y="4754564"/>
            <a:ext cx="4814417" cy="387453"/>
          </a:xfrm>
        </p:spPr>
        <p:txBody>
          <a:bodyPr anchor="b"/>
          <a:lstStyle>
            <a:lvl1pPr marL="11110" indent="0">
              <a:tabLst/>
              <a:defRPr sz="1799" b="1"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First Last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AE31D-E7E0-C017-8423-24C823B6E3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085" y="412751"/>
            <a:ext cx="2583519" cy="1190624"/>
          </a:xfrm>
          <a:prstGeom prst="roundRect">
            <a:avLst/>
          </a:prstGeom>
          <a:noFill/>
          <a:ln w="31750">
            <a:solidFill>
              <a:schemeClr val="accent2"/>
            </a:solidFill>
          </a:ln>
        </p:spPr>
        <p:txBody>
          <a:bodyPr anchor="ctr"/>
          <a:lstStyle>
            <a:lvl1pPr marL="11110" indent="0" algn="ctr">
              <a:tabLst/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Callout Text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0D84C82-3C28-2949-F2F0-9D6FAD519F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5484" y="5158325"/>
            <a:ext cx="4814417" cy="387453"/>
          </a:xfrm>
        </p:spPr>
        <p:txBody>
          <a:bodyPr/>
          <a:lstStyle>
            <a:lvl1pPr marL="11110" indent="0">
              <a:tabLst/>
              <a:defRPr sz="1400"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Title, Company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F3E52AD-86BB-94F8-6575-8F8B2238E0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1" y="1449388"/>
            <a:ext cx="6568063" cy="3351212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 text on left, purple parallelograms on the right.” ~200 characters. Arial 24-28pt.</a:t>
            </a:r>
          </a:p>
        </p:txBody>
      </p:sp>
    </p:spTree>
    <p:extLst>
      <p:ext uri="{BB962C8B-B14F-4D97-AF65-F5344CB8AC3E}">
        <p14:creationId xmlns:p14="http://schemas.microsoft.com/office/powerpoint/2010/main" val="334174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Looking up view of a tall building with glass windows&#10;&#10;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/>
        </p:nvSpPr>
        <p:spPr>
          <a:xfrm>
            <a:off x="6477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D6F3E-7865-E329-FB61-00E1B7D783BB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BF91FF-526A-910F-03F2-2D4C07A9F111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C21BA7-C6D2-446E-8FD2-266107E90C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4754880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page with photo showing a building. Click to replace text.”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62CBDD-60C2-443D-88B5-C59689604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3591052" cy="674624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1" name="Picture 30" descr="Looking up view of a tall building with glass windows&#10;&#10;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/>
        </p:nvSpPr>
        <p:spPr>
          <a:xfrm>
            <a:off x="0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7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A3CDD-4D8E-3CB0-B95C-B4DE8B5B02E4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241192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1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95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F420A-ED2C-4AD1-A28B-EB26178557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8013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860A49-A98C-4F0E-AB34-4E13B89D5E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1287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24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solidFill>
            <a:srgbClr val="F4F8FA"/>
          </a:solidFill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Graphic on Left, Text on Right - Click to Edit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CC3C30A-44C0-E837-19B2-6A2DFD1C7D7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noFill/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16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Text on Left, Graphic on Right - Click to Edit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7F87D5F-EABF-6E97-FCBB-22D4040C1B6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noFill/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ntent Placeholder 17">
            <a:extLst>
              <a:ext uri="{FF2B5EF4-FFF2-40B4-BE49-F238E27FC236}">
                <a16:creationId xmlns:a16="http://schemas.microsoft.com/office/drawing/2014/main" id="{CA8AC63D-F94C-D60E-8AB3-9211BDCC455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solidFill>
            <a:srgbClr val="F4F8FA"/>
          </a:solidFill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02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A1FE0B-90B1-4BED-9AA5-6DC9F6424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Text Comparison Layout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541C7AA-97CA-4F96-9506-F144DA2CD8E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E550D89-51A7-894E-88FB-394F3178F2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9286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header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0170DFD5-97D2-3349-AE52-EB22861A688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92865" y="2621020"/>
            <a:ext cx="5315794" cy="354402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61E082F-F30B-BC46-BB99-CA9B65C081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30872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header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3EE56D9F-2DF2-4F43-A13A-4844DFE465A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6308143" y="2621280"/>
            <a:ext cx="5287234" cy="357512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0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F2C94F-DA57-4BDB-8E5C-E4A0C7522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Three-content Layout – Three Horizontal Text Boxes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C59F98B-A991-4DEC-A409-289E778CB84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0956C27-3D46-7745-A4A9-42842784C1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286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2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8975597-2DC5-4748-87A2-37C22D522B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761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3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48BF931-C509-8F46-8576-3656F9F4BA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01859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4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AF0ECF-E71C-8AC9-36B9-29CB570B16D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286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43B6B0E-4AB9-6144-29E4-820FC763DE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29761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EE5625D-A2F8-6592-7C13-07EAF5CBBC3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01859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2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46AD2E-9306-49E7-A98B-7D26E458C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Left, Text/Graphic on Right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51435C2-3F7C-4835-8DB0-71E2C00537C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FD232-93CB-4B54-A933-93C11B099F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7AE2CA-1B34-4F04-BD7F-F624F20E9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51213" y="1609531"/>
            <a:ext cx="8229600" cy="4572000"/>
          </a:xfrm>
        </p:spPr>
        <p:txBody>
          <a:bodyPr vert="horz" lIns="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 dirty="0"/>
              <a:t>Click to add graph, diagram or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1270000" lvl="5" indent="-117475"/>
            <a:r>
              <a:rPr lang="en-US" dirty="0"/>
              <a:t>Sixth level</a:t>
            </a:r>
          </a:p>
          <a:p>
            <a:pPr marL="1438275" lvl="6" indent="-117475"/>
            <a:r>
              <a:rPr lang="en-US" dirty="0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 dirty="0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24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2A934A-AC6B-460C-9C93-B13CF6B62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Right, Text/Graphic on Left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6F5131D-84AE-4294-83A1-243FE1C81A8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93DEE-AB9E-C81E-DF9C-D1BE09F22E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94812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DC18C6BC-2416-B51C-F45A-9BCC874B47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0" y="1609531"/>
            <a:ext cx="8229600" cy="4572000"/>
          </a:xfrm>
        </p:spPr>
        <p:txBody>
          <a:bodyPr vert="horz" lIns="59436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 dirty="0"/>
              <a:t>Click to add graph, diagram or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1270000" lvl="5" indent="-117475"/>
            <a:r>
              <a:rPr lang="en-US" dirty="0"/>
              <a:t>Sixth level</a:t>
            </a:r>
          </a:p>
          <a:p>
            <a:pPr marL="1438275" lvl="6" indent="-117475"/>
            <a:r>
              <a:rPr lang="en-US" dirty="0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 dirty="0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14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Content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7BCD9-063B-4ED4-B68C-092EC2C34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Content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0D276D7-17CD-46AB-99B2-97FD34FEEFF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496CC-9DD2-4299-850C-005958FB65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00200"/>
            <a:ext cx="3808412" cy="4572000"/>
          </a:xfrm>
        </p:spPr>
        <p:txBody>
          <a:bodyPr tIns="457200" rIns="594360" bIns="457200"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sz="140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sz="120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5pPr>
            <a:lvl6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6pPr>
            <a:lvl7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7pPr>
            <a:lvl8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8pPr>
            <a:lvl9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C05F02B7-B99F-8424-E971-B7478FAB40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NOTE: This is intended for a diagram only.</a:t>
            </a:r>
            <a:br>
              <a:rPr lang="en-US" dirty="0"/>
            </a:br>
            <a:r>
              <a:rPr lang="en-US" dirty="0"/>
              <a:t>Not recommended to add text here, as it’s not formatted for it.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05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Outcome, Bene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5888C-CFB4-4BEC-9B94-46E698DF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Outcome/Benefit Content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9D6A872-88BD-4DFC-AFFD-1E9BEEB6533B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05EB21-86C3-42EF-BFE7-549D9EA36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99688"/>
            <a:ext cx="3200400" cy="298450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Outcome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1D19-2DDB-4D83-983D-3D159A7DE7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8825" y="2063048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0D0977FA-A4CA-4F1F-8109-D7498D165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0413" y="3972469"/>
            <a:ext cx="3200400" cy="298450"/>
          </a:xfrm>
        </p:spPr>
        <p:txBody>
          <a:bodyPr anchor="b"/>
          <a:lstStyle>
            <a:lvl1pPr>
              <a:defRPr sz="1800">
                <a:solidFill>
                  <a:schemeClr val="accent4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1458BF-96C1-46C6-A67F-AD0FB4B4E5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8825" y="4347904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81258617-CE72-E542-2E67-9B2874ED90B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NOTE: This is intended for a diagram only.</a:t>
            </a:r>
            <a:br>
              <a:rPr lang="en-US"/>
            </a:br>
            <a:r>
              <a:rPr lang="en-US"/>
              <a:t>Not recommended to add text here, as it’s not formatted for it.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75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Suc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>
            <a:extLst>
              <a:ext uri="{FF2B5EF4-FFF2-40B4-BE49-F238E27FC236}">
                <a16:creationId xmlns:a16="http://schemas.microsoft.com/office/drawing/2014/main" id="{05E46EAA-9D16-0D47-AF18-92C449033D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809" y="412751"/>
            <a:ext cx="11001004" cy="381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Customer Success – add Company Name here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CEFD99AC-6466-F04E-8E45-7EEEEA01BA6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the highlighted business impact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7">
            <a:extLst>
              <a:ext uri="{FF2B5EF4-FFF2-40B4-BE49-F238E27FC236}">
                <a16:creationId xmlns:a16="http://schemas.microsoft.com/office/drawing/2014/main" id="{767C0863-B9D1-344E-A978-CD49E9400F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1645" y="1901093"/>
            <a:ext cx="3201848" cy="1214595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17">
            <a:extLst>
              <a:ext uri="{FF2B5EF4-FFF2-40B4-BE49-F238E27FC236}">
                <a16:creationId xmlns:a16="http://schemas.microsoft.com/office/drawing/2014/main" id="{A2B343CF-FF49-7E4F-A7C9-0593553254F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414210" y="1901094"/>
            <a:ext cx="3201848" cy="1225566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7">
            <a:extLst>
              <a:ext uri="{FF2B5EF4-FFF2-40B4-BE49-F238E27FC236}">
                <a16:creationId xmlns:a16="http://schemas.microsoft.com/office/drawing/2014/main" id="{65BA7F3E-AD8D-A54C-B026-DAA8FC9C054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1645" y="3693430"/>
            <a:ext cx="3201848" cy="1110049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7">
            <a:extLst>
              <a:ext uri="{FF2B5EF4-FFF2-40B4-BE49-F238E27FC236}">
                <a16:creationId xmlns:a16="http://schemas.microsoft.com/office/drawing/2014/main" id="{3265790D-1104-8D4D-A8C6-F7A7E77F664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14210" y="3693430"/>
            <a:ext cx="3201848" cy="1132351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F0EFE66F-363C-804E-BABD-F54C3E33FD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3093" y="5327336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One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0166C751-50F5-8B4F-9A97-B83901E78B0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3093" y="5593624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Two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0D57825D-E522-644D-8F4A-0B77A7036E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093" y="5859911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Three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EBAAD5C6-0007-A84B-A2C2-FCC2F00B4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00790" y="5327336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One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A8B7A6ED-D85B-2E4C-BCD6-D130232A3F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00790" y="5593624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Two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C507BC1F-4225-8C48-9110-5D75D900FF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00790" y="5859911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Three</a:t>
            </a:r>
          </a:p>
        </p:txBody>
      </p: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231A51E8-5046-A444-8DFA-A0B8E647C4F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07965" y="1600200"/>
            <a:ext cx="1841500" cy="660399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1E8E56D-8554-4E46-BBBC-E98827D1EE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9465" y="2347933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59903D24-0D11-174E-9765-B2914D00A8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9465" y="2647290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42" name="Picture Placeholder 5">
            <a:extLst>
              <a:ext uri="{FF2B5EF4-FFF2-40B4-BE49-F238E27FC236}">
                <a16:creationId xmlns:a16="http://schemas.microsoft.com/office/drawing/2014/main" id="{2EDE5296-3D34-0C47-A404-38FF5A22C6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15815" y="2971800"/>
            <a:ext cx="3194050" cy="1828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7B1EDB8-ADF5-9C41-B4C4-26AA9C0B9D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15815" y="5022214"/>
            <a:ext cx="3200400" cy="115379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Open Sans" panose="020B0606030504020204" pitchFamily="34" charset="0"/>
              <a:buChar char="​"/>
              <a:defRPr sz="1200">
                <a:solidFill>
                  <a:schemeClr val="tx1"/>
                </a:solidFill>
              </a:defRPr>
            </a:lvl2pPr>
            <a:lvl3pPr marL="0" indent="0" algn="ctr">
              <a:buFont typeface="Open Sans" panose="020B0606030504020204" pitchFamily="34" charset="0"/>
              <a:buNone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906119E-8D41-BF4A-7D53-2FBB71F653C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01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2D6E64-9DD1-43CD-C247-B83E374482F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1166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02A9C0F-4D4C-0EEC-0E20-65368D1177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8013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challenges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DEF5052-BBAD-A22B-0D68-BBBFD70637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427538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impact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FFF9CD2-0893-33FB-480A-506C7095C2F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8013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products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2B49FE0-BA78-9DF9-AB7D-9F52651E9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27538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Strategic priorities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21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5A99F-0678-4DC4-A266-1AD031E9C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 Icon Placeholders with Text Descriptions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BF1472-E940-4CC7-B5D3-349346A425A8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3C9F48F-8CFB-DD45-AE7E-6A5DE26F95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8103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9B40-9AF4-4EF7-8384-2ACE79EA95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590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4DBEFEC-821B-4F4E-8D5E-E6843BF1A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86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69CA39A-E967-4A68-A944-35C345A456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122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1A16A22-350B-4B24-A3CD-4D5DE470D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23213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545A424-E307-E14F-A89B-1A531D114F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090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1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ED71B-2619-4816-B753-5E850ED08F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Four Icon Placeholders with Text Descriptions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679D5C-AEFA-4052-96E3-7DF67D7C105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2EA9D9-DD59-0A4A-94D5-AC136E79C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3703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3A73281-E5F0-4C3B-BE4E-A12D56CC10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67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7F1E977-D1E8-7040-8576-578BD8CB84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00597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0078EAE-661A-4C72-917B-F0225239F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98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B608689-50E6-784F-8AFD-D13D124BA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2120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66D6B40-9CB0-4B56-A3E1-9A7F945F09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230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90217BC-3881-DF41-A8F3-900AF04F1B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38248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6F5CA9C-E491-4F70-B6EE-A506410601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62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62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Icon Placeholders with Text Descriptions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3C6552-FD35-F64A-AB25-15819DA5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549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0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54AA791-D396-204E-9DF4-50E16614DD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0473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6390E06-1436-004E-875E-AAE40E05D7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12658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673B6CF-B10C-8742-A91F-672EAD5163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7080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4282873"/>
            <a:ext cx="1894336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F3DA55F-C9CF-8945-A9DE-F606579BFE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80612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68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Numbere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Column Text with Number Icons Click to Add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3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8737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Chart Layout for Text – Click to Add a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ext Placeholder 3" descr="Row 1 label">
            <a:extLst>
              <a:ext uri="{FF2B5EF4-FFF2-40B4-BE49-F238E27FC236}">
                <a16:creationId xmlns:a16="http://schemas.microsoft.com/office/drawing/2014/main" id="{7077ED63-7149-B64F-804C-21E2E59DF7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1464" y="1546789"/>
            <a:ext cx="574570" cy="439174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3" descr="Row 1 text box is a long horizontal box the width of the slide acting as a header. ">
            <a:extLst>
              <a:ext uri="{FF2B5EF4-FFF2-40B4-BE49-F238E27FC236}">
                <a16:creationId xmlns:a16="http://schemas.microsoft.com/office/drawing/2014/main" id="{03CB2304-DD0F-674C-91F7-863CDF3757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4040" y="1561701"/>
            <a:ext cx="10630969" cy="429469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" descr="Row 2 label; this row shows 4 content boxes labeled A through D, each is a different color and holds text.">
            <a:extLst>
              <a:ext uri="{FF2B5EF4-FFF2-40B4-BE49-F238E27FC236}">
                <a16:creationId xmlns:a16="http://schemas.microsoft.com/office/drawing/2014/main" id="{3E62FD32-E978-1A49-AA98-60CD14AE00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750" y="3304775"/>
            <a:ext cx="560283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 descr="Row 2, box 1: text in plum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2407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 descr="Row 2, box 3: text in indigo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6081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 descr="Row 2, box 2: text in ocean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9755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 descr="Row 2, box 4: text in dark green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3428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37" name="Text Placeholder 3" descr="Row 3 label: this row shows six, small content boxes in a horiztonal row">
            <a:extLst>
              <a:ext uri="{FF2B5EF4-FFF2-40B4-BE49-F238E27FC236}">
                <a16:creationId xmlns:a16="http://schemas.microsoft.com/office/drawing/2014/main" id="{EF286E42-C44A-274D-B9C1-D21F1AD1DE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00038" y="5065521"/>
            <a:ext cx="545995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3" descr="Row 3, text box 1">
            <a:extLst>
              <a:ext uri="{FF2B5EF4-FFF2-40B4-BE49-F238E27FC236}">
                <a16:creationId xmlns:a16="http://schemas.microsoft.com/office/drawing/2014/main" id="{828E38C7-4E21-F24B-B372-9632EC441D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5051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 descr="Row 3, text box 2">
            <a:extLst>
              <a:ext uri="{FF2B5EF4-FFF2-40B4-BE49-F238E27FC236}">
                <a16:creationId xmlns:a16="http://schemas.microsoft.com/office/drawing/2014/main" id="{8B2FDC15-7948-0244-83E4-0CDCDBC619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86312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3" descr="Row 3, text box 3">
            <a:extLst>
              <a:ext uri="{FF2B5EF4-FFF2-40B4-BE49-F238E27FC236}">
                <a16:creationId xmlns:a16="http://schemas.microsoft.com/office/drawing/2014/main" id="{E4B34A83-BA8A-6844-8A56-BBD517A5B6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7573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3" descr="Row 3, text box 4">
            <a:extLst>
              <a:ext uri="{FF2B5EF4-FFF2-40B4-BE49-F238E27FC236}">
                <a16:creationId xmlns:a16="http://schemas.microsoft.com/office/drawing/2014/main" id="{532716FA-3DC7-AF41-8C5F-F9D040A439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2883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3" descr="Row 3, text box 5">
            <a:extLst>
              <a:ext uri="{FF2B5EF4-FFF2-40B4-BE49-F238E27FC236}">
                <a16:creationId xmlns:a16="http://schemas.microsoft.com/office/drawing/2014/main" id="{6EA6D41F-30CE-1443-9F1F-896A2907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00095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" descr="Row 3, text box 6">
            <a:extLst>
              <a:ext uri="{FF2B5EF4-FFF2-40B4-BE49-F238E27FC236}">
                <a16:creationId xmlns:a16="http://schemas.microsoft.com/office/drawing/2014/main" id="{62388AAB-5BA2-4747-B0D0-B11DA91951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135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9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E796DBB-7792-6B1A-4BD6-1B6B3F4B736A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086297-1AF3-2A2B-2613-14EDF97D3E23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43FCC5-AD89-BD2E-37A1-C8E7D4E39967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65A5776C-9EB9-F84B-B0C4-411FA1106F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4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green theme.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4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E981AE-FE9F-186D-50E0-7F14F9BF53B6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C6C08E0-382E-E034-0786-953B81FE7655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00D762-9980-0F2F-A4D2-E7F64294A756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113BEA88-710C-A54D-A13C-5E36B6B878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171" y="2233670"/>
            <a:ext cx="6525709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blue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72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6AE21A-751A-3AAB-6E34-CE624563FF91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CFA1240-3D0D-AB66-BC3F-80EED3546482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6000">
                  <a:schemeClr val="accent5"/>
                </a:gs>
                <a:gs pos="7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884ED15-B8BE-771F-D78D-1BE6D9F66CCF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5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10" name="Text Placeholder 862">
            <a:extLst>
              <a:ext uri="{FF2B5EF4-FFF2-40B4-BE49-F238E27FC236}">
                <a16:creationId xmlns:a16="http://schemas.microsoft.com/office/drawing/2014/main" id="{BB1BA4EC-6D18-954E-81DD-4678CFBE6F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5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purple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59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g Statement 2 - Lea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52AB5D8-753F-CA24-2C8A-45BC9791756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A0A18CC-E157-AD15-E51D-50F3DC99465B}"/>
              </a:ext>
            </a:extLst>
          </p:cNvPr>
          <p:cNvSpPr/>
          <p:nvPr/>
        </p:nvSpPr>
        <p:spPr>
          <a:xfrm>
            <a:off x="6457030" y="355921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rgbClr val="61A30E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26C215B-BC62-3CF9-EDF0-6413174A4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 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29" name="Subtitle">
            <a:extLst>
              <a:ext uri="{FF2B5EF4-FFF2-40B4-BE49-F238E27FC236}">
                <a16:creationId xmlns:a16="http://schemas.microsoft.com/office/drawing/2014/main" id="{615FECE3-9918-4B48-E68F-739600E4B93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144FBF0-61D7-2140-A159-ECF2E9CDDA2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9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43BE5DC-D92A-9A5C-C8AE-7A979F11542A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01CFD5C-7C19-8E30-BF20-52E7629C4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2765CEAA-0CA6-BE98-B450-1301D576C6A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9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AE01D1-6E35-D230-30F3-0D3E2F8A5364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A9A76-8DB9-793E-B69C-4DDA15EBC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Big Statement – </a:t>
            </a:r>
            <a:br>
              <a:rPr lang="en-US" dirty="0"/>
            </a:br>
            <a:r>
              <a:rPr lang="en-US" dirty="0"/>
              <a:t>Purple Theme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9F2B30E-136B-200F-6F46-63B36E449AF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9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63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62">
            <a:extLst>
              <a:ext uri="{FF2B5EF4-FFF2-40B4-BE49-F238E27FC236}">
                <a16:creationId xmlns:a16="http://schemas.microsoft.com/office/drawing/2014/main" id="{C8F55BC8-3E55-49EB-BF20-18EB4F7F5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014" y="2514600"/>
            <a:ext cx="5485844" cy="18287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DD6E7D-B875-48DF-B6A8-450BD6AE171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85687" y="69850"/>
            <a:ext cx="5403138" cy="6788150"/>
          </a:xfrm>
        </p:spPr>
        <p:txBody>
          <a:bodyPr lIns="640080" tIns="0" rIns="640080"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the icon to insert a picture from your computer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66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B88A46-F304-51F6-1AAF-726E7309052D}"/>
              </a:ext>
            </a:extLst>
          </p:cNvPr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Placeholder 14" descr="Doughnut chart label 3">
            <a:extLst>
              <a:ext uri="{FF2B5EF4-FFF2-40B4-BE49-F238E27FC236}">
                <a16:creationId xmlns:a16="http://schemas.microsoft.com/office/drawing/2014/main" id="{E4BDA96F-134D-4855-8751-F1043ABF3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514599"/>
            <a:ext cx="5027613" cy="1371601"/>
          </a:xfrm>
        </p:spPr>
        <p:txBody>
          <a:bodyPr anchor="ctr"/>
          <a:lstStyle>
            <a:lvl1pPr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Doughnut Chart slide, click to add text here</a:t>
            </a:r>
          </a:p>
        </p:txBody>
      </p:sp>
      <p:sp>
        <p:nvSpPr>
          <p:cNvPr id="13" name="Text Placeholder 12" descr="Doughnut chart label 1">
            <a:extLst>
              <a:ext uri="{FF2B5EF4-FFF2-40B4-BE49-F238E27FC236}">
                <a16:creationId xmlns:a16="http://schemas.microsoft.com/office/drawing/2014/main" id="{8C4F4198-4BE0-4282-8B86-20DED598DC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330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2" descr="Doughnut chart label 2">
            <a:extLst>
              <a:ext uri="{FF2B5EF4-FFF2-40B4-BE49-F238E27FC236}">
                <a16:creationId xmlns:a16="http://schemas.microsoft.com/office/drawing/2014/main" id="{4B5F4E67-F2E8-4777-B495-668C321DCB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36416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2" descr="Doughnut chart label 4">
            <a:extLst>
              <a:ext uri="{FF2B5EF4-FFF2-40B4-BE49-F238E27FC236}">
                <a16:creationId xmlns:a16="http://schemas.microsoft.com/office/drawing/2014/main" id="{704846F3-64ED-4181-8AEC-68B9734DA9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1103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12" descr="Doughnut chart label 5">
            <a:extLst>
              <a:ext uri="{FF2B5EF4-FFF2-40B4-BE49-F238E27FC236}">
                <a16:creationId xmlns:a16="http://schemas.microsoft.com/office/drawing/2014/main" id="{DD17F439-D919-44B7-889F-96A1DAF172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88109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12" descr="Doughnut chart label 6">
            <a:extLst>
              <a:ext uri="{FF2B5EF4-FFF2-40B4-BE49-F238E27FC236}">
                <a16:creationId xmlns:a16="http://schemas.microsoft.com/office/drawing/2014/main" id="{0DA74846-CC03-44FE-9AE5-4975E808F8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672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2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3" name="Chart Placeholder 22">
            <a:extLst>
              <a:ext uri="{FF2B5EF4-FFF2-40B4-BE49-F238E27FC236}">
                <a16:creationId xmlns:a16="http://schemas.microsoft.com/office/drawing/2014/main" id="{4093E53D-7586-4113-99BD-F45F1343692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 bwMode="gray">
          <a:xfrm>
            <a:off x="662672" y="722997"/>
            <a:ext cx="4480256" cy="4480256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insert a </a:t>
            </a:r>
            <a:br>
              <a:rPr lang="en-US" dirty="0"/>
            </a:br>
            <a:r>
              <a:rPr lang="en-US" dirty="0"/>
              <a:t>Doughnut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7E0D9-D41D-881D-F813-4A2FF0C435F7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364335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45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6DE6961-EE11-6DE7-194F-886ED937142D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rgbClr val="61A30E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8F365AF-9910-BF20-6CFB-24D4C0928B4D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07DE2-A4BE-3B43-A385-D616B948566C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1" name="Graphic 8">
            <a:extLst>
              <a:ext uri="{FF2B5EF4-FFF2-40B4-BE49-F238E27FC236}">
                <a16:creationId xmlns:a16="http://schemas.microsoft.com/office/drawing/2014/main" id="{6CCAFF07-C864-65F7-E8B7-2C5633311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2" name="Graphic 8">
              <a:extLst>
                <a:ext uri="{FF2B5EF4-FFF2-40B4-BE49-F238E27FC236}">
                  <a16:creationId xmlns:a16="http://schemas.microsoft.com/office/drawing/2014/main" id="{AE286926-0755-5C11-7A0A-71094C615B0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1302BC0-EF33-69DC-5657-3D7BE117EB0F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EAD69D2-73E4-A144-E3E4-00652D470A7C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D44DE0F-E65D-8F5E-DDB1-448E05AF8B4D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00A7CEA-47C8-F052-0ABC-CC3EB17C99C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263CA39-11CD-CCFC-8658-51B68E806BF2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54151A7-9F9E-00A6-12C4-7BF08E75C919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1677C85A-569D-FF5C-4327-E5F7B4ABB32F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E88D3A2E-3EBA-D825-F133-2DE36CA58E5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803B19A-69EA-855A-98FD-BD1186959E33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BFA825D-97CB-A8C0-AFB9-8046277D8437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" name="Graphic 8">
              <a:extLst>
                <a:ext uri="{FF2B5EF4-FFF2-40B4-BE49-F238E27FC236}">
                  <a16:creationId xmlns:a16="http://schemas.microsoft.com/office/drawing/2014/main" id="{3A2519BE-9221-F0E4-149B-1E0F287B15F2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24DA16D-AFE1-058B-85D1-9EA36D66A8E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5335D38-CD27-91AC-1D9C-2ECBE6EA600D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3057BCE-C1E5-5093-0F75-68335E992A19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CA24CC9-729F-DCB8-F923-0F15F8C9188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BAE7E7AF-181B-E7F5-FE78-4DDD4C4C35B5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473C35A-2B1B-B305-B605-0C9EA6533ED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150F0538-4DA7-4B39-5875-633FB664361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C5EE576-7D35-4E9E-7E82-8116BB430A44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1">
            <a:extLst>
              <a:ext uri="{FF2B5EF4-FFF2-40B4-BE49-F238E27FC236}">
                <a16:creationId xmlns:a16="http://schemas.microsoft.com/office/drawing/2014/main" id="{1C5EE576-7D35-4E9E-7E82-8116BB430A44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0D969-A405-CD2A-A392-B917B8B613B7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327706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BDF268-11B0-0052-054F-E2A7324524A8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chemeClr val="accent2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FB6A110-E961-EB34-6F92-35210D5B70F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12A38-34FF-DD48-95F6-31F5ED4772C8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0951A-A1C2-4343-3CAE-6020736681CC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24270-F144-4E34-E75B-7BF480C1A43F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51193D83-E1DC-D884-497D-C36876692E8C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6288BEE3-23F3-B6B1-B482-0F9A9F569EA0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0DE5843-3B4A-E700-B0DB-5D9A3AD21F9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E397DD-E9E8-91B5-8C3B-45ED0D0B04B1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E6BB379-A9C5-4D4D-9C59-B482A1CFFCF1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5BF377CA-F78E-1D05-7E30-F0B6B3DB3F0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C25C045-0720-3CF6-0232-C3865968DD47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92D9964-F2E9-F1D3-0D41-4D1006001336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018C7F5-E13A-499D-ABFD-F4667F22C04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0E76BD13-FD6A-3266-F187-4A6360DA733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254CDF54-5CC7-42D5-FF3B-EA1A9615C9EB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CA008CD7-A5BA-D93B-24CF-53A3613EEB9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0E16E021-24D5-689F-4C32-B7C3B76D27F1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90104B9-EB0A-6BF7-8DA0-69BE6F5CEC5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4FF2423-AC5E-7429-E3BB-D400CC6C4F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278A855B-3ED8-07E8-9617-3CABB4692131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30E10BD-35C4-2EB3-CD9E-CB79BB947F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D6F1BE7-A87D-4DD0-910A-5119820395C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59043ED-8660-66C4-91BC-AF45873D847E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479B44E-348E-907C-601F-D41A24CC5E58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2" name="Freeform: Shape 14">
            <a:extLst>
              <a:ext uri="{FF2B5EF4-FFF2-40B4-BE49-F238E27FC236}">
                <a16:creationId xmlns:a16="http://schemas.microsoft.com/office/drawing/2014/main" id="{CD863588-1EDA-72EC-6D61-3E8A0E7CB273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Freeform: Shape 29">
            <a:extLst>
              <a:ext uri="{FF2B5EF4-FFF2-40B4-BE49-F238E27FC236}">
                <a16:creationId xmlns:a16="http://schemas.microsoft.com/office/drawing/2014/main" id="{FFB6A110-E961-EB34-6F92-35210D5B70F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D12A38-34FF-DD48-95F6-31F5ED4772C8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51193D83-E1DC-D884-497D-C36876692E8C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288BEE3-23F3-B6B1-B482-0F9A9F569EA0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90DE5843-3B4A-E700-B0DB-5D9A3AD21F9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DE397DD-E9E8-91B5-8C3B-45ED0D0B04B1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6BB379-A9C5-4D4D-9C59-B482A1CFFCF1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BF377CA-F78E-1D05-7E30-F0B6B3DB3F0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C25C045-0720-3CF6-0232-C3865968DD47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92D9964-F2E9-F1D3-0D41-4D1006001336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018C7F5-E13A-499D-ABFD-F4667F22C04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E76BD13-FD6A-3266-F187-4A6360DA733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54CDF54-5CC7-42D5-FF3B-EA1A9615C9EB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A008CD7-A5BA-D93B-24CF-53A3613EEB9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0E16E021-24D5-689F-4C32-B7C3B76D27F1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E90104B9-EB0A-6BF7-8DA0-69BE6F5CEC5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4FF2423-AC5E-7429-E3BB-D400CC6C4F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78A855B-3ED8-07E8-9617-3CABB4692131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30E10BD-35C4-2EB3-CD9E-CB79BB947F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D6F1BE7-A87D-4DD0-910A-5119820395C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A59043ED-8660-66C4-91BC-AF45873D847E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79B44E-348E-907C-601F-D41A24CC5E58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FCD237-E611-CAC8-3736-F49AF3DA231A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66196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D7BA03-D917-7BF7-506D-6901DD40B1DF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chemeClr val="accent5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B9DBD-7EC8-8749-8D2B-52C66972D46E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548BE-0CE3-CE23-414D-C93C2FDD312A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99895-20CD-709C-3907-26845A30404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8112DCCF-A410-8E64-BF5C-1AED8279B1FF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A780A5E4-1B39-5A5D-52AB-EFC20E62EA25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0903C10-9C43-4029-1989-8796170B6B2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9527ED7E-456D-AB30-D2D0-4C61F6B8397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499A972-1ADB-ED5A-C815-DB3F2191D945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D803CC09-D71F-9E10-DA97-C55AD0BCE24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13B2A944-7BD4-DD11-180F-B80BF28EB678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C8B82B9-ED10-F9AC-D3B8-E0275C3CBDE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627E22E-2D4D-FEA9-006A-7DD242E2518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4169526B-DAA6-4992-5CF6-225DE8545F4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555D210-195A-A18A-E0CE-77874E51EB4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83DDD2B8-EB7C-AACE-B23F-6FA8B1A57F12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33CF0C83-9B67-4AA2-133D-C3006C860F5E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811D246-0428-1254-CBB5-CB40B6BB8558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0FE8401-7316-2698-D80B-7C0E88A325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241BCF0-F50B-2C01-4E3D-8987EE3AEBC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45D38ED-BA90-5035-9D1B-207CDE6D1DD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95663DE-6FC0-F26D-5DE1-C203DA0E3D8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EE0604B-AD28-DEF4-B2C5-6D7AB5FD3A55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76B44DF-1000-68A6-6AF7-E8182D7C4F2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39270F-3B2C-5A52-9E64-757A7B13656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Freeform: Shape 7">
            <a:extLst>
              <a:ext uri="{FF2B5EF4-FFF2-40B4-BE49-F238E27FC236}">
                <a16:creationId xmlns:a16="http://schemas.microsoft.com/office/drawing/2014/main" id="{6317424D-DA75-A15F-0C19-096E89461340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EB9DBD-7EC8-8749-8D2B-52C66972D46E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35" name="Graphic 8">
            <a:extLst>
              <a:ext uri="{FF2B5EF4-FFF2-40B4-BE49-F238E27FC236}">
                <a16:creationId xmlns:a16="http://schemas.microsoft.com/office/drawing/2014/main" id="{8112DCCF-A410-8E64-BF5C-1AED8279B1FF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6" name="Graphic 8">
              <a:extLst>
                <a:ext uri="{FF2B5EF4-FFF2-40B4-BE49-F238E27FC236}">
                  <a16:creationId xmlns:a16="http://schemas.microsoft.com/office/drawing/2014/main" id="{A780A5E4-1B39-5A5D-52AB-EFC20E62EA25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E0903C10-9C43-4029-1989-8796170B6B2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9527ED7E-456D-AB30-D2D0-4C61F6B8397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0499A972-1ADB-ED5A-C815-DB3F2191D945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D803CC09-D71F-9E10-DA97-C55AD0BCE24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3B2A944-7BD4-DD11-180F-B80BF28EB678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8B82B9-ED10-F9AC-D3B8-E0275C3CBDE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4627E22E-2D4D-FEA9-006A-7DD242E2518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169526B-DAA6-4992-5CF6-225DE8545F4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4555D210-195A-A18A-E0CE-77874E51EB4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3DDD2B8-EB7C-AACE-B23F-6FA8B1A57F12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7" name="Graphic 8">
              <a:extLst>
                <a:ext uri="{FF2B5EF4-FFF2-40B4-BE49-F238E27FC236}">
                  <a16:creationId xmlns:a16="http://schemas.microsoft.com/office/drawing/2014/main" id="{33CF0C83-9B67-4AA2-133D-C3006C860F5E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0811D246-0428-1254-CBB5-CB40B6BB8558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0FE8401-7316-2698-D80B-7C0E88A325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2241BCF0-F50B-2C01-4E3D-8987EE3AEBC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E45D38ED-BA90-5035-9D1B-207CDE6D1DD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495663DE-6FC0-F26D-5DE1-C203DA0E3D8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EE0604B-AD28-DEF4-B2C5-6D7AB5FD3A55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676B44DF-1000-68A6-6AF7-E8182D7C4F2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5" name="Freeform: Shape 12">
            <a:extLst>
              <a:ext uri="{FF2B5EF4-FFF2-40B4-BE49-F238E27FC236}">
                <a16:creationId xmlns:a16="http://schemas.microsoft.com/office/drawing/2014/main" id="{C039270F-3B2C-5A52-9E64-757A7B13656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C42D0-DC6D-DA1A-9109-B30DDBCA1FD2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88592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1_Title Slide – Plum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244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1_Section Header – Plum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65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1_Title, Sub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rgbClr val="3C3C3C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898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title"/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r>
              <a:rPr lang="en-US" dirty="0"/>
              <a:t>Click to edit Master default content style</a:t>
            </a:r>
          </a:p>
        </p:txBody>
      </p:sp>
      <p:sp>
        <p:nvSpPr>
          <p:cNvPr id="3" name="Click to edit content box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8" name="Graphic 8">
            <a:extLst>
              <a:ext uri="{FF2B5EF4-FFF2-40B4-BE49-F238E27FC236}">
                <a16:creationId xmlns:a16="http://schemas.microsoft.com/office/drawing/2014/main" id="{D82EF380-0C1A-9923-E1BB-4A4A82A5005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9" name="Graphic 8">
              <a:extLst>
                <a:ext uri="{FF2B5EF4-FFF2-40B4-BE49-F238E27FC236}">
                  <a16:creationId xmlns:a16="http://schemas.microsoft.com/office/drawing/2014/main" id="{54FAF84D-171B-0C10-ED68-71DF0155B5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FA24438-4158-EA0B-DE4E-8015E1E32AD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6BB840E-D68F-76E7-7DA9-BF6B79D252BE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59510B1D-6A5F-3EF5-3680-B51E20570E6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2502CCC-DB03-C01E-2299-92CA9168461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6A128EB-98F4-7BC5-3A7C-1938363F3CAF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77180F-AD7B-87CD-0633-18DC1BE313BF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11FB90A8-4445-04B0-1766-E758C4EED92E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58F9E-2750-6183-E9D2-FF433D17AAD5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4B84BC6-1055-8C5E-535B-75A833A8799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FE27250-866A-DEF8-25F4-955344428C4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0" name="Graphic 8">
              <a:extLst>
                <a:ext uri="{FF2B5EF4-FFF2-40B4-BE49-F238E27FC236}">
                  <a16:creationId xmlns:a16="http://schemas.microsoft.com/office/drawing/2014/main" id="{105759BC-89FC-99DA-EED4-D1E8B30B32A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512BB0ED-CA6C-C9CB-ACAD-1C325B73274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8889F5C-7017-F0AD-A292-0E3EA56F8524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47F206F2-6C2D-0598-8600-BCAF57BB1FE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9925AE1-2698-ECBF-CB8C-C2FA61B1948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218BC9EB-B196-3184-73E5-DDF213272F2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3E0CCF2-026F-7198-71FE-EEC15EFDC57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EF4B9FAC-CA66-86DF-4447-1C97FD11917C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9" name="Graphic 7">
            <a:extLst>
              <a:ext uri="{FF2B5EF4-FFF2-40B4-BE49-F238E27FC236}">
                <a16:creationId xmlns:a16="http://schemas.microsoft.com/office/drawing/2014/main" id="{4347DF9D-10B3-D013-C54B-0CEA1344F18E}"/>
              </a:ext>
            </a:extLst>
          </p:cNvPr>
          <p:cNvSpPr/>
          <p:nvPr/>
        </p:nvSpPr>
        <p:spPr>
          <a:xfrm>
            <a:off x="0" y="0"/>
            <a:ext cx="12188825" cy="74871"/>
          </a:xfrm>
          <a:custGeom>
            <a:avLst/>
            <a:gdLst>
              <a:gd name="connsiteX0" fmla="*/ 0 w 12185715"/>
              <a:gd name="connsiteY0" fmla="*/ 0 h 74871"/>
              <a:gd name="connsiteX1" fmla="*/ 12185716 w 12185715"/>
              <a:gd name="connsiteY1" fmla="*/ 0 h 74871"/>
              <a:gd name="connsiteX2" fmla="*/ 12185716 w 12185715"/>
              <a:gd name="connsiteY2" fmla="*/ 74871 h 74871"/>
              <a:gd name="connsiteX3" fmla="*/ 0 w 12185715"/>
              <a:gd name="connsiteY3" fmla="*/ 74871 h 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5715" h="74871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97138-A018-1FCE-9C69-099B94E017A6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19600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45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9963" indent="-1666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3811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58888" indent="-1111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795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5098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224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Colors</a:t>
            </a:r>
            <a:endParaRPr/>
          </a:p>
        </p:txBody>
      </p:sp>
      <p:grpSp>
        <p:nvGrpSpPr>
          <p:cNvPr id="1143" name="Google Shape;1143;p1"/>
          <p:cNvGrpSpPr/>
          <p:nvPr/>
        </p:nvGrpSpPr>
        <p:grpSpPr>
          <a:xfrm>
            <a:off x="579809" y="991639"/>
            <a:ext cx="2036216" cy="4643807"/>
            <a:chOff x="579809" y="991638"/>
            <a:chExt cx="2036216" cy="4643807"/>
          </a:xfrm>
        </p:grpSpPr>
        <p:grpSp>
          <p:nvGrpSpPr>
            <p:cNvPr id="1144" name="Google Shape;1144;p1"/>
            <p:cNvGrpSpPr/>
            <p:nvPr/>
          </p:nvGrpSpPr>
          <p:grpSpPr>
            <a:xfrm>
              <a:off x="579809" y="991638"/>
              <a:ext cx="2036216" cy="769441"/>
              <a:chOff x="579809" y="991638"/>
              <a:chExt cx="2036216" cy="769441"/>
            </a:xfrm>
          </p:grpSpPr>
          <p:sp>
            <p:nvSpPr>
              <p:cNvPr id="1145" name="Google Shape;1145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1"/>
              <p:cNvSpPr txBox="1"/>
              <p:nvPr/>
            </p:nvSpPr>
            <p:spPr>
              <a:xfrm>
                <a:off x="1420185" y="991638"/>
                <a:ext cx="119584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PMS Pantone 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#000000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7" name="Google Shape;1147;p1"/>
            <p:cNvGrpSpPr/>
            <p:nvPr/>
          </p:nvGrpSpPr>
          <p:grpSpPr>
            <a:xfrm>
              <a:off x="579809" y="2351247"/>
              <a:ext cx="1944846" cy="615553"/>
              <a:chOff x="579809" y="1059792"/>
              <a:chExt cx="1944846" cy="615553"/>
            </a:xfrm>
          </p:grpSpPr>
          <p:sp>
            <p:nvSpPr>
              <p:cNvPr id="1148" name="Google Shape;1148;p1"/>
              <p:cNvSpPr/>
              <p:nvPr/>
            </p:nvSpPr>
            <p:spPr>
              <a:xfrm>
                <a:off x="579809" y="1068582"/>
                <a:ext cx="597973" cy="5979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1"/>
              <p:cNvSpPr txBox="1"/>
              <p:nvPr/>
            </p:nvSpPr>
            <p:spPr>
              <a:xfrm>
                <a:off x="1420185" y="1059792"/>
                <a:ext cx="1104470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255-255-255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#FFFFFF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0" name="Google Shape;1150;p1"/>
            <p:cNvGrpSpPr/>
            <p:nvPr/>
          </p:nvGrpSpPr>
          <p:grpSpPr>
            <a:xfrm>
              <a:off x="579809" y="3574548"/>
              <a:ext cx="2004156" cy="769441"/>
              <a:chOff x="579809" y="991638"/>
              <a:chExt cx="2004156" cy="769441"/>
            </a:xfrm>
          </p:grpSpPr>
          <p:sp>
            <p:nvSpPr>
              <p:cNvPr id="1151" name="Google Shape;115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1"/>
              <p:cNvSpPr txBox="1"/>
              <p:nvPr/>
            </p:nvSpPr>
            <p:spPr>
              <a:xfrm>
                <a:off x="1420185" y="991638"/>
                <a:ext cx="116378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4146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100-82-0-81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27-29-54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#1B1D36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3" name="Google Shape;1153;p1"/>
            <p:cNvGrpSpPr/>
            <p:nvPr/>
          </p:nvGrpSpPr>
          <p:grpSpPr>
            <a:xfrm>
              <a:off x="579809" y="4866004"/>
              <a:ext cx="1951258" cy="769441"/>
              <a:chOff x="579809" y="991638"/>
              <a:chExt cx="1951258" cy="769441"/>
            </a:xfrm>
          </p:grpSpPr>
          <p:sp>
            <p:nvSpPr>
              <p:cNvPr id="1154" name="Google Shape;1154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7469 C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96-64-24-6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0-92-138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#005C8A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6" name="Google Shape;1156;p1"/>
          <p:cNvGrpSpPr/>
          <p:nvPr/>
        </p:nvGrpSpPr>
        <p:grpSpPr>
          <a:xfrm>
            <a:off x="7070071" y="991638"/>
            <a:ext cx="1964082" cy="3352351"/>
            <a:chOff x="7095322" y="991638"/>
            <a:chExt cx="1964082" cy="3352351"/>
          </a:xfrm>
        </p:grpSpPr>
        <p:grpSp>
          <p:nvGrpSpPr>
            <p:cNvPr id="1157" name="Google Shape;1157;p1"/>
            <p:cNvGrpSpPr/>
            <p:nvPr/>
          </p:nvGrpSpPr>
          <p:grpSpPr>
            <a:xfrm>
              <a:off x="7095322" y="991638"/>
              <a:ext cx="1964082" cy="769441"/>
              <a:chOff x="579809" y="991638"/>
              <a:chExt cx="1964082" cy="769441"/>
            </a:xfrm>
          </p:grpSpPr>
          <p:sp>
            <p:nvSpPr>
              <p:cNvPr id="1158" name="Google Shape;115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CC092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Red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186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0-100-81-4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204-9-47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#CC092F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0" name="Google Shape;1160;p1"/>
            <p:cNvGrpSpPr/>
            <p:nvPr/>
          </p:nvGrpSpPr>
          <p:grpSpPr>
            <a:xfrm>
              <a:off x="7095322" y="3574548"/>
              <a:ext cx="1964082" cy="769441"/>
              <a:chOff x="579809" y="991638"/>
              <a:chExt cx="1964082" cy="769441"/>
            </a:xfrm>
          </p:grpSpPr>
          <p:sp>
            <p:nvSpPr>
              <p:cNvPr id="1161" name="Google Shape;116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Yellow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7408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0-29-100-0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243-186-22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#F3BA16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3" name="Google Shape;1163;p1"/>
            <p:cNvGrpSpPr/>
            <p:nvPr/>
          </p:nvGrpSpPr>
          <p:grpSpPr>
            <a:xfrm>
              <a:off x="7095322" y="2283093"/>
              <a:ext cx="1964082" cy="769441"/>
              <a:chOff x="579809" y="991638"/>
              <a:chExt cx="1964082" cy="769441"/>
            </a:xfrm>
          </p:grpSpPr>
          <p:sp>
            <p:nvSpPr>
              <p:cNvPr id="1164" name="Google Shape;1164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E68C2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Orange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138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0-52-100-0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230-140-40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#E68C28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66" name="Google Shape;1166;p1"/>
          <p:cNvGrpSpPr/>
          <p:nvPr/>
        </p:nvGrpSpPr>
        <p:grpSpPr>
          <a:xfrm>
            <a:off x="9626391" y="991639"/>
            <a:ext cx="1933624" cy="3352350"/>
            <a:chOff x="9541549" y="991639"/>
            <a:chExt cx="1933624" cy="3352350"/>
          </a:xfrm>
        </p:grpSpPr>
        <p:grpSp>
          <p:nvGrpSpPr>
            <p:cNvPr id="1167" name="Google Shape;1167;p1"/>
            <p:cNvGrpSpPr/>
            <p:nvPr/>
          </p:nvGrpSpPr>
          <p:grpSpPr>
            <a:xfrm>
              <a:off x="9541549" y="991639"/>
              <a:ext cx="1885534" cy="769441"/>
              <a:chOff x="579809" y="991638"/>
              <a:chExt cx="1885534" cy="769441"/>
            </a:xfrm>
          </p:grpSpPr>
          <p:sp>
            <p:nvSpPr>
              <p:cNvPr id="1168" name="Google Shape;116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5356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1"/>
              <p:cNvSpPr txBox="1"/>
              <p:nvPr/>
            </p:nvSpPr>
            <p:spPr>
              <a:xfrm>
                <a:off x="1420185" y="991638"/>
                <a:ext cx="1045158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0-0-0-80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83-86-90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#53565A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0" name="Google Shape;1170;p1"/>
            <p:cNvGrpSpPr/>
            <p:nvPr/>
          </p:nvGrpSpPr>
          <p:grpSpPr>
            <a:xfrm>
              <a:off x="9541549" y="2360038"/>
              <a:ext cx="1858283" cy="769441"/>
              <a:chOff x="579809" y="991638"/>
              <a:chExt cx="1858283" cy="769441"/>
            </a:xfrm>
          </p:grpSpPr>
          <p:sp>
            <p:nvSpPr>
              <p:cNvPr id="1171" name="Google Shape;117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99999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1"/>
              <p:cNvSpPr txBox="1"/>
              <p:nvPr/>
            </p:nvSpPr>
            <p:spPr>
              <a:xfrm>
                <a:off x="1420185" y="991638"/>
                <a:ext cx="1017907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151-153-155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#97999B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3" name="Google Shape;1173;p1"/>
            <p:cNvGrpSpPr/>
            <p:nvPr/>
          </p:nvGrpSpPr>
          <p:grpSpPr>
            <a:xfrm>
              <a:off x="9541549" y="3728436"/>
              <a:ext cx="1933624" cy="615553"/>
              <a:chOff x="8968870" y="2351247"/>
              <a:chExt cx="1933624" cy="615553"/>
            </a:xfrm>
          </p:grpSpPr>
          <p:sp>
            <p:nvSpPr>
              <p:cNvPr id="1174" name="Google Shape;1174;p1"/>
              <p:cNvSpPr/>
              <p:nvPr/>
            </p:nvSpPr>
            <p:spPr>
              <a:xfrm>
                <a:off x="8968870" y="2360037"/>
                <a:ext cx="597973" cy="597973"/>
              </a:xfrm>
              <a:prstGeom prst="ellipse">
                <a:avLst/>
              </a:prstGeom>
              <a:solidFill>
                <a:srgbClr val="E2E3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1"/>
              <p:cNvSpPr txBox="1"/>
              <p:nvPr/>
            </p:nvSpPr>
            <p:spPr>
              <a:xfrm>
                <a:off x="9809246" y="2351247"/>
                <a:ext cx="1093248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Broadcom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226-227-228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#E2E3E4</a:t>
                </a: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76" name="Google Shape;1176;p1"/>
          <p:cNvGrpSpPr/>
          <p:nvPr/>
        </p:nvGrpSpPr>
        <p:grpSpPr>
          <a:xfrm>
            <a:off x="3208264" y="991638"/>
            <a:ext cx="3269568" cy="4643808"/>
            <a:chOff x="3163464" y="991638"/>
            <a:chExt cx="3269568" cy="4643808"/>
          </a:xfrm>
        </p:grpSpPr>
        <p:grpSp>
          <p:nvGrpSpPr>
            <p:cNvPr id="1177" name="Google Shape;1177;p1"/>
            <p:cNvGrpSpPr/>
            <p:nvPr/>
          </p:nvGrpSpPr>
          <p:grpSpPr>
            <a:xfrm>
              <a:off x="3163464" y="2283093"/>
              <a:ext cx="1887137" cy="769441"/>
              <a:chOff x="579809" y="991638"/>
              <a:chExt cx="1887137" cy="769441"/>
            </a:xfrm>
          </p:grpSpPr>
          <p:sp>
            <p:nvSpPr>
              <p:cNvPr id="1178" name="Google Shape;117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"/>
              <p:cNvSpPr txBox="1"/>
              <p:nvPr/>
            </p:nvSpPr>
            <p:spPr>
              <a:xfrm>
                <a:off x="1420185" y="991638"/>
                <a:ext cx="1046761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Purple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7678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74-85-0-0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108-75-148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#6C4B94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0" name="Google Shape;1180;p1"/>
            <p:cNvGrpSpPr/>
            <p:nvPr/>
          </p:nvGrpSpPr>
          <p:grpSpPr>
            <a:xfrm>
              <a:off x="3163465" y="991638"/>
              <a:ext cx="1951258" cy="769441"/>
              <a:chOff x="579809" y="991638"/>
              <a:chExt cx="1951258" cy="769441"/>
            </a:xfrm>
          </p:grpSpPr>
          <p:sp>
            <p:nvSpPr>
              <p:cNvPr id="1181" name="Google Shape;118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Aqua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7474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96-9-32-29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0-123-140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#007B8C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3" name="Google Shape;1183;p1"/>
            <p:cNvGrpSpPr/>
            <p:nvPr/>
          </p:nvGrpSpPr>
          <p:grpSpPr>
            <a:xfrm>
              <a:off x="3163465" y="3574548"/>
              <a:ext cx="3269567" cy="769441"/>
              <a:chOff x="3163465" y="3574548"/>
              <a:chExt cx="3269567" cy="769441"/>
            </a:xfrm>
          </p:grpSpPr>
          <p:sp>
            <p:nvSpPr>
              <p:cNvPr id="1184" name="Google Shape;1184;p1"/>
              <p:cNvSpPr/>
              <p:nvPr/>
            </p:nvSpPr>
            <p:spPr>
              <a:xfrm>
                <a:off x="3163465" y="3660283"/>
                <a:ext cx="597973" cy="59797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1"/>
              <p:cNvSpPr txBox="1"/>
              <p:nvPr/>
            </p:nvSpPr>
            <p:spPr>
              <a:xfrm>
                <a:off x="4003840" y="3574548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Azure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313 CP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100-0-11-2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0-152-199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#0098C7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0-125-163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#007DA3</a:t>
                </a:r>
                <a:endParaRPr sz="1000" b="0" i="0" u="none" strike="noStrike" cap="none" dirty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1"/>
              <p:cNvSpPr/>
              <p:nvPr/>
            </p:nvSpPr>
            <p:spPr>
              <a:xfrm>
                <a:off x="3462450" y="3660282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7" name="Google Shape;1187;p1"/>
            <p:cNvGrpSpPr/>
            <p:nvPr/>
          </p:nvGrpSpPr>
          <p:grpSpPr>
            <a:xfrm>
              <a:off x="3163464" y="4866005"/>
              <a:ext cx="3269568" cy="769441"/>
              <a:chOff x="3163464" y="4866005"/>
              <a:chExt cx="3269568" cy="769441"/>
            </a:xfrm>
          </p:grpSpPr>
          <p:sp>
            <p:nvSpPr>
              <p:cNvPr id="1188" name="Google Shape;1188;p1"/>
              <p:cNvSpPr/>
              <p:nvPr/>
            </p:nvSpPr>
            <p:spPr>
              <a:xfrm>
                <a:off x="3163464" y="4951739"/>
                <a:ext cx="597973" cy="59797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1"/>
              <p:cNvSpPr/>
              <p:nvPr/>
            </p:nvSpPr>
            <p:spPr>
              <a:xfrm>
                <a:off x="3462450" y="4951738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0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"/>
              <p:cNvSpPr txBox="1"/>
              <p:nvPr/>
            </p:nvSpPr>
            <p:spPr>
              <a:xfrm>
                <a:off x="4003840" y="4866005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Green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369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67-12-100-1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97-166-14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#61A60E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35-128-10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#23800A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E5FC1-9C51-6F7C-B7EF-F885661F5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4345E-C8F0-E7C2-0FD8-F54BEB458D6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1C5E4-478A-70BE-6FDA-57EB5B007A1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EE57F-73E7-5BF2-F1A9-C2169DFA2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 Low Level Design Diagrams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951583-BB3D-4020-FEEA-BA4EB1F36ADB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n-US" dirty="0"/>
              <a:t>VCF Operations </a:t>
            </a:r>
            <a:r>
              <a:rPr lang="en-US"/>
              <a:t>for networks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Constructs v1</a:t>
            </a:r>
            <a:endParaRPr/>
          </a:p>
        </p:txBody>
      </p:sp>
      <p:grpSp>
        <p:nvGrpSpPr>
          <p:cNvPr id="1202" name="Google Shape;1202;p53"/>
          <p:cNvGrpSpPr/>
          <p:nvPr/>
        </p:nvGrpSpPr>
        <p:grpSpPr>
          <a:xfrm>
            <a:off x="3433403" y="1355712"/>
            <a:ext cx="4309889" cy="4146575"/>
            <a:chOff x="719311" y="1423298"/>
            <a:chExt cx="4309889" cy="4146575"/>
          </a:xfrm>
        </p:grpSpPr>
        <p:sp>
          <p:nvSpPr>
            <p:cNvPr id="1203" name="Google Shape;1203;p53"/>
            <p:cNvSpPr/>
            <p:nvPr/>
          </p:nvSpPr>
          <p:spPr>
            <a:xfrm>
              <a:off x="719311" y="1423298"/>
              <a:ext cx="4309889" cy="414657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Private Cloud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830547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929477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1017063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1017063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1116722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1116722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1116720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929476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1020108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1015701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3"/>
            <p:cNvSpPr/>
            <p:nvPr/>
          </p:nvSpPr>
          <p:spPr>
            <a:xfrm>
              <a:off x="2952704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3"/>
            <p:cNvSpPr/>
            <p:nvPr/>
          </p:nvSpPr>
          <p:spPr>
            <a:xfrm>
              <a:off x="3051634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3"/>
            <p:cNvSpPr/>
            <p:nvPr/>
          </p:nvSpPr>
          <p:spPr>
            <a:xfrm>
              <a:off x="3139220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3"/>
            <p:cNvSpPr/>
            <p:nvPr/>
          </p:nvSpPr>
          <p:spPr>
            <a:xfrm>
              <a:off x="3139220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3"/>
            <p:cNvSpPr/>
            <p:nvPr/>
          </p:nvSpPr>
          <p:spPr>
            <a:xfrm>
              <a:off x="3238879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3"/>
            <p:cNvSpPr/>
            <p:nvPr/>
          </p:nvSpPr>
          <p:spPr>
            <a:xfrm>
              <a:off x="3238879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3"/>
            <p:cNvSpPr/>
            <p:nvPr/>
          </p:nvSpPr>
          <p:spPr>
            <a:xfrm>
              <a:off x="3238877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3"/>
            <p:cNvSpPr/>
            <p:nvPr/>
          </p:nvSpPr>
          <p:spPr>
            <a:xfrm>
              <a:off x="3051633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3"/>
            <p:cNvSpPr/>
            <p:nvPr/>
          </p:nvSpPr>
          <p:spPr>
            <a:xfrm>
              <a:off x="3142265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3"/>
            <p:cNvSpPr/>
            <p:nvPr/>
          </p:nvSpPr>
          <p:spPr>
            <a:xfrm>
              <a:off x="3137858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Constructs v1 (SVG Image)</a:t>
            </a:r>
            <a:endParaRPr/>
          </a:p>
        </p:txBody>
      </p:sp>
      <p:pic>
        <p:nvPicPr>
          <p:cNvPr id="1229" name="Google Shape;122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2593" y="1351788"/>
            <a:ext cx="4331208" cy="415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Models</a:t>
            </a:r>
            <a:endParaRPr/>
          </a:p>
        </p:txBody>
      </p:sp>
      <p:sp>
        <p:nvSpPr>
          <p:cNvPr id="1277" name="Google Shape;1277;p5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Models v1</a:t>
            </a:r>
            <a:endParaRPr/>
          </a:p>
        </p:txBody>
      </p:sp>
      <p:sp>
        <p:nvSpPr>
          <p:cNvPr id="1283" name="Google Shape;1283;p58"/>
          <p:cNvSpPr/>
          <p:nvPr/>
        </p:nvSpPr>
        <p:spPr>
          <a:xfrm>
            <a:off x="6495580" y="1666053"/>
            <a:ext cx="1752600" cy="209272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58"/>
          <p:cNvSpPr/>
          <p:nvPr/>
        </p:nvSpPr>
        <p:spPr>
          <a:xfrm>
            <a:off x="6781293" y="2351716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58"/>
          <p:cNvSpPr/>
          <p:nvPr/>
        </p:nvSpPr>
        <p:spPr>
          <a:xfrm>
            <a:off x="6781293" y="2791868"/>
            <a:ext cx="1181174" cy="359197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58"/>
          <p:cNvSpPr/>
          <p:nvPr/>
        </p:nvSpPr>
        <p:spPr>
          <a:xfrm>
            <a:off x="6781293" y="3231674"/>
            <a:ext cx="1181174" cy="360330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58"/>
          <p:cNvSpPr/>
          <p:nvPr/>
        </p:nvSpPr>
        <p:spPr>
          <a:xfrm>
            <a:off x="6781292" y="190276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58"/>
          <p:cNvSpPr/>
          <p:nvPr/>
        </p:nvSpPr>
        <p:spPr>
          <a:xfrm>
            <a:off x="8787236" y="2379405"/>
            <a:ext cx="1752600" cy="281254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8"/>
          <p:cNvSpPr/>
          <p:nvPr/>
        </p:nvSpPr>
        <p:spPr>
          <a:xfrm>
            <a:off x="9000603" y="2936411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8"/>
          <p:cNvSpPr/>
          <p:nvPr/>
        </p:nvSpPr>
        <p:spPr>
          <a:xfrm>
            <a:off x="8895697" y="2645000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58"/>
          <p:cNvSpPr/>
          <p:nvPr/>
        </p:nvSpPr>
        <p:spPr>
          <a:xfrm>
            <a:off x="6337190" y="1293805"/>
            <a:ext cx="4412918" cy="412157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2" name="Google Shape;1292;p58"/>
          <p:cNvGrpSpPr/>
          <p:nvPr/>
        </p:nvGrpSpPr>
        <p:grpSpPr>
          <a:xfrm>
            <a:off x="6495580" y="4369940"/>
            <a:ext cx="1752600" cy="822007"/>
            <a:chOff x="8833581" y="1666053"/>
            <a:chExt cx="1752600" cy="822007"/>
          </a:xfrm>
        </p:grpSpPr>
        <p:sp>
          <p:nvSpPr>
            <p:cNvPr id="1293" name="Google Shape;1293;p58"/>
            <p:cNvSpPr/>
            <p:nvPr/>
          </p:nvSpPr>
          <p:spPr>
            <a:xfrm>
              <a:off x="9119294" y="1934274"/>
              <a:ext cx="1181174" cy="35702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8"/>
            <p:cNvSpPr/>
            <p:nvPr/>
          </p:nvSpPr>
          <p:spPr>
            <a:xfrm>
              <a:off x="8833581" y="1666053"/>
              <a:ext cx="1752600" cy="822007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58"/>
          <p:cNvSpPr/>
          <p:nvPr/>
        </p:nvSpPr>
        <p:spPr>
          <a:xfrm>
            <a:off x="8995856" y="320144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9000603" y="3480450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58"/>
          <p:cNvSpPr/>
          <p:nvPr/>
        </p:nvSpPr>
        <p:spPr>
          <a:xfrm>
            <a:off x="9000603" y="416936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58"/>
          <p:cNvSpPr/>
          <p:nvPr/>
        </p:nvSpPr>
        <p:spPr>
          <a:xfrm>
            <a:off x="8895697" y="3877957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58"/>
          <p:cNvSpPr/>
          <p:nvPr/>
        </p:nvSpPr>
        <p:spPr>
          <a:xfrm>
            <a:off x="8995856" y="443440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58"/>
          <p:cNvSpPr/>
          <p:nvPr/>
        </p:nvSpPr>
        <p:spPr>
          <a:xfrm>
            <a:off x="9000603" y="4713407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58"/>
          <p:cNvSpPr/>
          <p:nvPr/>
        </p:nvSpPr>
        <p:spPr>
          <a:xfrm>
            <a:off x="1438718" y="1666053"/>
            <a:ext cx="1752600" cy="1214799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8"/>
          <p:cNvSpPr/>
          <p:nvPr/>
        </p:nvSpPr>
        <p:spPr>
          <a:xfrm>
            <a:off x="1724431" y="2351716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58"/>
          <p:cNvSpPr/>
          <p:nvPr/>
        </p:nvSpPr>
        <p:spPr>
          <a:xfrm>
            <a:off x="1724430" y="190276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58"/>
          <p:cNvSpPr/>
          <p:nvPr/>
        </p:nvSpPr>
        <p:spPr>
          <a:xfrm>
            <a:off x="3708289" y="1666057"/>
            <a:ext cx="1752600" cy="281254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58"/>
          <p:cNvSpPr/>
          <p:nvPr/>
        </p:nvSpPr>
        <p:spPr>
          <a:xfrm>
            <a:off x="3921656" y="222306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8"/>
          <p:cNvSpPr/>
          <p:nvPr/>
        </p:nvSpPr>
        <p:spPr>
          <a:xfrm>
            <a:off x="3816750" y="1931652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58"/>
          <p:cNvSpPr/>
          <p:nvPr/>
        </p:nvSpPr>
        <p:spPr>
          <a:xfrm>
            <a:off x="1280328" y="1293805"/>
            <a:ext cx="4412918" cy="412157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8" name="Google Shape;1308;p58"/>
          <p:cNvGrpSpPr/>
          <p:nvPr/>
        </p:nvGrpSpPr>
        <p:grpSpPr>
          <a:xfrm>
            <a:off x="1438718" y="3639214"/>
            <a:ext cx="1752600" cy="822007"/>
            <a:chOff x="3761797" y="1666034"/>
            <a:chExt cx="1752600" cy="822007"/>
          </a:xfrm>
        </p:grpSpPr>
        <p:sp>
          <p:nvSpPr>
            <p:cNvPr id="1309" name="Google Shape;1309;p58"/>
            <p:cNvSpPr/>
            <p:nvPr/>
          </p:nvSpPr>
          <p:spPr>
            <a:xfrm>
              <a:off x="4062432" y="1934274"/>
              <a:ext cx="1181174" cy="35702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8"/>
            <p:cNvSpPr/>
            <p:nvPr/>
          </p:nvSpPr>
          <p:spPr>
            <a:xfrm>
              <a:off x="3761797" y="1666034"/>
              <a:ext cx="1752600" cy="822007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1" name="Google Shape;1311;p58"/>
          <p:cNvSpPr/>
          <p:nvPr/>
        </p:nvSpPr>
        <p:spPr>
          <a:xfrm>
            <a:off x="3916909" y="248809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8"/>
          <p:cNvSpPr/>
          <p:nvPr/>
        </p:nvSpPr>
        <p:spPr>
          <a:xfrm>
            <a:off x="3921656" y="2767102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8"/>
          <p:cNvSpPr/>
          <p:nvPr/>
        </p:nvSpPr>
        <p:spPr>
          <a:xfrm>
            <a:off x="3921656" y="345602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8"/>
          <p:cNvSpPr/>
          <p:nvPr/>
        </p:nvSpPr>
        <p:spPr>
          <a:xfrm>
            <a:off x="3816750" y="3164609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8"/>
          <p:cNvSpPr/>
          <p:nvPr/>
        </p:nvSpPr>
        <p:spPr>
          <a:xfrm>
            <a:off x="3916909" y="372105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8"/>
          <p:cNvSpPr/>
          <p:nvPr/>
        </p:nvSpPr>
        <p:spPr>
          <a:xfrm>
            <a:off x="3921656" y="4000059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7" name="Google Shape;1317;p58"/>
          <p:cNvCxnSpPr>
            <a:stCxn id="1310" idx="0"/>
            <a:endCxn id="1301" idx="2"/>
          </p:cNvCxnSpPr>
          <p:nvPr/>
        </p:nvCxnSpPr>
        <p:spPr>
          <a:xfrm rot="10800000">
            <a:off x="2315018" y="2880814"/>
            <a:ext cx="0" cy="75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8" name="Google Shape;1318;p58"/>
          <p:cNvCxnSpPr>
            <a:stCxn id="1310" idx="3"/>
          </p:cNvCxnSpPr>
          <p:nvPr/>
        </p:nvCxnSpPr>
        <p:spPr>
          <a:xfrm>
            <a:off x="3191318" y="4050218"/>
            <a:ext cx="511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9" name="Google Shape;1319;p58"/>
          <p:cNvCxnSpPr/>
          <p:nvPr/>
        </p:nvCxnSpPr>
        <p:spPr>
          <a:xfrm rot="10800000" flipH="1">
            <a:off x="7371879" y="3771869"/>
            <a:ext cx="1" cy="57516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0" name="Google Shape;1320;p58"/>
          <p:cNvCxnSpPr/>
          <p:nvPr/>
        </p:nvCxnSpPr>
        <p:spPr>
          <a:xfrm rot="10800000" flipH="1">
            <a:off x="8262148" y="4759417"/>
            <a:ext cx="511119" cy="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Models v1 (SVG Image)</a:t>
            </a:r>
            <a:endParaRPr/>
          </a:p>
        </p:txBody>
      </p:sp>
      <p:pic>
        <p:nvPicPr>
          <p:cNvPr id="1326" name="Google Shape;132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814" y="1364678"/>
            <a:ext cx="9468993" cy="412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for Networks Models</a:t>
            </a:r>
            <a:endParaRPr/>
          </a:p>
        </p:txBody>
      </p:sp>
      <p:sp>
        <p:nvSpPr>
          <p:cNvPr id="1391" name="Google Shape;1391;p6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for Networks Models v1</a:t>
            </a:r>
            <a:endParaRPr/>
          </a:p>
        </p:txBody>
      </p:sp>
      <p:sp>
        <p:nvSpPr>
          <p:cNvPr id="1397" name="Google Shape;1397;p64"/>
          <p:cNvSpPr/>
          <p:nvPr/>
        </p:nvSpPr>
        <p:spPr>
          <a:xfrm>
            <a:off x="6305153" y="885491"/>
            <a:ext cx="4412918" cy="527498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4"/>
          <p:cNvSpPr/>
          <p:nvPr/>
        </p:nvSpPr>
        <p:spPr>
          <a:xfrm>
            <a:off x="1406680" y="1257740"/>
            <a:ext cx="4022173" cy="77600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4"/>
          <p:cNvSpPr/>
          <p:nvPr/>
        </p:nvSpPr>
        <p:spPr>
          <a:xfrm>
            <a:off x="1538476" y="1548633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4"/>
          <p:cNvSpPr/>
          <p:nvPr/>
        </p:nvSpPr>
        <p:spPr>
          <a:xfrm>
            <a:off x="2828447" y="1548158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64"/>
          <p:cNvSpPr/>
          <p:nvPr/>
        </p:nvSpPr>
        <p:spPr>
          <a:xfrm>
            <a:off x="1248291" y="885491"/>
            <a:ext cx="4412918" cy="527498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64"/>
          <p:cNvSpPr/>
          <p:nvPr/>
        </p:nvSpPr>
        <p:spPr>
          <a:xfrm>
            <a:off x="4118419" y="1548158"/>
            <a:ext cx="1181174" cy="35702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64"/>
          <p:cNvSpPr/>
          <p:nvPr/>
        </p:nvSpPr>
        <p:spPr>
          <a:xfrm>
            <a:off x="1953836" y="2434783"/>
            <a:ext cx="2930998" cy="87841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4" name="Google Shape;1404;p64"/>
          <p:cNvCxnSpPr>
            <a:stCxn id="1403" idx="0"/>
            <a:endCxn id="1398" idx="2"/>
          </p:cNvCxnSpPr>
          <p:nvPr/>
        </p:nvCxnSpPr>
        <p:spPr>
          <a:xfrm rot="10800000">
            <a:off x="3417835" y="2033683"/>
            <a:ext cx="15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5" name="Google Shape;1405;p64"/>
          <p:cNvCxnSpPr>
            <a:stCxn id="1406" idx="0"/>
            <a:endCxn id="1403" idx="2"/>
          </p:cNvCxnSpPr>
          <p:nvPr/>
        </p:nvCxnSpPr>
        <p:spPr>
          <a:xfrm rot="10800000" flipH="1">
            <a:off x="3413096" y="3313122"/>
            <a:ext cx="6300" cy="39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07" name="Google Shape;1407;p64"/>
          <p:cNvSpPr/>
          <p:nvPr/>
        </p:nvSpPr>
        <p:spPr>
          <a:xfrm>
            <a:off x="3545328" y="280376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4"/>
          <p:cNvSpPr/>
          <p:nvPr/>
        </p:nvSpPr>
        <p:spPr>
          <a:xfrm>
            <a:off x="2109912" y="2803289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Node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4"/>
          <p:cNvSpPr/>
          <p:nvPr/>
        </p:nvSpPr>
        <p:spPr>
          <a:xfrm>
            <a:off x="1686657" y="3711822"/>
            <a:ext cx="3452878" cy="15656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4"/>
          <p:cNvSpPr/>
          <p:nvPr/>
        </p:nvSpPr>
        <p:spPr>
          <a:xfrm>
            <a:off x="1795117" y="3999518"/>
            <a:ext cx="1529825" cy="115664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4"/>
          <p:cNvSpPr/>
          <p:nvPr/>
        </p:nvSpPr>
        <p:spPr>
          <a:xfrm>
            <a:off x="1887438" y="4300726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4"/>
          <p:cNvSpPr/>
          <p:nvPr/>
        </p:nvSpPr>
        <p:spPr>
          <a:xfrm>
            <a:off x="1882691" y="456576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64"/>
          <p:cNvSpPr/>
          <p:nvPr/>
        </p:nvSpPr>
        <p:spPr>
          <a:xfrm>
            <a:off x="3474410" y="4000609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4"/>
          <p:cNvSpPr/>
          <p:nvPr/>
        </p:nvSpPr>
        <p:spPr>
          <a:xfrm>
            <a:off x="3566731" y="430181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4"/>
          <p:cNvSpPr/>
          <p:nvPr/>
        </p:nvSpPr>
        <p:spPr>
          <a:xfrm>
            <a:off x="3561984" y="456685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64"/>
          <p:cNvSpPr/>
          <p:nvPr/>
        </p:nvSpPr>
        <p:spPr>
          <a:xfrm>
            <a:off x="1882691" y="483079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6" name="Google Shape;1416;p64"/>
          <p:cNvCxnSpPr>
            <a:stCxn id="1408" idx="3"/>
            <a:endCxn id="1407" idx="1"/>
          </p:cNvCxnSpPr>
          <p:nvPr/>
        </p:nvCxnSpPr>
        <p:spPr>
          <a:xfrm>
            <a:off x="3291087" y="2983298"/>
            <a:ext cx="254100" cy="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17" name="Google Shape;1417;p64"/>
          <p:cNvSpPr/>
          <p:nvPr/>
        </p:nvSpPr>
        <p:spPr>
          <a:xfrm>
            <a:off x="6522852" y="1257740"/>
            <a:ext cx="4022173" cy="77600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4"/>
          <p:cNvSpPr/>
          <p:nvPr/>
        </p:nvSpPr>
        <p:spPr>
          <a:xfrm>
            <a:off x="6654648" y="1548633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64"/>
          <p:cNvSpPr/>
          <p:nvPr/>
        </p:nvSpPr>
        <p:spPr>
          <a:xfrm>
            <a:off x="7944619" y="1548158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64"/>
          <p:cNvSpPr/>
          <p:nvPr/>
        </p:nvSpPr>
        <p:spPr>
          <a:xfrm>
            <a:off x="9234591" y="1548158"/>
            <a:ext cx="1181174" cy="35702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64"/>
          <p:cNvSpPr/>
          <p:nvPr/>
        </p:nvSpPr>
        <p:spPr>
          <a:xfrm>
            <a:off x="6522852" y="2434782"/>
            <a:ext cx="4022173" cy="1656777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2" name="Google Shape;1422;p64"/>
          <p:cNvCxnSpPr>
            <a:stCxn id="1421" idx="0"/>
            <a:endCxn id="1417" idx="2"/>
          </p:cNvCxnSpPr>
          <p:nvPr/>
        </p:nvCxnSpPr>
        <p:spPr>
          <a:xfrm rot="10800000">
            <a:off x="8533939" y="2033682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3" name="Google Shape;1423;p64"/>
          <p:cNvCxnSpPr>
            <a:stCxn id="1424" idx="0"/>
            <a:endCxn id="1421" idx="2"/>
          </p:cNvCxnSpPr>
          <p:nvPr/>
        </p:nvCxnSpPr>
        <p:spPr>
          <a:xfrm rot="10800000" flipH="1">
            <a:off x="8531527" y="4091685"/>
            <a:ext cx="2400" cy="374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25" name="Google Shape;1425;p64"/>
          <p:cNvSpPr/>
          <p:nvPr/>
        </p:nvSpPr>
        <p:spPr>
          <a:xfrm>
            <a:off x="7955739" y="290161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64"/>
          <p:cNvSpPr/>
          <p:nvPr/>
        </p:nvSpPr>
        <p:spPr>
          <a:xfrm>
            <a:off x="6805088" y="4465785"/>
            <a:ext cx="3452878" cy="15656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64"/>
          <p:cNvSpPr/>
          <p:nvPr/>
        </p:nvSpPr>
        <p:spPr>
          <a:xfrm>
            <a:off x="6913548" y="4753481"/>
            <a:ext cx="1529825" cy="115664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64"/>
          <p:cNvSpPr/>
          <p:nvPr/>
        </p:nvSpPr>
        <p:spPr>
          <a:xfrm>
            <a:off x="7005869" y="505468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64"/>
          <p:cNvSpPr/>
          <p:nvPr/>
        </p:nvSpPr>
        <p:spPr>
          <a:xfrm>
            <a:off x="7001122" y="531972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64"/>
          <p:cNvSpPr/>
          <p:nvPr/>
        </p:nvSpPr>
        <p:spPr>
          <a:xfrm>
            <a:off x="8592841" y="4754572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4"/>
          <p:cNvSpPr/>
          <p:nvPr/>
        </p:nvSpPr>
        <p:spPr>
          <a:xfrm>
            <a:off x="8685162" y="5055781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4"/>
          <p:cNvSpPr/>
          <p:nvPr/>
        </p:nvSpPr>
        <p:spPr>
          <a:xfrm>
            <a:off x="8680415" y="532081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64"/>
          <p:cNvSpPr/>
          <p:nvPr/>
        </p:nvSpPr>
        <p:spPr>
          <a:xfrm>
            <a:off x="7001122" y="558475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4"/>
          <p:cNvSpPr/>
          <p:nvPr/>
        </p:nvSpPr>
        <p:spPr>
          <a:xfrm>
            <a:off x="6652119" y="290161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4"/>
          <p:cNvSpPr/>
          <p:nvPr/>
        </p:nvSpPr>
        <p:spPr>
          <a:xfrm>
            <a:off x="9232062" y="290161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4"/>
          <p:cNvSpPr/>
          <p:nvPr/>
        </p:nvSpPr>
        <p:spPr>
          <a:xfrm>
            <a:off x="6598795" y="2684716"/>
            <a:ext cx="3856077" cy="713084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4"/>
          <p:cNvSpPr/>
          <p:nvPr/>
        </p:nvSpPr>
        <p:spPr>
          <a:xfrm>
            <a:off x="7936246" y="3631177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7" name="Google Shape;1437;p64"/>
          <p:cNvCxnSpPr>
            <a:stCxn id="1436" idx="0"/>
            <a:endCxn id="1435" idx="2"/>
          </p:cNvCxnSpPr>
          <p:nvPr/>
        </p:nvCxnSpPr>
        <p:spPr>
          <a:xfrm rot="10800000">
            <a:off x="8526833" y="3397777"/>
            <a:ext cx="0" cy="2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for Networks v1 (SVG Image)</a:t>
            </a:r>
            <a:endParaRPr/>
          </a:p>
        </p:txBody>
      </p:sp>
      <p:pic>
        <p:nvPicPr>
          <p:cNvPr id="1443" name="Google Shape;144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7278" y="963905"/>
            <a:ext cx="9468993" cy="5277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 w="12700">
          <a:noFill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800" dirty="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Orange">
      <a:srgbClr val="E68C28"/>
    </a:custClr>
    <a:custClr name="Red">
      <a:srgbClr val="CC092F"/>
    </a:custClr>
    <a:custClr name="Light Grey">
      <a:srgbClr val="E2E3E4"/>
    </a:custClr>
    <a:custClr name="Cool Grey 7">
      <a:srgbClr val="97999B"/>
    </a:custClr>
    <a:custClr name="Dark Grey">
      <a:srgbClr val="53565A"/>
    </a:custClr>
    <a:custClr name="2nd Green">
      <a:srgbClr val="23800A"/>
    </a:custClr>
    <a:custClr name="2nd Blue">
      <a:srgbClr val="007DA3"/>
    </a:custClr>
    <a:custClr name="187 Red">
      <a:srgbClr val="A6192E"/>
    </a:custClr>
  </a:custClrLst>
  <a:extLst>
    <a:ext uri="{05A4C25C-085E-4340-85A3-A5531E510DB2}">
      <thm15:themeFamily xmlns:thm15="http://schemas.microsoft.com/office/thememl/2012/main" name="bc-vmw-ppt-template-light-arial-2025.potx" id="{270C1632-0D73-4249-9EC5-826DF1073C3F}" vid="{79868998-EA69-428A-BEAC-731B6D11D92C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rgbClr val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8D0C854358DC418D143DF91B0F9F69" ma:contentTypeVersion="25" ma:contentTypeDescription="Create a new document." ma:contentTypeScope="" ma:versionID="86d1ae78601d406bc59f7b48175c4925">
  <xsd:schema xmlns:xsd="http://www.w3.org/2001/XMLSchema" xmlns:xs="http://www.w3.org/2001/XMLSchema" xmlns:p="http://schemas.microsoft.com/office/2006/metadata/properties" xmlns:ns1="http://schemas.microsoft.com/sharepoint/v3" xmlns:ns2="ff83b573-1131-4ec9-87e0-8de43cb2141f" xmlns:ns3="b91cd729-8792-47cd-b03b-259374444807" xmlns:ns4="78c16552-cbf3-4f1f-97ed-388b5d2a083d" targetNamespace="http://schemas.microsoft.com/office/2006/metadata/properties" ma:root="true" ma:fieldsID="87232950fb7e83d3727f6e525efdb9c3" ns1:_="" ns2:_="" ns3:_="" ns4:_="">
    <xsd:import namespace="http://schemas.microsoft.com/sharepoint/v3"/>
    <xsd:import namespace="ff83b573-1131-4ec9-87e0-8de43cb2141f"/>
    <xsd:import namespace="b91cd729-8792-47cd-b03b-259374444807"/>
    <xsd:import namespace="78c16552-cbf3-4f1f-97ed-388b5d2a083d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3b573-1131-4ec9-87e0-8de43cb2141f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35e516c6-d7bc-4be5-8458-55365016f2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cd729-8792-47cd-b03b-259374444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16552-cbf3-4f1f-97ed-388b5d2a083d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62e8767f-5054-4ecc-a981-a992a2f0e90f}" ma:internalName="TaxCatchAll" ma:showField="CatchAllData" ma:web="78c16552-cbf3-4f1f-97ed-388b5d2a08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SecurityGroups xmlns="ff83b573-1131-4ec9-87e0-8de43cb2141f" xsi:nil="true"/>
    <_ip_UnifiedCompliancePolicyUIAction xmlns="http://schemas.microsoft.com/sharepoint/v3" xsi:nil="true"/>
    <MigrationWizIdPermissions xmlns="ff83b573-1131-4ec9-87e0-8de43cb2141f" xsi:nil="true"/>
    <MigrationWizId xmlns="ff83b573-1131-4ec9-87e0-8de43cb2141f" xsi:nil="true"/>
    <TaxCatchAll xmlns="78c16552-cbf3-4f1f-97ed-388b5d2a083d" xsi:nil="true"/>
    <MigrationWizIdDocumentLibraryPermissions xmlns="ff83b573-1131-4ec9-87e0-8de43cb2141f" xsi:nil="true"/>
    <_ip_UnifiedCompliancePolicyProperties xmlns="http://schemas.microsoft.com/sharepoint/v3" xsi:nil="true"/>
    <lcf76f155ced4ddcb4097134ff3c332f xmlns="ff83b573-1131-4ec9-87e0-8de43cb2141f">
      <Terms xmlns="http://schemas.microsoft.com/office/infopath/2007/PartnerControls"/>
    </lcf76f155ced4ddcb4097134ff3c332f>
    <MigrationWizIdPermissionLevels xmlns="ff83b573-1131-4ec9-87e0-8de43cb2141f" xsi:nil="true"/>
  </documentManagement>
</p:properties>
</file>

<file path=customXml/itemProps1.xml><?xml version="1.0" encoding="utf-8"?>
<ds:datastoreItem xmlns:ds="http://schemas.openxmlformats.org/officeDocument/2006/customXml" ds:itemID="{E4E9E918-03DC-49CF-8934-995C08581FDB}"/>
</file>

<file path=customXml/itemProps2.xml><?xml version="1.0" encoding="utf-8"?>
<ds:datastoreItem xmlns:ds="http://schemas.openxmlformats.org/officeDocument/2006/customXml" ds:itemID="{69278AF7-9BBE-4432-BC09-BCF5C521CCD1}"/>
</file>

<file path=customXml/itemProps3.xml><?xml version="1.0" encoding="utf-8"?>
<ds:datastoreItem xmlns:ds="http://schemas.openxmlformats.org/officeDocument/2006/customXml" ds:itemID="{9276AA0D-3524-49C1-A0A4-055A920FC3F6}"/>
</file>

<file path=docProps/app.xml><?xml version="1.0" encoding="utf-8"?>
<Properties xmlns="http://schemas.openxmlformats.org/officeDocument/2006/extended-properties" xmlns:vt="http://schemas.openxmlformats.org/officeDocument/2006/docPropsVTypes">
  <Template>bc-vmw-ppt-template-light-arial-2026</Template>
  <TotalTime>2</TotalTime>
  <Words>477</Words>
  <Application>Microsoft Office PowerPoint</Application>
  <PresentationFormat>Custom</PresentationFormat>
  <Paragraphs>192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Camphor Std</vt:lpstr>
      <vt:lpstr>Metropolis</vt:lpstr>
      <vt:lpstr>Metropolis-Regular</vt:lpstr>
      <vt:lpstr>Open Sans</vt:lpstr>
      <vt:lpstr>System Font Regular</vt:lpstr>
      <vt:lpstr>VMware 2025 Light</vt:lpstr>
      <vt:lpstr>Colors</vt:lpstr>
      <vt:lpstr>VCF Low Level Design Diagrams</vt:lpstr>
      <vt:lpstr>VCF Constructs v1</vt:lpstr>
      <vt:lpstr>VCF Constructs v1 (SVG Image)</vt:lpstr>
      <vt:lpstr>VCF Operations Models</vt:lpstr>
      <vt:lpstr>VCF Operations Models v1</vt:lpstr>
      <vt:lpstr>VCF Operations Models v1 (SVG Image)</vt:lpstr>
      <vt:lpstr>VCF Operations for Networks Models</vt:lpstr>
      <vt:lpstr>VCF Operations for Networks Models v1</vt:lpstr>
      <vt:lpstr>VCF Operations for Networks v1 (SVG Image)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Eric Tom Lee</dc:creator>
  <cp:lastModifiedBy>Brent Douglas</cp:lastModifiedBy>
  <cp:revision>6</cp:revision>
  <dcterms:created xsi:type="dcterms:W3CDTF">2024-07-23T22:43:49Z</dcterms:created>
  <dcterms:modified xsi:type="dcterms:W3CDTF">2026-04-20T16:46:30Z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0x010100D88D0C854358DC418D143DF91B0F9F69</vt:lpwstr>
  </property>
  <property fmtid="{D5CDD505-2E9C-101B-9397-08002B2CF9AE}" pid="3" name="MediaServiceImageTags">
    <vt:lpwstr/>
  </property>
</Properties>
</file>