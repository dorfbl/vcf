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53" r:id="rId4"/>
  </p:sldMasterIdLst>
  <p:notesMasterIdLst>
    <p:notesMasterId r:id="rId25"/>
  </p:notesMasterIdLst>
  <p:handoutMasterIdLst>
    <p:handoutMasterId r:id="rId26"/>
  </p:handoutMasterIdLst>
  <p:sldIdLst>
    <p:sldId id="393675834" r:id="rId5"/>
    <p:sldId id="840552092" r:id="rId6"/>
    <p:sldId id="524441391" r:id="rId7"/>
    <p:sldId id="468911480" r:id="rId8"/>
    <p:sldId id="1905728150" r:id="rId9"/>
    <p:sldId id="1729988669" r:id="rId10"/>
    <p:sldId id="1925243092" r:id="rId11"/>
    <p:sldId id="1726771880" r:id="rId12"/>
    <p:sldId id="412" r:id="rId13"/>
    <p:sldId id="404" r:id="rId14"/>
    <p:sldId id="411" r:id="rId15"/>
    <p:sldId id="414" r:id="rId16"/>
    <p:sldId id="163588025" r:id="rId17"/>
    <p:sldId id="2102178954" r:id="rId18"/>
    <p:sldId id="1544316972" r:id="rId19"/>
    <p:sldId id="1046309979" r:id="rId20"/>
    <p:sldId id="2019162064" r:id="rId21"/>
    <p:sldId id="339015242" r:id="rId22"/>
    <p:sldId id="794776651" r:id="rId23"/>
    <p:sldId id="1464369846" r:id="rId24"/>
  </p:sldIdLst>
  <p:sldSz cx="12188825" cy="6858000"/>
  <p:notesSz cx="6858000" cy="9144000"/>
  <p:custDataLst>
    <p:tags r:id="rId2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834FE5E-20A7-604D-8AA1-281255D61C6D}">
          <p14:sldIdLst>
            <p14:sldId id="393675834"/>
            <p14:sldId id="840552092"/>
            <p14:sldId id="524441391"/>
            <p14:sldId id="468911480"/>
            <p14:sldId id="1905728150"/>
            <p14:sldId id="1729988669"/>
            <p14:sldId id="1925243092"/>
          </p14:sldIdLst>
        </p14:section>
        <p14:section name="SolutionSection" id="{0639F597-C89F-1C49-9314-4A8264D73093}">
          <p14:sldIdLst>
            <p14:sldId id="1726771880"/>
            <p14:sldId id="412"/>
            <p14:sldId id="404"/>
            <p14:sldId id="411"/>
            <p14:sldId id="414"/>
            <p14:sldId id="163588025"/>
          </p14:sldIdLst>
        </p14:section>
        <p14:section name="ScopeSection" id="{28DC8E85-3284-6C42-8A16-593E211AE10F}">
          <p14:sldIdLst>
            <p14:sldId id="2102178954"/>
            <p14:sldId id="1544316972"/>
          </p14:sldIdLst>
        </p14:section>
        <p14:section name="ProductSection" id="{049831A2-C2A7-6148-B940-A428564FCD08}">
          <p14:sldIdLst/>
        </p14:section>
        <p14:section name="OperationsTransformationSection" id="{09F1470F-5901-284B-B3C1-0C43969FA1C9}">
          <p14:sldIdLst>
            <p14:sldId id="1046309979"/>
            <p14:sldId id="2019162064"/>
            <p14:sldId id="339015242"/>
            <p14:sldId id="794776651"/>
          </p14:sldIdLst>
        </p14:section>
        <p14:section name="CloseSection" id="{8449C37F-1E8C-FF4E-96C2-3F97CABE8055}">
          <p14:sldIdLst>
            <p14:sldId id="1464369846"/>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7C2C"/>
    <a:srgbClr val="AADB1E"/>
    <a:srgbClr val="6DB33F"/>
    <a:srgbClr val="006990"/>
    <a:srgbClr val="E6E6E6"/>
    <a:srgbClr val="7F35AB"/>
    <a:srgbClr val="7636AE"/>
    <a:srgbClr val="264088"/>
    <a:srgbClr val="B3B3B3"/>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E25E649-3F16-4E02-A733-19D2CDBF48F0}">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997" autoAdjust="0"/>
    <p:restoredTop sz="94783" autoAdjust="0"/>
  </p:normalViewPr>
  <p:slideViewPr>
    <p:cSldViewPr snapToGrid="0">
      <p:cViewPr varScale="1">
        <p:scale>
          <a:sx n="160" d="100"/>
          <a:sy n="160" d="100"/>
        </p:scale>
        <p:origin x="2490" y="132"/>
      </p:cViewPr>
      <p:guideLst/>
    </p:cSldViewPr>
  </p:slideViewPr>
  <p:outlineViewPr>
    <p:cViewPr>
      <p:scale>
        <a:sx n="33" d="100"/>
        <a:sy n="33" d="100"/>
      </p:scale>
      <p:origin x="0" y="-51182"/>
    </p:cViewPr>
  </p:outlineViewPr>
  <p:notesTextViewPr>
    <p:cViewPr>
      <p:scale>
        <a:sx n="1" d="1"/>
        <a:sy n="1" d="1"/>
      </p:scale>
      <p:origin x="0" y="0"/>
    </p:cViewPr>
  </p:notesTextViewPr>
  <p:sorterViewPr>
    <p:cViewPr>
      <p:scale>
        <a:sx n="60" d="100"/>
        <a:sy n="60" d="100"/>
      </p:scale>
      <p:origin x="0" y="-6396"/>
    </p:cViewPr>
  </p:sorterViewPr>
  <p:notesViewPr>
    <p:cSldViewPr snapToGrid="0" showGuides="1">
      <p:cViewPr varScale="1">
        <p:scale>
          <a:sx n="59" d="100"/>
          <a:sy n="59" d="100"/>
        </p:scale>
        <p:origin x="2371" y="1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gs" Target="tags/tag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Metropolis" panose="00000500000000000000" pitchFamily="50"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B004553-04C5-4BB3-AD4E-8B2EF3CDDAF9}" type="datetimeFigureOut">
              <a:rPr lang="en-US" smtClean="0">
                <a:latin typeface="Metropolis" panose="00000500000000000000" pitchFamily="50" charset="0"/>
              </a:rPr>
              <a:t>4/20/2026</a:t>
            </a:fld>
            <a:endParaRPr lang="en-US" dirty="0">
              <a:latin typeface="Metropolis" panose="00000500000000000000" pitchFamily="50"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Metropolis" panose="00000500000000000000" pitchFamily="50"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E6A881F-0910-47D3-BD01-4F68834EC353}" type="slidenum">
              <a:rPr lang="en-US" smtClean="0">
                <a:latin typeface="Metropolis" panose="00000500000000000000" pitchFamily="50" charset="0"/>
              </a:rPr>
              <a:t>‹#›</a:t>
            </a:fld>
            <a:endParaRPr lang="en-US" dirty="0">
              <a:latin typeface="Metropolis" panose="00000500000000000000" pitchFamily="50" charset="0"/>
            </a:endParaRPr>
          </a:p>
        </p:txBody>
      </p:sp>
    </p:spTree>
    <p:extLst>
      <p:ext uri="{BB962C8B-B14F-4D97-AF65-F5344CB8AC3E}">
        <p14:creationId xmlns:p14="http://schemas.microsoft.com/office/powerpoint/2010/main" val="3268667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Metropolis" panose="00000500000000000000" pitchFamily="50"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Metropolis" panose="00000500000000000000" pitchFamily="50" charset="0"/>
              </a:defRPr>
            </a:lvl1pPr>
          </a:lstStyle>
          <a:p>
            <a:fld id="{3CB6F0DB-E055-41D0-9102-627A646E4242}" type="datetimeFigureOut">
              <a:rPr lang="en-US" smtClean="0"/>
              <a:pPr/>
              <a:t>4/20/2026</a:t>
            </a:fld>
            <a:endParaRPr lang="en-US" dirty="0"/>
          </a:p>
        </p:txBody>
      </p:sp>
      <p:sp>
        <p:nvSpPr>
          <p:cNvPr id="4" name="Slide Image Placeholder 3"/>
          <p:cNvSpPr>
            <a:spLocks noGrp="1" noRot="1" noChangeAspect="1"/>
          </p:cNvSpPr>
          <p:nvPr>
            <p:ph type="sldImg" idx="2"/>
          </p:nvPr>
        </p:nvSpPr>
        <p:spPr>
          <a:xfrm>
            <a:off x="788988" y="609600"/>
            <a:ext cx="5280025" cy="29718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57200" y="3810000"/>
            <a:ext cx="5943600" cy="48768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Metropolis" panose="00000500000000000000" pitchFamily="50"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Metropolis" panose="00000500000000000000" pitchFamily="50" charset="0"/>
              </a:defRPr>
            </a:lvl1pPr>
          </a:lstStyle>
          <a:p>
            <a:fld id="{9F4FBC3A-A12C-40F9-BB8D-BC30C7901396}" type="slidenum">
              <a:rPr lang="en-US" smtClean="0"/>
              <a:pPr/>
              <a:t>‹#›</a:t>
            </a:fld>
            <a:endParaRPr lang="en-US" dirty="0"/>
          </a:p>
        </p:txBody>
      </p:sp>
    </p:spTree>
    <p:extLst>
      <p:ext uri="{BB962C8B-B14F-4D97-AF65-F5344CB8AC3E}">
        <p14:creationId xmlns:p14="http://schemas.microsoft.com/office/powerpoint/2010/main" val="2012909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etropolis" panose="00000500000000000000" pitchFamily="50" charset="0"/>
        <a:ea typeface="+mn-ea"/>
        <a:cs typeface="+mn-cs"/>
      </a:defRPr>
    </a:lvl1pPr>
    <a:lvl2pPr marL="457200" algn="l" defTabSz="914400" rtl="0" eaLnBrk="1" latinLnBrk="0" hangingPunct="1">
      <a:defRPr sz="1200" kern="1200">
        <a:solidFill>
          <a:schemeClr val="tx1"/>
        </a:solidFill>
        <a:latin typeface="Metropolis" panose="00000500000000000000" pitchFamily="50" charset="0"/>
        <a:ea typeface="+mn-ea"/>
        <a:cs typeface="+mn-cs"/>
      </a:defRPr>
    </a:lvl2pPr>
    <a:lvl3pPr marL="914400" algn="l" defTabSz="914400" rtl="0" eaLnBrk="1" latinLnBrk="0" hangingPunct="1">
      <a:defRPr sz="1200" kern="1200">
        <a:solidFill>
          <a:schemeClr val="tx1"/>
        </a:solidFill>
        <a:latin typeface="Metropolis" panose="00000500000000000000" pitchFamily="50" charset="0"/>
        <a:ea typeface="+mn-ea"/>
        <a:cs typeface="+mn-cs"/>
      </a:defRPr>
    </a:lvl3pPr>
    <a:lvl4pPr marL="1371600" algn="l" defTabSz="914400" rtl="0" eaLnBrk="1" latinLnBrk="0" hangingPunct="1">
      <a:defRPr sz="1200" kern="1200">
        <a:solidFill>
          <a:schemeClr val="tx1"/>
        </a:solidFill>
        <a:latin typeface="Metropolis" panose="00000500000000000000" pitchFamily="50" charset="0"/>
        <a:ea typeface="+mn-ea"/>
        <a:cs typeface="+mn-cs"/>
      </a:defRPr>
    </a:lvl4pPr>
    <a:lvl5pPr marL="1828800" algn="l" defTabSz="914400" rtl="0" eaLnBrk="1" latinLnBrk="0" hangingPunct="1">
      <a:defRPr sz="1200" kern="1200">
        <a:solidFill>
          <a:schemeClr val="tx1"/>
        </a:solidFill>
        <a:latin typeface="Metropolis" panose="00000500000000000000" pitchFamily="50"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661988"/>
            <a:ext cx="5740400" cy="32305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1</a:t>
            </a:fld>
            <a:endParaRPr lang="en-US" dirty="0"/>
          </a:p>
        </p:txBody>
      </p:sp>
    </p:spTree>
    <p:extLst>
      <p:ext uri="{BB962C8B-B14F-4D97-AF65-F5344CB8AC3E}">
        <p14:creationId xmlns:p14="http://schemas.microsoft.com/office/powerpoint/2010/main" val="42809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87400" y="609600"/>
            <a:ext cx="5283200" cy="29718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2</a:t>
            </a:fld>
            <a:endParaRPr lang="en-US" dirty="0"/>
          </a:p>
        </p:txBody>
      </p:sp>
    </p:spTree>
    <p:extLst>
      <p:ext uri="{BB962C8B-B14F-4D97-AF65-F5344CB8AC3E}">
        <p14:creationId xmlns:p14="http://schemas.microsoft.com/office/powerpoint/2010/main" val="2683619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rtl="0">
              <a:lnSpc>
                <a:spcPct val="80000"/>
              </a:lnSpc>
              <a:spcBef>
                <a:spcPts val="0"/>
              </a:spcBef>
              <a:spcAft>
                <a:spcPts val="0"/>
              </a:spcAft>
              <a:buClr>
                <a:schemeClr val="dk1"/>
              </a:buClr>
              <a:buSzPts val="1200"/>
              <a:buFont typeface="Arial"/>
              <a:buNone/>
            </a:pPr>
            <a:r>
              <a:rPr lang="en-US" sz="1400" b="1" dirty="0">
                <a:solidFill>
                  <a:schemeClr val="dk1"/>
                </a:solidFill>
                <a:latin typeface="Arial" panose="020B0604020202020204" pitchFamily="34" charset="0"/>
              </a:rPr>
              <a:t>Key Message:</a:t>
            </a:r>
          </a:p>
          <a:p>
            <a:pPr marL="0" marR="0" lvl="0" indent="0" algn="l" rtl="0">
              <a:lnSpc>
                <a:spcPct val="80000"/>
              </a:lnSpc>
              <a:spcBef>
                <a:spcPts val="0"/>
              </a:spcBef>
              <a:spcAft>
                <a:spcPts val="0"/>
              </a:spcAft>
              <a:buClr>
                <a:schemeClr val="dk1"/>
              </a:buClr>
              <a:buSzPts val="1200"/>
              <a:buFont typeface="Arial"/>
              <a:buNone/>
            </a:pPr>
            <a:r>
              <a:rPr lang="en-US" sz="1400" dirty="0">
                <a:solidFill>
                  <a:schemeClr val="dk1"/>
                </a:solidFill>
                <a:latin typeface="Arial" panose="020B0604020202020204" pitchFamily="34" charset="0"/>
              </a:rPr>
              <a:t>Discussion of VCF key business and infrastructure initiatives</a:t>
            </a:r>
            <a:br>
              <a:rPr lang="en-US" sz="1400" dirty="0">
                <a:solidFill>
                  <a:schemeClr val="dk1"/>
                </a:solidFill>
                <a:latin typeface="Arial" panose="020B0604020202020204" pitchFamily="34" charset="0"/>
              </a:rPr>
            </a:br>
            <a:br>
              <a:rPr lang="en-US" sz="1400" dirty="0">
                <a:solidFill>
                  <a:schemeClr val="dk1"/>
                </a:solidFill>
                <a:latin typeface="Arial" panose="020B0604020202020204" pitchFamily="34" charset="0"/>
              </a:rPr>
            </a:br>
            <a:r>
              <a:rPr lang="en-US" sz="1400" b="1" dirty="0">
                <a:solidFill>
                  <a:schemeClr val="dk1"/>
                </a:solidFill>
                <a:latin typeface="Arial" panose="020B0604020202020204" pitchFamily="34" charset="0"/>
              </a:rPr>
              <a:t>Talk Track:</a:t>
            </a:r>
          </a:p>
          <a:p>
            <a:pPr marL="0" marR="0" lvl="0" indent="0" algn="l" rtl="0">
              <a:lnSpc>
                <a:spcPct val="80000"/>
              </a:lnSpc>
              <a:spcBef>
                <a:spcPts val="0"/>
              </a:spcBef>
              <a:spcAft>
                <a:spcPts val="0"/>
              </a:spcAft>
              <a:buClr>
                <a:schemeClr val="dk1"/>
              </a:buClr>
              <a:buSzPts val="1200"/>
              <a:buFont typeface="Arial"/>
              <a:buNone/>
            </a:pPr>
            <a:r>
              <a:rPr lang="en-US" sz="1400" dirty="0">
                <a:solidFill>
                  <a:schemeClr val="dk1"/>
                </a:solidFill>
                <a:latin typeface="Arial" panose="020B0604020202020204" pitchFamily="34" charset="0"/>
              </a:rPr>
              <a:t>The latest release of VMware Cloud Foundation (VCF) 9 marks a significant milestone as the first major update following the Broadcom acquisition. This release underlines VMware's commitment to advancing our flagship product - VCF, with a focus on three key business and infrastructure initiatives: Modernizing Infrastructure, Cloud Experience for Developers, and Strengthening Security and Resilience.</a:t>
            </a:r>
            <a:endParaRPr lang="en-US" sz="1400"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endParaRPr lang="en-US" sz="14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400" dirty="0">
                <a:solidFill>
                  <a:schemeClr val="dk1"/>
                </a:solidFill>
                <a:latin typeface="Arial" panose="020B0604020202020204" pitchFamily="34" charset="0"/>
              </a:rPr>
              <a:t>Let’s briefly talk about how Cloud Foundation 9 accelerates these initiatives</a:t>
            </a:r>
            <a:endParaRPr lang="en-US" sz="1400"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endParaRPr lang="en-US" sz="14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400" b="1" dirty="0">
                <a:solidFill>
                  <a:schemeClr val="dk1"/>
                </a:solidFill>
                <a:latin typeface="Arial" panose="020B0604020202020204" pitchFamily="34" charset="0"/>
              </a:rPr>
              <a:t>Notes:</a:t>
            </a:r>
          </a:p>
          <a:p>
            <a:pPr marL="0" marR="0" lvl="0" indent="0" algn="l" rtl="0">
              <a:lnSpc>
                <a:spcPct val="80000"/>
              </a:lnSpc>
              <a:spcBef>
                <a:spcPts val="0"/>
              </a:spcBef>
              <a:spcAft>
                <a:spcPts val="0"/>
              </a:spcAft>
              <a:buClr>
                <a:schemeClr val="dk1"/>
              </a:buClr>
              <a:buSzPts val="1200"/>
              <a:buFont typeface="Arial"/>
              <a:buNone/>
            </a:pPr>
            <a:br>
              <a:rPr lang="en-US" sz="1400" b="1" dirty="0">
                <a:solidFill>
                  <a:schemeClr val="dk1"/>
                </a:solidFill>
                <a:latin typeface="Arial" panose="020B0604020202020204" pitchFamily="34" charset="0"/>
              </a:rPr>
            </a:br>
            <a:r>
              <a:rPr lang="en-US" sz="1400" b="1" dirty="0">
                <a:solidFill>
                  <a:schemeClr val="dk1"/>
                </a:solidFill>
                <a:latin typeface="Arial" panose="020B0604020202020204" pitchFamily="34" charset="0"/>
              </a:rPr>
              <a:t>Resources:</a:t>
            </a:r>
          </a:p>
          <a:p>
            <a:pPr marL="158750" lvl="0" indent="0" algn="l" rtl="0">
              <a:lnSpc>
                <a:spcPct val="115000"/>
              </a:lnSpc>
              <a:spcBef>
                <a:spcPts val="0"/>
              </a:spcBef>
              <a:spcAft>
                <a:spcPts val="0"/>
              </a:spcAft>
              <a:buClr>
                <a:schemeClr val="dk1"/>
              </a:buClr>
              <a:buSzPts val="1100"/>
              <a:buFontTx/>
              <a:buNone/>
            </a:pPr>
            <a:endParaRPr lang="en-AU" sz="1400" b="1" dirty="0"/>
          </a:p>
          <a:p>
            <a:pPr marL="457200" lvl="0" indent="-298450" algn="l" rtl="0">
              <a:lnSpc>
                <a:spcPct val="115000"/>
              </a:lnSpc>
              <a:spcBef>
                <a:spcPts val="0"/>
              </a:spcBef>
              <a:spcAft>
                <a:spcPts val="0"/>
              </a:spcAft>
              <a:buClr>
                <a:schemeClr val="dk1"/>
              </a:buClr>
              <a:buSzPts val="1100"/>
              <a:buAutoNum type="arabicPeriod"/>
            </a:pPr>
            <a:endParaRPr lang="en-AU" sz="1400" b="1" dirty="0"/>
          </a:p>
          <a:p>
            <a:pPr marL="457200" lvl="0" indent="-298450" algn="l" rtl="0">
              <a:lnSpc>
                <a:spcPct val="115000"/>
              </a:lnSpc>
              <a:spcBef>
                <a:spcPts val="0"/>
              </a:spcBef>
              <a:spcAft>
                <a:spcPts val="0"/>
              </a:spcAft>
              <a:buClr>
                <a:schemeClr val="dk1"/>
              </a:buClr>
              <a:buSzPts val="1100"/>
              <a:buAutoNum type="arabicPeriod"/>
            </a:pPr>
            <a:endParaRPr lang="en-AU" sz="1400" b="1" dirty="0"/>
          </a:p>
          <a:p>
            <a:pPr marL="457200" lvl="0" indent="-298450" algn="l" rtl="0">
              <a:lnSpc>
                <a:spcPct val="115000"/>
              </a:lnSpc>
              <a:spcBef>
                <a:spcPts val="0"/>
              </a:spcBef>
              <a:spcAft>
                <a:spcPts val="0"/>
              </a:spcAft>
              <a:buClr>
                <a:schemeClr val="dk1"/>
              </a:buClr>
              <a:buSzPts val="1100"/>
              <a:buAutoNum type="arabicPeriod"/>
            </a:pPr>
            <a:endParaRPr lang="en-AU" sz="1400" b="1" dirty="0"/>
          </a:p>
          <a:p>
            <a:pPr marL="457200" lvl="0" indent="-298450" algn="l" rtl="0">
              <a:lnSpc>
                <a:spcPct val="115000"/>
              </a:lnSpc>
              <a:spcBef>
                <a:spcPts val="0"/>
              </a:spcBef>
              <a:spcAft>
                <a:spcPts val="0"/>
              </a:spcAft>
              <a:buClr>
                <a:schemeClr val="dk1"/>
              </a:buClr>
              <a:buSzPts val="1100"/>
              <a:buAutoNum type="arabicPeriod"/>
            </a:pPr>
            <a:endParaRPr lang="en-AU" sz="1400" b="1" dirty="0"/>
          </a:p>
          <a:p>
            <a:pPr marL="457200" lvl="0" indent="-298450" algn="l" rtl="0">
              <a:lnSpc>
                <a:spcPct val="115000"/>
              </a:lnSpc>
              <a:spcBef>
                <a:spcPts val="0"/>
              </a:spcBef>
              <a:spcAft>
                <a:spcPts val="0"/>
              </a:spcAft>
              <a:buClr>
                <a:schemeClr val="dk1"/>
              </a:buClr>
              <a:buSzPts val="1100"/>
              <a:buAutoNum type="arabicPeriod"/>
            </a:pPr>
            <a:endParaRPr lang="en-AU" sz="1400" b="1" dirty="0"/>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9</a:t>
            </a:fld>
            <a:endParaRPr lang="en-US" dirty="0"/>
          </a:p>
        </p:txBody>
      </p:sp>
    </p:spTree>
    <p:extLst>
      <p:ext uri="{BB962C8B-B14F-4D97-AF65-F5344CB8AC3E}">
        <p14:creationId xmlns:p14="http://schemas.microsoft.com/office/powerpoint/2010/main" val="3619816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5"/>
        <p:cNvGrpSpPr/>
        <p:nvPr/>
      </p:nvGrpSpPr>
      <p:grpSpPr>
        <a:xfrm>
          <a:off x="0" y="0"/>
          <a:ext cx="0" cy="0"/>
          <a:chOff x="0" y="0"/>
          <a:chExt cx="0" cy="0"/>
        </a:xfrm>
      </p:grpSpPr>
      <p:sp>
        <p:nvSpPr>
          <p:cNvPr id="1756" name="Google Shape;1756;p5: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80000"/>
              </a:lnSpc>
              <a:spcBef>
                <a:spcPts val="0"/>
              </a:spcBef>
              <a:spcAft>
                <a:spcPts val="0"/>
              </a:spcAft>
              <a:buClr>
                <a:schemeClr val="dk1"/>
              </a:buClr>
              <a:buSzPts val="1200"/>
              <a:buFont typeface="Arial"/>
              <a:buNone/>
              <a:tabLst/>
              <a:defRPr/>
            </a:pPr>
            <a:r>
              <a:rPr lang="en-US" sz="1200" b="1" dirty="0">
                <a:solidFill>
                  <a:schemeClr val="dk1"/>
                </a:solidFill>
                <a:latin typeface="Arial" panose="020B0604020202020204" pitchFamily="34" charset="0"/>
              </a:rPr>
              <a:t>Key Message: </a:t>
            </a:r>
          </a:p>
          <a:p>
            <a:pPr marL="0" marR="0" lvl="0" indent="0" algn="l" defTabSz="914400" rtl="0" eaLnBrk="1" fontAlgn="auto" latinLnBrk="0" hangingPunct="1">
              <a:lnSpc>
                <a:spcPct val="80000"/>
              </a:lnSpc>
              <a:spcBef>
                <a:spcPts val="0"/>
              </a:spcBef>
              <a:spcAft>
                <a:spcPts val="0"/>
              </a:spcAft>
              <a:buClr>
                <a:schemeClr val="dk1"/>
              </a:buClr>
              <a:buSzPts val="1200"/>
              <a:buFont typeface="Arial"/>
              <a:buNone/>
              <a:tabLst/>
              <a:defRPr/>
            </a:pPr>
            <a:r>
              <a:rPr lang="en-US" sz="1200" dirty="0">
                <a:solidFill>
                  <a:schemeClr val="dk1"/>
                </a:solidFill>
                <a:latin typeface="Arial" panose="020B0604020202020204" pitchFamily="34" charset="0"/>
              </a:rPr>
              <a:t>VCF 9 has been designed to deliver a modern private cloud infrastructure</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200" b="1" dirty="0">
                <a:solidFill>
                  <a:schemeClr val="dk1"/>
                </a:solidFill>
                <a:latin typeface="Arial" panose="020B0604020202020204" pitchFamily="34" charset="0"/>
              </a:rPr>
              <a:t>Talk Track:</a:t>
            </a:r>
          </a:p>
          <a:p>
            <a:pPr marL="0" marR="0" lvl="0" indent="0" algn="l" rtl="0">
              <a:lnSpc>
                <a:spcPct val="80000"/>
              </a:lnSpc>
              <a:spcBef>
                <a:spcPts val="0"/>
              </a:spcBef>
              <a:spcAft>
                <a:spcPts val="0"/>
              </a:spcAft>
              <a:buClr>
                <a:schemeClr val="dk1"/>
              </a:buClr>
              <a:buSzPts val="1200"/>
              <a:buFont typeface="Arial"/>
              <a:buNone/>
            </a:pPr>
            <a:r>
              <a:rPr lang="en-US" sz="1200" dirty="0">
                <a:solidFill>
                  <a:schemeClr val="dk1"/>
                </a:solidFill>
                <a:latin typeface="Arial" panose="020B0604020202020204" pitchFamily="34" charset="0"/>
              </a:rPr>
              <a:t>VCF 9 has been designed to deliver a next-generation infrastructure that supports scalable, efficient, and agile operations. With enhanced scalability and operational efficiency, VCF provides the ability to bridge with existing VMware environments, enabling customers to leverage their current investments while taking advantage of advanced features and capabilities. These improvements are crafted to meet the demands of modern datacenters and edge locations, providing a robust foundation for IT environments.</a:t>
            </a:r>
            <a:endParaRPr lang="en-US"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200" dirty="0">
                <a:solidFill>
                  <a:schemeClr val="dk1"/>
                </a:solidFill>
                <a:latin typeface="Arial" panose="020B0604020202020204" pitchFamily="34" charset="0"/>
              </a:rPr>
              <a:t>The result? Transforming legacy systems for greater efficiency, cost reductions, and faster time to market. Enhanced scalability and performance optimize infrastructure for modern workloads and seamless migrations.</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b="1" dirty="0">
                <a:latin typeface="Arial" panose="020B0604020202020204" pitchFamily="34" charset="0"/>
              </a:rPr>
              <a:t>Notes:</a:t>
            </a:r>
          </a:p>
          <a:p>
            <a:pPr marL="0" marR="0" lvl="0" indent="0" algn="l" rtl="0">
              <a:lnSpc>
                <a:spcPct val="80000"/>
              </a:lnSpc>
              <a:spcBef>
                <a:spcPts val="0"/>
              </a:spcBef>
              <a:spcAft>
                <a:spcPts val="0"/>
              </a:spcAft>
              <a:buClr>
                <a:schemeClr val="dk1"/>
              </a:buClr>
              <a:buSzPts val="1200"/>
              <a:buFont typeface="Arial"/>
              <a:buNone/>
            </a:pPr>
            <a:endParaRPr lang="en-US" b="1"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b="1" dirty="0">
                <a:latin typeface="Arial" panose="020B0604020202020204" pitchFamily="34" charset="0"/>
              </a:rPr>
              <a:t>Resources:</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lvl="0" indent="0" algn="l" rtl="0">
              <a:spcBef>
                <a:spcPts val="0"/>
              </a:spcBef>
              <a:spcAft>
                <a:spcPts val="0"/>
              </a:spcAft>
              <a:buClr>
                <a:schemeClr val="dk1"/>
              </a:buClr>
              <a:buSzPts val="1200"/>
              <a:buFont typeface="Arial"/>
              <a:buNone/>
            </a:pPr>
            <a:endParaRPr lang="en-US" dirty="0">
              <a:latin typeface="Arial" panose="020B0604020202020204" pitchFamily="34" charset="0"/>
            </a:endParaRPr>
          </a:p>
          <a:p>
            <a:pPr marL="0" lvl="0" indent="0" algn="l" rtl="0">
              <a:spcBef>
                <a:spcPts val="0"/>
              </a:spcBef>
              <a:spcAft>
                <a:spcPts val="0"/>
              </a:spcAft>
              <a:buClr>
                <a:schemeClr val="dk1"/>
              </a:buClr>
              <a:buSzPts val="1200"/>
              <a:buFont typeface="Arial"/>
              <a:buNone/>
            </a:pPr>
            <a:endParaRPr dirty="0"/>
          </a:p>
        </p:txBody>
      </p:sp>
      <p:sp>
        <p:nvSpPr>
          <p:cNvPr id="1757" name="Google Shape;175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3"/>
        <p:cNvGrpSpPr/>
        <p:nvPr/>
      </p:nvGrpSpPr>
      <p:grpSpPr>
        <a:xfrm>
          <a:off x="0" y="0"/>
          <a:ext cx="0" cy="0"/>
          <a:chOff x="0" y="0"/>
          <a:chExt cx="0" cy="0"/>
        </a:xfrm>
      </p:grpSpPr>
      <p:sp>
        <p:nvSpPr>
          <p:cNvPr id="3664" name="Google Shape;3664;p14: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80000"/>
              </a:lnSpc>
              <a:spcBef>
                <a:spcPts val="0"/>
              </a:spcBef>
              <a:spcAft>
                <a:spcPts val="0"/>
              </a:spcAft>
              <a:buClr>
                <a:schemeClr val="dk1"/>
              </a:buClr>
              <a:buSzPts val="1200"/>
              <a:buFont typeface="Arial"/>
              <a:buNone/>
              <a:tabLst/>
              <a:defRPr/>
            </a:pPr>
            <a:r>
              <a:rPr lang="en-US" sz="1200" b="1" dirty="0">
                <a:solidFill>
                  <a:schemeClr val="dk1"/>
                </a:solidFill>
                <a:latin typeface="Arial" panose="020B0604020202020204" pitchFamily="34" charset="0"/>
              </a:rPr>
              <a:t>Key Message: </a:t>
            </a:r>
          </a:p>
          <a:p>
            <a:pPr marL="0" marR="0" lvl="0" indent="0" algn="l" defTabSz="914400" rtl="0" eaLnBrk="1" fontAlgn="auto" latinLnBrk="0" hangingPunct="1">
              <a:lnSpc>
                <a:spcPct val="80000"/>
              </a:lnSpc>
              <a:spcBef>
                <a:spcPts val="0"/>
              </a:spcBef>
              <a:spcAft>
                <a:spcPts val="0"/>
              </a:spcAft>
              <a:buClr>
                <a:schemeClr val="dk1"/>
              </a:buClr>
              <a:buSzPts val="1200"/>
              <a:buFont typeface="Arial"/>
              <a:buNone/>
              <a:tabLst/>
              <a:defRPr/>
            </a:pPr>
            <a:r>
              <a:rPr lang="en-US" sz="1200" dirty="0">
                <a:solidFill>
                  <a:schemeClr val="dk1"/>
                </a:solidFill>
                <a:latin typeface="Arial" panose="020B0604020202020204" pitchFamily="34" charset="0"/>
              </a:rPr>
              <a:t>Empowering developers with a cloud-native experience is crucial in the era of digital transformation. </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200" b="1" dirty="0">
                <a:solidFill>
                  <a:schemeClr val="dk1"/>
                </a:solidFill>
                <a:latin typeface="Arial" panose="020B0604020202020204" pitchFamily="34" charset="0"/>
              </a:rPr>
              <a:t>Talk Track:</a:t>
            </a:r>
          </a:p>
          <a:p>
            <a:pPr marL="0" marR="0" lvl="0" indent="0" algn="l" rtl="0">
              <a:lnSpc>
                <a:spcPct val="80000"/>
              </a:lnSpc>
              <a:spcBef>
                <a:spcPts val="0"/>
              </a:spcBef>
              <a:spcAft>
                <a:spcPts val="0"/>
              </a:spcAft>
              <a:buClr>
                <a:schemeClr val="dk1"/>
              </a:buClr>
              <a:buSzPts val="1200"/>
              <a:buFont typeface="Arial"/>
              <a:buNone/>
            </a:pPr>
            <a:r>
              <a:rPr lang="en-US" sz="1200" dirty="0">
                <a:solidFill>
                  <a:schemeClr val="dk1"/>
                </a:solidFill>
                <a:latin typeface="Arial" panose="020B0604020202020204" pitchFamily="34" charset="0"/>
              </a:rPr>
              <a:t>Empowering developers with a cloud-native experience is crucial. VCF 9 offers a unified platform for both traditional and modern applications, simplifying deployment, management, and scaling across private and public clouds. New developer-friendly tools and APIs streamline the development process, enabling faster innovation and greater flexibility. Enhanced support for containerized applications and Kubernetes ensures that developers can build and deploy applications efficiently, driving business agility and competitive advantage.</a:t>
            </a:r>
            <a:endParaRPr lang="en-US"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200" dirty="0">
                <a:solidFill>
                  <a:schemeClr val="dk1"/>
                </a:solidFill>
                <a:latin typeface="Arial" panose="020B0604020202020204" pitchFamily="34" charset="0"/>
              </a:rPr>
              <a:t>Additionally, VCF 9 simplifies application deployment and management with quick start templates, easy network integration, and advanced performance insights, all helping to drive faster time to market and increased developer productivity.</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b="1" dirty="0">
                <a:latin typeface="Arial" panose="020B0604020202020204" pitchFamily="34" charset="0"/>
              </a:rPr>
              <a:t>Notes:</a:t>
            </a:r>
          </a:p>
          <a:p>
            <a:pPr marL="0" marR="0" lvl="0" indent="0" algn="l" rtl="0">
              <a:lnSpc>
                <a:spcPct val="80000"/>
              </a:lnSpc>
              <a:spcBef>
                <a:spcPts val="0"/>
              </a:spcBef>
              <a:spcAft>
                <a:spcPts val="0"/>
              </a:spcAft>
              <a:buClr>
                <a:schemeClr val="dk1"/>
              </a:buClr>
              <a:buSzPts val="1200"/>
              <a:buFont typeface="Arial"/>
              <a:buNone/>
            </a:pPr>
            <a:endParaRPr lang="en-US" b="1"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b="1" dirty="0">
                <a:latin typeface="Arial" panose="020B0604020202020204" pitchFamily="34" charset="0"/>
              </a:rPr>
              <a:t>Resources:</a:t>
            </a:r>
            <a:endParaRPr lang="en-US" sz="1200" b="1" dirty="0">
              <a:solidFill>
                <a:schemeClr val="dk1"/>
              </a:solidFill>
              <a:latin typeface="Arial" panose="020B0604020202020204" pitchFamily="34" charset="0"/>
            </a:endParaRPr>
          </a:p>
          <a:p>
            <a:pPr marL="0" lvl="0" indent="0" algn="l" rtl="0">
              <a:spcBef>
                <a:spcPts val="0"/>
              </a:spcBef>
              <a:spcAft>
                <a:spcPts val="0"/>
              </a:spcAft>
              <a:buClr>
                <a:schemeClr val="dk1"/>
              </a:buClr>
              <a:buSzPts val="1200"/>
              <a:buFont typeface="Arial"/>
              <a:buNone/>
            </a:pPr>
            <a:endParaRPr lang="en-US" dirty="0">
              <a:latin typeface="Arial" panose="020B0604020202020204" pitchFamily="34" charset="0"/>
            </a:endParaRPr>
          </a:p>
          <a:p>
            <a:pPr marL="0" lvl="0" indent="0" algn="l" rtl="0">
              <a:spcBef>
                <a:spcPts val="0"/>
              </a:spcBef>
              <a:spcAft>
                <a:spcPts val="0"/>
              </a:spcAft>
              <a:buClr>
                <a:schemeClr val="dk1"/>
              </a:buClr>
              <a:buSzPts val="1200"/>
              <a:buFont typeface="Arial"/>
              <a:buNone/>
            </a:pPr>
            <a:endParaRPr dirty="0"/>
          </a:p>
        </p:txBody>
      </p:sp>
      <p:sp>
        <p:nvSpPr>
          <p:cNvPr id="3665" name="Google Shape;366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1"/>
        <p:cNvGrpSpPr/>
        <p:nvPr/>
      </p:nvGrpSpPr>
      <p:grpSpPr>
        <a:xfrm>
          <a:off x="0" y="0"/>
          <a:ext cx="0" cy="0"/>
          <a:chOff x="0" y="0"/>
          <a:chExt cx="0" cy="0"/>
        </a:xfrm>
      </p:grpSpPr>
      <p:sp>
        <p:nvSpPr>
          <p:cNvPr id="5662" name="Google Shape;5662;p22: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80000"/>
              </a:lnSpc>
              <a:spcBef>
                <a:spcPts val="0"/>
              </a:spcBef>
              <a:spcAft>
                <a:spcPts val="0"/>
              </a:spcAft>
              <a:buClr>
                <a:schemeClr val="dk1"/>
              </a:buClr>
              <a:buSzPts val="1200"/>
              <a:buFont typeface="Arial"/>
              <a:buNone/>
              <a:tabLst/>
              <a:defRPr/>
            </a:pPr>
            <a:r>
              <a:rPr lang="en-US" sz="1200" b="1" dirty="0">
                <a:solidFill>
                  <a:schemeClr val="dk1"/>
                </a:solidFill>
                <a:latin typeface="Arial" panose="020B0604020202020204" pitchFamily="34" charset="0"/>
              </a:rPr>
              <a:t>Key Message: </a:t>
            </a:r>
          </a:p>
          <a:p>
            <a:pPr marL="0" marR="0" lvl="0" indent="0" algn="l" defTabSz="914400" rtl="0" eaLnBrk="1" fontAlgn="auto" latinLnBrk="0" hangingPunct="1">
              <a:lnSpc>
                <a:spcPct val="80000"/>
              </a:lnSpc>
              <a:spcBef>
                <a:spcPts val="0"/>
              </a:spcBef>
              <a:spcAft>
                <a:spcPts val="0"/>
              </a:spcAft>
              <a:buClr>
                <a:schemeClr val="dk1"/>
              </a:buClr>
              <a:buSzPts val="1200"/>
              <a:buFont typeface="Arial"/>
              <a:buNone/>
              <a:tabLst/>
              <a:defRPr/>
            </a:pPr>
            <a:r>
              <a:rPr lang="en-US" sz="1200" dirty="0">
                <a:solidFill>
                  <a:schemeClr val="dk1"/>
                </a:solidFill>
                <a:latin typeface="Arial" panose="020B0604020202020204" pitchFamily="34" charset="0"/>
              </a:rPr>
              <a:t>VCF 9 provides comprehensive security features and ensures operational resilience</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200" b="1" dirty="0">
                <a:solidFill>
                  <a:schemeClr val="dk1"/>
                </a:solidFill>
                <a:latin typeface="Arial" panose="020B0604020202020204" pitchFamily="34" charset="0"/>
              </a:rPr>
              <a:t>Talk Track:</a:t>
            </a:r>
          </a:p>
          <a:p>
            <a:pPr marL="0" marR="0" lvl="0" indent="0" algn="l" rtl="0">
              <a:lnSpc>
                <a:spcPct val="80000"/>
              </a:lnSpc>
              <a:spcBef>
                <a:spcPts val="0"/>
              </a:spcBef>
              <a:spcAft>
                <a:spcPts val="0"/>
              </a:spcAft>
              <a:buClr>
                <a:schemeClr val="dk1"/>
              </a:buClr>
              <a:buSzPts val="1200"/>
              <a:buFont typeface="Arial"/>
              <a:buNone/>
            </a:pPr>
            <a:r>
              <a:rPr lang="en-US" sz="1200" dirty="0">
                <a:solidFill>
                  <a:schemeClr val="dk1"/>
                </a:solidFill>
                <a:latin typeface="Arial" panose="020B0604020202020204" pitchFamily="34" charset="0"/>
              </a:rPr>
              <a:t>In today’s threat landscape, security and resilience become key to every IT budget and initiative. VCF 9 provides comprehensive security features and ensures operational resilience. Advanced security measures address data privacy and sovereignty concerns while improving threat detection and response capabilities. Unified security management and enhanced data protection safeguard critical information, ensuring compliance with regulatory requirements. The focus on minimizing downtime and maintaining a robust security posture allows organizations to operate confidently in a dynamic environment.</a:t>
            </a:r>
            <a:endParaRPr lang="en-US"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200" dirty="0">
                <a:solidFill>
                  <a:schemeClr val="dk1"/>
                </a:solidFill>
                <a:latin typeface="Arial" panose="020B0604020202020204" pitchFamily="34" charset="0"/>
              </a:rPr>
              <a:t>What customers benefit from is the ability to deliver private cloud system integrity with flexible live patching and dual DPU support. Achieving higher availability, optimized network performance, and robust data protection for resilient operations.</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b="1" dirty="0">
                <a:latin typeface="Arial" panose="020B0604020202020204" pitchFamily="34" charset="0"/>
              </a:rPr>
              <a:t>Notes:</a:t>
            </a:r>
          </a:p>
          <a:p>
            <a:pPr marL="0" marR="0" lvl="0" indent="0" algn="l" rtl="0">
              <a:lnSpc>
                <a:spcPct val="80000"/>
              </a:lnSpc>
              <a:spcBef>
                <a:spcPts val="0"/>
              </a:spcBef>
              <a:spcAft>
                <a:spcPts val="0"/>
              </a:spcAft>
              <a:buClr>
                <a:schemeClr val="dk1"/>
              </a:buClr>
              <a:buSzPts val="1200"/>
              <a:buFont typeface="Arial"/>
              <a:buNone/>
            </a:pPr>
            <a:endParaRPr lang="en-US" b="1"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b="1" dirty="0">
                <a:latin typeface="Arial" panose="020B0604020202020204" pitchFamily="34" charset="0"/>
              </a:rPr>
              <a:t>Resources:</a:t>
            </a:r>
            <a:endParaRPr lang="en-US" sz="1200" b="1" dirty="0">
              <a:solidFill>
                <a:schemeClr val="dk1"/>
              </a:solidFill>
              <a:latin typeface="Arial" panose="020B0604020202020204" pitchFamily="34" charset="0"/>
            </a:endParaRPr>
          </a:p>
          <a:p>
            <a:pPr marL="0" lvl="0" indent="0" algn="l" rtl="0">
              <a:spcBef>
                <a:spcPts val="0"/>
              </a:spcBef>
              <a:spcAft>
                <a:spcPts val="0"/>
              </a:spcAft>
              <a:buClr>
                <a:schemeClr val="dk1"/>
              </a:buClr>
              <a:buSzPts val="1200"/>
              <a:buFont typeface="Arial"/>
              <a:buNone/>
            </a:pPr>
            <a:endParaRPr lang="en-US" dirty="0">
              <a:latin typeface="Arial" panose="020B0604020202020204" pitchFamily="34" charset="0"/>
            </a:endParaRPr>
          </a:p>
          <a:p>
            <a:pPr marL="0" lvl="0" indent="0" algn="l" rtl="0">
              <a:spcBef>
                <a:spcPts val="0"/>
              </a:spcBef>
              <a:spcAft>
                <a:spcPts val="0"/>
              </a:spcAft>
              <a:buClr>
                <a:schemeClr val="dk1"/>
              </a:buClr>
              <a:buSzPts val="1200"/>
              <a:buFont typeface="Arial"/>
              <a:buNone/>
            </a:pPr>
            <a:endParaRPr dirty="0"/>
          </a:p>
        </p:txBody>
      </p:sp>
      <p:sp>
        <p:nvSpPr>
          <p:cNvPr id="5663" name="Google Shape;566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14</a:t>
            </a:fld>
            <a:endParaRPr lang="en-US" dirty="0"/>
          </a:p>
        </p:txBody>
      </p:sp>
    </p:spTree>
    <p:extLst>
      <p:ext uri="{BB962C8B-B14F-4D97-AF65-F5344CB8AC3E}">
        <p14:creationId xmlns:p14="http://schemas.microsoft.com/office/powerpoint/2010/main" val="1265140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15</a:t>
            </a:fld>
            <a:endParaRPr lang="en-US" dirty="0"/>
          </a:p>
        </p:txBody>
      </p:sp>
    </p:spTree>
    <p:extLst>
      <p:ext uri="{BB962C8B-B14F-4D97-AF65-F5344CB8AC3E}">
        <p14:creationId xmlns:p14="http://schemas.microsoft.com/office/powerpoint/2010/main" val="757925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87400" y="609600"/>
            <a:ext cx="5283200" cy="29718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674A92-B271-F644-B178-5E320B3845A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12261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Leaf">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814E578-7DFB-C273-472E-4EAD46D26ACD}"/>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55" name="Graphic 8">
            <a:extLst>
              <a:ext uri="{FF2B5EF4-FFF2-40B4-BE49-F238E27FC236}">
                <a16:creationId xmlns:a16="http://schemas.microsoft.com/office/drawing/2014/main" id="{BAF838CA-49F3-885B-C026-D4C6B5E51AA9}"/>
              </a:ext>
            </a:extLst>
          </p:cNvPr>
          <p:cNvGrpSpPr/>
          <p:nvPr/>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3" name="Freeform: Shape 3">
            <a:extLst>
              <a:ext uri="{FF2B5EF4-FFF2-40B4-BE49-F238E27FC236}">
                <a16:creationId xmlns:a16="http://schemas.microsoft.com/office/drawing/2014/main" id="{6814E578-7DFB-C273-472E-4EAD46D26ACD}"/>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34" name="Freeform: Shape 4">
            <a:extLst>
              <a:ext uri="{FF2B5EF4-FFF2-40B4-BE49-F238E27FC236}">
                <a16:creationId xmlns:a16="http://schemas.microsoft.com/office/drawing/2014/main" id="{03689AEB-304C-881F-44CE-28E14E31AD6E}"/>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4"/>
              </a:gs>
            </a:gsLst>
            <a:lin ang="0" scaled="1"/>
          </a:gradFill>
          <a:ln w="0" cap="flat">
            <a:noFill/>
            <a:prstDash val="solid"/>
            <a:miter/>
          </a:ln>
          <a:effectLst/>
        </p:spPr>
        <p:txBody>
          <a:bodyPr rtlCol="0" anchor="ctr"/>
          <a:lstStyle/>
          <a:p>
            <a:endParaRPr lang="en-US" dirty="0"/>
          </a:p>
        </p:txBody>
      </p:sp>
      <p:grpSp>
        <p:nvGrpSpPr>
          <p:cNvPr id="37" name="Graphic 8">
            <a:extLst>
              <a:ext uri="{FF2B5EF4-FFF2-40B4-BE49-F238E27FC236}">
                <a16:creationId xmlns:a16="http://schemas.microsoft.com/office/drawing/2014/main" id="{BAF838CA-49F3-885B-C026-D4C6B5E51AA9}"/>
              </a:ext>
            </a:extLst>
          </p:cNvPr>
          <p:cNvGrpSpPr/>
          <p:nvPr/>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 name="TextBox 5">
            <a:extLst>
              <a:ext uri="{FF2B5EF4-FFF2-40B4-BE49-F238E27FC236}">
                <a16:creationId xmlns:a16="http://schemas.microsoft.com/office/drawing/2014/main" id="{E6F05D4E-954E-5EA3-A012-EBA68A5DEAED}"/>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
        <p:nvSpPr>
          <p:cNvPr id="3" name="Rectangle 2">
            <a:extLst>
              <a:ext uri="{FF2B5EF4-FFF2-40B4-BE49-F238E27FC236}">
                <a16:creationId xmlns:a16="http://schemas.microsoft.com/office/drawing/2014/main" id="{AD93832D-9874-F27B-7352-5FCA9FBC99E8}"/>
              </a:ext>
            </a:extLst>
          </p:cNvPr>
          <p:cNvSpPr/>
          <p:nvPr userDrawn="1"/>
        </p:nvSpPr>
        <p:spPr>
          <a:xfrm>
            <a:off x="0" y="0"/>
            <a:ext cx="12188825" cy="52754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pic>
        <p:nvPicPr>
          <p:cNvPr id="5" name="Graphic 7">
            <a:extLst>
              <a:ext uri="{FF2B5EF4-FFF2-40B4-BE49-F238E27FC236}">
                <a16:creationId xmlns:a16="http://schemas.microsoft.com/office/drawing/2014/main" id="{DB88E6B0-AD16-E57C-3466-E3BB4C2F3D3C}"/>
              </a:ext>
            </a:extLst>
          </p:cNvPr>
          <p:cNvPicPr>
            <a:picLocks noChangeAspect="1"/>
          </p:cNvPicPr>
          <p:nvPr userDrawn="1"/>
        </p:nvPicPr>
        <p:blipFill>
          <a:blip r:embed="rId2"/>
          <a:srcRect t="14" b="14"/>
          <a:stretch/>
        </p:blipFill>
        <p:spPr>
          <a:xfrm>
            <a:off x="0" y="0"/>
            <a:ext cx="12187345" cy="6856212"/>
          </a:xfrm>
          <a:prstGeom prst="rect">
            <a:avLst/>
          </a:prstGeom>
          <a:noFill/>
        </p:spPr>
      </p:pic>
      <p:sp>
        <p:nvSpPr>
          <p:cNvPr id="8" name="TextBox 7">
            <a:extLst>
              <a:ext uri="{FF2B5EF4-FFF2-40B4-BE49-F238E27FC236}">
                <a16:creationId xmlns:a16="http://schemas.microsoft.com/office/drawing/2014/main" id="{A9DDF26D-4C92-B263-00CE-01D16E1D941B}"/>
              </a:ext>
            </a:extLst>
          </p:cNvPr>
          <p:cNvSpPr txBox="1"/>
          <p:nvPr userDrawn="1"/>
        </p:nvSpPr>
        <p:spPr>
          <a:xfrm>
            <a:off x="1645084" y="6461498"/>
            <a:ext cx="2806859" cy="125484"/>
          </a:xfrm>
          <a:prstGeom prst="rect">
            <a:avLst/>
          </a:prstGeom>
          <a:noFill/>
        </p:spPr>
        <p:txBody>
          <a:bodyPr wrap="none" lIns="0" tIns="0" rIns="0" bIns="0" rtlCol="0">
            <a:spAutoFit/>
          </a:bodyPr>
          <a:lstStyle/>
          <a:p>
            <a:pPr algn="l">
              <a:lnSpc>
                <a:spcPct val="130000"/>
              </a:lnSpc>
            </a:pPr>
            <a:r>
              <a:rPr lang="en-US" sz="700" kern="1200" spc="0" baseline="0" dirty="0">
                <a:ln/>
                <a:solidFill>
                  <a:srgbClr val="000000"/>
                </a:solidFill>
                <a:latin typeface="+mn-lt"/>
                <a:ea typeface="+mn-ea"/>
                <a:cs typeface="+mn-cs"/>
                <a:sym typeface="Metropolis-Regular"/>
                <a:rtl val="0"/>
              </a:rPr>
              <a:t>Broadcom Proprietary and Confidential. Copyright © 2026 Broadcom.  </a:t>
            </a:r>
          </a:p>
        </p:txBody>
      </p:sp>
      <p:sp>
        <p:nvSpPr>
          <p:cNvPr id="9" name="TextBox 8">
            <a:extLst>
              <a:ext uri="{FF2B5EF4-FFF2-40B4-BE49-F238E27FC236}">
                <a16:creationId xmlns:a16="http://schemas.microsoft.com/office/drawing/2014/main" id="{3AD3FA45-7A7D-6CCE-FE47-B37A1EFE77B9}"/>
              </a:ext>
            </a:extLst>
          </p:cNvPr>
          <p:cNvSpPr txBox="1"/>
          <p:nvPr userDrawn="1"/>
        </p:nvSpPr>
        <p:spPr>
          <a:xfrm>
            <a:off x="1645084" y="6569434"/>
            <a:ext cx="3574697" cy="125484"/>
          </a:xfrm>
          <a:prstGeom prst="rect">
            <a:avLst/>
          </a:prstGeom>
          <a:noFill/>
        </p:spPr>
        <p:txBody>
          <a:bodyPr wrap="none" lIns="0" tIns="0" rIns="0" bIns="0" rtlCol="0">
            <a:spAutoFit/>
          </a:bodyPr>
          <a:lstStyle/>
          <a:p>
            <a:pPr algn="l">
              <a:lnSpc>
                <a:spcPct val="130000"/>
              </a:lnSpc>
            </a:pPr>
            <a:r>
              <a:rPr lang="en-US" sz="700" kern="1200" spc="0" baseline="0" dirty="0">
                <a:ln/>
                <a:solidFill>
                  <a:srgbClr val="000000"/>
                </a:solidFill>
                <a:latin typeface="+mn-lt"/>
                <a:ea typeface="+mn-ea"/>
                <a:cs typeface="+mn-cs"/>
                <a:sym typeface="Metropolis-Regular"/>
                <a:rtl val="0"/>
              </a:rPr>
              <a:t>All Rights Reserved. The term “Broadcom” refers to Broadcom Inc. and/or its subsidiaries.</a:t>
            </a:r>
          </a:p>
        </p:txBody>
      </p:sp>
      <p:grpSp>
        <p:nvGrpSpPr>
          <p:cNvPr id="10" name="Graphic 8">
            <a:extLst>
              <a:ext uri="{FF2B5EF4-FFF2-40B4-BE49-F238E27FC236}">
                <a16:creationId xmlns:a16="http://schemas.microsoft.com/office/drawing/2014/main" id="{386C3A72-AF39-2A09-BFA8-D691FDB52954}"/>
              </a:ext>
            </a:extLst>
          </p:cNvPr>
          <p:cNvGrpSpPr/>
          <p:nvPr userDrawn="1"/>
        </p:nvGrpSpPr>
        <p:grpSpPr>
          <a:xfrm>
            <a:off x="265625" y="6323271"/>
            <a:ext cx="1249223" cy="369648"/>
            <a:chOff x="265625" y="6323271"/>
            <a:chExt cx="1249223" cy="369648"/>
          </a:xfrm>
          <a:solidFill>
            <a:srgbClr val="000000"/>
          </a:solidFill>
        </p:grpSpPr>
        <p:grpSp>
          <p:nvGrpSpPr>
            <p:cNvPr id="11" name="Graphic 8">
              <a:extLst>
                <a:ext uri="{FF2B5EF4-FFF2-40B4-BE49-F238E27FC236}">
                  <a16:creationId xmlns:a16="http://schemas.microsoft.com/office/drawing/2014/main" id="{C7C265B8-EB6D-A350-0EF4-02E5F72011F9}"/>
                </a:ext>
              </a:extLst>
            </p:cNvPr>
            <p:cNvGrpSpPr/>
            <p:nvPr/>
          </p:nvGrpSpPr>
          <p:grpSpPr>
            <a:xfrm>
              <a:off x="745455" y="6594444"/>
              <a:ext cx="722662" cy="98475"/>
              <a:chOff x="745455" y="6594444"/>
              <a:chExt cx="722662" cy="98475"/>
            </a:xfrm>
            <a:solidFill>
              <a:srgbClr val="000000"/>
            </a:solidFill>
          </p:grpSpPr>
          <p:sp>
            <p:nvSpPr>
              <p:cNvPr id="21" name="Freeform 130">
                <a:extLst>
                  <a:ext uri="{FF2B5EF4-FFF2-40B4-BE49-F238E27FC236}">
                    <a16:creationId xmlns:a16="http://schemas.microsoft.com/office/drawing/2014/main" id="{5BDC3A11-634F-86B4-D070-3AC80C5DF147}"/>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2" name="Freeform 131">
                <a:extLst>
                  <a:ext uri="{FF2B5EF4-FFF2-40B4-BE49-F238E27FC236}">
                    <a16:creationId xmlns:a16="http://schemas.microsoft.com/office/drawing/2014/main" id="{8A69F728-919F-D0D9-16FB-83E5F7CB1EE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3" name="Freeform 132">
                <a:extLst>
                  <a:ext uri="{FF2B5EF4-FFF2-40B4-BE49-F238E27FC236}">
                    <a16:creationId xmlns:a16="http://schemas.microsoft.com/office/drawing/2014/main" id="{7B7B8D22-DBE7-427C-3EBA-C3623FFD886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4" name="Freeform 133">
                <a:extLst>
                  <a:ext uri="{FF2B5EF4-FFF2-40B4-BE49-F238E27FC236}">
                    <a16:creationId xmlns:a16="http://schemas.microsoft.com/office/drawing/2014/main" id="{167DF0BB-7D24-3E57-F25D-DE2EA15494EA}"/>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5" name="Freeform 134">
                <a:extLst>
                  <a:ext uri="{FF2B5EF4-FFF2-40B4-BE49-F238E27FC236}">
                    <a16:creationId xmlns:a16="http://schemas.microsoft.com/office/drawing/2014/main" id="{B64E080F-22BA-423D-643B-34153F6538BD}"/>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6" name="Freeform 135">
                <a:extLst>
                  <a:ext uri="{FF2B5EF4-FFF2-40B4-BE49-F238E27FC236}">
                    <a16:creationId xmlns:a16="http://schemas.microsoft.com/office/drawing/2014/main" id="{67D95175-4D44-9BD9-81CA-A65B7D7AFBC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7" name="Freeform 136">
                <a:extLst>
                  <a:ext uri="{FF2B5EF4-FFF2-40B4-BE49-F238E27FC236}">
                    <a16:creationId xmlns:a16="http://schemas.microsoft.com/office/drawing/2014/main" id="{CC1284D4-5415-9626-04A0-98E1B8FDDAB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8" name="Freeform 137">
                <a:extLst>
                  <a:ext uri="{FF2B5EF4-FFF2-40B4-BE49-F238E27FC236}">
                    <a16:creationId xmlns:a16="http://schemas.microsoft.com/office/drawing/2014/main" id="{A10BF302-7F20-205B-0759-950EECD136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9" name="Freeform 138">
                <a:extLst>
                  <a:ext uri="{FF2B5EF4-FFF2-40B4-BE49-F238E27FC236}">
                    <a16:creationId xmlns:a16="http://schemas.microsoft.com/office/drawing/2014/main" id="{6CEED8ED-9152-1C8C-1E32-7AD48252302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139">
                <a:extLst>
                  <a:ext uri="{FF2B5EF4-FFF2-40B4-BE49-F238E27FC236}">
                    <a16:creationId xmlns:a16="http://schemas.microsoft.com/office/drawing/2014/main" id="{E1D3DDF2-890E-4A32-94DF-32706C3737C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2" name="Graphic 8">
              <a:extLst>
                <a:ext uri="{FF2B5EF4-FFF2-40B4-BE49-F238E27FC236}">
                  <a16:creationId xmlns:a16="http://schemas.microsoft.com/office/drawing/2014/main" id="{093302BC-9C63-140F-1127-F6906DDEAEDB}"/>
                </a:ext>
              </a:extLst>
            </p:cNvPr>
            <p:cNvGrpSpPr/>
            <p:nvPr/>
          </p:nvGrpSpPr>
          <p:grpSpPr>
            <a:xfrm>
              <a:off x="265625" y="6323271"/>
              <a:ext cx="1249223" cy="190348"/>
              <a:chOff x="265625" y="6323271"/>
              <a:chExt cx="1249223" cy="190348"/>
            </a:xfrm>
            <a:solidFill>
              <a:srgbClr val="000000"/>
            </a:solidFill>
          </p:grpSpPr>
          <p:sp>
            <p:nvSpPr>
              <p:cNvPr id="13" name="Freeform 57">
                <a:extLst>
                  <a:ext uri="{FF2B5EF4-FFF2-40B4-BE49-F238E27FC236}">
                    <a16:creationId xmlns:a16="http://schemas.microsoft.com/office/drawing/2014/main" id="{6C5A683E-CCE4-4930-34B2-AFDF9F6A95FB}"/>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4" name="Freeform 58">
                <a:extLst>
                  <a:ext uri="{FF2B5EF4-FFF2-40B4-BE49-F238E27FC236}">
                    <a16:creationId xmlns:a16="http://schemas.microsoft.com/office/drawing/2014/main" id="{6EAC7F2E-B5B2-3668-0E36-C521675DB45B}"/>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5" name="Freeform 59">
                <a:extLst>
                  <a:ext uri="{FF2B5EF4-FFF2-40B4-BE49-F238E27FC236}">
                    <a16:creationId xmlns:a16="http://schemas.microsoft.com/office/drawing/2014/main" id="{A7BBCF28-F5F3-1ED5-DBB3-F35CFBBAF1E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6" name="Freeform 60">
                <a:extLst>
                  <a:ext uri="{FF2B5EF4-FFF2-40B4-BE49-F238E27FC236}">
                    <a16:creationId xmlns:a16="http://schemas.microsoft.com/office/drawing/2014/main" id="{865D8595-547D-3355-C88D-E37C05B53BE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7" name="Freeform 61">
                <a:extLst>
                  <a:ext uri="{FF2B5EF4-FFF2-40B4-BE49-F238E27FC236}">
                    <a16:creationId xmlns:a16="http://schemas.microsoft.com/office/drawing/2014/main" id="{397C9B08-6CE5-BBA5-3454-6D7FD30F09F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id="{3D4D2EF5-736B-84C0-F2BF-3B6FA0A2BB4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0" name="Freeform 129">
                <a:extLst>
                  <a:ext uri="{FF2B5EF4-FFF2-40B4-BE49-F238E27FC236}">
                    <a16:creationId xmlns:a16="http://schemas.microsoft.com/office/drawing/2014/main" id="{D38785B2-52A4-35EA-2230-6EFC08E9B1BB}"/>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92907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Aqua">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007DB4E-DF1B-4B7A-6FC4-46981281D8D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12" name="Freeform: Shape 11">
            <a:extLst>
              <a:ext uri="{FF2B5EF4-FFF2-40B4-BE49-F238E27FC236}">
                <a16:creationId xmlns:a16="http://schemas.microsoft.com/office/drawing/2014/main" id="{A93B8B11-A691-8250-9E87-65BB5A241D07}"/>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16000">
                <a:schemeClr val="accent2"/>
              </a:gs>
              <a:gs pos="90000">
                <a:schemeClr val="accent3"/>
              </a:gs>
            </a:gsLst>
            <a:lin ang="19200000" scaled="0"/>
            <a:tileRect/>
          </a:grad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F3963894-AB1A-DA1F-BF82-7542D160FA67}"/>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3" name="Click to edit Speaker Name ">
            <a:extLst>
              <a:ext uri="{FF2B5EF4-FFF2-40B4-BE49-F238E27FC236}">
                <a16:creationId xmlns:a16="http://schemas.microsoft.com/office/drawing/2014/main" id="{BE8CF301-A89D-F446-8E25-48C52B357C1E}"/>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4" name="Click to edit role">
            <a:extLst>
              <a:ext uri="{FF2B5EF4-FFF2-40B4-BE49-F238E27FC236}">
                <a16:creationId xmlns:a16="http://schemas.microsoft.com/office/drawing/2014/main" id="{A6793BDF-BE4B-0441-BDFD-DE9B2F59D3D0}"/>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DF9375A3-70DB-2E43-AFE1-9357176168C4}"/>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D1A5F4CE-EB72-C266-1B3B-9C54BD2303E1}"/>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3D2AD2AB-2D36-6FA3-D90D-BBA20ECE200F}"/>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Blue Theme</a:t>
            </a:r>
          </a:p>
        </p:txBody>
      </p:sp>
      <p:sp>
        <p:nvSpPr>
          <p:cNvPr id="4" name="Subtitle click to edit">
            <a:extLst>
              <a:ext uri="{FF2B5EF4-FFF2-40B4-BE49-F238E27FC236}">
                <a16:creationId xmlns:a16="http://schemas.microsoft.com/office/drawing/2014/main" id="{CC0EBB9D-D839-7841-ED94-78F86A22AB93}"/>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35" name="Freeform: Shape 14">
            <a:extLst>
              <a:ext uri="{FF2B5EF4-FFF2-40B4-BE49-F238E27FC236}">
                <a16:creationId xmlns:a16="http://schemas.microsoft.com/office/drawing/2014/main" id="{F3963894-AB1A-DA1F-BF82-7542D160FA67}"/>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grpSp>
        <p:nvGrpSpPr>
          <p:cNvPr id="38" name="Graphic 8">
            <a:extLst>
              <a:ext uri="{FF2B5EF4-FFF2-40B4-BE49-F238E27FC236}">
                <a16:creationId xmlns:a16="http://schemas.microsoft.com/office/drawing/2014/main" id="{D1A5F4CE-EB72-C266-1B3B-9C54BD2303E1}"/>
              </a:ext>
            </a:extLst>
          </p:cNvPr>
          <p:cNvGrpSpPr/>
          <p:nvPr/>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DAC4568A-0320-BB95-EB37-40F255DCBF74}"/>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963960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Plum">
    <p:spTree>
      <p:nvGrpSpPr>
        <p:cNvPr id="1" name=""/>
        <p:cNvGrpSpPr/>
        <p:nvPr/>
      </p:nvGrpSpPr>
      <p:grpSpPr>
        <a:xfrm>
          <a:off x="0" y="0"/>
          <a:ext cx="0" cy="0"/>
          <a:chOff x="0" y="0"/>
          <a:chExt cx="0" cy="0"/>
        </a:xfrm>
      </p:grpSpPr>
      <p:pic>
        <p:nvPicPr>
          <p:cNvPr id="56" name="Graphic 55">
            <a:extLst>
              <a:ext uri="{FF2B5EF4-FFF2-40B4-BE49-F238E27FC236}">
                <a16:creationId xmlns:a16="http://schemas.microsoft.com/office/drawing/2014/main" id="{CC06A3C2-D9D3-F0BE-4283-65EFB0C4036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42" name="Freeform: Shape 41">
            <a:extLst>
              <a:ext uri="{FF2B5EF4-FFF2-40B4-BE49-F238E27FC236}">
                <a16:creationId xmlns:a16="http://schemas.microsoft.com/office/drawing/2014/main" id="{044BC68A-DC70-D408-944E-73F6554FC359}"/>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45000">
                <a:srgbClr val="4764A1"/>
              </a:gs>
              <a:gs pos="16000">
                <a:schemeClr val="accent5"/>
              </a:gs>
              <a:gs pos="90000">
                <a:schemeClr val="accent3"/>
              </a:gs>
            </a:gsLst>
            <a:lin ang="19200000" scaled="0"/>
            <a:tileRect/>
          </a:gradFill>
          <a:ln w="0" cap="flat">
            <a:noFill/>
            <a:prstDash val="solid"/>
            <a:miter/>
          </a:ln>
        </p:spPr>
        <p:txBody>
          <a:bodyPr rtlCol="0" anchor="ctr"/>
          <a:lstStyle/>
          <a:p>
            <a:endParaRPr lang="en-US" dirty="0"/>
          </a:p>
        </p:txBody>
      </p:sp>
      <p:sp>
        <p:nvSpPr>
          <p:cNvPr id="14" name="Click to edit Speaker Name ">
            <a:extLst>
              <a:ext uri="{FF2B5EF4-FFF2-40B4-BE49-F238E27FC236}">
                <a16:creationId xmlns:a16="http://schemas.microsoft.com/office/drawing/2014/main" id="{179DB1F6-DFFE-5E43-994F-B7DBFB112CAC}"/>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5" name="Click to edit role">
            <a:extLst>
              <a:ext uri="{FF2B5EF4-FFF2-40B4-BE49-F238E27FC236}">
                <a16:creationId xmlns:a16="http://schemas.microsoft.com/office/drawing/2014/main" id="{6C710D35-A62F-6545-8876-C6793E801C8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B7F8A130-4773-4943-B490-D62738C5089B}"/>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4F10736E-6ED5-0C6E-6075-508D9F639A18}"/>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7692B9CF-CBD9-8BB1-F230-4EB7B6F8F864}"/>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Purple Theme</a:t>
            </a:r>
          </a:p>
        </p:txBody>
      </p:sp>
      <p:sp>
        <p:nvSpPr>
          <p:cNvPr id="4" name="Subtitle click to edit">
            <a:extLst>
              <a:ext uri="{FF2B5EF4-FFF2-40B4-BE49-F238E27FC236}">
                <a16:creationId xmlns:a16="http://schemas.microsoft.com/office/drawing/2014/main" id="{5D44BD56-856D-6181-240D-ED5454B98CF0}"/>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68" name="Freeform: Shape 67">
            <a:extLst>
              <a:ext uri="{FF2B5EF4-FFF2-40B4-BE49-F238E27FC236}">
                <a16:creationId xmlns:a16="http://schemas.microsoft.com/office/drawing/2014/main" id="{0D16AAF9-608F-69E5-7209-741EB708452B}"/>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4F10736E-6ED5-0C6E-6075-508D9F639A18}"/>
              </a:ext>
            </a:extLst>
          </p:cNvPr>
          <p:cNvGrpSpPr/>
          <p:nvPr/>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9" name="Freeform: Shape 67">
            <a:extLst>
              <a:ext uri="{FF2B5EF4-FFF2-40B4-BE49-F238E27FC236}">
                <a16:creationId xmlns:a16="http://schemas.microsoft.com/office/drawing/2014/main" id="{0D16AAF9-608F-69E5-7209-741EB708452B}"/>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sp>
        <p:nvSpPr>
          <p:cNvPr id="2" name="TextBox 1">
            <a:extLst>
              <a:ext uri="{FF2B5EF4-FFF2-40B4-BE49-F238E27FC236}">
                <a16:creationId xmlns:a16="http://schemas.microsoft.com/office/drawing/2014/main" id="{FA76E0D8-08E5-5C29-F0C2-9A437B893DA8}"/>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084032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Text Placeholder 3">
            <a:extLst>
              <a:ext uri="{FF2B5EF4-FFF2-40B4-BE49-F238E27FC236}">
                <a16:creationId xmlns:a16="http://schemas.microsoft.com/office/drawing/2014/main" id="{B6CCD82C-92EF-52E3-6D43-409D112BB960}"/>
              </a:ext>
            </a:extLst>
          </p:cNvPr>
          <p:cNvSpPr>
            <a:spLocks noGrp="1"/>
          </p:cNvSpPr>
          <p:nvPr>
            <p:ph type="body" sz="quarter" idx="24"/>
          </p:nvPr>
        </p:nvSpPr>
        <p:spPr>
          <a:xfrm>
            <a:off x="609600" y="1267608"/>
            <a:ext cx="1939925" cy="1969770"/>
          </a:xfrm>
        </p:spPr>
        <p:txBody>
          <a:bodyPr>
            <a:spAutoFit/>
          </a:bodyPr>
          <a:lstStyle>
            <a:lvl1pPr>
              <a:defRPr sz="3200">
                <a:solidFill>
                  <a:schemeClr val="accent2"/>
                </a:solidFill>
                <a:latin typeface="+mj-lt"/>
              </a:defRPr>
            </a:lvl1pPr>
          </a:lstStyle>
          <a:p>
            <a:pPr lvl="0"/>
            <a:r>
              <a:rPr lang="en-US"/>
              <a:t>Click to edit Master text styles</a:t>
            </a:r>
          </a:p>
        </p:txBody>
      </p:sp>
      <p:sp>
        <p:nvSpPr>
          <p:cNvPr id="7" name="Text Placeholder 6">
            <a:extLst>
              <a:ext uri="{FF2B5EF4-FFF2-40B4-BE49-F238E27FC236}">
                <a16:creationId xmlns:a16="http://schemas.microsoft.com/office/drawing/2014/main" id="{E948148D-4A41-A447-0432-B69E69A94358}"/>
              </a:ext>
            </a:extLst>
          </p:cNvPr>
          <p:cNvSpPr>
            <a:spLocks noGrp="1"/>
          </p:cNvSpPr>
          <p:nvPr>
            <p:ph type="body" sz="quarter" idx="25"/>
          </p:nvPr>
        </p:nvSpPr>
        <p:spPr>
          <a:xfrm>
            <a:off x="2894013" y="1267608"/>
            <a:ext cx="7335837" cy="4337050"/>
          </a:xfrm>
        </p:spPr>
        <p:txBody>
          <a:bodyPr/>
          <a:lstStyle>
            <a:lvl1pPr marL="342900" indent="-342900">
              <a:buClr>
                <a:schemeClr val="accent2"/>
              </a:buClr>
              <a:buFont typeface="Arial" panose="020B0604020202020204" pitchFamily="34" charset="0"/>
              <a:buChar char="•"/>
              <a:defRPr sz="2800"/>
            </a:lvl1pPr>
            <a:lvl2pPr marL="804863" indent="-347663">
              <a:buClr>
                <a:schemeClr val="accent2"/>
              </a:buClr>
              <a:defRPr sz="2400"/>
            </a:lvl2pPr>
            <a:lvl3pPr marL="1033463" indent="-346075">
              <a:buClr>
                <a:schemeClr val="accent2"/>
              </a:buClr>
              <a:defRPr sz="2000"/>
            </a:lvl3pPr>
            <a:lvl4pPr marL="1262063" indent="-342900">
              <a:buClr>
                <a:schemeClr val="accent2"/>
              </a:buClr>
              <a:defRPr sz="1800"/>
            </a:lvl4pPr>
            <a:lvl5pPr marL="1490663" indent="-347663">
              <a:buClr>
                <a:schemeClr val="accent2"/>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27112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 Leaf">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Section Title Option 1</a:t>
            </a:r>
            <a:br>
              <a:rPr lang="en-US"/>
            </a:br>
            <a:r>
              <a:rPr lang="en-US"/>
              <a:t>Green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4" name="page number">
            <a:extLst>
              <a:ext uri="{FF2B5EF4-FFF2-40B4-BE49-F238E27FC236}">
                <a16:creationId xmlns:a16="http://schemas.microsoft.com/office/drawing/2014/main" id="{20A83C12-6BEB-4E4C-9FB0-AA1FB4C661B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Freeform: Shape 10">
            <a:extLst>
              <a:ext uri="{FF2B5EF4-FFF2-40B4-BE49-F238E27FC236}">
                <a16:creationId xmlns:a16="http://schemas.microsoft.com/office/drawing/2014/main" id="{4D880B34-1E61-BED8-9D19-CC47E69A1FF0}"/>
              </a:ext>
            </a:extLst>
          </p:cNvPr>
          <p:cNvSpPr/>
          <p:nvPr/>
        </p:nvSpPr>
        <p:spPr>
          <a:xfrm>
            <a:off x="6525510" y="666685"/>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4"/>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0A83C12-6BEB-4E4C-9FB0-AA1FB4C661B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pic>
        <p:nvPicPr>
          <p:cNvPr id="3" name="Picture 2" descr="A green and blue arrow&#10;&#10;Description automatically generated">
            <a:extLst>
              <a:ext uri="{FF2B5EF4-FFF2-40B4-BE49-F238E27FC236}">
                <a16:creationId xmlns:a16="http://schemas.microsoft.com/office/drawing/2014/main" id="{0BCA8BC8-90F1-06E0-9F80-9630CE60F679}"/>
              </a:ext>
            </a:extLst>
          </p:cNvPr>
          <p:cNvPicPr>
            <a:picLocks noChangeAspect="1"/>
          </p:cNvPicPr>
          <p:nvPr userDrawn="1"/>
        </p:nvPicPr>
        <p:blipFill rotWithShape="1">
          <a:blip r:embed="rId2"/>
          <a:srcRect b="11162"/>
          <a:stretch/>
        </p:blipFill>
        <p:spPr>
          <a:xfrm>
            <a:off x="0" y="-495"/>
            <a:ext cx="12187946" cy="6092951"/>
          </a:xfrm>
          <a:prstGeom prst="rect">
            <a:avLst/>
          </a:prstGeom>
        </p:spPr>
      </p:pic>
      <p:sp>
        <p:nvSpPr>
          <p:cNvPr id="4" name="page number">
            <a:extLst>
              <a:ext uri="{FF2B5EF4-FFF2-40B4-BE49-F238E27FC236}">
                <a16:creationId xmlns:a16="http://schemas.microsoft.com/office/drawing/2014/main" id="{92AFA1D6-D690-4209-307A-00037C7B059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250693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Header – Aqu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a:t>Section Title Option 2</a:t>
            </a:r>
            <a:br>
              <a:rPr lang="en-US"/>
            </a:br>
            <a:r>
              <a:rPr lang="en-US"/>
              <a:t>Blue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BBDEC133-91F8-98FE-DF2D-3917EC311D68}"/>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2"/>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263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Header – Plu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55971" cy="1229360"/>
          </a:xfrm>
        </p:spPr>
        <p:txBody>
          <a:bodyPr wrap="square" anchor="b"/>
          <a:lstStyle>
            <a:lvl1pPr algn="l">
              <a:defRPr sz="3600" b="0" cap="none" baseline="0">
                <a:solidFill>
                  <a:schemeClr val="accent2"/>
                </a:solidFill>
              </a:defRPr>
            </a:lvl1pPr>
          </a:lstStyle>
          <a:p>
            <a:r>
              <a:rPr lang="en-US"/>
              <a:t>Section Title Option 3 </a:t>
            </a:r>
            <a:br>
              <a:rPr lang="en-US"/>
            </a:br>
            <a:r>
              <a:rPr lang="en-US"/>
              <a:t>Purple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4211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8424C6A4-7F55-9842-969F-317F913DCB9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D43FD454-1DEA-D13A-0DE1-B9CABA1ED1FE}"/>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5"/>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8424C6A4-7F55-9842-969F-317F913DCB9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137515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Header – Photo">
    <p:bg>
      <p:bgPr>
        <a:solidFill>
          <a:schemeClr val="bg1"/>
        </a:solidFill>
        <a:effectLst/>
      </p:bgPr>
    </p:bg>
    <p:spTree>
      <p:nvGrpSpPr>
        <p:cNvPr id="1" name=""/>
        <p:cNvGrpSpPr/>
        <p:nvPr/>
      </p:nvGrpSpPr>
      <p:grpSpPr>
        <a:xfrm>
          <a:off x="0" y="0"/>
          <a:ext cx="0" cy="0"/>
          <a:chOff x="0" y="0"/>
          <a:chExt cx="0" cy="0"/>
        </a:xfrm>
      </p:grpSpPr>
      <p:pic>
        <p:nvPicPr>
          <p:cNvPr id="20" name="Picture 1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21" name="Picture 20">
            <a:extLst>
              <a:ext uri="{FF2B5EF4-FFF2-40B4-BE49-F238E27FC236}">
                <a16:creationId xmlns:a16="http://schemas.microsoft.com/office/drawing/2014/main" id="{4FB41C97-3B72-BBBF-039B-56D8186F8F96}"/>
              </a:ext>
            </a:extLst>
          </p:cNvPr>
          <p:cNvPicPr>
            <a:picLocks noChangeAspect="1"/>
          </p:cNvPicPr>
          <p:nvPr/>
        </p:nvPicPr>
        <p:blipFill>
          <a:blip r:embed="rId3"/>
          <a:stretch>
            <a:fillRect/>
          </a:stretch>
        </p:blipFill>
        <p:spPr>
          <a:xfrm>
            <a:off x="879" y="-496"/>
            <a:ext cx="12187945" cy="6858495"/>
          </a:xfrm>
          <a:prstGeom prst="rect">
            <a:avLst/>
          </a:prstGeom>
        </p:spPr>
      </p:pic>
      <p:sp>
        <p:nvSpPr>
          <p:cNvPr id="15" name="Freeform: Shape 14">
            <a:extLst>
              <a:ext uri="{FF2B5EF4-FFF2-40B4-BE49-F238E27FC236}">
                <a16:creationId xmlns:a16="http://schemas.microsoft.com/office/drawing/2014/main" id="{C417634E-D293-9DD1-5893-0DC6BD57B448}"/>
              </a:ext>
            </a:extLst>
          </p:cNvPr>
          <p:cNvSpPr/>
          <p:nvPr/>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sp>
        <p:nvSpPr>
          <p:cNvPr id="17" name="Title 1">
            <a:extLst>
              <a:ext uri="{FF2B5EF4-FFF2-40B4-BE49-F238E27FC236}">
                <a16:creationId xmlns:a16="http://schemas.microsoft.com/office/drawing/2014/main" id="{2AC6091C-E947-4C0C-85B0-C87C084ACBB4}"/>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Section Title</a:t>
            </a:r>
            <a:br>
              <a:rPr lang="en-US" dirty="0"/>
            </a:br>
            <a:r>
              <a:rPr lang="en-US" dirty="0"/>
              <a:t>with photo</a:t>
            </a:r>
          </a:p>
        </p:txBody>
      </p:sp>
      <p:sp>
        <p:nvSpPr>
          <p:cNvPr id="18" name="Subtitle">
            <a:extLst>
              <a:ext uri="{FF2B5EF4-FFF2-40B4-BE49-F238E27FC236}">
                <a16:creationId xmlns:a16="http://schemas.microsoft.com/office/drawing/2014/main" id="{A2044BBD-0109-43FF-A52D-8FA2841A4DF6}"/>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4" name="TextBox 3">
            <a:extLst>
              <a:ext uri="{FF2B5EF4-FFF2-40B4-BE49-F238E27FC236}">
                <a16:creationId xmlns:a16="http://schemas.microsoft.com/office/drawing/2014/main" id="{5C20FE76-7A87-7399-596D-E0FEF058B0CD}"/>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5" name="TextBox 4">
            <a:extLst>
              <a:ext uri="{FF2B5EF4-FFF2-40B4-BE49-F238E27FC236}">
                <a16:creationId xmlns:a16="http://schemas.microsoft.com/office/drawing/2014/main" id="{3EFBD153-E1CF-732C-38F2-BE38AC4DA9BE}"/>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6" name="Graphic 8">
            <a:extLst>
              <a:ext uri="{FF2B5EF4-FFF2-40B4-BE49-F238E27FC236}">
                <a16:creationId xmlns:a16="http://schemas.microsoft.com/office/drawing/2014/main" id="{5FB75E1E-5ECF-39E5-683F-83EA2E7C5F92}"/>
              </a:ext>
            </a:extLst>
          </p:cNvPr>
          <p:cNvGrpSpPr/>
          <p:nvPr/>
        </p:nvGrpSpPr>
        <p:grpSpPr>
          <a:xfrm>
            <a:off x="265625" y="6323271"/>
            <a:ext cx="1249223" cy="369648"/>
            <a:chOff x="265625" y="6323271"/>
            <a:chExt cx="1249223" cy="369648"/>
          </a:xfrm>
          <a:solidFill>
            <a:srgbClr val="000000"/>
          </a:solidFill>
        </p:grpSpPr>
        <p:grpSp>
          <p:nvGrpSpPr>
            <p:cNvPr id="7"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26" name="Freeform 25">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5" name="Freeform 34">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6" name="Freeform 35">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8"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9" name="Freeform 8">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1" name="Freeform 10">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9" name="page number">
            <a:extLst>
              <a:ext uri="{FF2B5EF4-FFF2-40B4-BE49-F238E27FC236}">
                <a16:creationId xmlns:a16="http://schemas.microsoft.com/office/drawing/2014/main" id="{75CEFF6F-DEAE-124A-A7E8-4A2D776D0794}"/>
              </a:ext>
            </a:extLst>
          </p:cNvPr>
          <p:cNvSpPr txBox="1"/>
          <p:nvPr/>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0" name="Picture 2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37" name="Picture 36">
            <a:extLst>
              <a:ext uri="{FF2B5EF4-FFF2-40B4-BE49-F238E27FC236}">
                <a16:creationId xmlns:a16="http://schemas.microsoft.com/office/drawing/2014/main" id="{4FB41C97-3B72-BBBF-039B-56D8186F8F96}"/>
              </a:ext>
            </a:extLst>
          </p:cNvPr>
          <p:cNvPicPr>
            <a:picLocks noChangeAspect="1"/>
          </p:cNvPicPr>
          <p:nvPr/>
        </p:nvPicPr>
        <p:blipFill>
          <a:blip r:embed="rId3"/>
          <a:stretch>
            <a:fillRect/>
          </a:stretch>
        </p:blipFill>
        <p:spPr>
          <a:xfrm>
            <a:off x="879" y="-496"/>
            <a:ext cx="12187945" cy="6858495"/>
          </a:xfrm>
          <a:prstGeom prst="rect">
            <a:avLst/>
          </a:prstGeom>
        </p:spPr>
      </p:pic>
      <p:sp>
        <p:nvSpPr>
          <p:cNvPr id="38" name="Freeform: Shape 14">
            <a:extLst>
              <a:ext uri="{FF2B5EF4-FFF2-40B4-BE49-F238E27FC236}">
                <a16:creationId xmlns:a16="http://schemas.microsoft.com/office/drawing/2014/main" id="{C417634E-D293-9DD1-5893-0DC6BD57B448}"/>
              </a:ext>
            </a:extLst>
          </p:cNvPr>
          <p:cNvSpPr/>
          <p:nvPr/>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grpSp>
        <p:nvGrpSpPr>
          <p:cNvPr id="41" name="Graphic 8">
            <a:extLst>
              <a:ext uri="{FF2B5EF4-FFF2-40B4-BE49-F238E27FC236}">
                <a16:creationId xmlns:a16="http://schemas.microsoft.com/office/drawing/2014/main" id="{5FB75E1E-5ECF-39E5-683F-83EA2E7C5F92}"/>
              </a:ext>
            </a:extLst>
          </p:cNvPr>
          <p:cNvGrpSpPr/>
          <p:nvPr/>
        </p:nvGrpSpPr>
        <p:grpSpPr>
          <a:xfrm>
            <a:off x="265625" y="6323271"/>
            <a:ext cx="1249223" cy="369648"/>
            <a:chOff x="265625" y="6323271"/>
            <a:chExt cx="1249223" cy="369648"/>
          </a:xfrm>
          <a:solidFill>
            <a:srgbClr val="000000"/>
          </a:solidFill>
        </p:grpSpPr>
        <p:grpSp>
          <p:nvGrpSpPr>
            <p:cNvPr id="42"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51" name="Freeform 50">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3"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44" name="Freeform 43">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1" name="page number">
            <a:extLst>
              <a:ext uri="{FF2B5EF4-FFF2-40B4-BE49-F238E27FC236}">
                <a16:creationId xmlns:a16="http://schemas.microsoft.com/office/drawing/2014/main" id="{75CEFF6F-DEAE-124A-A7E8-4A2D776D0794}"/>
              </a:ext>
            </a:extLst>
          </p:cNvPr>
          <p:cNvSpPr txBox="1"/>
          <p:nvPr/>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3" name="TextBox 2">
            <a:extLst>
              <a:ext uri="{FF2B5EF4-FFF2-40B4-BE49-F238E27FC236}">
                <a16:creationId xmlns:a16="http://schemas.microsoft.com/office/drawing/2014/main" id="{23947260-FA76-99A5-7F64-73F3D1395242}"/>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4240005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Quote – Leaf">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green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tx1"/>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0CA8A2D-22C2-3546-ACA3-B76C2A2C9541}"/>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81F6B6E3-D446-FF48-A968-0E6ED9485D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C621A2F7-988C-ED6D-1AAA-CEAF06253999}"/>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48" name="Freeform: Shape 47">
            <a:extLst>
              <a:ext uri="{FF2B5EF4-FFF2-40B4-BE49-F238E27FC236}">
                <a16:creationId xmlns:a16="http://schemas.microsoft.com/office/drawing/2014/main" id="{659E5035-F2CA-5C90-AD93-9207A8ED2F62}"/>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4" name="page number">
            <a:extLst>
              <a:ext uri="{FF2B5EF4-FFF2-40B4-BE49-F238E27FC236}">
                <a16:creationId xmlns:a16="http://schemas.microsoft.com/office/drawing/2014/main" id="{81F6B6E3-D446-FF48-A968-0E6ED9485D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7" name="Graphic 8">
            <a:extLst>
              <a:ext uri="{FF2B5EF4-FFF2-40B4-BE49-F238E27FC236}">
                <a16:creationId xmlns:a16="http://schemas.microsoft.com/office/drawing/2014/main" id="{C621A2F7-988C-ED6D-1AAA-CEAF06253999}"/>
              </a:ext>
            </a:extLst>
          </p:cNvPr>
          <p:cNvGrpSpPr/>
          <p:nvPr/>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49" name="Freeform 48">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A9A8E157-0B0B-6FF1-18E9-97BC0A1FEDB9}"/>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989772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Quote – Aqua">
    <p:spTree>
      <p:nvGrpSpPr>
        <p:cNvPr id="1" name=""/>
        <p:cNvGrpSpPr/>
        <p:nvPr/>
      </p:nvGrpSpPr>
      <p:grpSpPr>
        <a:xfrm>
          <a:off x="0" y="0"/>
          <a:ext cx="0" cy="0"/>
          <a:chOff x="0" y="0"/>
          <a:chExt cx="0" cy="0"/>
        </a:xfrm>
      </p:grpSpPr>
      <p:sp>
        <p:nvSpPr>
          <p:cNvPr id="33" name="Freeform: Shape 1">
            <a:extLst>
              <a:ext uri="{FF2B5EF4-FFF2-40B4-BE49-F238E27FC236}">
                <a16:creationId xmlns:a16="http://schemas.microsoft.com/office/drawing/2014/main" id="{A2B10396-5330-52E9-6CAB-81B94A8222ED}"/>
              </a:ext>
            </a:extLst>
          </p:cNvPr>
          <p:cNvSpPr/>
          <p:nvPr/>
        </p:nvSpPr>
        <p:spPr>
          <a:xfrm>
            <a:off x="0" y="0"/>
            <a:ext cx="12188825" cy="6033051"/>
          </a:xfrm>
          <a:custGeom>
            <a:avLst/>
            <a:gdLst>
              <a:gd name="connsiteX0" fmla="*/ 0 w 12197292"/>
              <a:gd name="connsiteY0" fmla="*/ 0 h 6041519"/>
              <a:gd name="connsiteX1" fmla="*/ 12197292 w 12197292"/>
              <a:gd name="connsiteY1" fmla="*/ 0 h 6041519"/>
              <a:gd name="connsiteX2" fmla="*/ 12197292 w 12197292"/>
              <a:gd name="connsiteY2" fmla="*/ 1911192 h 6041519"/>
              <a:gd name="connsiteX3" fmla="*/ 11193762 w 12197292"/>
              <a:gd name="connsiteY3" fmla="*/ 1911192 h 6041519"/>
              <a:gd name="connsiteX4" fmla="*/ 10074486 w 12197292"/>
              <a:gd name="connsiteY4" fmla="*/ 2374782 h 6041519"/>
              <a:gd name="connsiteX5" fmla="*/ 6871338 w 12197292"/>
              <a:gd name="connsiteY5" fmla="*/ 5577930 h 6041519"/>
              <a:gd name="connsiteX6" fmla="*/ 5752064 w 12197292"/>
              <a:gd name="connsiteY6" fmla="*/ 6041519 h 6041519"/>
              <a:gd name="connsiteX7" fmla="*/ 0 w 12197292"/>
              <a:gd name="connsiteY7" fmla="*/ 6041519 h 6041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7292" h="6041519">
                <a:moveTo>
                  <a:pt x="0" y="0"/>
                </a:moveTo>
                <a:lnTo>
                  <a:pt x="12197292" y="0"/>
                </a:lnTo>
                <a:lnTo>
                  <a:pt x="12197292" y="1911192"/>
                </a:lnTo>
                <a:lnTo>
                  <a:pt x="11193762" y="1911192"/>
                </a:lnTo>
                <a:cubicBezTo>
                  <a:pt x="10773986" y="1911192"/>
                  <a:pt x="10371368" y="2077963"/>
                  <a:pt x="10074486" y="2374782"/>
                </a:cubicBezTo>
                <a:lnTo>
                  <a:pt x="6871338" y="5577930"/>
                </a:lnTo>
                <a:cubicBezTo>
                  <a:pt x="6574521" y="5874749"/>
                  <a:pt x="6171901" y="6041519"/>
                  <a:pt x="5752064" y="6041519"/>
                </a:cubicBezTo>
                <a:lnTo>
                  <a:pt x="0" y="6041519"/>
                </a:lnTo>
                <a:close/>
              </a:path>
            </a:pathLst>
          </a:custGeom>
          <a:solidFill>
            <a:schemeClr val="bg1"/>
          </a:solidFill>
          <a:ln w="0" cap="flat">
            <a:noFill/>
            <a:prstDash val="solid"/>
            <a:miter/>
          </a:ln>
          <a:effectLst/>
        </p:spPr>
        <p:txBody>
          <a:bodyPr rtlCol="0" anchor="ctr"/>
          <a:lstStyle/>
          <a:p>
            <a:pPr lvl="0"/>
            <a:endParaRPr lang="en-US" dirty="0"/>
          </a:p>
        </p:txBody>
      </p:sp>
      <p:sp>
        <p:nvSpPr>
          <p:cNvPr id="15" name="Freeform: Shape 14">
            <a:extLst>
              <a:ext uri="{FF2B5EF4-FFF2-40B4-BE49-F238E27FC236}">
                <a16:creationId xmlns:a16="http://schemas.microsoft.com/office/drawing/2014/main" id="{61B00066-9E85-96DD-B59A-251D959E616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text on left, blue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A92ABA6C-6064-9743-BF58-8AB21015448D}"/>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BC60254-9AEC-2A49-ABD6-870EE5B97F6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B4758132-41E7-3AF2-6888-E57AAB57C2D4}"/>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page number">
            <a:extLst>
              <a:ext uri="{FF2B5EF4-FFF2-40B4-BE49-F238E27FC236}">
                <a16:creationId xmlns:a16="http://schemas.microsoft.com/office/drawing/2014/main" id="{DBC60254-9AEC-2A49-ABD6-870EE5B97F6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8" name="Graphic 8">
            <a:extLst>
              <a:ext uri="{FF2B5EF4-FFF2-40B4-BE49-F238E27FC236}">
                <a16:creationId xmlns:a16="http://schemas.microsoft.com/office/drawing/2014/main" id="{B4758132-41E7-3AF2-6888-E57AAB57C2D4}"/>
              </a:ext>
            </a:extLst>
          </p:cNvPr>
          <p:cNvGrpSpPr/>
          <p:nvPr/>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F067D46B-3BAF-FC5E-6BBB-503B5B6BCA1C}"/>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3920133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Quote – Plum">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5791E300-9585-C59E-EED2-EB5190E58F2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6215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text on left, purple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53CF3A7-833E-B042-A405-AB46430C4476}"/>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03B3F1E-BEE4-0C40-B954-F58A7FCE9AE3}"/>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7" name="Graphic 8">
            <a:extLst>
              <a:ext uri="{FF2B5EF4-FFF2-40B4-BE49-F238E27FC236}">
                <a16:creationId xmlns:a16="http://schemas.microsoft.com/office/drawing/2014/main" id="{47818FA4-8AE2-A4B0-1EE8-9FE4A6BDD41B}"/>
              </a:ext>
            </a:extLst>
          </p:cNvPr>
          <p:cNvGrpSpPr/>
          <p:nvPr/>
        </p:nvGrpSpPr>
        <p:grpSpPr>
          <a:xfrm>
            <a:off x="265625" y="6323271"/>
            <a:ext cx="1249223" cy="369648"/>
            <a:chOff x="265625" y="6323271"/>
            <a:chExt cx="1249223" cy="369648"/>
          </a:xfrm>
          <a:solidFill>
            <a:srgbClr val="000000"/>
          </a:solidFill>
        </p:grpSpPr>
        <p:grpSp>
          <p:nvGrpSpPr>
            <p:cNvPr id="8"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25" name="Freeform 24">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9"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10" name="Freeform 9">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6" name="Freeform: Shape 2">
            <a:extLst>
              <a:ext uri="{FF2B5EF4-FFF2-40B4-BE49-F238E27FC236}">
                <a16:creationId xmlns:a16="http://schemas.microsoft.com/office/drawing/2014/main" id="{5791E300-9585-C59E-EED2-EB5190E58F2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37" name="page number">
            <a:extLst>
              <a:ext uri="{FF2B5EF4-FFF2-40B4-BE49-F238E27FC236}">
                <a16:creationId xmlns:a16="http://schemas.microsoft.com/office/drawing/2014/main" id="{D03B3F1E-BEE4-0C40-B954-F58A7FCE9AE3}"/>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40" name="Graphic 8">
            <a:extLst>
              <a:ext uri="{FF2B5EF4-FFF2-40B4-BE49-F238E27FC236}">
                <a16:creationId xmlns:a16="http://schemas.microsoft.com/office/drawing/2014/main" id="{47818FA4-8AE2-A4B0-1EE8-9FE4A6BDD41B}"/>
              </a:ext>
            </a:extLst>
          </p:cNvPr>
          <p:cNvGrpSpPr/>
          <p:nvPr/>
        </p:nvGrpSpPr>
        <p:grpSpPr>
          <a:xfrm>
            <a:off x="265625" y="6323271"/>
            <a:ext cx="1249223" cy="369648"/>
            <a:chOff x="265625" y="6323271"/>
            <a:chExt cx="1249223" cy="369648"/>
          </a:xfrm>
          <a:solidFill>
            <a:srgbClr val="000000"/>
          </a:solidFill>
        </p:grpSpPr>
        <p:grpSp>
          <p:nvGrpSpPr>
            <p:cNvPr id="41"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2"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43" name="Freeform 42">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ADDD0B23-63DE-6951-34B4-9D6FD0B6A5F1}"/>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988923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Statement 2 - Leaf " preserve="1">
  <p:cSld name="Big Statement 2 - Leaf ">
    <p:spTree>
      <p:nvGrpSpPr>
        <p:cNvPr id="1" name="Shape 1569"/>
        <p:cNvGrpSpPr/>
        <p:nvPr/>
      </p:nvGrpSpPr>
      <p:grpSpPr>
        <a:xfrm>
          <a:off x="0" y="0"/>
          <a:ext cx="0" cy="0"/>
          <a:chOff x="0" y="0"/>
          <a:chExt cx="0" cy="0"/>
        </a:xfrm>
      </p:grpSpPr>
      <p:sp>
        <p:nvSpPr>
          <p:cNvPr id="1570" name="Google Shape;1570;p93"/>
          <p:cNvSpPr/>
          <p:nvPr/>
        </p:nvSpPr>
        <p:spPr>
          <a:xfrm>
            <a:off x="6472" y="437918"/>
            <a:ext cx="12182354" cy="5615389"/>
          </a:xfrm>
          <a:custGeom>
            <a:avLst/>
            <a:gdLst>
              <a:gd name="connsiteX0" fmla="*/ 0 w 12203580"/>
              <a:gd name="connsiteY0" fmla="*/ 0 h 6058734"/>
              <a:gd name="connsiteX1" fmla="*/ 12189729 w 12203580"/>
              <a:gd name="connsiteY1" fmla="*/ 263236 h 6058734"/>
              <a:gd name="connsiteX2" fmla="*/ 12203580 w 12203580"/>
              <a:gd name="connsiteY2" fmla="*/ 1909982 h 6058734"/>
              <a:gd name="connsiteX3" fmla="*/ 11206700 w 12203580"/>
              <a:gd name="connsiteY3" fmla="*/ 1909982 h 6058734"/>
              <a:gd name="connsiteX4" fmla="*/ 10082432 w 12203580"/>
              <a:gd name="connsiteY4" fmla="*/ 2375639 h 6058734"/>
              <a:gd name="connsiteX5" fmla="*/ 6864995 w 12203580"/>
              <a:gd name="connsiteY5" fmla="*/ 5593077 h 6058734"/>
              <a:gd name="connsiteX6" fmla="*/ 5740726 w 12203580"/>
              <a:gd name="connsiteY6" fmla="*/ 6058734 h 6058734"/>
              <a:gd name="connsiteX7" fmla="*/ 0 w 12203580"/>
              <a:gd name="connsiteY7" fmla="*/ 6058734 h 6058734"/>
              <a:gd name="connsiteX8" fmla="*/ 0 w 12203580"/>
              <a:gd name="connsiteY8" fmla="*/ 0 h 6058734"/>
              <a:gd name="connsiteX0" fmla="*/ 0 w 12203580"/>
              <a:gd name="connsiteY0" fmla="*/ 0 h 5823207"/>
              <a:gd name="connsiteX1" fmla="*/ 12189729 w 12203580"/>
              <a:gd name="connsiteY1" fmla="*/ 27709 h 5823207"/>
              <a:gd name="connsiteX2" fmla="*/ 12203580 w 12203580"/>
              <a:gd name="connsiteY2" fmla="*/ 1674455 h 5823207"/>
              <a:gd name="connsiteX3" fmla="*/ 11206700 w 12203580"/>
              <a:gd name="connsiteY3" fmla="*/ 1674455 h 5823207"/>
              <a:gd name="connsiteX4" fmla="*/ 10082432 w 12203580"/>
              <a:gd name="connsiteY4" fmla="*/ 2140112 h 5823207"/>
              <a:gd name="connsiteX5" fmla="*/ 6864995 w 12203580"/>
              <a:gd name="connsiteY5" fmla="*/ 5357550 h 5823207"/>
              <a:gd name="connsiteX6" fmla="*/ 5740726 w 12203580"/>
              <a:gd name="connsiteY6" fmla="*/ 5823207 h 5823207"/>
              <a:gd name="connsiteX7" fmla="*/ 0 w 12203580"/>
              <a:gd name="connsiteY7" fmla="*/ 5823207 h 5823207"/>
              <a:gd name="connsiteX8" fmla="*/ 0 w 12203580"/>
              <a:gd name="connsiteY8" fmla="*/ 0 h 5823207"/>
              <a:gd name="connsiteX0" fmla="*/ 0 w 12231282"/>
              <a:gd name="connsiteY0" fmla="*/ 0 h 5823207"/>
              <a:gd name="connsiteX1" fmla="*/ 12231282 w 12231282"/>
              <a:gd name="connsiteY1" fmla="*/ 235527 h 5823207"/>
              <a:gd name="connsiteX2" fmla="*/ 12203580 w 12231282"/>
              <a:gd name="connsiteY2" fmla="*/ 1674455 h 5823207"/>
              <a:gd name="connsiteX3" fmla="*/ 11206700 w 12231282"/>
              <a:gd name="connsiteY3" fmla="*/ 1674455 h 5823207"/>
              <a:gd name="connsiteX4" fmla="*/ 10082432 w 12231282"/>
              <a:gd name="connsiteY4" fmla="*/ 2140112 h 5823207"/>
              <a:gd name="connsiteX5" fmla="*/ 6864995 w 12231282"/>
              <a:gd name="connsiteY5" fmla="*/ 5357550 h 5823207"/>
              <a:gd name="connsiteX6" fmla="*/ 5740726 w 12231282"/>
              <a:gd name="connsiteY6" fmla="*/ 5823207 h 5823207"/>
              <a:gd name="connsiteX7" fmla="*/ 0 w 12231282"/>
              <a:gd name="connsiteY7" fmla="*/ 5823207 h 5823207"/>
              <a:gd name="connsiteX8" fmla="*/ 0 w 12231282"/>
              <a:gd name="connsiteY8" fmla="*/ 0 h 5823207"/>
              <a:gd name="connsiteX0" fmla="*/ 0 w 12231282"/>
              <a:gd name="connsiteY0" fmla="*/ 0 h 5615389"/>
              <a:gd name="connsiteX1" fmla="*/ 12231282 w 12231282"/>
              <a:gd name="connsiteY1" fmla="*/ 27709 h 5615389"/>
              <a:gd name="connsiteX2" fmla="*/ 12203580 w 12231282"/>
              <a:gd name="connsiteY2" fmla="*/ 1466637 h 5615389"/>
              <a:gd name="connsiteX3" fmla="*/ 11206700 w 12231282"/>
              <a:gd name="connsiteY3" fmla="*/ 1466637 h 5615389"/>
              <a:gd name="connsiteX4" fmla="*/ 10082432 w 12231282"/>
              <a:gd name="connsiteY4" fmla="*/ 1932294 h 5615389"/>
              <a:gd name="connsiteX5" fmla="*/ 6864995 w 12231282"/>
              <a:gd name="connsiteY5" fmla="*/ 5149732 h 5615389"/>
              <a:gd name="connsiteX6" fmla="*/ 5740726 w 12231282"/>
              <a:gd name="connsiteY6" fmla="*/ 5615389 h 5615389"/>
              <a:gd name="connsiteX7" fmla="*/ 0 w 12231282"/>
              <a:gd name="connsiteY7" fmla="*/ 5615389 h 5615389"/>
              <a:gd name="connsiteX8" fmla="*/ 0 w 12231282"/>
              <a:gd name="connsiteY8" fmla="*/ 0 h 5615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31282" h="5615389" extrusionOk="0">
                <a:moveTo>
                  <a:pt x="0" y="0"/>
                </a:moveTo>
                <a:lnTo>
                  <a:pt x="12231282" y="27709"/>
                </a:lnTo>
                <a:lnTo>
                  <a:pt x="12203580" y="1466637"/>
                </a:lnTo>
                <a:lnTo>
                  <a:pt x="11206700" y="1466637"/>
                </a:lnTo>
                <a:cubicBezTo>
                  <a:pt x="10785051" y="1466637"/>
                  <a:pt x="10380638" y="1634150"/>
                  <a:pt x="10082432" y="1932294"/>
                </a:cubicBezTo>
                <a:lnTo>
                  <a:pt x="6864995" y="5149732"/>
                </a:lnTo>
                <a:cubicBezTo>
                  <a:pt x="6566852" y="5447874"/>
                  <a:pt x="6162438" y="5615389"/>
                  <a:pt x="5740726" y="5615389"/>
                </a:cubicBezTo>
                <a:lnTo>
                  <a:pt x="0" y="5615389"/>
                </a:lnTo>
                <a:lnTo>
                  <a:pt x="0" y="0"/>
                </a:lnTo>
                <a:close/>
              </a:path>
            </a:pathLst>
          </a:custGeom>
          <a:solidFill>
            <a:schemeClr val="lt1"/>
          </a:solidFill>
          <a:ln>
            <a:noFill/>
          </a:ln>
          <a:effectLst/>
        </p:spPr>
        <p:txBody>
          <a:bodyPr spcFirstLastPara="1" wrap="square" lIns="91401" tIns="45688" rIns="91401" bIns="45688"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799" b="0" i="0" u="none" strike="noStrike" cap="none" dirty="0">
              <a:solidFill>
                <a:schemeClr val="dk1"/>
              </a:solidFill>
              <a:latin typeface="Arial"/>
              <a:ea typeface="Arial"/>
              <a:cs typeface="Arial"/>
              <a:sym typeface="Arial"/>
            </a:endParaRPr>
          </a:p>
        </p:txBody>
      </p:sp>
      <p:sp>
        <p:nvSpPr>
          <p:cNvPr id="1571" name="Google Shape;1571;p93"/>
          <p:cNvSpPr/>
          <p:nvPr/>
        </p:nvSpPr>
        <p:spPr>
          <a:xfrm>
            <a:off x="-9730" y="1828238"/>
            <a:ext cx="12203581" cy="4225133"/>
          </a:xfrm>
          <a:custGeom>
            <a:avLst/>
            <a:gdLst/>
            <a:ahLst/>
            <a:cxnLst/>
            <a:rect l="l" t="t" r="r" b="b"/>
            <a:pathLst>
              <a:path w="12203581" h="4225133" extrusionOk="0">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0">
                <a:srgbClr val="0095C4"/>
              </a:gs>
              <a:gs pos="20000">
                <a:srgbClr val="0095C4"/>
              </a:gs>
              <a:gs pos="45000">
                <a:srgbClr val="299B75"/>
              </a:gs>
              <a:gs pos="80000">
                <a:srgbClr val="61A30E"/>
              </a:gs>
              <a:gs pos="100000">
                <a:srgbClr val="61A30E"/>
              </a:gs>
            </a:gsLst>
            <a:lin ang="0" scaled="0"/>
          </a:gradFill>
          <a:ln>
            <a:noFill/>
          </a:ln>
        </p:spPr>
        <p:txBody>
          <a:bodyPr spcFirstLastPara="1" wrap="square" lIns="91401" tIns="45688" rIns="91401" bIns="45688"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799" b="0" i="0" u="none" strike="noStrike" cap="none">
              <a:solidFill>
                <a:schemeClr val="dk1"/>
              </a:solidFill>
              <a:latin typeface="Arial"/>
              <a:ea typeface="Arial"/>
              <a:cs typeface="Arial"/>
              <a:sym typeface="Arial"/>
            </a:endParaRPr>
          </a:p>
        </p:txBody>
      </p:sp>
      <p:sp>
        <p:nvSpPr>
          <p:cNvPr id="1575" name="Google Shape;1575;p9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pPr marL="0" marR="0" lvl="0" indent="0" algn="r" rtl="0">
                <a:lnSpc>
                  <a:spcPct val="90000"/>
                </a:lnSpc>
                <a:spcBef>
                  <a:spcPts val="0"/>
                </a:spcBef>
                <a:spcAft>
                  <a:spcPts val="0"/>
                </a:spcAft>
                <a:buClr>
                  <a:srgbClr val="000000"/>
                </a:buClr>
                <a:buSzPts val="800"/>
                <a:buFont typeface="Arial"/>
                <a:buNone/>
              </a:pPr>
              <a:t>‹#›</a:t>
            </a:fld>
            <a:endParaRPr sz="800" b="0" i="0" u="none" strike="noStrike" cap="none">
              <a:solidFill>
                <a:schemeClr val="dk2"/>
              </a:solidFill>
              <a:latin typeface="Arial"/>
              <a:ea typeface="Arial"/>
              <a:cs typeface="Arial"/>
              <a:sym typeface="Arial"/>
            </a:endParaRPr>
          </a:p>
        </p:txBody>
      </p:sp>
      <p:sp>
        <p:nvSpPr>
          <p:cNvPr id="34" name="Picture Placeholder 33">
            <a:extLst>
              <a:ext uri="{FF2B5EF4-FFF2-40B4-BE49-F238E27FC236}">
                <a16:creationId xmlns:a16="http://schemas.microsoft.com/office/drawing/2014/main" id="{64FCE390-4ACD-3809-FB6E-84FA2E9A8EA8}"/>
              </a:ext>
            </a:extLst>
          </p:cNvPr>
          <p:cNvSpPr>
            <a:spLocks noGrp="1"/>
          </p:cNvSpPr>
          <p:nvPr>
            <p:ph type="pic" sz="quarter" idx="10"/>
          </p:nvPr>
        </p:nvSpPr>
        <p:spPr>
          <a:xfrm>
            <a:off x="6457030" y="3564301"/>
            <a:ext cx="5731795" cy="3298781"/>
          </a:xfrm>
          <a:custGeom>
            <a:avLst/>
            <a:gdLst>
              <a:gd name="connsiteX0" fmla="*/ 3824498 w 5733288"/>
              <a:gd name="connsiteY0" fmla="*/ 0 h 3298781"/>
              <a:gd name="connsiteX1" fmla="*/ 5733288 w 5733288"/>
              <a:gd name="connsiteY1" fmla="*/ 0 h 3298781"/>
              <a:gd name="connsiteX2" fmla="*/ 5733288 w 5733288"/>
              <a:gd name="connsiteY2" fmla="*/ 1358608 h 3298781"/>
              <a:gd name="connsiteX3" fmla="*/ 3792610 w 5733288"/>
              <a:gd name="connsiteY3" fmla="*/ 3298781 h 3298781"/>
              <a:gd name="connsiteX4" fmla="*/ 0 w 5733288"/>
              <a:gd name="connsiteY4" fmla="*/ 3298781 h 3298781"/>
              <a:gd name="connsiteX5" fmla="*/ 2928488 w 5733288"/>
              <a:gd name="connsiteY5" fmla="*/ 371055 h 3298781"/>
              <a:gd name="connsiteX6" fmla="*/ 3824498 w 5733288"/>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3288" h="3298781">
                <a:moveTo>
                  <a:pt x="3824498" y="0"/>
                </a:moveTo>
                <a:lnTo>
                  <a:pt x="5733288" y="0"/>
                </a:lnTo>
                <a:lnTo>
                  <a:pt x="5733288" y="1358608"/>
                </a:lnTo>
                <a:lnTo>
                  <a:pt x="3792610" y="3298781"/>
                </a:lnTo>
                <a:lnTo>
                  <a:pt x="0" y="3298781"/>
                </a:lnTo>
                <a:lnTo>
                  <a:pt x="2928488" y="371055"/>
                </a:lnTo>
                <a:cubicBezTo>
                  <a:pt x="3166144" y="133460"/>
                  <a:pt x="3488446" y="0"/>
                  <a:pt x="3824498" y="0"/>
                </a:cubicBezTo>
                <a:close/>
              </a:path>
            </a:pathLst>
          </a:custGeom>
          <a:solidFill>
            <a:schemeClr val="bg1">
              <a:lumMod val="95000"/>
            </a:schemeClr>
          </a:solidFill>
          <a:ln>
            <a:noFill/>
          </a:ln>
        </p:spPr>
        <p:txBody>
          <a:bodyPr wrap="square" anchor="ctr">
            <a:noAutofit/>
          </a:bodyPr>
          <a:lstStyle>
            <a:lvl1pPr algn="ctr">
              <a:defRPr/>
            </a:lvl1pPr>
          </a:lstStyle>
          <a:p>
            <a:r>
              <a:rPr lang="en-US"/>
              <a:t>Click icon to add picture</a:t>
            </a:r>
            <a:endParaRPr lang="en-US" dirty="0"/>
          </a:p>
        </p:txBody>
      </p:sp>
      <p:sp>
        <p:nvSpPr>
          <p:cNvPr id="40" name="Text Placeholder 39">
            <a:extLst>
              <a:ext uri="{FF2B5EF4-FFF2-40B4-BE49-F238E27FC236}">
                <a16:creationId xmlns:a16="http://schemas.microsoft.com/office/drawing/2014/main" id="{657FDDDA-B96D-D480-4EE8-AB6534C448F1}"/>
              </a:ext>
            </a:extLst>
          </p:cNvPr>
          <p:cNvSpPr>
            <a:spLocks noGrp="1"/>
          </p:cNvSpPr>
          <p:nvPr>
            <p:ph type="body" sz="quarter" idx="12" hasCustomPrompt="1"/>
          </p:nvPr>
        </p:nvSpPr>
        <p:spPr>
          <a:xfrm>
            <a:off x="605484" y="4754564"/>
            <a:ext cx="4814417" cy="387453"/>
          </a:xfrm>
        </p:spPr>
        <p:txBody>
          <a:bodyPr anchor="b"/>
          <a:lstStyle>
            <a:lvl1pPr marL="11110" indent="0">
              <a:tabLst/>
              <a:defRPr sz="1799" b="1">
                <a:latin typeface="+mn-lt"/>
              </a:defRPr>
            </a:lvl1pPr>
            <a:lvl2pPr>
              <a:defRPr sz="1600"/>
            </a:lvl2pPr>
            <a:lvl3pPr>
              <a:defRPr sz="1400"/>
            </a:lvl3pPr>
            <a:lvl4pPr>
              <a:defRPr sz="1200"/>
            </a:lvl4pPr>
            <a:lvl5pPr>
              <a:defRPr sz="1200"/>
            </a:lvl5pPr>
          </a:lstStyle>
          <a:p>
            <a:pPr lvl="0"/>
            <a:r>
              <a:rPr lang="en-GB" dirty="0"/>
              <a:t>First Last</a:t>
            </a:r>
          </a:p>
        </p:txBody>
      </p:sp>
      <p:sp>
        <p:nvSpPr>
          <p:cNvPr id="4" name="Text Placeholder 3">
            <a:extLst>
              <a:ext uri="{FF2B5EF4-FFF2-40B4-BE49-F238E27FC236}">
                <a16:creationId xmlns:a16="http://schemas.microsoft.com/office/drawing/2014/main" id="{5E7AE31D-E7E0-C017-8423-24C823B6E323}"/>
              </a:ext>
            </a:extLst>
          </p:cNvPr>
          <p:cNvSpPr>
            <a:spLocks noGrp="1"/>
          </p:cNvSpPr>
          <p:nvPr>
            <p:ph type="body" sz="quarter" idx="13" hasCustomPrompt="1"/>
          </p:nvPr>
        </p:nvSpPr>
        <p:spPr>
          <a:xfrm>
            <a:off x="9025085" y="412751"/>
            <a:ext cx="2583519" cy="1190624"/>
          </a:xfrm>
          <a:prstGeom prst="roundRect">
            <a:avLst/>
          </a:prstGeom>
          <a:noFill/>
          <a:ln w="31750">
            <a:solidFill>
              <a:schemeClr val="accent2"/>
            </a:solidFill>
          </a:ln>
        </p:spPr>
        <p:txBody>
          <a:bodyPr anchor="ctr"/>
          <a:lstStyle>
            <a:lvl1pPr marL="11110" indent="0" algn="ctr">
              <a:tabLst/>
              <a:defRPr>
                <a:solidFill>
                  <a:schemeClr val="accent2"/>
                </a:solidFill>
                <a:latin typeface="+mn-lt"/>
              </a:defRPr>
            </a:lvl1pPr>
          </a:lstStyle>
          <a:p>
            <a:pPr lvl="0"/>
            <a:r>
              <a:rPr lang="en-US" dirty="0"/>
              <a:t>Add Callout Text</a:t>
            </a:r>
          </a:p>
        </p:txBody>
      </p:sp>
      <p:sp>
        <p:nvSpPr>
          <p:cNvPr id="2" name="Text Placeholder 39">
            <a:extLst>
              <a:ext uri="{FF2B5EF4-FFF2-40B4-BE49-F238E27FC236}">
                <a16:creationId xmlns:a16="http://schemas.microsoft.com/office/drawing/2014/main" id="{70D84C82-3C28-2949-F2F0-9D6FAD519F09}"/>
              </a:ext>
            </a:extLst>
          </p:cNvPr>
          <p:cNvSpPr>
            <a:spLocks noGrp="1"/>
          </p:cNvSpPr>
          <p:nvPr>
            <p:ph type="body" sz="quarter" idx="14" hasCustomPrompt="1"/>
          </p:nvPr>
        </p:nvSpPr>
        <p:spPr>
          <a:xfrm>
            <a:off x="605484" y="5158325"/>
            <a:ext cx="4814417" cy="387453"/>
          </a:xfrm>
        </p:spPr>
        <p:txBody>
          <a:bodyPr/>
          <a:lstStyle>
            <a:lvl1pPr marL="11110" indent="0">
              <a:tabLst/>
              <a:defRPr sz="1400">
                <a:latin typeface="+mn-lt"/>
              </a:defRPr>
            </a:lvl1pPr>
            <a:lvl2pPr>
              <a:defRPr sz="1600"/>
            </a:lvl2pPr>
            <a:lvl3pPr>
              <a:defRPr sz="1400"/>
            </a:lvl3pPr>
            <a:lvl4pPr>
              <a:defRPr sz="1200"/>
            </a:lvl4pPr>
            <a:lvl5pPr>
              <a:defRPr sz="1200"/>
            </a:lvl5pPr>
          </a:lstStyle>
          <a:p>
            <a:pPr lvl="0"/>
            <a:r>
              <a:rPr lang="en-GB" dirty="0"/>
              <a:t>Title, Company</a:t>
            </a:r>
          </a:p>
        </p:txBody>
      </p:sp>
      <p:sp>
        <p:nvSpPr>
          <p:cNvPr id="3" name="Text Placeholder 7">
            <a:extLst>
              <a:ext uri="{FF2B5EF4-FFF2-40B4-BE49-F238E27FC236}">
                <a16:creationId xmlns:a16="http://schemas.microsoft.com/office/drawing/2014/main" id="{2F3E52AD-86BB-94F8-6575-8F8B2238E00F}"/>
              </a:ext>
            </a:extLst>
          </p:cNvPr>
          <p:cNvSpPr>
            <a:spLocks noGrp="1"/>
          </p:cNvSpPr>
          <p:nvPr>
            <p:ph type="body" sz="quarter" idx="16" hasCustomPrompt="1"/>
          </p:nvPr>
        </p:nvSpPr>
        <p:spPr>
          <a:xfrm>
            <a:off x="438911" y="1449388"/>
            <a:ext cx="6568063" cy="3351212"/>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purple parallelograms on the right.” ~200 characters. Arial 24-28pt.</a:t>
            </a:r>
          </a:p>
        </p:txBody>
      </p:sp>
    </p:spTree>
    <p:extLst>
      <p:ext uri="{BB962C8B-B14F-4D97-AF65-F5344CB8AC3E}">
        <p14:creationId xmlns:p14="http://schemas.microsoft.com/office/powerpoint/2010/main" val="722268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Quote – Photo">
    <p:bg>
      <p:bgRef idx="1001">
        <a:schemeClr val="bg1"/>
      </p:bgRef>
    </p:bg>
    <p:spTree>
      <p:nvGrpSpPr>
        <p:cNvPr id="1" name=""/>
        <p:cNvGrpSpPr/>
        <p:nvPr/>
      </p:nvGrpSpPr>
      <p:grpSpPr>
        <a:xfrm>
          <a:off x="0" y="0"/>
          <a:ext cx="0" cy="0"/>
          <a:chOff x="0" y="0"/>
          <a:chExt cx="0" cy="0"/>
        </a:xfrm>
      </p:grpSpPr>
      <p:pic>
        <p:nvPicPr>
          <p:cNvPr id="32" name="Picture 31"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9" name="Rectangle 8">
            <a:extLst>
              <a:ext uri="{FF2B5EF4-FFF2-40B4-BE49-F238E27FC236}">
                <a16:creationId xmlns:a16="http://schemas.microsoft.com/office/drawing/2014/main" id="{39644796-3BE2-09B0-F95D-F4AB56E62FD2}"/>
              </a:ext>
            </a:extLst>
          </p:cNvPr>
          <p:cNvSpPr/>
          <p:nvPr/>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Freeform: Shape 9">
            <a:extLst>
              <a:ext uri="{FF2B5EF4-FFF2-40B4-BE49-F238E27FC236}">
                <a16:creationId xmlns:a16="http://schemas.microsoft.com/office/drawing/2014/main" id="{6DAA0A2E-4B76-3DD4-CF2D-B4E2E491F351}"/>
              </a:ext>
            </a:extLst>
          </p:cNvPr>
          <p:cNvSpPr/>
          <p:nvPr/>
        </p:nvSpPr>
        <p:spPr>
          <a:xfrm>
            <a:off x="6477"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BACD6F3E-7865-E329-FB61-00E1B7D783BB}"/>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4" name="TextBox 3">
            <a:extLst>
              <a:ext uri="{FF2B5EF4-FFF2-40B4-BE49-F238E27FC236}">
                <a16:creationId xmlns:a16="http://schemas.microsoft.com/office/drawing/2014/main" id="{6CBF91FF-526A-910F-03F2-2D4C07A9F111}"/>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5" name="Graphic 8">
            <a:extLst>
              <a:ext uri="{FF2B5EF4-FFF2-40B4-BE49-F238E27FC236}">
                <a16:creationId xmlns:a16="http://schemas.microsoft.com/office/drawing/2014/main" id="{3E09CBA6-627D-2768-152C-A25B87CF790A}"/>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21" name="Freeform 20">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12" name="Freeform 11">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8" name="Text Placeholder 7">
            <a:extLst>
              <a:ext uri="{FF2B5EF4-FFF2-40B4-BE49-F238E27FC236}">
                <a16:creationId xmlns:a16="http://schemas.microsoft.com/office/drawing/2014/main" id="{B6C21BA7-C6D2-446E-8FD2-266107E90C49}"/>
              </a:ext>
            </a:extLst>
          </p:cNvPr>
          <p:cNvSpPr>
            <a:spLocks noGrp="1"/>
          </p:cNvSpPr>
          <p:nvPr>
            <p:ph type="body" sz="quarter" idx="16" hasCustomPrompt="1"/>
          </p:nvPr>
        </p:nvSpPr>
        <p:spPr>
          <a:xfrm>
            <a:off x="438912" y="1600200"/>
            <a:ext cx="4754880"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page with photo showing a building. Click to replace text.”</a:t>
            </a:r>
          </a:p>
        </p:txBody>
      </p:sp>
      <p:sp>
        <p:nvSpPr>
          <p:cNvPr id="11" name="Text Placeholder 10">
            <a:extLst>
              <a:ext uri="{FF2B5EF4-FFF2-40B4-BE49-F238E27FC236}">
                <a16:creationId xmlns:a16="http://schemas.microsoft.com/office/drawing/2014/main" id="{0762CBDD-60C2-443D-88B5-C596896049D8}"/>
              </a:ext>
            </a:extLst>
          </p:cNvPr>
          <p:cNvSpPr>
            <a:spLocks noGrp="1"/>
          </p:cNvSpPr>
          <p:nvPr>
            <p:ph type="body" sz="quarter" idx="17" hasCustomPrompt="1"/>
          </p:nvPr>
        </p:nvSpPr>
        <p:spPr>
          <a:xfrm>
            <a:off x="612648" y="5065776"/>
            <a:ext cx="3591052" cy="674624"/>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5" name="page number">
            <a:extLst>
              <a:ext uri="{FF2B5EF4-FFF2-40B4-BE49-F238E27FC236}">
                <a16:creationId xmlns:a16="http://schemas.microsoft.com/office/drawing/2014/main" id="{65B8D505-D55C-B546-9B33-22157CD80DE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1" name="Picture 30"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33" name="Rectangle 32">
            <a:extLst>
              <a:ext uri="{FF2B5EF4-FFF2-40B4-BE49-F238E27FC236}">
                <a16:creationId xmlns:a16="http://schemas.microsoft.com/office/drawing/2014/main" id="{39644796-3BE2-09B0-F95D-F4AB56E62FD2}"/>
              </a:ext>
            </a:extLst>
          </p:cNvPr>
          <p:cNvSpPr/>
          <p:nvPr/>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4" name="Freeform: Shape 9">
            <a:extLst>
              <a:ext uri="{FF2B5EF4-FFF2-40B4-BE49-F238E27FC236}">
                <a16:creationId xmlns:a16="http://schemas.microsoft.com/office/drawing/2014/main" id="{6DAA0A2E-4B76-3DD4-CF2D-B4E2E491F351}"/>
              </a:ext>
            </a:extLst>
          </p:cNvPr>
          <p:cNvSpPr/>
          <p:nvPr/>
        </p:nvSpPr>
        <p:spPr>
          <a:xfrm>
            <a:off x="0"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3E09CBA6-627D-2768-152C-A25B87CF790A}"/>
              </a:ext>
            </a:extLst>
          </p:cNvPr>
          <p:cNvGrpSpPr/>
          <p:nvPr/>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7" name="page number">
            <a:extLst>
              <a:ext uri="{FF2B5EF4-FFF2-40B4-BE49-F238E27FC236}">
                <a16:creationId xmlns:a16="http://schemas.microsoft.com/office/drawing/2014/main" id="{65B8D505-D55C-B546-9B33-22157CD80DE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17" name="TextBox 16">
            <a:extLst>
              <a:ext uri="{FF2B5EF4-FFF2-40B4-BE49-F238E27FC236}">
                <a16:creationId xmlns:a16="http://schemas.microsoft.com/office/drawing/2014/main" id="{0D3A3CDD-4D8E-3CB0-B95C-B4DE8B5B02E4}"/>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9251778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44365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page number">
            <a:extLst>
              <a:ext uri="{FF2B5EF4-FFF2-40B4-BE49-F238E27FC236}">
                <a16:creationId xmlns:a16="http://schemas.microsoft.com/office/drawing/2014/main" id="{3E0CDC08-EB5B-9EDF-9E9B-61153D5CEEF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870553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solidFill>
                  <a:schemeClr val="accent2"/>
                </a:solidFill>
              </a:defRPr>
            </a:lvl1pPr>
          </a:lstStyle>
          <a:p>
            <a:r>
              <a:rPr lang="en-US"/>
              <a:t>Single Content Layout Click to Add One Line Title</a:t>
            </a: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0"/>
              </a:spcBef>
              <a:defRPr>
                <a:solidFill>
                  <a:schemeClr val="tx1"/>
                </a:solidFill>
              </a:defRPr>
            </a:lvl1pPr>
            <a:lvl2pPr>
              <a:spcBef>
                <a:spcPts val="0"/>
              </a:spcBef>
              <a:buClr>
                <a:schemeClr val="bg2">
                  <a:lumMod val="25000"/>
                </a:schemeClr>
              </a:buClr>
              <a:defRPr>
                <a:solidFill>
                  <a:schemeClr val="tx1"/>
                </a:solidFill>
              </a:defRPr>
            </a:lvl2pPr>
            <a:lvl3pPr>
              <a:spcBef>
                <a:spcPts val="0"/>
              </a:spcBef>
              <a:buClr>
                <a:schemeClr val="bg2">
                  <a:lumMod val="25000"/>
                </a:schemeClr>
              </a:buClr>
              <a:defRPr>
                <a:solidFill>
                  <a:schemeClr val="tx1"/>
                </a:solidFill>
              </a:defRPr>
            </a:lvl3pPr>
            <a:lvl4pPr>
              <a:spcBef>
                <a:spcPts val="0"/>
              </a:spcBef>
              <a:buClr>
                <a:schemeClr val="bg2">
                  <a:lumMod val="25000"/>
                </a:schemeClr>
              </a:buClr>
              <a:defRPr>
                <a:solidFill>
                  <a:schemeClr val="tx1"/>
                </a:solidFill>
              </a:defRPr>
            </a:lvl4pPr>
            <a:lvl5pPr>
              <a:spcBef>
                <a:spcPts val="0"/>
              </a:spcBef>
              <a:buClr>
                <a:schemeClr val="bg2">
                  <a:lumMod val="25000"/>
                </a:schemeClr>
              </a:buClr>
              <a:defRPr>
                <a:solidFill>
                  <a:schemeClr val="tx1"/>
                </a:solidFill>
              </a:defRPr>
            </a:lvl5pPr>
            <a:lvl6pPr>
              <a:buClr>
                <a:schemeClr val="bg2">
                  <a:lumMod val="25000"/>
                </a:schemeClr>
              </a:buClr>
              <a:defRPr>
                <a:solidFill>
                  <a:schemeClr val="bg2">
                    <a:lumMod val="25000"/>
                  </a:schemeClr>
                </a:solidFill>
              </a:defRPr>
            </a:lvl6pPr>
            <a:lvl7pPr>
              <a:defRPr/>
            </a:lvl7pPr>
            <a:lvl8pPr>
              <a:defRPr/>
            </a:lvl8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age number">
            <a:extLst>
              <a:ext uri="{FF2B5EF4-FFF2-40B4-BE49-F238E27FC236}">
                <a16:creationId xmlns:a16="http://schemas.microsoft.com/office/drawing/2014/main" id="{175B5FDB-839C-A941-B264-01387F31F00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6" name="page number">
            <a:extLst>
              <a:ext uri="{FF2B5EF4-FFF2-40B4-BE49-F238E27FC236}">
                <a16:creationId xmlns:a16="http://schemas.microsoft.com/office/drawing/2014/main" id="{175B5FDB-839C-A941-B264-01387F31F00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page number">
            <a:extLst>
              <a:ext uri="{FF2B5EF4-FFF2-40B4-BE49-F238E27FC236}">
                <a16:creationId xmlns:a16="http://schemas.microsoft.com/office/drawing/2014/main" id="{ECED3F6A-3FC7-4431-570C-C0596141380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052947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Content Balance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Content Placeholder 3">
            <a:extLst>
              <a:ext uri="{FF2B5EF4-FFF2-40B4-BE49-F238E27FC236}">
                <a16:creationId xmlns:a16="http://schemas.microsoft.com/office/drawing/2014/main" id="{87AF420A-ED2C-4AD1-A28B-EB26178557DE}"/>
              </a:ext>
            </a:extLst>
          </p:cNvPr>
          <p:cNvSpPr>
            <a:spLocks noGrp="1"/>
          </p:cNvSpPr>
          <p:nvPr>
            <p:ph sz="quarter" idx="17" hasCustomPrompt="1"/>
          </p:nvPr>
        </p:nvSpPr>
        <p:spPr>
          <a:xfrm>
            <a:off x="608013"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hasCustomPrompt="1"/>
          </p:nvPr>
        </p:nvSpPr>
        <p:spPr>
          <a:xfrm>
            <a:off x="6321287"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306FFEC8-099C-484D-841A-7FCB225B189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9" name="page number">
            <a:extLst>
              <a:ext uri="{FF2B5EF4-FFF2-40B4-BE49-F238E27FC236}">
                <a16:creationId xmlns:a16="http://schemas.microsoft.com/office/drawing/2014/main" id="{306FFEC8-099C-484D-841A-7FCB225B189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003734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wo-Content Balanced Color on Right">
    <p:spTree>
      <p:nvGrpSpPr>
        <p:cNvPr id="1" name=""/>
        <p:cNvGrpSpPr/>
        <p:nvPr/>
      </p:nvGrpSpPr>
      <p:grpSpPr>
        <a:xfrm>
          <a:off x="0" y="0"/>
          <a:ext cx="0" cy="0"/>
          <a:chOff x="0" y="0"/>
          <a:chExt cx="0" cy="0"/>
        </a:xfrm>
      </p:grpSpPr>
      <p:sp>
        <p:nvSpPr>
          <p:cNvPr id="72" name="Content Placeholder 17">
            <a:extLst>
              <a:ext uri="{FF2B5EF4-FFF2-40B4-BE49-F238E27FC236}">
                <a16:creationId xmlns:a16="http://schemas.microsoft.com/office/drawing/2014/main" id="{A0456ED3-FDC5-4E29-B939-E35EA08477CA}"/>
              </a:ext>
            </a:extLst>
          </p:cNvPr>
          <p:cNvSpPr>
            <a:spLocks noGrp="1"/>
          </p:cNvSpPr>
          <p:nvPr>
            <p:ph sz="quarter" idx="16" hasCustomPrompt="1"/>
          </p:nvPr>
        </p:nvSpPr>
        <p:spPr bwMode="ltGray">
          <a:xfrm>
            <a:off x="6323381" y="1600201"/>
            <a:ext cx="5865445" cy="4572000"/>
          </a:xfrm>
          <a:solidFill>
            <a:srgbClr val="F4F8FA"/>
          </a:solid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Graphic on Left, Text on Right - Click to Edit</a:t>
            </a:r>
          </a:p>
        </p:txBody>
      </p:sp>
      <p:sp>
        <p:nvSpPr>
          <p:cNvPr id="7" name="page number">
            <a:extLst>
              <a:ext uri="{FF2B5EF4-FFF2-40B4-BE49-F238E27FC236}">
                <a16:creationId xmlns:a16="http://schemas.microsoft.com/office/drawing/2014/main" id="{1727F760-24DE-9A42-B7E9-356D8DC2BDA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CC3C30A-44C0-E837-19B2-6A2DFD1C7D7F}"/>
              </a:ext>
            </a:extLst>
          </p:cNvPr>
          <p:cNvSpPr>
            <a:spLocks noGrp="1"/>
          </p:cNvSpPr>
          <p:nvPr>
            <p:ph sz="quarter" idx="17" hasCustomPrompt="1"/>
          </p:nvPr>
        </p:nvSpPr>
        <p:spPr bwMode="ltGray">
          <a:xfrm>
            <a:off x="0" y="1600201"/>
            <a:ext cx="5893593" cy="4572000"/>
          </a:xfrm>
          <a:no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9" name="page number">
            <a:extLst>
              <a:ext uri="{FF2B5EF4-FFF2-40B4-BE49-F238E27FC236}">
                <a16:creationId xmlns:a16="http://schemas.microsoft.com/office/drawing/2014/main" id="{1727F760-24DE-9A42-B7E9-356D8DC2BDA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068681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wo-Content Balanced Color on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Text on Left, Graphic on Right - Click to Edit</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age number">
            <a:extLst>
              <a:ext uri="{FF2B5EF4-FFF2-40B4-BE49-F238E27FC236}">
                <a16:creationId xmlns:a16="http://schemas.microsoft.com/office/drawing/2014/main" id="{4FD1F5D3-21E9-5341-B48A-48F1E4CF33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7F87D5F-EABF-6E97-FCBB-22D4040C1B63}"/>
              </a:ext>
            </a:extLst>
          </p:cNvPr>
          <p:cNvSpPr>
            <a:spLocks noGrp="1"/>
          </p:cNvSpPr>
          <p:nvPr>
            <p:ph sz="quarter" idx="16" hasCustomPrompt="1"/>
          </p:nvPr>
        </p:nvSpPr>
        <p:spPr bwMode="ltGray">
          <a:xfrm>
            <a:off x="6323381" y="1600201"/>
            <a:ext cx="5865445" cy="4572000"/>
          </a:xfrm>
          <a:no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4" name="Content Placeholder 17">
            <a:extLst>
              <a:ext uri="{FF2B5EF4-FFF2-40B4-BE49-F238E27FC236}">
                <a16:creationId xmlns:a16="http://schemas.microsoft.com/office/drawing/2014/main" id="{CA8AC63D-F94C-D60E-8AB3-9211BDCC455C}"/>
              </a:ext>
            </a:extLst>
          </p:cNvPr>
          <p:cNvSpPr>
            <a:spLocks noGrp="1"/>
          </p:cNvSpPr>
          <p:nvPr>
            <p:ph sz="quarter" idx="17" hasCustomPrompt="1"/>
          </p:nvPr>
        </p:nvSpPr>
        <p:spPr bwMode="ltGray">
          <a:xfrm>
            <a:off x="0" y="1600201"/>
            <a:ext cx="5893593" cy="4572000"/>
          </a:xfrm>
          <a:solidFill>
            <a:srgbClr val="F4F8FA"/>
          </a:solid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4FD1F5D3-21E9-5341-B48A-48F1E4CF33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283419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A1FE0B-90B1-4BED-9AA5-6DC9F6424E67}"/>
              </a:ext>
            </a:extLst>
          </p:cNvPr>
          <p:cNvSpPr>
            <a:spLocks noGrp="1"/>
          </p:cNvSpPr>
          <p:nvPr>
            <p:ph type="title" hasCustomPrompt="1"/>
          </p:nvPr>
        </p:nvSpPr>
        <p:spPr/>
        <p:txBody>
          <a:bodyPr/>
          <a:lstStyle>
            <a:lvl1pPr>
              <a:defRPr>
                <a:solidFill>
                  <a:schemeClr val="accent2"/>
                </a:solidFill>
              </a:defRPr>
            </a:lvl1pPr>
          </a:lstStyle>
          <a:p>
            <a:r>
              <a:rPr lang="en-US"/>
              <a:t>Two-content Text Comparison Layout</a:t>
            </a:r>
          </a:p>
        </p:txBody>
      </p:sp>
      <p:sp>
        <p:nvSpPr>
          <p:cNvPr id="13" name="Subtitle 2">
            <a:extLst>
              <a:ext uri="{FF2B5EF4-FFF2-40B4-BE49-F238E27FC236}">
                <a16:creationId xmlns:a16="http://schemas.microsoft.com/office/drawing/2014/main" id="{D541C7AA-97CA-4F96-9506-F144DA2CD8E2}"/>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1" name="Text Placeholder 4">
            <a:extLst>
              <a:ext uri="{FF2B5EF4-FFF2-40B4-BE49-F238E27FC236}">
                <a16:creationId xmlns:a16="http://schemas.microsoft.com/office/drawing/2014/main" id="{9E550D89-51A7-894E-88FB-394F3178F2EC}"/>
              </a:ext>
            </a:extLst>
          </p:cNvPr>
          <p:cNvSpPr>
            <a:spLocks noGrp="1"/>
          </p:cNvSpPr>
          <p:nvPr>
            <p:ph type="body" sz="quarter" idx="17" hasCustomPrompt="1"/>
          </p:nvPr>
        </p:nvSpPr>
        <p:spPr bwMode="gray">
          <a:xfrm>
            <a:off x="592866" y="1600202"/>
            <a:ext cx="5287234" cy="875370"/>
          </a:xfrm>
          <a:noFill/>
        </p:spPr>
        <p:txBody>
          <a:bodyPr vert="horz" lIns="0" tIns="91440" rIns="457200" bIns="91440" rtlCol="0" anchor="b">
            <a:noAutofit/>
          </a:bodyPr>
          <a:lstStyle>
            <a:lvl1pPr>
              <a:defRPr lang="en-US" dirty="0">
                <a:solidFill>
                  <a:schemeClr val="accent2"/>
                </a:solidFill>
              </a:defRPr>
            </a:lvl1pPr>
          </a:lstStyle>
          <a:p>
            <a:pPr lvl="0"/>
            <a:r>
              <a:rPr lang="en-US"/>
              <a:t>Click to add header </a:t>
            </a:r>
          </a:p>
        </p:txBody>
      </p:sp>
      <p:sp>
        <p:nvSpPr>
          <p:cNvPr id="14" name="Rectangle 13">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Content Placeholder 17">
            <a:extLst>
              <a:ext uri="{FF2B5EF4-FFF2-40B4-BE49-F238E27FC236}">
                <a16:creationId xmlns:a16="http://schemas.microsoft.com/office/drawing/2014/main" id="{0170DFD5-97D2-3349-AE52-EB22861A6880}"/>
              </a:ext>
            </a:extLst>
          </p:cNvPr>
          <p:cNvSpPr>
            <a:spLocks noGrp="1"/>
          </p:cNvSpPr>
          <p:nvPr>
            <p:ph sz="quarter" idx="14" hasCustomPrompt="1"/>
          </p:nvPr>
        </p:nvSpPr>
        <p:spPr bwMode="gray">
          <a:xfrm>
            <a:off x="592865" y="2621020"/>
            <a:ext cx="5315794" cy="3544027"/>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961E082F-F30B-BC46-BB99-CA9B65C08128}"/>
              </a:ext>
            </a:extLst>
          </p:cNvPr>
          <p:cNvSpPr>
            <a:spLocks noGrp="1"/>
          </p:cNvSpPr>
          <p:nvPr>
            <p:ph type="body" sz="quarter" idx="18" hasCustomPrompt="1"/>
          </p:nvPr>
        </p:nvSpPr>
        <p:spPr bwMode="gray">
          <a:xfrm>
            <a:off x="6308726" y="1600202"/>
            <a:ext cx="5287234" cy="875370"/>
          </a:xfrm>
          <a:noFill/>
        </p:spPr>
        <p:txBody>
          <a:bodyPr vert="horz" lIns="0" tIns="91440" rIns="457200" bIns="91440" rtlCol="0" anchor="b">
            <a:noAutofit/>
          </a:bodyPr>
          <a:lstStyle>
            <a:lvl1pPr>
              <a:defRPr lang="en-US" sz="2000">
                <a:solidFill>
                  <a:schemeClr val="accent4"/>
                </a:solidFill>
              </a:defRPr>
            </a:lvl1pPr>
          </a:lstStyle>
          <a:p>
            <a:pPr lvl="0"/>
            <a:r>
              <a:rPr lang="en-US"/>
              <a:t>Click to add header </a:t>
            </a:r>
          </a:p>
        </p:txBody>
      </p:sp>
      <p:sp>
        <p:nvSpPr>
          <p:cNvPr id="16" name="Rectangle 15">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9" name="Content Placeholder 17">
            <a:extLst>
              <a:ext uri="{FF2B5EF4-FFF2-40B4-BE49-F238E27FC236}">
                <a16:creationId xmlns:a16="http://schemas.microsoft.com/office/drawing/2014/main" id="{3EE56D9F-2DF2-4F43-A13A-4844DFE465AC}"/>
              </a:ext>
            </a:extLst>
          </p:cNvPr>
          <p:cNvSpPr>
            <a:spLocks noGrp="1"/>
          </p:cNvSpPr>
          <p:nvPr>
            <p:ph sz="quarter" idx="16" hasCustomPrompt="1"/>
          </p:nvPr>
        </p:nvSpPr>
        <p:spPr bwMode="gray">
          <a:xfrm>
            <a:off x="6308143" y="2621280"/>
            <a:ext cx="5287234" cy="3575124"/>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2" name="page number">
            <a:extLst>
              <a:ext uri="{FF2B5EF4-FFF2-40B4-BE49-F238E27FC236}">
                <a16:creationId xmlns:a16="http://schemas.microsoft.com/office/drawing/2014/main" id="{3E816477-50B7-9248-BE5F-B9062610CEE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7" name="Rectangle 16">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8" name="Rectangle 17">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9" name="page number">
            <a:extLst>
              <a:ext uri="{FF2B5EF4-FFF2-40B4-BE49-F238E27FC236}">
                <a16:creationId xmlns:a16="http://schemas.microsoft.com/office/drawing/2014/main" id="{3E816477-50B7-9248-BE5F-B9062610CEE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280517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hree-Content 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F2C94F-DA57-4BDB-8E5C-E4A0C7522314}"/>
              </a:ext>
            </a:extLst>
          </p:cNvPr>
          <p:cNvSpPr>
            <a:spLocks noGrp="1"/>
          </p:cNvSpPr>
          <p:nvPr>
            <p:ph type="title" hasCustomPrompt="1"/>
          </p:nvPr>
        </p:nvSpPr>
        <p:spPr/>
        <p:txBody>
          <a:bodyPr/>
          <a:lstStyle>
            <a:lvl1pPr>
              <a:defRPr>
                <a:solidFill>
                  <a:schemeClr val="accent2"/>
                </a:solidFill>
              </a:defRPr>
            </a:lvl1pPr>
          </a:lstStyle>
          <a:p>
            <a:r>
              <a:rPr lang="en-US"/>
              <a:t>Three-content Layout – Three Horizontal Text Boxes</a:t>
            </a:r>
          </a:p>
        </p:txBody>
      </p:sp>
      <p:sp>
        <p:nvSpPr>
          <p:cNvPr id="13" name="Subtitle 2">
            <a:extLst>
              <a:ext uri="{FF2B5EF4-FFF2-40B4-BE49-F238E27FC236}">
                <a16:creationId xmlns:a16="http://schemas.microsoft.com/office/drawing/2014/main" id="{FC59F98B-A991-4DEC-A409-289E778CB84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4" name="Text Placeholder 3">
            <a:extLst>
              <a:ext uri="{FF2B5EF4-FFF2-40B4-BE49-F238E27FC236}">
                <a16:creationId xmlns:a16="http://schemas.microsoft.com/office/drawing/2014/main" id="{E0956C27-3D46-7745-A4A9-42842784C100}"/>
              </a:ext>
            </a:extLst>
          </p:cNvPr>
          <p:cNvSpPr>
            <a:spLocks noGrp="1"/>
          </p:cNvSpPr>
          <p:nvPr>
            <p:ph type="body" sz="quarter" idx="28" hasCustomPrompt="1"/>
          </p:nvPr>
        </p:nvSpPr>
        <p:spPr>
          <a:xfrm>
            <a:off x="592866" y="1600200"/>
            <a:ext cx="3593592" cy="914400"/>
          </a:xfrm>
          <a:noFill/>
        </p:spPr>
        <p:txBody>
          <a:bodyPr lIns="0" tIns="91440" rIns="182880" bIns="91440" anchor="b"/>
          <a:lstStyle>
            <a:lvl1pPr>
              <a:defRPr sz="1800">
                <a:solidFill>
                  <a:schemeClr val="accent2"/>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7" name="Rectangle 26">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Text Placeholder 3">
            <a:extLst>
              <a:ext uri="{FF2B5EF4-FFF2-40B4-BE49-F238E27FC236}">
                <a16:creationId xmlns:a16="http://schemas.microsoft.com/office/drawing/2014/main" id="{88975597-2DC5-4748-87A2-37C22D522B0B}"/>
              </a:ext>
            </a:extLst>
          </p:cNvPr>
          <p:cNvSpPr>
            <a:spLocks noGrp="1"/>
          </p:cNvSpPr>
          <p:nvPr>
            <p:ph type="body" sz="quarter" idx="26" hasCustomPrompt="1"/>
          </p:nvPr>
        </p:nvSpPr>
        <p:spPr>
          <a:xfrm>
            <a:off x="4297616" y="1600200"/>
            <a:ext cx="3593592" cy="914400"/>
          </a:xfrm>
          <a:noFill/>
        </p:spPr>
        <p:txBody>
          <a:bodyPr lIns="0" tIns="91440" rIns="182880" bIns="91440" anchor="b"/>
          <a:lstStyle>
            <a:lvl1pPr>
              <a:defRPr sz="1800">
                <a:solidFill>
                  <a:schemeClr val="accent3"/>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5" name="Text Placeholder 3">
            <a:extLst>
              <a:ext uri="{FF2B5EF4-FFF2-40B4-BE49-F238E27FC236}">
                <a16:creationId xmlns:a16="http://schemas.microsoft.com/office/drawing/2014/main" id="{F48BF931-C509-8F46-8576-3656F9F4BA19}"/>
              </a:ext>
            </a:extLst>
          </p:cNvPr>
          <p:cNvSpPr>
            <a:spLocks noGrp="1"/>
          </p:cNvSpPr>
          <p:nvPr>
            <p:ph type="body" sz="quarter" idx="23" hasCustomPrompt="1"/>
          </p:nvPr>
        </p:nvSpPr>
        <p:spPr>
          <a:xfrm>
            <a:off x="8001859" y="1600200"/>
            <a:ext cx="3593592" cy="914400"/>
          </a:xfrm>
          <a:noFill/>
        </p:spPr>
        <p:txBody>
          <a:bodyPr lIns="0" tIns="91440" rIns="182880" bIns="91440" anchor="b"/>
          <a:lstStyle>
            <a:lvl1pPr>
              <a:defRPr sz="1800">
                <a:solidFill>
                  <a:schemeClr val="accent4"/>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9" name="Rectangle 28">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page number">
            <a:extLst>
              <a:ext uri="{FF2B5EF4-FFF2-40B4-BE49-F238E27FC236}">
                <a16:creationId xmlns:a16="http://schemas.microsoft.com/office/drawing/2014/main" id="{7788490C-B63E-8E46-A9C1-9CF865F7FA57}"/>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Text Placeholder 6">
            <a:extLst>
              <a:ext uri="{FF2B5EF4-FFF2-40B4-BE49-F238E27FC236}">
                <a16:creationId xmlns:a16="http://schemas.microsoft.com/office/drawing/2014/main" id="{34AF0ECF-E71C-8AC9-36B9-29CB570B16D7}"/>
              </a:ext>
            </a:extLst>
          </p:cNvPr>
          <p:cNvSpPr>
            <a:spLocks noGrp="1"/>
          </p:cNvSpPr>
          <p:nvPr>
            <p:ph type="body" sz="quarter" idx="29"/>
          </p:nvPr>
        </p:nvSpPr>
        <p:spPr>
          <a:xfrm>
            <a:off x="59286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6">
            <a:extLst>
              <a:ext uri="{FF2B5EF4-FFF2-40B4-BE49-F238E27FC236}">
                <a16:creationId xmlns:a16="http://schemas.microsoft.com/office/drawing/2014/main" id="{D43B6B0E-4AB9-6144-29E4-820FC763DE97}"/>
              </a:ext>
            </a:extLst>
          </p:cNvPr>
          <p:cNvSpPr>
            <a:spLocks noGrp="1"/>
          </p:cNvSpPr>
          <p:nvPr>
            <p:ph type="body" sz="quarter" idx="30"/>
          </p:nvPr>
        </p:nvSpPr>
        <p:spPr>
          <a:xfrm>
            <a:off x="429761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FEE5625D-A2F8-6592-7C13-07EAF5CBBC33}"/>
              </a:ext>
            </a:extLst>
          </p:cNvPr>
          <p:cNvSpPr>
            <a:spLocks noGrp="1"/>
          </p:cNvSpPr>
          <p:nvPr>
            <p:ph type="body" sz="quarter" idx="31"/>
          </p:nvPr>
        </p:nvSpPr>
        <p:spPr>
          <a:xfrm>
            <a:off x="8001859"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6" name="Rectangle 15">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7" name="page number">
            <a:extLst>
              <a:ext uri="{FF2B5EF4-FFF2-40B4-BE49-F238E27FC236}">
                <a16:creationId xmlns:a16="http://schemas.microsoft.com/office/drawing/2014/main" id="{7788490C-B63E-8E46-A9C1-9CF865F7FA57}"/>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8" name="Rectangle 17">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3552604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Dynamic –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46AD2E-9306-49E7-A98B-7D26E458C2B2}"/>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Left, Text/Graphic on Right</a:t>
            </a:r>
          </a:p>
        </p:txBody>
      </p:sp>
      <p:sp>
        <p:nvSpPr>
          <p:cNvPr id="14" name="Subtitle 2">
            <a:extLst>
              <a:ext uri="{FF2B5EF4-FFF2-40B4-BE49-F238E27FC236}">
                <a16:creationId xmlns:a16="http://schemas.microsoft.com/office/drawing/2014/main" id="{551435C2-3F7C-4835-8DB0-71E2C00537CF}"/>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Rectangle 6">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830FD232-93CB-4B54-A933-93C11B099F7A}"/>
              </a:ext>
            </a:extLst>
          </p:cNvPr>
          <p:cNvSpPr>
            <a:spLocks noGrp="1"/>
          </p:cNvSpPr>
          <p:nvPr>
            <p:ph type="body" sz="quarter" idx="20" hasCustomPrompt="1"/>
          </p:nvPr>
        </p:nvSpPr>
        <p:spPr>
          <a:xfrm>
            <a:off x="0"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577AE2CA-1B34-4F04-BD7F-F624F20E94FB}"/>
              </a:ext>
            </a:extLst>
          </p:cNvPr>
          <p:cNvSpPr>
            <a:spLocks noGrp="1"/>
          </p:cNvSpPr>
          <p:nvPr>
            <p:ph sz="quarter" idx="19" hasCustomPrompt="1"/>
          </p:nvPr>
        </p:nvSpPr>
        <p:spPr>
          <a:xfrm>
            <a:off x="3351213" y="1609531"/>
            <a:ext cx="8229600" cy="4572000"/>
          </a:xfrm>
        </p:spPr>
        <p:txBody>
          <a:bodyPr vert="horz" lIns="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1A93E906-C928-C345-B032-1F5C677FAEDD}"/>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9" name="Rectangle 8">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1A93E906-C928-C345-B032-1F5C677FAEDD}"/>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403892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ntent Dynamic –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2A934A-AC6B-460C-9C93-B13CF6B6263F}"/>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Right, Text/Graphic on Left</a:t>
            </a:r>
          </a:p>
        </p:txBody>
      </p:sp>
      <p:sp>
        <p:nvSpPr>
          <p:cNvPr id="14" name="Subtitle 2">
            <a:extLst>
              <a:ext uri="{FF2B5EF4-FFF2-40B4-BE49-F238E27FC236}">
                <a16:creationId xmlns:a16="http://schemas.microsoft.com/office/drawing/2014/main" id="{F6F5131D-84AE-4294-83A1-243FE1C81A8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page number">
            <a:extLst>
              <a:ext uri="{FF2B5EF4-FFF2-40B4-BE49-F238E27FC236}">
                <a16:creationId xmlns:a16="http://schemas.microsoft.com/office/drawing/2014/main" id="{EA3FFB13-8625-D245-BD64-AAC7CCCB5B6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CEB93DEE-AB9E-C81E-DF9C-D1BE09F22E09}"/>
              </a:ext>
            </a:extLst>
          </p:cNvPr>
          <p:cNvSpPr>
            <a:spLocks noGrp="1"/>
          </p:cNvSpPr>
          <p:nvPr>
            <p:ph type="body" sz="quarter" idx="20" hasCustomPrompt="1"/>
          </p:nvPr>
        </p:nvSpPr>
        <p:spPr>
          <a:xfrm>
            <a:off x="9294812"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10">
            <a:extLst>
              <a:ext uri="{FF2B5EF4-FFF2-40B4-BE49-F238E27FC236}">
                <a16:creationId xmlns:a16="http://schemas.microsoft.com/office/drawing/2014/main" id="{DC18C6BC-2416-B51C-F45A-9BCC874B47ED}"/>
              </a:ext>
            </a:extLst>
          </p:cNvPr>
          <p:cNvSpPr>
            <a:spLocks noGrp="1"/>
          </p:cNvSpPr>
          <p:nvPr>
            <p:ph sz="quarter" idx="19" hasCustomPrompt="1"/>
          </p:nvPr>
        </p:nvSpPr>
        <p:spPr>
          <a:xfrm>
            <a:off x="0" y="1609531"/>
            <a:ext cx="8229600" cy="4572000"/>
          </a:xfrm>
        </p:spPr>
        <p:txBody>
          <a:bodyPr vert="horz" lIns="59436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EA3FFB13-8625-D245-BD64-AAC7CCCB5B6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0" name="Rectangle 9">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1195819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iagram with Content on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solidFill>
                  <a:schemeClr val="accent2"/>
                </a:solidFill>
              </a:defRPr>
            </a:lvl1pPr>
          </a:lstStyle>
          <a:p>
            <a:r>
              <a:rPr lang="en-US"/>
              <a:t>Diagram with Content</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7" name="Rectangle 6">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0413" y="1600200"/>
            <a:ext cx="3808412" cy="4572000"/>
          </a:xfrm>
        </p:spPr>
        <p:txBody>
          <a:bodyPr tIns="457200" rIns="594360" bIns="457200"/>
          <a:lstStyle>
            <a:lvl1pPr>
              <a:defRPr sz="1600">
                <a:solidFill>
                  <a:schemeClr val="accent2"/>
                </a:solidFill>
              </a:defRPr>
            </a:lvl1pPr>
            <a:lvl2pPr>
              <a:buClr>
                <a:schemeClr val="accent2"/>
              </a:buClr>
              <a:defRPr sz="1400">
                <a:solidFill>
                  <a:schemeClr val="accent2"/>
                </a:solidFill>
              </a:defRPr>
            </a:lvl2pPr>
            <a:lvl3pPr>
              <a:buClr>
                <a:schemeClr val="accent2"/>
              </a:buClr>
              <a:defRPr sz="1200">
                <a:solidFill>
                  <a:schemeClr val="accent2"/>
                </a:solidFill>
              </a:defRPr>
            </a:lvl3pPr>
            <a:lvl4pPr>
              <a:buClr>
                <a:schemeClr val="accent2"/>
              </a:buClr>
              <a:defRPr sz="1100">
                <a:solidFill>
                  <a:schemeClr val="accent2"/>
                </a:solidFill>
              </a:defRPr>
            </a:lvl4pPr>
            <a:lvl5pPr>
              <a:buClr>
                <a:schemeClr val="accent2"/>
              </a:buClr>
              <a:defRPr sz="1100">
                <a:solidFill>
                  <a:schemeClr val="accent2"/>
                </a:solidFill>
              </a:defRPr>
            </a:lvl5pPr>
            <a:lvl6pPr>
              <a:buClr>
                <a:schemeClr val="accent2"/>
              </a:buClr>
              <a:defRPr sz="1100">
                <a:solidFill>
                  <a:schemeClr val="accent2"/>
                </a:solidFill>
              </a:defRPr>
            </a:lvl6pPr>
            <a:lvl7pPr>
              <a:buClr>
                <a:schemeClr val="accent2"/>
              </a:buClr>
              <a:defRPr sz="1100">
                <a:solidFill>
                  <a:schemeClr val="accent2"/>
                </a:solidFill>
              </a:defRPr>
            </a:lvl7pPr>
            <a:lvl8pPr>
              <a:buClr>
                <a:schemeClr val="accent2"/>
              </a:buClr>
              <a:defRPr sz="1100">
                <a:solidFill>
                  <a:schemeClr val="accent2"/>
                </a:solidFill>
              </a:defRPr>
            </a:lvl8pPr>
            <a:lvl9pPr>
              <a:buClr>
                <a:schemeClr val="accent2"/>
              </a:buClr>
              <a:defRPr sz="1100">
                <a:solidFill>
                  <a:schemeClr val="accent2"/>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page number">
            <a:extLst>
              <a:ext uri="{FF2B5EF4-FFF2-40B4-BE49-F238E27FC236}">
                <a16:creationId xmlns:a16="http://schemas.microsoft.com/office/drawing/2014/main" id="{0D34A4A0-0C07-994F-9539-A07F4B06F18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C05F02B7-B99F-8424-E971-B7478FAB40DE}"/>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dirty="0"/>
              <a:t>NOTE: This is intended for a diagram only.</a:t>
            </a:r>
            <a:br>
              <a:rPr lang="en-US" dirty="0"/>
            </a:br>
            <a:r>
              <a:rPr lang="en-US" dirty="0"/>
              <a:t>Not recommended to add text here, as it’s not formatted for it. </a:t>
            </a:r>
          </a:p>
        </p:txBody>
      </p:sp>
      <p:sp>
        <p:nvSpPr>
          <p:cNvPr id="8" name="Rectangle 7">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0D34A4A0-0C07-994F-9539-A07F4B06F18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156647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Diagram with Outcome, Benefi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15888C-CFB4-4BEC-9B94-46E698DFC481}"/>
              </a:ext>
            </a:extLst>
          </p:cNvPr>
          <p:cNvSpPr>
            <a:spLocks noGrp="1"/>
          </p:cNvSpPr>
          <p:nvPr>
            <p:ph type="title" hasCustomPrompt="1"/>
          </p:nvPr>
        </p:nvSpPr>
        <p:spPr/>
        <p:txBody>
          <a:bodyPr wrap="none"/>
          <a:lstStyle>
            <a:lvl1pPr>
              <a:defRPr>
                <a:solidFill>
                  <a:schemeClr val="accent2"/>
                </a:solidFill>
              </a:defRPr>
            </a:lvl1pPr>
          </a:lstStyle>
          <a:p>
            <a:r>
              <a:rPr lang="en-US"/>
              <a:t>Diagram with Outcome/Benefit Content</a:t>
            </a:r>
          </a:p>
        </p:txBody>
      </p:sp>
      <p:sp>
        <p:nvSpPr>
          <p:cNvPr id="19" name="Subtitle 2">
            <a:extLst>
              <a:ext uri="{FF2B5EF4-FFF2-40B4-BE49-F238E27FC236}">
                <a16:creationId xmlns:a16="http://schemas.microsoft.com/office/drawing/2014/main" id="{E9D6A872-88BD-4DFC-AFFD-1E9BEEB6533B}"/>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38" name="Straight Connector 137">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9005EB21-86C3-42EF-BFE7-549D9EA3645A}"/>
              </a:ext>
            </a:extLst>
          </p:cNvPr>
          <p:cNvSpPr>
            <a:spLocks noGrp="1"/>
          </p:cNvSpPr>
          <p:nvPr>
            <p:ph type="body" sz="quarter" idx="17" hasCustomPrompt="1"/>
          </p:nvPr>
        </p:nvSpPr>
        <p:spPr>
          <a:xfrm>
            <a:off x="8380413" y="1699688"/>
            <a:ext cx="3200400" cy="298450"/>
          </a:xfrm>
        </p:spPr>
        <p:txBody>
          <a:bodyPr anchor="b"/>
          <a:lstStyle>
            <a:lvl1pPr>
              <a:defRPr sz="1800">
                <a:solidFill>
                  <a:schemeClr val="accent2"/>
                </a:solidFill>
              </a:defRPr>
            </a:lvl1pPr>
            <a:lvl5pPr>
              <a:defRPr/>
            </a:lvl5pPr>
          </a:lstStyle>
          <a:p>
            <a:pPr lvl="0"/>
            <a:r>
              <a:rPr lang="en-US"/>
              <a:t>Outcome</a:t>
            </a:r>
          </a:p>
        </p:txBody>
      </p:sp>
      <p:sp>
        <p:nvSpPr>
          <p:cNvPr id="4" name="Text Placeholder 3">
            <a:extLst>
              <a:ext uri="{FF2B5EF4-FFF2-40B4-BE49-F238E27FC236}">
                <a16:creationId xmlns:a16="http://schemas.microsoft.com/office/drawing/2014/main" id="{A8781D19-2DDB-4D83-983D-3D159A7DE7C0}"/>
              </a:ext>
            </a:extLst>
          </p:cNvPr>
          <p:cNvSpPr>
            <a:spLocks noGrp="1"/>
          </p:cNvSpPr>
          <p:nvPr>
            <p:ph type="body" sz="quarter" idx="20" hasCustomPrompt="1"/>
          </p:nvPr>
        </p:nvSpPr>
        <p:spPr>
          <a:xfrm>
            <a:off x="8378825" y="2063048"/>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dirty="0"/>
              <a:t>Click to add text</a:t>
            </a:r>
          </a:p>
          <a:p>
            <a:pPr lvl="1"/>
            <a:r>
              <a:rPr lang="en-US" dirty="0"/>
              <a:t>Second level</a:t>
            </a:r>
          </a:p>
          <a:p>
            <a:pPr lvl="2"/>
            <a:r>
              <a:rPr lang="en-US" dirty="0"/>
              <a:t>Third level</a:t>
            </a:r>
          </a:p>
        </p:txBody>
      </p:sp>
      <p:cxnSp>
        <p:nvCxnSpPr>
          <p:cNvPr id="75" name="Straight Connector 74">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 Placeholder 6">
            <a:extLst>
              <a:ext uri="{FF2B5EF4-FFF2-40B4-BE49-F238E27FC236}">
                <a16:creationId xmlns:a16="http://schemas.microsoft.com/office/drawing/2014/main" id="{0D0977FA-A4CA-4F1F-8109-D7498D165EDD}"/>
              </a:ext>
            </a:extLst>
          </p:cNvPr>
          <p:cNvSpPr>
            <a:spLocks noGrp="1"/>
          </p:cNvSpPr>
          <p:nvPr>
            <p:ph type="body" sz="quarter" idx="19" hasCustomPrompt="1"/>
          </p:nvPr>
        </p:nvSpPr>
        <p:spPr>
          <a:xfrm>
            <a:off x="8380413" y="3972469"/>
            <a:ext cx="3200400" cy="298450"/>
          </a:xfrm>
        </p:spPr>
        <p:txBody>
          <a:bodyPr anchor="b"/>
          <a:lstStyle>
            <a:lvl1pPr>
              <a:defRPr sz="1800">
                <a:solidFill>
                  <a:schemeClr val="accent4"/>
                </a:solidFill>
              </a:defRPr>
            </a:lvl1pPr>
            <a:lvl5pPr>
              <a:defRPr/>
            </a:lvl5pPr>
          </a:lstStyle>
          <a:p>
            <a:pPr lvl="0"/>
            <a:r>
              <a:rPr lang="en-US"/>
              <a:t>Benefit</a:t>
            </a:r>
          </a:p>
        </p:txBody>
      </p:sp>
      <p:sp>
        <p:nvSpPr>
          <p:cNvPr id="16" name="Text Placeholder 3">
            <a:extLst>
              <a:ext uri="{FF2B5EF4-FFF2-40B4-BE49-F238E27FC236}">
                <a16:creationId xmlns:a16="http://schemas.microsoft.com/office/drawing/2014/main" id="{BB1458BF-96C1-46C6-A67F-AD0FB4B4E5C0}"/>
              </a:ext>
            </a:extLst>
          </p:cNvPr>
          <p:cNvSpPr>
            <a:spLocks noGrp="1"/>
          </p:cNvSpPr>
          <p:nvPr>
            <p:ph type="body" sz="quarter" idx="21" hasCustomPrompt="1"/>
          </p:nvPr>
        </p:nvSpPr>
        <p:spPr>
          <a:xfrm>
            <a:off x="8378825" y="4347904"/>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a:t>Click to add text</a:t>
            </a:r>
          </a:p>
          <a:p>
            <a:pPr lvl="1"/>
            <a:r>
              <a:rPr lang="en-US"/>
              <a:t>Second level</a:t>
            </a:r>
          </a:p>
          <a:p>
            <a:pPr lvl="2"/>
            <a:r>
              <a:rPr lang="en-US"/>
              <a:t>Third level</a:t>
            </a:r>
          </a:p>
        </p:txBody>
      </p:sp>
      <p:sp>
        <p:nvSpPr>
          <p:cNvPr id="13" name="page number">
            <a:extLst>
              <a:ext uri="{FF2B5EF4-FFF2-40B4-BE49-F238E27FC236}">
                <a16:creationId xmlns:a16="http://schemas.microsoft.com/office/drawing/2014/main" id="{2520CB7B-27A1-0749-95BA-681D8A0535D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81258617-CE72-E542-2E67-9B2874ED90B7}"/>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NOTE: This is intended for a diagram only.</a:t>
            </a:r>
            <a:br>
              <a:rPr lang="en-US"/>
            </a:br>
            <a:r>
              <a:rPr lang="en-US"/>
              <a:t>Not recommended to add text here, as it’s not formatted for it. </a:t>
            </a:r>
          </a:p>
        </p:txBody>
      </p:sp>
      <p:cxnSp>
        <p:nvCxnSpPr>
          <p:cNvPr id="12" name="Straight Connector 11">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page number">
            <a:extLst>
              <a:ext uri="{FF2B5EF4-FFF2-40B4-BE49-F238E27FC236}">
                <a16:creationId xmlns:a16="http://schemas.microsoft.com/office/drawing/2014/main" id="{2520CB7B-27A1-0749-95BA-681D8A0535D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300543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ustomer Success">
    <p:spTree>
      <p:nvGrpSpPr>
        <p:cNvPr id="1" name=""/>
        <p:cNvGrpSpPr/>
        <p:nvPr/>
      </p:nvGrpSpPr>
      <p:grpSpPr>
        <a:xfrm>
          <a:off x="0" y="0"/>
          <a:ext cx="0" cy="0"/>
          <a:chOff x="0" y="0"/>
          <a:chExt cx="0" cy="0"/>
        </a:xfrm>
      </p:grpSpPr>
      <p:sp>
        <p:nvSpPr>
          <p:cNvPr id="53" name="Title 1">
            <a:extLst>
              <a:ext uri="{FF2B5EF4-FFF2-40B4-BE49-F238E27FC236}">
                <a16:creationId xmlns:a16="http://schemas.microsoft.com/office/drawing/2014/main" id="{05E46EAA-9D16-0D47-AF18-92C449033DAC}"/>
              </a:ext>
            </a:extLst>
          </p:cNvPr>
          <p:cNvSpPr>
            <a:spLocks noGrp="1"/>
          </p:cNvSpPr>
          <p:nvPr>
            <p:ph type="title" hasCustomPrompt="1"/>
          </p:nvPr>
        </p:nvSpPr>
        <p:spPr>
          <a:xfrm>
            <a:off x="579809" y="412751"/>
            <a:ext cx="11001004" cy="381000"/>
          </a:xfrm>
        </p:spPr>
        <p:txBody>
          <a:bodyPr/>
          <a:lstStyle>
            <a:lvl1pPr>
              <a:defRPr>
                <a:solidFill>
                  <a:schemeClr val="accent2"/>
                </a:solidFill>
              </a:defRPr>
            </a:lvl1pPr>
          </a:lstStyle>
          <a:p>
            <a:r>
              <a:rPr lang="en-US"/>
              <a:t>Customer Success – add Company Name here</a:t>
            </a:r>
          </a:p>
        </p:txBody>
      </p:sp>
      <p:sp>
        <p:nvSpPr>
          <p:cNvPr id="52" name="Subtitle 2">
            <a:extLst>
              <a:ext uri="{FF2B5EF4-FFF2-40B4-BE49-F238E27FC236}">
                <a16:creationId xmlns:a16="http://schemas.microsoft.com/office/drawing/2014/main" id="{CEFD99AC-6466-F04E-8E45-7EEEEA01BA6C}"/>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the highlighted business impact</a:t>
            </a:r>
          </a:p>
        </p:txBody>
      </p:sp>
      <p:cxnSp>
        <p:nvCxnSpPr>
          <p:cNvPr id="30" name="Straight Connector 29">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Content Placeholder 17">
            <a:extLst>
              <a:ext uri="{FF2B5EF4-FFF2-40B4-BE49-F238E27FC236}">
                <a16:creationId xmlns:a16="http://schemas.microsoft.com/office/drawing/2014/main" id="{767C0863-B9D1-344E-A978-CD49E9400F6F}"/>
              </a:ext>
            </a:extLst>
          </p:cNvPr>
          <p:cNvSpPr>
            <a:spLocks noGrp="1"/>
          </p:cNvSpPr>
          <p:nvPr>
            <p:ph sz="quarter" idx="16" hasCustomPrompt="1"/>
          </p:nvPr>
        </p:nvSpPr>
        <p:spPr>
          <a:xfrm>
            <a:off x="611645" y="1901093"/>
            <a:ext cx="3201848" cy="1214595"/>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dirty="0"/>
              <a:t>Click to add text</a:t>
            </a:r>
          </a:p>
          <a:p>
            <a:pPr lvl="1"/>
            <a:r>
              <a:rPr lang="en-US" dirty="0"/>
              <a:t>Second level</a:t>
            </a:r>
          </a:p>
        </p:txBody>
      </p:sp>
      <p:cxnSp>
        <p:nvCxnSpPr>
          <p:cNvPr id="39" name="Straight Connector 38">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Content Placeholder 17">
            <a:extLst>
              <a:ext uri="{FF2B5EF4-FFF2-40B4-BE49-F238E27FC236}">
                <a16:creationId xmlns:a16="http://schemas.microsoft.com/office/drawing/2014/main" id="{A2B343CF-FF49-7E4F-A7C9-0593553254F3}"/>
              </a:ext>
            </a:extLst>
          </p:cNvPr>
          <p:cNvSpPr>
            <a:spLocks noGrp="1"/>
          </p:cNvSpPr>
          <p:nvPr>
            <p:ph sz="quarter" idx="20" hasCustomPrompt="1"/>
          </p:nvPr>
        </p:nvSpPr>
        <p:spPr>
          <a:xfrm>
            <a:off x="4414210" y="1901094"/>
            <a:ext cx="3201848" cy="1225566"/>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31" name="Straight Connector 30">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Content Placeholder 17">
            <a:extLst>
              <a:ext uri="{FF2B5EF4-FFF2-40B4-BE49-F238E27FC236}">
                <a16:creationId xmlns:a16="http://schemas.microsoft.com/office/drawing/2014/main" id="{65BA7F3E-AD8D-A54C-B026-DAA8FC9C0540}"/>
              </a:ext>
            </a:extLst>
          </p:cNvPr>
          <p:cNvSpPr>
            <a:spLocks noGrp="1"/>
          </p:cNvSpPr>
          <p:nvPr>
            <p:ph sz="quarter" idx="18" hasCustomPrompt="1"/>
          </p:nvPr>
        </p:nvSpPr>
        <p:spPr>
          <a:xfrm>
            <a:off x="611645" y="3693430"/>
            <a:ext cx="3201848" cy="1110049"/>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40" name="Straight Connector 39">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Content Placeholder 17">
            <a:extLst>
              <a:ext uri="{FF2B5EF4-FFF2-40B4-BE49-F238E27FC236}">
                <a16:creationId xmlns:a16="http://schemas.microsoft.com/office/drawing/2014/main" id="{3265790D-1104-8D4D-A8C6-F7A7E77F664C}"/>
              </a:ext>
            </a:extLst>
          </p:cNvPr>
          <p:cNvSpPr>
            <a:spLocks noGrp="1"/>
          </p:cNvSpPr>
          <p:nvPr>
            <p:ph sz="quarter" idx="22" hasCustomPrompt="1"/>
          </p:nvPr>
        </p:nvSpPr>
        <p:spPr>
          <a:xfrm>
            <a:off x="4414210" y="3693430"/>
            <a:ext cx="3201848" cy="1132351"/>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55" name="Straight Connector 54">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Text Placeholder 6">
            <a:extLst>
              <a:ext uri="{FF2B5EF4-FFF2-40B4-BE49-F238E27FC236}">
                <a16:creationId xmlns:a16="http://schemas.microsoft.com/office/drawing/2014/main" id="{F0EFE66F-363C-804E-BABD-F54C3E33FDEA}"/>
              </a:ext>
            </a:extLst>
          </p:cNvPr>
          <p:cNvSpPr>
            <a:spLocks noGrp="1"/>
          </p:cNvSpPr>
          <p:nvPr>
            <p:ph type="body" sz="quarter" idx="31" hasCustomPrompt="1"/>
          </p:nvPr>
        </p:nvSpPr>
        <p:spPr>
          <a:xfrm>
            <a:off x="613093" y="5327336"/>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One</a:t>
            </a:r>
          </a:p>
        </p:txBody>
      </p:sp>
      <p:sp>
        <p:nvSpPr>
          <p:cNvPr id="57" name="Text Placeholder 6">
            <a:extLst>
              <a:ext uri="{FF2B5EF4-FFF2-40B4-BE49-F238E27FC236}">
                <a16:creationId xmlns:a16="http://schemas.microsoft.com/office/drawing/2014/main" id="{0166C751-50F5-8B4F-9A97-B83901E78B00}"/>
              </a:ext>
            </a:extLst>
          </p:cNvPr>
          <p:cNvSpPr>
            <a:spLocks noGrp="1"/>
          </p:cNvSpPr>
          <p:nvPr>
            <p:ph type="body" sz="quarter" idx="33" hasCustomPrompt="1"/>
          </p:nvPr>
        </p:nvSpPr>
        <p:spPr>
          <a:xfrm>
            <a:off x="613093" y="5593624"/>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Two</a:t>
            </a:r>
          </a:p>
        </p:txBody>
      </p:sp>
      <p:sp>
        <p:nvSpPr>
          <p:cNvPr id="58" name="Text Placeholder 6">
            <a:extLst>
              <a:ext uri="{FF2B5EF4-FFF2-40B4-BE49-F238E27FC236}">
                <a16:creationId xmlns:a16="http://schemas.microsoft.com/office/drawing/2014/main" id="{0D57825D-E522-644D-8F4A-0B77A7036EBF}"/>
              </a:ext>
            </a:extLst>
          </p:cNvPr>
          <p:cNvSpPr>
            <a:spLocks noGrp="1"/>
          </p:cNvSpPr>
          <p:nvPr>
            <p:ph type="body" sz="quarter" idx="35" hasCustomPrompt="1"/>
          </p:nvPr>
        </p:nvSpPr>
        <p:spPr>
          <a:xfrm>
            <a:off x="613093" y="5859911"/>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Three</a:t>
            </a:r>
          </a:p>
        </p:txBody>
      </p:sp>
      <p:sp>
        <p:nvSpPr>
          <p:cNvPr id="61" name="Text Placeholder 6">
            <a:extLst>
              <a:ext uri="{FF2B5EF4-FFF2-40B4-BE49-F238E27FC236}">
                <a16:creationId xmlns:a16="http://schemas.microsoft.com/office/drawing/2014/main" id="{EBAAD5C6-0007-A84B-A2C2-FCC2F00B4295}"/>
              </a:ext>
            </a:extLst>
          </p:cNvPr>
          <p:cNvSpPr>
            <a:spLocks noGrp="1"/>
          </p:cNvSpPr>
          <p:nvPr>
            <p:ph type="body" sz="quarter" idx="36" hasCustomPrompt="1"/>
          </p:nvPr>
        </p:nvSpPr>
        <p:spPr>
          <a:xfrm>
            <a:off x="4400790" y="5327336"/>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One</a:t>
            </a:r>
          </a:p>
        </p:txBody>
      </p:sp>
      <p:sp>
        <p:nvSpPr>
          <p:cNvPr id="62" name="Text Placeholder 6">
            <a:extLst>
              <a:ext uri="{FF2B5EF4-FFF2-40B4-BE49-F238E27FC236}">
                <a16:creationId xmlns:a16="http://schemas.microsoft.com/office/drawing/2014/main" id="{A8B7A6ED-D85B-2E4C-BCD6-D130232A3F76}"/>
              </a:ext>
            </a:extLst>
          </p:cNvPr>
          <p:cNvSpPr>
            <a:spLocks noGrp="1"/>
          </p:cNvSpPr>
          <p:nvPr>
            <p:ph type="body" sz="quarter" idx="37" hasCustomPrompt="1"/>
          </p:nvPr>
        </p:nvSpPr>
        <p:spPr>
          <a:xfrm>
            <a:off x="4400790" y="5593624"/>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Two</a:t>
            </a:r>
          </a:p>
        </p:txBody>
      </p:sp>
      <p:sp>
        <p:nvSpPr>
          <p:cNvPr id="63" name="Text Placeholder 6">
            <a:extLst>
              <a:ext uri="{FF2B5EF4-FFF2-40B4-BE49-F238E27FC236}">
                <a16:creationId xmlns:a16="http://schemas.microsoft.com/office/drawing/2014/main" id="{C507BC1F-4225-8C48-9110-5D75D900FFC0}"/>
              </a:ext>
            </a:extLst>
          </p:cNvPr>
          <p:cNvSpPr>
            <a:spLocks noGrp="1"/>
          </p:cNvSpPr>
          <p:nvPr>
            <p:ph type="body" sz="quarter" idx="38" hasCustomPrompt="1"/>
          </p:nvPr>
        </p:nvSpPr>
        <p:spPr>
          <a:xfrm>
            <a:off x="4400790" y="5859911"/>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Three</a:t>
            </a:r>
          </a:p>
        </p:txBody>
      </p:sp>
      <p:sp>
        <p:nvSpPr>
          <p:cNvPr id="45" name="Picture Placeholder 8">
            <a:extLst>
              <a:ext uri="{FF2B5EF4-FFF2-40B4-BE49-F238E27FC236}">
                <a16:creationId xmlns:a16="http://schemas.microsoft.com/office/drawing/2014/main" id="{231A51E8-5046-A444-8DFA-A0B8E647C4F2}"/>
              </a:ext>
            </a:extLst>
          </p:cNvPr>
          <p:cNvSpPr>
            <a:spLocks noGrp="1"/>
          </p:cNvSpPr>
          <p:nvPr>
            <p:ph type="pic" sz="quarter" idx="25" hasCustomPrompt="1"/>
          </p:nvPr>
        </p:nvSpPr>
        <p:spPr>
          <a:xfrm>
            <a:off x="9207965" y="1600200"/>
            <a:ext cx="1841500" cy="660399"/>
          </a:xfrm>
        </p:spPr>
        <p:txBody>
          <a:bodyPr anchor="ctr"/>
          <a:lstStyle>
            <a:lvl1pPr algn="ctr">
              <a:lnSpc>
                <a:spcPct val="100000"/>
              </a:lnSpc>
              <a:spcBef>
                <a:spcPts val="0"/>
              </a:spcBef>
              <a:defRPr>
                <a:solidFill>
                  <a:schemeClr val="tx1"/>
                </a:solidFill>
              </a:defRPr>
            </a:lvl1pPr>
          </a:lstStyle>
          <a:p>
            <a:r>
              <a:rPr lang="en-US" dirty="0"/>
              <a:t>Insert Logo here</a:t>
            </a:r>
          </a:p>
        </p:txBody>
      </p:sp>
      <p:sp>
        <p:nvSpPr>
          <p:cNvPr id="44" name="Text Placeholder 10">
            <a:extLst>
              <a:ext uri="{FF2B5EF4-FFF2-40B4-BE49-F238E27FC236}">
                <a16:creationId xmlns:a16="http://schemas.microsoft.com/office/drawing/2014/main" id="{81E8E56D-8554-4E46-BBBC-E98827D1EE1F}"/>
              </a:ext>
            </a:extLst>
          </p:cNvPr>
          <p:cNvSpPr>
            <a:spLocks noGrp="1"/>
          </p:cNvSpPr>
          <p:nvPr>
            <p:ph type="body" sz="quarter" idx="27" hasCustomPrompt="1"/>
          </p:nvPr>
        </p:nvSpPr>
        <p:spPr>
          <a:xfrm>
            <a:off x="8509465" y="2347933"/>
            <a:ext cx="3206750" cy="241300"/>
          </a:xfrm>
        </p:spPr>
        <p:txBody>
          <a:bodyPr anchor="ctr"/>
          <a:lstStyle>
            <a:lvl1pPr algn="ctr">
              <a:lnSpc>
                <a:spcPct val="100000"/>
              </a:lnSpc>
              <a:spcBef>
                <a:spcPts val="0"/>
              </a:spcBef>
              <a:defRPr sz="1200">
                <a:solidFill>
                  <a:schemeClr val="tx1"/>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Location</a:t>
            </a:r>
          </a:p>
        </p:txBody>
      </p:sp>
      <p:sp>
        <p:nvSpPr>
          <p:cNvPr id="43" name="Text Placeholder 10">
            <a:extLst>
              <a:ext uri="{FF2B5EF4-FFF2-40B4-BE49-F238E27FC236}">
                <a16:creationId xmlns:a16="http://schemas.microsoft.com/office/drawing/2014/main" id="{59903D24-0D11-174E-9765-B2914D00A88C}"/>
              </a:ext>
            </a:extLst>
          </p:cNvPr>
          <p:cNvSpPr>
            <a:spLocks noGrp="1"/>
          </p:cNvSpPr>
          <p:nvPr>
            <p:ph type="body" sz="quarter" idx="28" hasCustomPrompt="1"/>
          </p:nvPr>
        </p:nvSpPr>
        <p:spPr>
          <a:xfrm>
            <a:off x="8509465" y="2647290"/>
            <a:ext cx="3206750" cy="241300"/>
          </a:xfrm>
        </p:spPr>
        <p:txBody>
          <a:bodyPr anchor="ctr"/>
          <a:lstStyle>
            <a:lvl1pPr algn="ctr">
              <a:lnSpc>
                <a:spcPct val="100000"/>
              </a:lnSpc>
              <a:spcBef>
                <a:spcPts val="0"/>
              </a:spcBef>
              <a:defRPr sz="1200">
                <a:solidFill>
                  <a:schemeClr val="tx1"/>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Industry</a:t>
            </a:r>
          </a:p>
        </p:txBody>
      </p:sp>
      <p:sp>
        <p:nvSpPr>
          <p:cNvPr id="42" name="Picture Placeholder 5">
            <a:extLst>
              <a:ext uri="{FF2B5EF4-FFF2-40B4-BE49-F238E27FC236}">
                <a16:creationId xmlns:a16="http://schemas.microsoft.com/office/drawing/2014/main" id="{2EDE5296-3D34-0C47-A404-38FF5A22C6D8}"/>
              </a:ext>
            </a:extLst>
          </p:cNvPr>
          <p:cNvSpPr>
            <a:spLocks noGrp="1"/>
          </p:cNvSpPr>
          <p:nvPr>
            <p:ph type="pic" sz="quarter" idx="24"/>
          </p:nvPr>
        </p:nvSpPr>
        <p:spPr>
          <a:xfrm>
            <a:off x="8515815" y="2971800"/>
            <a:ext cx="3194050" cy="1828800"/>
          </a:xfrm>
        </p:spPr>
        <p:txBody>
          <a:bodyPr/>
          <a:lstStyle>
            <a:lvl1pPr>
              <a:lnSpc>
                <a:spcPct val="100000"/>
              </a:lnSpc>
              <a:spcBef>
                <a:spcPts val="0"/>
              </a:spcBef>
              <a:defRPr>
                <a:solidFill>
                  <a:schemeClr val="tx1"/>
                </a:solidFill>
              </a:defRPr>
            </a:lvl1pPr>
          </a:lstStyle>
          <a:p>
            <a:r>
              <a:rPr lang="en-US"/>
              <a:t>Click icon to add picture</a:t>
            </a:r>
            <a:endParaRPr lang="en-US" dirty="0"/>
          </a:p>
        </p:txBody>
      </p:sp>
      <p:sp>
        <p:nvSpPr>
          <p:cNvPr id="41" name="Text Placeholder 10">
            <a:extLst>
              <a:ext uri="{FF2B5EF4-FFF2-40B4-BE49-F238E27FC236}">
                <a16:creationId xmlns:a16="http://schemas.microsoft.com/office/drawing/2014/main" id="{C7B1EDB8-ADF5-9C41-B4C4-26AA9C0B9D24}"/>
              </a:ext>
            </a:extLst>
          </p:cNvPr>
          <p:cNvSpPr>
            <a:spLocks noGrp="1"/>
          </p:cNvSpPr>
          <p:nvPr>
            <p:ph type="body" sz="quarter" idx="26" hasCustomPrompt="1"/>
          </p:nvPr>
        </p:nvSpPr>
        <p:spPr>
          <a:xfrm>
            <a:off x="8515815" y="5022214"/>
            <a:ext cx="3200400" cy="1153795"/>
          </a:xfrm>
        </p:spPr>
        <p:txBody>
          <a:bodyPr/>
          <a:lstStyle>
            <a:lvl1pPr algn="ctr">
              <a:lnSpc>
                <a:spcPct val="100000"/>
              </a:lnSpc>
              <a:spcBef>
                <a:spcPts val="0"/>
              </a:spcBef>
              <a:defRPr sz="1400">
                <a:solidFill>
                  <a:schemeClr val="tx1"/>
                </a:solidFill>
              </a:defRPr>
            </a:lvl1pPr>
            <a:lvl2pPr marL="0" indent="0" algn="ctr">
              <a:lnSpc>
                <a:spcPct val="100000"/>
              </a:lnSpc>
              <a:spcBef>
                <a:spcPts val="0"/>
              </a:spcBef>
              <a:buFont typeface="Open Sans" panose="020B0606030504020204" pitchFamily="34" charset="0"/>
              <a:buChar char="​"/>
              <a:defRPr sz="1200">
                <a:solidFill>
                  <a:schemeClr val="tx1"/>
                </a:solidFill>
              </a:defRPr>
            </a:lvl2pPr>
            <a:lvl3pPr marL="0" indent="0" algn="ctr">
              <a:buFont typeface="Open Sans" panose="020B0606030504020204" pitchFamily="34" charset="0"/>
              <a:buNone/>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Click to add text</a:t>
            </a:r>
          </a:p>
          <a:p>
            <a:pPr lvl="1"/>
            <a:r>
              <a:rPr lang="en-US"/>
              <a:t>Second level</a:t>
            </a:r>
          </a:p>
        </p:txBody>
      </p:sp>
      <p:sp>
        <p:nvSpPr>
          <p:cNvPr id="33" name="page number">
            <a:extLst>
              <a:ext uri="{FF2B5EF4-FFF2-40B4-BE49-F238E27FC236}">
                <a16:creationId xmlns:a16="http://schemas.microsoft.com/office/drawing/2014/main" id="{CB20449E-0760-3743-8E7C-7D6BA7165F7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2" name="Straight Connector 1">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2906119E-8D41-BF4A-7D53-2FBB71F653C6}"/>
              </a:ext>
            </a:extLst>
          </p:cNvPr>
          <p:cNvSpPr>
            <a:spLocks noGrp="1"/>
          </p:cNvSpPr>
          <p:nvPr>
            <p:ph type="body" sz="quarter" idx="41" hasCustomPrompt="1"/>
          </p:nvPr>
        </p:nvSpPr>
        <p:spPr>
          <a:xfrm>
            <a:off x="608013" y="1552575"/>
            <a:ext cx="3201987" cy="219075"/>
          </a:xfrm>
        </p:spPr>
        <p:txBody>
          <a:bodyPr anchor="b" anchorCtr="0"/>
          <a:lstStyle>
            <a:lvl1pPr>
              <a:defRPr sz="1200" cap="all" baseline="0">
                <a:solidFill>
                  <a:schemeClr val="accent2"/>
                </a:solidFill>
              </a:defRPr>
            </a:lvl1pPr>
          </a:lstStyle>
          <a:p>
            <a:pPr lvl="0"/>
            <a:r>
              <a:rPr lang="en-US" dirty="0"/>
              <a:t>About</a:t>
            </a:r>
          </a:p>
        </p:txBody>
      </p:sp>
      <p:sp>
        <p:nvSpPr>
          <p:cNvPr id="18" name="Text Placeholder 17">
            <a:extLst>
              <a:ext uri="{FF2B5EF4-FFF2-40B4-BE49-F238E27FC236}">
                <a16:creationId xmlns:a16="http://schemas.microsoft.com/office/drawing/2014/main" id="{D52D6E64-9DD1-43CD-C247-B83E374482F5}"/>
              </a:ext>
            </a:extLst>
          </p:cNvPr>
          <p:cNvSpPr>
            <a:spLocks noGrp="1"/>
          </p:cNvSpPr>
          <p:nvPr>
            <p:ph type="body" sz="quarter" idx="42" hasCustomPrompt="1"/>
          </p:nvPr>
        </p:nvSpPr>
        <p:spPr>
          <a:xfrm>
            <a:off x="4411663" y="1552575"/>
            <a:ext cx="3201987" cy="219075"/>
          </a:xfrm>
        </p:spPr>
        <p:txBody>
          <a:bodyPr anchor="b" anchorCtr="0"/>
          <a:lstStyle>
            <a:lvl1pPr>
              <a:defRPr sz="1200" cap="all" baseline="0">
                <a:solidFill>
                  <a:schemeClr val="accent2"/>
                </a:solidFill>
              </a:defRPr>
            </a:lvl1pPr>
          </a:lstStyle>
          <a:p>
            <a:pPr lvl="0"/>
            <a:r>
              <a:rPr lang="en-US" dirty="0"/>
              <a:t>solution</a:t>
            </a:r>
          </a:p>
        </p:txBody>
      </p:sp>
      <p:sp>
        <p:nvSpPr>
          <p:cNvPr id="20" name="Text Placeholder 19">
            <a:extLst>
              <a:ext uri="{FF2B5EF4-FFF2-40B4-BE49-F238E27FC236}">
                <a16:creationId xmlns:a16="http://schemas.microsoft.com/office/drawing/2014/main" id="{D02A9C0F-4D4C-0EEC-0E20-65368D11774B}"/>
              </a:ext>
            </a:extLst>
          </p:cNvPr>
          <p:cNvSpPr>
            <a:spLocks noGrp="1"/>
          </p:cNvSpPr>
          <p:nvPr>
            <p:ph type="body" sz="quarter" idx="43" hasCustomPrompt="1"/>
          </p:nvPr>
        </p:nvSpPr>
        <p:spPr>
          <a:xfrm>
            <a:off x="608013" y="3338514"/>
            <a:ext cx="3201987" cy="219075"/>
          </a:xfrm>
        </p:spPr>
        <p:txBody>
          <a:bodyPr anchor="b" anchorCtr="0"/>
          <a:lstStyle>
            <a:lvl1pPr>
              <a:defRPr sz="1200" cap="all" baseline="0">
                <a:solidFill>
                  <a:schemeClr val="accent3"/>
                </a:solidFill>
              </a:defRPr>
            </a:lvl1pPr>
          </a:lstStyle>
          <a:p>
            <a:pPr lvl="0"/>
            <a:r>
              <a:rPr lang="en-US" dirty="0"/>
              <a:t>challenges</a:t>
            </a:r>
          </a:p>
        </p:txBody>
      </p:sp>
      <p:sp>
        <p:nvSpPr>
          <p:cNvPr id="22" name="Text Placeholder 21">
            <a:extLst>
              <a:ext uri="{FF2B5EF4-FFF2-40B4-BE49-F238E27FC236}">
                <a16:creationId xmlns:a16="http://schemas.microsoft.com/office/drawing/2014/main" id="{1DEF5052-BBAD-A22B-0D68-BBBFD706375E}"/>
              </a:ext>
            </a:extLst>
          </p:cNvPr>
          <p:cNvSpPr>
            <a:spLocks noGrp="1"/>
          </p:cNvSpPr>
          <p:nvPr>
            <p:ph type="body" sz="quarter" idx="44" hasCustomPrompt="1"/>
          </p:nvPr>
        </p:nvSpPr>
        <p:spPr>
          <a:xfrm>
            <a:off x="4427538" y="3338514"/>
            <a:ext cx="3201987" cy="219075"/>
          </a:xfrm>
        </p:spPr>
        <p:txBody>
          <a:bodyPr anchor="b" anchorCtr="0"/>
          <a:lstStyle>
            <a:lvl1pPr>
              <a:defRPr sz="1200" cap="all" baseline="0">
                <a:solidFill>
                  <a:schemeClr val="accent3"/>
                </a:solidFill>
              </a:defRPr>
            </a:lvl1pPr>
          </a:lstStyle>
          <a:p>
            <a:pPr lvl="0"/>
            <a:r>
              <a:rPr lang="en-US"/>
              <a:t>impact</a:t>
            </a:r>
          </a:p>
        </p:txBody>
      </p:sp>
      <p:sp>
        <p:nvSpPr>
          <p:cNvPr id="24" name="Text Placeholder 23">
            <a:extLst>
              <a:ext uri="{FF2B5EF4-FFF2-40B4-BE49-F238E27FC236}">
                <a16:creationId xmlns:a16="http://schemas.microsoft.com/office/drawing/2014/main" id="{9FFF9CD2-0893-33FB-480A-506C7095C2FA}"/>
              </a:ext>
            </a:extLst>
          </p:cNvPr>
          <p:cNvSpPr>
            <a:spLocks noGrp="1"/>
          </p:cNvSpPr>
          <p:nvPr>
            <p:ph type="body" sz="quarter" idx="45" hasCustomPrompt="1"/>
          </p:nvPr>
        </p:nvSpPr>
        <p:spPr>
          <a:xfrm>
            <a:off x="608013" y="5022850"/>
            <a:ext cx="3200400" cy="227013"/>
          </a:xfrm>
        </p:spPr>
        <p:txBody>
          <a:bodyPr anchor="b" anchorCtr="0"/>
          <a:lstStyle>
            <a:lvl1pPr>
              <a:defRPr sz="1200" cap="all" baseline="0">
                <a:solidFill>
                  <a:schemeClr val="accent4"/>
                </a:solidFill>
              </a:defRPr>
            </a:lvl1pPr>
          </a:lstStyle>
          <a:p>
            <a:pPr lvl="0"/>
            <a:r>
              <a:rPr lang="en-US"/>
              <a:t>products</a:t>
            </a:r>
          </a:p>
        </p:txBody>
      </p:sp>
      <p:sp>
        <p:nvSpPr>
          <p:cNvPr id="26" name="Text Placeholder 25">
            <a:extLst>
              <a:ext uri="{FF2B5EF4-FFF2-40B4-BE49-F238E27FC236}">
                <a16:creationId xmlns:a16="http://schemas.microsoft.com/office/drawing/2014/main" id="{F2B49FE0-BA78-9DF9-AB7D-9F52651E93AD}"/>
              </a:ext>
            </a:extLst>
          </p:cNvPr>
          <p:cNvSpPr>
            <a:spLocks noGrp="1"/>
          </p:cNvSpPr>
          <p:nvPr>
            <p:ph type="body" sz="quarter" idx="46" hasCustomPrompt="1"/>
          </p:nvPr>
        </p:nvSpPr>
        <p:spPr>
          <a:xfrm>
            <a:off x="4427538" y="5022850"/>
            <a:ext cx="3200400" cy="227013"/>
          </a:xfrm>
        </p:spPr>
        <p:txBody>
          <a:bodyPr anchor="b" anchorCtr="0"/>
          <a:lstStyle>
            <a:lvl1pPr>
              <a:defRPr sz="1200" cap="all" baseline="0">
                <a:solidFill>
                  <a:schemeClr val="accent4"/>
                </a:solidFill>
              </a:defRPr>
            </a:lvl1pPr>
          </a:lstStyle>
          <a:p>
            <a:pPr lvl="0"/>
            <a:r>
              <a:rPr lang="en-US"/>
              <a:t>Strategic priorities</a:t>
            </a:r>
          </a:p>
        </p:txBody>
      </p:sp>
      <p:cxnSp>
        <p:nvCxnSpPr>
          <p:cNvPr id="32" name="Straight Connector 31">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page number">
            <a:extLst>
              <a:ext uri="{FF2B5EF4-FFF2-40B4-BE49-F238E27FC236}">
                <a16:creationId xmlns:a16="http://schemas.microsoft.com/office/drawing/2014/main" id="{CB20449E-0760-3743-8E7C-7D6BA7165F7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49" name="Straight Connector 48">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3289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Open Sans" panose="020B0606030504020204" pitchFamily="34"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8" name="Oval 17">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0" name="Oval 19">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4" name="Oval 23">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5" name="page number">
            <a:extLst>
              <a:ext uri="{FF2B5EF4-FFF2-40B4-BE49-F238E27FC236}">
                <a16:creationId xmlns:a16="http://schemas.microsoft.com/office/drawing/2014/main" id="{6122FC91-666D-7A42-9D21-9800CF4E370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163656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Four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2"/>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4"/>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9" name="Oval 18">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4" name="Oval 23">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5" name="Oval 24">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6" name="Oval 25">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page number">
            <a:extLst>
              <a:ext uri="{FF2B5EF4-FFF2-40B4-BE49-F238E27FC236}">
                <a16:creationId xmlns:a16="http://schemas.microsoft.com/office/drawing/2014/main" id="{1D45AB97-9B77-2244-B7BA-E18EA4CD43E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247901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iv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Open Sans" panose="020B0606030504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p:nvSpPr>
        <p:spPr bwMode="gray">
          <a:xfrm>
            <a:off x="2892452" y="2064663"/>
            <a:ext cx="1828959" cy="1828959"/>
          </a:xfrm>
          <a:prstGeom prst="ellipse">
            <a:avLst/>
          </a:prstGeom>
          <a:no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dirty="0">
              <a:solidFill>
                <a:schemeClr val="bg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3110473" y="2428884"/>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4282873"/>
            <a:ext cx="1828800" cy="1458912"/>
          </a:xfrm>
        </p:spPr>
        <p:txBody>
          <a:bodyPr/>
          <a:lstStyle>
            <a:lvl1pPr algn="ctr">
              <a:lnSpc>
                <a:spcPct val="100000"/>
              </a:lnSpc>
              <a:spcBef>
                <a:spcPts val="600"/>
              </a:spcBef>
              <a:defRPr sz="2000">
                <a:solidFill>
                  <a:schemeClr val="accent3"/>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5412658" y="2428884"/>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5"/>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bg2">
                    <a:lumMod val="25000"/>
                  </a:schemeClr>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bg2">
                    <a:lumMod val="25000"/>
                  </a:schemeClr>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6" name="Oval 25">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31" name="Oval 30">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p:nvSpPr>
        <p:spPr bwMode="gray">
          <a:xfrm>
            <a:off x="2892452" y="2064663"/>
            <a:ext cx="1828959" cy="1828959"/>
          </a:xfrm>
          <a:prstGeom prst="ellipse">
            <a:avLst/>
          </a:prstGeom>
          <a:noFill/>
          <a:ln w="38100">
            <a:solidFill>
              <a:schemeClr val="accent3"/>
            </a:solidFill>
          </a:ln>
          <a:effectLst/>
        </p:spPr>
        <p:txBody>
          <a:bodyPr vert="horz" wrap="square" lIns="91440" tIns="45720" rIns="91440" bIns="45720" numCol="1" anchor="ctr" anchorCtr="0" compatLnSpc="1">
            <a:prstTxWarp prst="textNoShape">
              <a:avLst/>
            </a:prstTxWarp>
          </a:bodyPr>
          <a:lstStyle/>
          <a:p>
            <a:pPr lvl="0" algn="ctr"/>
            <a:endParaRPr lang="en-US" dirty="0">
              <a:solidFill>
                <a:schemeClr val="bg1"/>
              </a:solidFill>
            </a:endParaRPr>
          </a:p>
        </p:txBody>
      </p:sp>
      <p:sp>
        <p:nvSpPr>
          <p:cNvPr id="33" name="Oval 32">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34" name="Oval 33">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35" name="Oval 34">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36" name="page number">
            <a:extLst>
              <a:ext uri="{FF2B5EF4-FFF2-40B4-BE49-F238E27FC236}">
                <a16:creationId xmlns:a16="http://schemas.microsoft.com/office/drawing/2014/main" id="{6D94DD40-25D8-6A48-98B5-B2B0FB64FD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984107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Five Numbered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EE46A-2B6A-D0CE-D67A-E39C4516F8BB}"/>
              </a:ext>
            </a:extLst>
          </p:cNvPr>
          <p:cNvSpPr/>
          <p:nvPr/>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5" name="Rectangle 4">
            <a:extLst>
              <a:ext uri="{FF2B5EF4-FFF2-40B4-BE49-F238E27FC236}">
                <a16:creationId xmlns:a16="http://schemas.microsoft.com/office/drawing/2014/main" id="{1DC9EA80-9EA8-343E-F517-1CAD885879D6}"/>
              </a:ext>
            </a:extLst>
          </p:cNvPr>
          <p:cNvSpPr/>
          <p:nvPr/>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6" name="Rectangle 5">
            <a:extLst>
              <a:ext uri="{FF2B5EF4-FFF2-40B4-BE49-F238E27FC236}">
                <a16:creationId xmlns:a16="http://schemas.microsoft.com/office/drawing/2014/main" id="{A8D23D95-E4CC-0B03-48A9-0EC81B2368E5}"/>
              </a:ext>
            </a:extLst>
          </p:cNvPr>
          <p:cNvSpPr/>
          <p:nvPr/>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Rectangle 6">
            <a:extLst>
              <a:ext uri="{FF2B5EF4-FFF2-40B4-BE49-F238E27FC236}">
                <a16:creationId xmlns:a16="http://schemas.microsoft.com/office/drawing/2014/main" id="{3737E5D6-04BF-01BC-A221-0F1D603C51D8}"/>
              </a:ext>
            </a:extLst>
          </p:cNvPr>
          <p:cNvSpPr/>
          <p:nvPr/>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 name="Rectangle 1">
            <a:extLst>
              <a:ext uri="{FF2B5EF4-FFF2-40B4-BE49-F238E27FC236}">
                <a16:creationId xmlns:a16="http://schemas.microsoft.com/office/drawing/2014/main" id="{65142366-F01F-D56A-11BB-7D669E9AD2B4}"/>
              </a:ext>
            </a:extLst>
          </p:cNvPr>
          <p:cNvSpPr/>
          <p:nvPr/>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Column Text with Number Icons Click to Add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5" name="Straight Connector 14">
            <a:extLst>
              <a:ext uri="{FF2B5EF4-FFF2-40B4-BE49-F238E27FC236}">
                <a16:creationId xmlns:a16="http://schemas.microsoft.com/office/drawing/2014/main" id="{182EA033-41AE-6148-A260-889FF59E41C9}"/>
              </a:ext>
            </a:extLst>
          </p:cNvPr>
          <p:cNvCxnSpPr/>
          <p:nvPr/>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1" y="2529075"/>
            <a:ext cx="1828800" cy="2871263"/>
          </a:xfrm>
          <a:noFill/>
          <a:ln>
            <a:noFill/>
          </a:ln>
        </p:spPr>
        <p:txBody>
          <a:bodyPr lIns="182880" tIns="548640" rIns="182880" bIns="182880"/>
          <a:lstStyle>
            <a:lvl1pPr algn="ctr">
              <a:lnSpc>
                <a:spcPct val="90000"/>
              </a:lnSpc>
              <a:spcBef>
                <a:spcPts val="600"/>
              </a:spcBef>
              <a:buNone/>
              <a:defRPr sz="2000">
                <a:solidFill>
                  <a:schemeClr val="accent4"/>
                </a:solidFill>
              </a:defRPr>
            </a:lvl1pPr>
            <a:lvl2pPr marL="0" indent="0" algn="ctr">
              <a:lnSpc>
                <a:spcPct val="100000"/>
              </a:lnSpc>
              <a:spcBef>
                <a:spcPts val="600"/>
              </a:spcBef>
              <a:buFont typeface="Open Sans" panose="020B0606030504020204" pitchFamily="34" charset="0"/>
              <a:buChar char="​"/>
              <a:defRPr sz="1600">
                <a:solidFill>
                  <a:schemeClr val="tx1"/>
                </a:solidFill>
              </a:defRPr>
            </a:lvl2pPr>
          </a:lstStyle>
          <a:p>
            <a:pPr lvl="0"/>
            <a:r>
              <a:rPr lang="en-US" dirty="0"/>
              <a:t>Click to add text</a:t>
            </a:r>
          </a:p>
          <a:p>
            <a:pPr lvl="1"/>
            <a:r>
              <a:rPr lang="en-US" dirty="0"/>
              <a:t>Second level</a:t>
            </a:r>
          </a:p>
        </p:txBody>
      </p:sp>
      <p:cxnSp>
        <p:nvCxnSpPr>
          <p:cNvPr id="19" name="Straight Connector 18">
            <a:extLst>
              <a:ext uri="{FF2B5EF4-FFF2-40B4-BE49-F238E27FC236}">
                <a16:creationId xmlns:a16="http://schemas.microsoft.com/office/drawing/2014/main" id="{662FF207-1B75-1940-91E1-2692254C727F}"/>
              </a:ext>
            </a:extLst>
          </p:cNvPr>
          <p:cNvCxnSpPr/>
          <p:nvPr/>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2529075"/>
            <a:ext cx="1828800" cy="2871263"/>
          </a:xfrm>
          <a:noFill/>
          <a:ln>
            <a:noFill/>
          </a:ln>
        </p:spPr>
        <p:txBody>
          <a:bodyPr lIns="182880" tIns="548640" rIns="182880" bIns="182880"/>
          <a:lstStyle>
            <a:lvl1pPr algn="ctr">
              <a:lnSpc>
                <a:spcPct val="90000"/>
              </a:lnSpc>
              <a:spcBef>
                <a:spcPts val="600"/>
              </a:spcBef>
              <a:defRPr sz="2000">
                <a:solidFill>
                  <a:schemeClr val="accent3"/>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18" name="Straight Connector 17">
            <a:extLst>
              <a:ext uri="{FF2B5EF4-FFF2-40B4-BE49-F238E27FC236}">
                <a16:creationId xmlns:a16="http://schemas.microsoft.com/office/drawing/2014/main" id="{903341DC-DE80-5E4C-A4C9-C984D7074760}"/>
              </a:ext>
            </a:extLst>
          </p:cNvPr>
          <p:cNvCxnSpPr/>
          <p:nvPr/>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2529075"/>
            <a:ext cx="1828800" cy="2871263"/>
          </a:xfrm>
          <a:noFill/>
          <a:ln>
            <a:noFill/>
          </a:ln>
        </p:spPr>
        <p:txBody>
          <a:bodyPr lIns="182880" tIns="548640" rIns="182880" bIns="182880"/>
          <a:lstStyle>
            <a:lvl1pPr algn="ctr">
              <a:lnSpc>
                <a:spcPct val="90000"/>
              </a:lnSpc>
              <a:spcBef>
                <a:spcPts val="600"/>
              </a:spcBef>
              <a:buNone/>
              <a:defRPr sz="2000">
                <a:solidFill>
                  <a:schemeClr val="accent2"/>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0" name="Straight Connector 19">
            <a:extLst>
              <a:ext uri="{FF2B5EF4-FFF2-40B4-BE49-F238E27FC236}">
                <a16:creationId xmlns:a16="http://schemas.microsoft.com/office/drawing/2014/main" id="{128E238A-DE09-DD4F-A6F3-2F244E7301C3}"/>
              </a:ext>
            </a:extLst>
          </p:cNvPr>
          <p:cNvCxnSpPr/>
          <p:nvPr/>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2529075"/>
            <a:ext cx="1828800" cy="2871263"/>
          </a:xfrm>
          <a:noFill/>
          <a:ln>
            <a:noFill/>
          </a:ln>
        </p:spPr>
        <p:txBody>
          <a:bodyPr lIns="182880" tIns="548640" rIns="182880" bIns="182880"/>
          <a:lstStyle>
            <a:lvl1pPr algn="ctr">
              <a:lnSpc>
                <a:spcPct val="90000"/>
              </a:lnSpc>
              <a:spcBef>
                <a:spcPts val="600"/>
              </a:spcBef>
              <a:buNone/>
              <a:defRPr sz="2000">
                <a:solidFill>
                  <a:schemeClr val="accent5"/>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1" name="Straight Connector 20">
            <a:extLst>
              <a:ext uri="{FF2B5EF4-FFF2-40B4-BE49-F238E27FC236}">
                <a16:creationId xmlns:a16="http://schemas.microsoft.com/office/drawing/2014/main" id="{E8B64954-CA3A-494E-B70D-3405C9F592D8}"/>
              </a:ext>
            </a:extLst>
          </p:cNvPr>
          <p:cNvCxnSpPr/>
          <p:nvPr/>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2529075"/>
            <a:ext cx="1828800" cy="2871263"/>
          </a:xfrm>
          <a:noFill/>
          <a:ln>
            <a:noFill/>
          </a:ln>
        </p:spPr>
        <p:txBody>
          <a:bodyPr lIns="182880" tIns="548640" rIns="182880" bIns="182880"/>
          <a:lstStyle>
            <a:lvl1pPr algn="ctr">
              <a:lnSpc>
                <a:spcPct val="90000"/>
              </a:lnSpc>
              <a:spcBef>
                <a:spcPts val="600"/>
              </a:spcBef>
              <a:buNone/>
              <a:defRPr sz="2000">
                <a:solidFill>
                  <a:schemeClr val="bg2">
                    <a:lumMod val="25000"/>
                  </a:schemeClr>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3" name="page number">
            <a:extLst>
              <a:ext uri="{FF2B5EF4-FFF2-40B4-BE49-F238E27FC236}">
                <a16:creationId xmlns:a16="http://schemas.microsoft.com/office/drawing/2014/main" id="{778B9E91-325F-BB46-BB33-20219DF70C9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7" name="Oval 36">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39" name="Oval 38">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p:nvSpPr>
        <p:spPr bwMode="gray">
          <a:xfrm>
            <a:off x="3414170" y="2118221"/>
            <a:ext cx="788487" cy="788487"/>
          </a:xfrm>
          <a:prstGeom prst="ellipse">
            <a:avLst/>
          </a:prstGeom>
          <a:solidFill>
            <a:schemeClr val="bg1"/>
          </a:solidFill>
          <a:ln w="25400">
            <a:solidFill>
              <a:schemeClr val="accent3"/>
            </a:solidFill>
          </a:ln>
          <a:effectLst/>
        </p:spPr>
        <p:txBody>
          <a:bodyPr vert="horz" wrap="square" lIns="0" tIns="0" rIns="0" bIns="0" numCol="1" anchor="ctr" anchorCtr="0" compatLnSpc="1">
            <a:prstTxWarp prst="textNoShape">
              <a:avLst/>
            </a:prstTxWarp>
          </a:bodyPr>
          <a:lstStyle/>
          <a:p>
            <a:pPr lvl="0" algn="ctr"/>
            <a:r>
              <a:rPr lang="en-US" dirty="0">
                <a:solidFill>
                  <a:schemeClr val="accent3"/>
                </a:solidFill>
              </a:rPr>
              <a:t>2</a:t>
            </a:r>
          </a:p>
        </p:txBody>
      </p:sp>
      <p:sp>
        <p:nvSpPr>
          <p:cNvPr id="38" name="Oval 37">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0" name="Oval 39">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1" name="Oval 40">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
        <p:nvSpPr>
          <p:cNvPr id="25" name="Rectangle 24">
            <a:extLst>
              <a:ext uri="{FF2B5EF4-FFF2-40B4-BE49-F238E27FC236}">
                <a16:creationId xmlns:a16="http://schemas.microsoft.com/office/drawing/2014/main" id="{C52EE46A-2B6A-D0CE-D67A-E39C4516F8BB}"/>
              </a:ext>
            </a:extLst>
          </p:cNvPr>
          <p:cNvSpPr/>
          <p:nvPr/>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Rectangle 25">
            <a:extLst>
              <a:ext uri="{FF2B5EF4-FFF2-40B4-BE49-F238E27FC236}">
                <a16:creationId xmlns:a16="http://schemas.microsoft.com/office/drawing/2014/main" id="{1DC9EA80-9EA8-343E-F517-1CAD885879D6}"/>
              </a:ext>
            </a:extLst>
          </p:cNvPr>
          <p:cNvSpPr/>
          <p:nvPr/>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7" name="Rectangle 26">
            <a:extLst>
              <a:ext uri="{FF2B5EF4-FFF2-40B4-BE49-F238E27FC236}">
                <a16:creationId xmlns:a16="http://schemas.microsoft.com/office/drawing/2014/main" id="{A8D23D95-E4CC-0B03-48A9-0EC81B2368E5}"/>
              </a:ext>
            </a:extLst>
          </p:cNvPr>
          <p:cNvSpPr/>
          <p:nvPr/>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1" name="Rectangle 30">
            <a:extLst>
              <a:ext uri="{FF2B5EF4-FFF2-40B4-BE49-F238E27FC236}">
                <a16:creationId xmlns:a16="http://schemas.microsoft.com/office/drawing/2014/main" id="{3737E5D6-04BF-01BC-A221-0F1D603C51D8}"/>
              </a:ext>
            </a:extLst>
          </p:cNvPr>
          <p:cNvSpPr/>
          <p:nvPr/>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3" name="Rectangle 32">
            <a:extLst>
              <a:ext uri="{FF2B5EF4-FFF2-40B4-BE49-F238E27FC236}">
                <a16:creationId xmlns:a16="http://schemas.microsoft.com/office/drawing/2014/main" id="{65142366-F01F-D56A-11BB-7D669E9AD2B4}"/>
              </a:ext>
            </a:extLst>
          </p:cNvPr>
          <p:cNvSpPr/>
          <p:nvPr/>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cxnSp>
        <p:nvCxnSpPr>
          <p:cNvPr id="34" name="Straight Connector 33">
            <a:extLst>
              <a:ext uri="{FF2B5EF4-FFF2-40B4-BE49-F238E27FC236}">
                <a16:creationId xmlns:a16="http://schemas.microsoft.com/office/drawing/2014/main" id="{182EA033-41AE-6148-A260-889FF59E41C9}"/>
              </a:ext>
            </a:extLst>
          </p:cNvPr>
          <p:cNvCxnSpPr/>
          <p:nvPr/>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62FF207-1B75-1940-91E1-2692254C727F}"/>
              </a:ext>
            </a:extLst>
          </p:cNvPr>
          <p:cNvCxnSpPr/>
          <p:nvPr/>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03341DC-DE80-5E4C-A4C9-C984D7074760}"/>
              </a:ext>
            </a:extLst>
          </p:cNvPr>
          <p:cNvCxnSpPr/>
          <p:nvPr/>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8E238A-DE09-DD4F-A6F3-2F244E7301C3}"/>
              </a:ext>
            </a:extLst>
          </p:cNvPr>
          <p:cNvCxnSpPr/>
          <p:nvPr/>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8B64954-CA3A-494E-B70D-3405C9F592D8}"/>
              </a:ext>
            </a:extLst>
          </p:cNvPr>
          <p:cNvCxnSpPr/>
          <p:nvPr/>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4" name="page number">
            <a:extLst>
              <a:ext uri="{FF2B5EF4-FFF2-40B4-BE49-F238E27FC236}">
                <a16:creationId xmlns:a16="http://schemas.microsoft.com/office/drawing/2014/main" id="{778B9E91-325F-BB46-BB33-20219DF70C9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5" name="Oval 44">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46" name="Oval 45">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p:nvSpPr>
        <p:spPr bwMode="gray">
          <a:xfrm>
            <a:off x="3414170" y="2118221"/>
            <a:ext cx="788487" cy="788487"/>
          </a:xfrm>
          <a:prstGeom prst="ellipse">
            <a:avLst/>
          </a:prstGeom>
          <a:solidFill>
            <a:schemeClr val="bg1"/>
          </a:solidFill>
          <a:ln w="25400">
            <a:solidFill>
              <a:schemeClr val="accent3"/>
            </a:solidFill>
          </a:ln>
          <a:effectLst/>
        </p:spPr>
        <p:txBody>
          <a:bodyPr vert="horz" wrap="square" lIns="91440" tIns="45720" rIns="91440" bIns="45720" numCol="1" anchor="ctr" anchorCtr="0" compatLnSpc="1">
            <a:prstTxWarp prst="textNoShape">
              <a:avLst/>
            </a:prstTxWarp>
          </a:bodyPr>
          <a:lstStyle/>
          <a:p>
            <a:pPr lvl="0" algn="ctr"/>
            <a:r>
              <a:rPr lang="en-US" dirty="0">
                <a:solidFill>
                  <a:schemeClr val="accent3"/>
                </a:solidFill>
              </a:rPr>
              <a:t>2</a:t>
            </a:r>
          </a:p>
        </p:txBody>
      </p:sp>
      <p:sp>
        <p:nvSpPr>
          <p:cNvPr id="47" name="Oval 46">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8" name="Oval 47">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9" name="Oval 48">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Tree>
    <p:extLst>
      <p:ext uri="{BB962C8B-B14F-4D97-AF65-F5344CB8AC3E}">
        <p14:creationId xmlns:p14="http://schemas.microsoft.com/office/powerpoint/2010/main" val="98717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Sample Chart Layout for Text – Click to Add a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5" name="Text Placeholder 3" descr="Row 1 label">
            <a:extLst>
              <a:ext uri="{FF2B5EF4-FFF2-40B4-BE49-F238E27FC236}">
                <a16:creationId xmlns:a16="http://schemas.microsoft.com/office/drawing/2014/main" id="{7077ED63-7149-B64F-804C-21E2E59DF7DB}"/>
              </a:ext>
            </a:extLst>
          </p:cNvPr>
          <p:cNvSpPr>
            <a:spLocks noGrp="1"/>
          </p:cNvSpPr>
          <p:nvPr>
            <p:ph type="body" sz="quarter" idx="30" hasCustomPrompt="1"/>
          </p:nvPr>
        </p:nvSpPr>
        <p:spPr>
          <a:xfrm>
            <a:off x="271464" y="1546789"/>
            <a:ext cx="574570" cy="439174"/>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sp>
        <p:nvSpPr>
          <p:cNvPr id="34" name="Text Placeholder 3" descr="Row 1 text box is a long horizontal box the width of the slide acting as a header. ">
            <a:extLst>
              <a:ext uri="{FF2B5EF4-FFF2-40B4-BE49-F238E27FC236}">
                <a16:creationId xmlns:a16="http://schemas.microsoft.com/office/drawing/2014/main" id="{03CB2304-DD0F-674C-91F7-863CDF3757FC}"/>
              </a:ext>
            </a:extLst>
          </p:cNvPr>
          <p:cNvSpPr>
            <a:spLocks noGrp="1"/>
          </p:cNvSpPr>
          <p:nvPr>
            <p:ph type="body" sz="quarter" idx="29" hasCustomPrompt="1"/>
          </p:nvPr>
        </p:nvSpPr>
        <p:spPr>
          <a:xfrm>
            <a:off x="1034040" y="1561701"/>
            <a:ext cx="10630969" cy="429469"/>
          </a:xfrm>
          <a:solidFill>
            <a:srgbClr val="F4F8FA"/>
          </a:solidFill>
          <a:ln w="12700">
            <a:solidFill>
              <a:schemeClr val="accent3">
                <a:alpha val="25000"/>
              </a:schemeClr>
            </a:solidFill>
          </a:ln>
        </p:spPr>
        <p:txBody>
          <a:bodyPr tIns="91440"/>
          <a:lstStyle>
            <a:lvl1pPr algn="ctr">
              <a:lnSpc>
                <a:spcPct val="100000"/>
              </a:lnSpc>
              <a:spcBef>
                <a:spcPts val="600"/>
              </a:spcBef>
              <a:buNone/>
              <a:defRPr sz="16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a:t>Click to add text</a:t>
            </a:r>
          </a:p>
        </p:txBody>
      </p:sp>
      <p:sp>
        <p:nvSpPr>
          <p:cNvPr id="36" name="Text Placeholder 3" descr="Row 2 label; this row shows 4 content boxes labeled A through D, each is a different color and holds text.">
            <a:extLst>
              <a:ext uri="{FF2B5EF4-FFF2-40B4-BE49-F238E27FC236}">
                <a16:creationId xmlns:a16="http://schemas.microsoft.com/office/drawing/2014/main" id="{3E62FD32-E978-1A49-AA98-60CD14AE003D}"/>
              </a:ext>
            </a:extLst>
          </p:cNvPr>
          <p:cNvSpPr>
            <a:spLocks noGrp="1"/>
          </p:cNvSpPr>
          <p:nvPr>
            <p:ph type="body" sz="quarter" idx="31" hasCustomPrompt="1"/>
          </p:nvPr>
        </p:nvSpPr>
        <p:spPr>
          <a:xfrm>
            <a:off x="285750" y="3304775"/>
            <a:ext cx="560283"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cxnSp>
        <p:nvCxnSpPr>
          <p:cNvPr id="4" name="Straight Connector 3">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descr="Row 2, box 1: text in plum">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1102407" y="2699834"/>
            <a:ext cx="2459421" cy="1949198"/>
          </a:xfrm>
          <a:noFill/>
          <a:ln w="15875">
            <a:noFill/>
          </a:ln>
        </p:spPr>
        <p:txBody>
          <a:bodyPr tIns="365760"/>
          <a:lstStyle>
            <a:lvl1pPr algn="ctr">
              <a:lnSpc>
                <a:spcPct val="100000"/>
              </a:lnSpc>
              <a:spcBef>
                <a:spcPts val="600"/>
              </a:spcBef>
              <a:buNone/>
              <a:defRPr sz="1800">
                <a:solidFill>
                  <a:schemeClr val="accent4"/>
                </a:solidFill>
              </a:defRPr>
            </a:lvl1pPr>
            <a:lvl2pPr marL="0" indent="0" algn="ctr">
              <a:lnSpc>
                <a:spcPct val="100000"/>
              </a:lnSpc>
              <a:spcBef>
                <a:spcPts val="600"/>
              </a:spcBef>
              <a:buFont typeface="Open Sans" panose="020B0606030504020204" pitchFamily="34" charset="0"/>
              <a:buChar char="​"/>
              <a:defRPr sz="1400">
                <a:solidFill>
                  <a:schemeClr val="tx1"/>
                </a:solidFill>
              </a:defRPr>
            </a:lvl2pPr>
          </a:lstStyle>
          <a:p>
            <a:pPr lvl="0"/>
            <a:r>
              <a:rPr lang="en-US" dirty="0"/>
              <a:t>Click to add text</a:t>
            </a:r>
          </a:p>
          <a:p>
            <a:pPr lvl="1"/>
            <a:r>
              <a:rPr lang="en-US" dirty="0"/>
              <a:t>Second level</a:t>
            </a:r>
          </a:p>
        </p:txBody>
      </p:sp>
      <p:cxnSp>
        <p:nvCxnSpPr>
          <p:cNvPr id="32" name="Straight Connector 31">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descr="Row 2, box 3: text in indigo">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3816081" y="2699834"/>
            <a:ext cx="2459421" cy="1949198"/>
          </a:xfrm>
          <a:noFill/>
          <a:ln w="15875">
            <a:noFill/>
          </a:ln>
        </p:spPr>
        <p:txBody>
          <a:bodyPr tIns="365760"/>
          <a:lstStyle>
            <a:lvl1pPr algn="ctr">
              <a:lnSpc>
                <a:spcPct val="100000"/>
              </a:lnSpc>
              <a:spcBef>
                <a:spcPts val="600"/>
              </a:spcBef>
              <a:defRPr sz="1800">
                <a:solidFill>
                  <a:schemeClr val="accent3"/>
                </a:solidFill>
              </a:defRPr>
            </a:lvl1pPr>
            <a:lvl2pPr marL="285750" indent="-285750" algn="ctr">
              <a:lnSpc>
                <a:spcPct val="100000"/>
              </a:lnSpc>
              <a:spcBef>
                <a:spcPts val="600"/>
              </a:spcBef>
              <a:buFont typeface="Open Sans" panose="020B0606030504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5" name="Straight Connector 24">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descr="Row 2, box 2: text in ocean">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6529755" y="2699834"/>
            <a:ext cx="2459421" cy="1949198"/>
          </a:xfrm>
          <a:noFill/>
          <a:ln w="15875">
            <a:noFill/>
          </a:ln>
        </p:spPr>
        <p:txBody>
          <a:bodyPr tIns="365760"/>
          <a:lstStyle>
            <a:lvl1pPr algn="ctr">
              <a:lnSpc>
                <a:spcPct val="100000"/>
              </a:lnSpc>
              <a:spcBef>
                <a:spcPts val="600"/>
              </a:spcBef>
              <a:buNone/>
              <a:defRPr sz="1800">
                <a:solidFill>
                  <a:schemeClr val="accent2"/>
                </a:solidFill>
              </a:defRPr>
            </a:lvl1pPr>
            <a:lvl2pPr marL="285750" indent="-285750" algn="ctr">
              <a:lnSpc>
                <a:spcPct val="100000"/>
              </a:lnSpc>
              <a:spcBef>
                <a:spcPts val="600"/>
              </a:spcBef>
              <a:buFont typeface="Open Sans" panose="020B0606030504020204" pitchFamily="34" charset="0"/>
              <a:buChar char="​"/>
              <a:defRPr lang="en-US" sz="1400" kern="120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38" name="Straight Connector 37">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descr="Row 2, box 4: text in dark green">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9243428" y="2699834"/>
            <a:ext cx="2459421" cy="1949198"/>
          </a:xfrm>
          <a:noFill/>
          <a:ln w="15875">
            <a:noFill/>
          </a:ln>
        </p:spPr>
        <p:txBody>
          <a:bodyPr tIns="365760"/>
          <a:lstStyle>
            <a:lvl1pPr algn="ctr">
              <a:lnSpc>
                <a:spcPct val="100000"/>
              </a:lnSpc>
              <a:spcBef>
                <a:spcPts val="600"/>
              </a:spcBef>
              <a:buNone/>
              <a:defRPr sz="1800">
                <a:solidFill>
                  <a:schemeClr val="accent5"/>
                </a:solidFill>
              </a:defRPr>
            </a:lvl1pPr>
            <a:lvl2pPr marL="285750" indent="-285750" algn="ctr">
              <a:lnSpc>
                <a:spcPct val="100000"/>
              </a:lnSpc>
              <a:spcBef>
                <a:spcPts val="600"/>
              </a:spcBef>
              <a:buFont typeface="Open Sans" panose="020B0606030504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37" name="Text Placeholder 3" descr="Row 3 label: this row shows six, small content boxes in a horiztonal row">
            <a:extLst>
              <a:ext uri="{FF2B5EF4-FFF2-40B4-BE49-F238E27FC236}">
                <a16:creationId xmlns:a16="http://schemas.microsoft.com/office/drawing/2014/main" id="{EF286E42-C44A-274D-B9C1-D21F1AD1DEB2}"/>
              </a:ext>
            </a:extLst>
          </p:cNvPr>
          <p:cNvSpPr>
            <a:spLocks noGrp="1"/>
          </p:cNvSpPr>
          <p:nvPr>
            <p:ph type="body" sz="quarter" idx="32" hasCustomPrompt="1"/>
          </p:nvPr>
        </p:nvSpPr>
        <p:spPr>
          <a:xfrm>
            <a:off x="300038" y="5065521"/>
            <a:ext cx="545995"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a:t>Click to add text</a:t>
            </a:r>
          </a:p>
        </p:txBody>
      </p:sp>
      <p:sp>
        <p:nvSpPr>
          <p:cNvPr id="20" name="Text Placeholder 3" descr="Row 3, text box 1">
            <a:extLst>
              <a:ext uri="{FF2B5EF4-FFF2-40B4-BE49-F238E27FC236}">
                <a16:creationId xmlns:a16="http://schemas.microsoft.com/office/drawing/2014/main" id="{828E38C7-4E21-F24B-B372-9632EC441D7F}"/>
              </a:ext>
            </a:extLst>
          </p:cNvPr>
          <p:cNvSpPr>
            <a:spLocks noGrp="1"/>
          </p:cNvSpPr>
          <p:nvPr>
            <p:ph type="body" sz="quarter" idx="23" hasCustomPrompt="1"/>
          </p:nvPr>
        </p:nvSpPr>
        <p:spPr>
          <a:xfrm>
            <a:off x="1115051"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1" name="Text Placeholder 3" descr="Row 3, text box 2">
            <a:extLst>
              <a:ext uri="{FF2B5EF4-FFF2-40B4-BE49-F238E27FC236}">
                <a16:creationId xmlns:a16="http://schemas.microsoft.com/office/drawing/2014/main" id="{8B2FDC15-7948-0244-83E4-0CDCDBC619B3}"/>
              </a:ext>
            </a:extLst>
          </p:cNvPr>
          <p:cNvSpPr>
            <a:spLocks noGrp="1"/>
          </p:cNvSpPr>
          <p:nvPr>
            <p:ph type="body" sz="quarter" idx="24" hasCustomPrompt="1"/>
          </p:nvPr>
        </p:nvSpPr>
        <p:spPr>
          <a:xfrm>
            <a:off x="2886312"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6" name="Text Placeholder 3" descr="Row 3, text box 3">
            <a:extLst>
              <a:ext uri="{FF2B5EF4-FFF2-40B4-BE49-F238E27FC236}">
                <a16:creationId xmlns:a16="http://schemas.microsoft.com/office/drawing/2014/main" id="{E4B34A83-BA8A-6844-8A56-BBD517A5B6FD}"/>
              </a:ext>
            </a:extLst>
          </p:cNvPr>
          <p:cNvSpPr>
            <a:spLocks noGrp="1"/>
          </p:cNvSpPr>
          <p:nvPr>
            <p:ph type="body" sz="quarter" idx="25" hasCustomPrompt="1"/>
          </p:nvPr>
        </p:nvSpPr>
        <p:spPr>
          <a:xfrm>
            <a:off x="4657573"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7" name="Text Placeholder 3" descr="Row 3, text box 4">
            <a:extLst>
              <a:ext uri="{FF2B5EF4-FFF2-40B4-BE49-F238E27FC236}">
                <a16:creationId xmlns:a16="http://schemas.microsoft.com/office/drawing/2014/main" id="{532716FA-3DC7-AF41-8C5F-F9D040A43930}"/>
              </a:ext>
            </a:extLst>
          </p:cNvPr>
          <p:cNvSpPr>
            <a:spLocks noGrp="1"/>
          </p:cNvSpPr>
          <p:nvPr>
            <p:ph type="body" sz="quarter" idx="26" hasCustomPrompt="1"/>
          </p:nvPr>
        </p:nvSpPr>
        <p:spPr>
          <a:xfrm>
            <a:off x="642883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31" name="Text Placeholder 3" descr="Row 3, text box 5">
            <a:extLst>
              <a:ext uri="{FF2B5EF4-FFF2-40B4-BE49-F238E27FC236}">
                <a16:creationId xmlns:a16="http://schemas.microsoft.com/office/drawing/2014/main" id="{6EA6D41F-30CE-1443-9F1F-896A2907ECBD}"/>
              </a:ext>
            </a:extLst>
          </p:cNvPr>
          <p:cNvSpPr>
            <a:spLocks noGrp="1"/>
          </p:cNvSpPr>
          <p:nvPr>
            <p:ph type="body" sz="quarter" idx="27" hasCustomPrompt="1"/>
          </p:nvPr>
        </p:nvSpPr>
        <p:spPr>
          <a:xfrm>
            <a:off x="8200095"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33" name="Text Placeholder 3" descr="Row 3, text box 6">
            <a:extLst>
              <a:ext uri="{FF2B5EF4-FFF2-40B4-BE49-F238E27FC236}">
                <a16:creationId xmlns:a16="http://schemas.microsoft.com/office/drawing/2014/main" id="{62388AAB-5BA2-4747-B0D0-B11DA9195125}"/>
              </a:ext>
            </a:extLst>
          </p:cNvPr>
          <p:cNvSpPr>
            <a:spLocks noGrp="1"/>
          </p:cNvSpPr>
          <p:nvPr>
            <p:ph type="body" sz="quarter" idx="28" hasCustomPrompt="1"/>
          </p:nvPr>
        </p:nvSpPr>
        <p:spPr>
          <a:xfrm>
            <a:off x="997135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4" name="page number">
            <a:extLst>
              <a:ext uri="{FF2B5EF4-FFF2-40B4-BE49-F238E27FC236}">
                <a16:creationId xmlns:a16="http://schemas.microsoft.com/office/drawing/2014/main" id="{D09494D0-773E-A04D-BC5F-65AA87B8246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23" name="Straight Connector 22">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2" name="page number">
            <a:extLst>
              <a:ext uri="{FF2B5EF4-FFF2-40B4-BE49-F238E27FC236}">
                <a16:creationId xmlns:a16="http://schemas.microsoft.com/office/drawing/2014/main" id="{D09494D0-773E-A04D-BC5F-65AA87B8246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336052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ig Statement - Leaf">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AE796DBB-7792-6B1A-4BD6-1B6B3F4B736A}"/>
              </a:ext>
            </a:extLst>
          </p:cNvPr>
          <p:cNvGrpSpPr/>
          <p:nvPr/>
        </p:nvGrpSpPr>
        <p:grpSpPr>
          <a:xfrm>
            <a:off x="5111737" y="1408637"/>
            <a:ext cx="7077088" cy="4553747"/>
            <a:chOff x="5111737" y="1408637"/>
            <a:chExt cx="7077088" cy="4553747"/>
          </a:xfrm>
        </p:grpSpPr>
        <p:sp>
          <p:nvSpPr>
            <p:cNvPr id="33" name="Freeform: Shape 32">
              <a:extLst>
                <a:ext uri="{FF2B5EF4-FFF2-40B4-BE49-F238E27FC236}">
                  <a16:creationId xmlns:a16="http://schemas.microsoft.com/office/drawing/2014/main" id="{E4086297-1AF3-2A2B-2613-14EDF97D3E23}"/>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30" name="Freeform: Shape 29">
              <a:extLst>
                <a:ext uri="{FF2B5EF4-FFF2-40B4-BE49-F238E27FC236}">
                  <a16:creationId xmlns:a16="http://schemas.microsoft.com/office/drawing/2014/main" id="{6E43FCC5-AD89-BD2E-37A1-C8E7D4E39967}"/>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65A5776C-9EB9-F84B-B0C4-411FA1106F62}"/>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4"/>
                </a:solidFill>
              </a:defRPr>
            </a:lvl1pPr>
            <a:lvl2pPr marL="273050" indent="0">
              <a:buNone/>
              <a:defRPr/>
            </a:lvl2pPr>
          </a:lstStyle>
          <a:p>
            <a:pPr lvl="0"/>
            <a:r>
              <a:rPr lang="en-US" dirty="0"/>
              <a:t>Slide with large text placeholder, green theme.</a:t>
            </a:r>
          </a:p>
        </p:txBody>
      </p:sp>
      <p:sp>
        <p:nvSpPr>
          <p:cNvPr id="15" name="page number">
            <a:extLst>
              <a:ext uri="{FF2B5EF4-FFF2-40B4-BE49-F238E27FC236}">
                <a16:creationId xmlns:a16="http://schemas.microsoft.com/office/drawing/2014/main" id="{55FF2E89-7A98-C14C-B802-9BBF588108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55FF2E89-7A98-C14C-B802-9BBF588108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710578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Statement - Aqua">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AE981AE-FE9F-186D-50E0-7F14F9BF53B6}"/>
              </a:ext>
            </a:extLst>
          </p:cNvPr>
          <p:cNvGrpSpPr/>
          <p:nvPr/>
        </p:nvGrpSpPr>
        <p:grpSpPr>
          <a:xfrm>
            <a:off x="5111737" y="1408637"/>
            <a:ext cx="7077088" cy="4553747"/>
            <a:chOff x="5111737" y="1408637"/>
            <a:chExt cx="7077088" cy="4553747"/>
          </a:xfrm>
        </p:grpSpPr>
        <p:sp>
          <p:nvSpPr>
            <p:cNvPr id="3" name="Freeform: Shape 2">
              <a:extLst>
                <a:ext uri="{FF2B5EF4-FFF2-40B4-BE49-F238E27FC236}">
                  <a16:creationId xmlns:a16="http://schemas.microsoft.com/office/drawing/2014/main" id="{4C6C08E0-382E-E034-0786-953B81FE7655}"/>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3" name="Freeform: Shape 12">
              <a:extLst>
                <a:ext uri="{FF2B5EF4-FFF2-40B4-BE49-F238E27FC236}">
                  <a16:creationId xmlns:a16="http://schemas.microsoft.com/office/drawing/2014/main" id="{E200D762-9980-0F2F-A4D2-E7F64294A756}"/>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113BEA88-710C-A54D-A13C-5E36B6B878B7}"/>
              </a:ext>
            </a:extLst>
          </p:cNvPr>
          <p:cNvSpPr>
            <a:spLocks noGrp="1"/>
          </p:cNvSpPr>
          <p:nvPr>
            <p:ph type="body" sz="quarter" idx="12" hasCustomPrompt="1"/>
          </p:nvPr>
        </p:nvSpPr>
        <p:spPr>
          <a:xfrm>
            <a:off x="580171" y="2233670"/>
            <a:ext cx="6525709" cy="22859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dirty="0"/>
              <a:t>Slide with large text placeholder, blue theme.</a:t>
            </a:r>
          </a:p>
        </p:txBody>
      </p:sp>
      <p:sp>
        <p:nvSpPr>
          <p:cNvPr id="16" name="page number">
            <a:extLst>
              <a:ext uri="{FF2B5EF4-FFF2-40B4-BE49-F238E27FC236}">
                <a16:creationId xmlns:a16="http://schemas.microsoft.com/office/drawing/2014/main" id="{3A15EC20-3B57-4E4E-872C-A34852CBEF1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A15EC20-3B57-4E4E-872C-A34852CBEF1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05975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Statement - Plum">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76AE21A-751A-3AAB-6E34-CE624563FF91}"/>
              </a:ext>
            </a:extLst>
          </p:cNvPr>
          <p:cNvGrpSpPr/>
          <p:nvPr/>
        </p:nvGrpSpPr>
        <p:grpSpPr>
          <a:xfrm>
            <a:off x="5111737" y="1408637"/>
            <a:ext cx="7077088" cy="4553747"/>
            <a:chOff x="5111737" y="1408637"/>
            <a:chExt cx="7077088" cy="4553747"/>
          </a:xfrm>
        </p:grpSpPr>
        <p:sp>
          <p:nvSpPr>
            <p:cNvPr id="13" name="Freeform: Shape 12">
              <a:extLst>
                <a:ext uri="{FF2B5EF4-FFF2-40B4-BE49-F238E27FC236}">
                  <a16:creationId xmlns:a16="http://schemas.microsoft.com/office/drawing/2014/main" id="{FCFA1240-3D0D-AB66-BC3F-80EED3546482}"/>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6000">
                  <a:schemeClr val="accent5"/>
                </a:gs>
                <a:gs pos="7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4" name="Freeform: Shape 13">
              <a:extLst>
                <a:ext uri="{FF2B5EF4-FFF2-40B4-BE49-F238E27FC236}">
                  <a16:creationId xmlns:a16="http://schemas.microsoft.com/office/drawing/2014/main" id="{A884ED15-B8BE-771F-D78D-1BE6D9F66CCF}"/>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5"/>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10" name="Text Placeholder 862">
            <a:extLst>
              <a:ext uri="{FF2B5EF4-FFF2-40B4-BE49-F238E27FC236}">
                <a16:creationId xmlns:a16="http://schemas.microsoft.com/office/drawing/2014/main" id="{BB1BA4EC-6D18-954E-81DD-4678CFBE6FFB}"/>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5"/>
                </a:solidFill>
              </a:defRPr>
            </a:lvl1pPr>
            <a:lvl2pPr marL="273050" indent="0">
              <a:buNone/>
              <a:defRPr/>
            </a:lvl2pPr>
          </a:lstStyle>
          <a:p>
            <a:pPr lvl="0"/>
            <a:r>
              <a:rPr lang="en-US" dirty="0"/>
              <a:t>Slide with large text placeholder, purple theme.</a:t>
            </a:r>
          </a:p>
        </p:txBody>
      </p:sp>
      <p:sp>
        <p:nvSpPr>
          <p:cNvPr id="16" name="page number">
            <a:extLst>
              <a:ext uri="{FF2B5EF4-FFF2-40B4-BE49-F238E27FC236}">
                <a16:creationId xmlns:a16="http://schemas.microsoft.com/office/drawing/2014/main" id="{312DD3E6-E621-1B4F-9197-621CC0C346A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12DD3E6-E621-1B4F-9197-621CC0C346A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049639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Big Statement 2 - Leaf ">
    <p:spTree>
      <p:nvGrpSpPr>
        <p:cNvPr id="1" name=""/>
        <p:cNvGrpSpPr/>
        <p:nvPr/>
      </p:nvGrpSpPr>
      <p:grpSpPr>
        <a:xfrm>
          <a:off x="0" y="0"/>
          <a:ext cx="0" cy="0"/>
          <a:chOff x="0" y="0"/>
          <a:chExt cx="0" cy="0"/>
        </a:xfrm>
      </p:grpSpPr>
      <p:sp>
        <p:nvSpPr>
          <p:cNvPr id="61" name="Freeform: Shape 60">
            <a:extLst>
              <a:ext uri="{FF2B5EF4-FFF2-40B4-BE49-F238E27FC236}">
                <a16:creationId xmlns:a16="http://schemas.microsoft.com/office/drawing/2014/main" id="{552AB5D8-753F-CA24-2C8A-45BC9791756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1A0A18CC-E157-AD15-E51D-50F3DC99465B}"/>
              </a:ext>
            </a:extLst>
          </p:cNvPr>
          <p:cNvSpPr/>
          <p:nvPr/>
        </p:nvSpPr>
        <p:spPr>
          <a:xfrm>
            <a:off x="6457030" y="355921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rgbClr val="61A30E"/>
              </a:gs>
              <a:gs pos="83000">
                <a:srgbClr val="0095C4"/>
              </a:gs>
            </a:gsLst>
            <a:lin ang="18900033" scaled="1"/>
          </a:gradFill>
          <a:ln w="0" cap="flat">
            <a:noFill/>
            <a:prstDash val="solid"/>
            <a:miter/>
          </a:ln>
        </p:spPr>
        <p:txBody>
          <a:bodyPr rtlCol="0" anchor="ctr"/>
          <a:lstStyle/>
          <a:p>
            <a:endParaRPr lang="en-US" dirty="0"/>
          </a:p>
        </p:txBody>
      </p:sp>
      <p:sp>
        <p:nvSpPr>
          <p:cNvPr id="28" name="Title 1">
            <a:extLst>
              <a:ext uri="{FF2B5EF4-FFF2-40B4-BE49-F238E27FC236}">
                <a16:creationId xmlns:a16="http://schemas.microsoft.com/office/drawing/2014/main" id="{426C215B-BC62-3CF9-EDF0-6413174A435A}"/>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 </a:t>
            </a:r>
            <a:br>
              <a:rPr lang="en-US"/>
            </a:br>
            <a:r>
              <a:rPr lang="en-US"/>
              <a:t>Green Theme</a:t>
            </a:r>
          </a:p>
        </p:txBody>
      </p:sp>
      <p:sp>
        <p:nvSpPr>
          <p:cNvPr id="29" name="Subtitle">
            <a:extLst>
              <a:ext uri="{FF2B5EF4-FFF2-40B4-BE49-F238E27FC236}">
                <a16:creationId xmlns:a16="http://schemas.microsoft.com/office/drawing/2014/main" id="{615FECE3-9918-4B48-E68F-739600E4B93A}"/>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7" name="page number">
            <a:extLst>
              <a:ext uri="{FF2B5EF4-FFF2-40B4-BE49-F238E27FC236}">
                <a16:creationId xmlns:a16="http://schemas.microsoft.com/office/drawing/2014/main" id="{4144FBF0-61D7-2140-A159-ECF2E9CDDA2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651124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ig Statement 2 - Aqua">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C6694C6-6A30-F4F5-68A3-ABC8048E7AE9}"/>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C43BE5DC-D92A-9A5C-C8AE-7A979F11542A}"/>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2"/>
              </a:gs>
              <a:gs pos="83000">
                <a:srgbClr val="0095C4"/>
              </a:gs>
            </a:gsLst>
            <a:lin ang="18900033" scaled="1"/>
          </a:gradFill>
          <a:ln w="0" cap="flat">
            <a:noFill/>
            <a:prstDash val="solid"/>
            <a:miter/>
          </a:ln>
        </p:spPr>
        <p:txBody>
          <a:bodyPr rtlCol="0" anchor="ctr"/>
          <a:lstStyle/>
          <a:p>
            <a:endParaRPr lang="en-US" dirty="0"/>
          </a:p>
        </p:txBody>
      </p:sp>
      <p:sp>
        <p:nvSpPr>
          <p:cNvPr id="8" name="page number">
            <a:extLst>
              <a:ext uri="{FF2B5EF4-FFF2-40B4-BE49-F238E27FC236}">
                <a16:creationId xmlns:a16="http://schemas.microsoft.com/office/drawing/2014/main" id="{45469056-638C-FF40-8AA5-0675077535B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9" name="Title 1">
            <a:extLst>
              <a:ext uri="{FF2B5EF4-FFF2-40B4-BE49-F238E27FC236}">
                <a16:creationId xmlns:a16="http://schemas.microsoft.com/office/drawing/2014/main" id="{001CFD5C-7C19-8E30-BF20-52E7629C490B}"/>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a:t>
            </a:r>
            <a:br>
              <a:rPr lang="en-US"/>
            </a:br>
            <a:r>
              <a:rPr lang="en-US"/>
              <a:t>Blue Theme</a:t>
            </a:r>
          </a:p>
        </p:txBody>
      </p:sp>
      <p:sp>
        <p:nvSpPr>
          <p:cNvPr id="30" name="Subtitle">
            <a:extLst>
              <a:ext uri="{FF2B5EF4-FFF2-40B4-BE49-F238E27FC236}">
                <a16:creationId xmlns:a16="http://schemas.microsoft.com/office/drawing/2014/main" id="{2765CEAA-0CA6-BE98-B450-1301D576C6A5}"/>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0" name="Freeform: Shape 5">
            <a:extLst>
              <a:ext uri="{FF2B5EF4-FFF2-40B4-BE49-F238E27FC236}">
                <a16:creationId xmlns:a16="http://schemas.microsoft.com/office/drawing/2014/main" id="{DC6694C6-6A30-F4F5-68A3-ABC8048E7AE9}"/>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2" name="page number">
            <a:extLst>
              <a:ext uri="{FF2B5EF4-FFF2-40B4-BE49-F238E27FC236}">
                <a16:creationId xmlns:a16="http://schemas.microsoft.com/office/drawing/2014/main" id="{45469056-638C-FF40-8AA5-0675077535B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52726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Big Statement 2 - Plum">
    <p:spTree>
      <p:nvGrpSpPr>
        <p:cNvPr id="1" name=""/>
        <p:cNvGrpSpPr/>
        <p:nvPr/>
      </p:nvGrpSpPr>
      <p:grpSpPr>
        <a:xfrm>
          <a:off x="0" y="0"/>
          <a:ext cx="0" cy="0"/>
          <a:chOff x="0" y="0"/>
          <a:chExt cx="0" cy="0"/>
        </a:xfrm>
      </p:grpSpPr>
      <p:sp>
        <p:nvSpPr>
          <p:cNvPr id="32" name="Freeform: Shape 31">
            <a:extLst>
              <a:ext uri="{FF2B5EF4-FFF2-40B4-BE49-F238E27FC236}">
                <a16:creationId xmlns:a16="http://schemas.microsoft.com/office/drawing/2014/main" id="{23AA4DDC-2936-0AB6-8344-5481913C661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C2AE01D1-6E35-D230-30F3-0D3E2F8A5364}"/>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5"/>
              </a:gs>
              <a:gs pos="83000">
                <a:srgbClr val="0095C4"/>
              </a:gs>
            </a:gsLst>
            <a:lin ang="18900033" scaled="1"/>
          </a:gradFill>
          <a:ln w="0" cap="flat">
            <a:noFill/>
            <a:prstDash val="solid"/>
            <a:miter/>
          </a:ln>
        </p:spPr>
        <p:txBody>
          <a:bodyPr rtlCol="0" anchor="ctr"/>
          <a:lstStyle/>
          <a:p>
            <a:endParaRPr lang="en-US" dirty="0"/>
          </a:p>
        </p:txBody>
      </p:sp>
      <p:sp>
        <p:nvSpPr>
          <p:cNvPr id="7" name="page number">
            <a:extLst>
              <a:ext uri="{FF2B5EF4-FFF2-40B4-BE49-F238E27FC236}">
                <a16:creationId xmlns:a16="http://schemas.microsoft.com/office/drawing/2014/main" id="{2A1148C9-BE55-F64C-8A6E-A5239BDB408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itle 1">
            <a:extLst>
              <a:ext uri="{FF2B5EF4-FFF2-40B4-BE49-F238E27FC236}">
                <a16:creationId xmlns:a16="http://schemas.microsoft.com/office/drawing/2014/main" id="{98CA9A76-8DB9-793E-B69C-4DDA15EBC5E2}"/>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Big Statement – </a:t>
            </a:r>
            <a:br>
              <a:rPr lang="en-US" dirty="0"/>
            </a:br>
            <a:r>
              <a:rPr lang="en-US" dirty="0"/>
              <a:t>Purple Theme</a:t>
            </a:r>
          </a:p>
        </p:txBody>
      </p:sp>
      <p:sp>
        <p:nvSpPr>
          <p:cNvPr id="3" name="Subtitle">
            <a:extLst>
              <a:ext uri="{FF2B5EF4-FFF2-40B4-BE49-F238E27FC236}">
                <a16:creationId xmlns:a16="http://schemas.microsoft.com/office/drawing/2014/main" id="{E9F2B30E-136B-200F-6F46-63B36E449AFD}"/>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9" name="Freeform: Shape 31">
            <a:extLst>
              <a:ext uri="{FF2B5EF4-FFF2-40B4-BE49-F238E27FC236}">
                <a16:creationId xmlns:a16="http://schemas.microsoft.com/office/drawing/2014/main" id="{23AA4DDC-2936-0AB6-8344-5481913C661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11" name="page number">
            <a:extLst>
              <a:ext uri="{FF2B5EF4-FFF2-40B4-BE49-F238E27FC236}">
                <a16:creationId xmlns:a16="http://schemas.microsoft.com/office/drawing/2014/main" id="{2A1148C9-BE55-F64C-8A6E-A5239BDB408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95830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Big Statement with Photo">
    <p:spTree>
      <p:nvGrpSpPr>
        <p:cNvPr id="1" name=""/>
        <p:cNvGrpSpPr/>
        <p:nvPr/>
      </p:nvGrpSpPr>
      <p:grpSpPr>
        <a:xfrm>
          <a:off x="0" y="0"/>
          <a:ext cx="0" cy="0"/>
          <a:chOff x="0" y="0"/>
          <a:chExt cx="0" cy="0"/>
        </a:xfrm>
      </p:grpSpPr>
      <p:sp>
        <p:nvSpPr>
          <p:cNvPr id="17" name="Text Placeholder 862">
            <a:extLst>
              <a:ext uri="{FF2B5EF4-FFF2-40B4-BE49-F238E27FC236}">
                <a16:creationId xmlns:a16="http://schemas.microsoft.com/office/drawing/2014/main" id="{C8F55BC8-3E55-49EB-BF20-18EB4F7F5970}"/>
              </a:ext>
            </a:extLst>
          </p:cNvPr>
          <p:cNvSpPr>
            <a:spLocks noGrp="1"/>
          </p:cNvSpPr>
          <p:nvPr>
            <p:ph type="body" sz="quarter" idx="12" hasCustomPrompt="1"/>
          </p:nvPr>
        </p:nvSpPr>
        <p:spPr>
          <a:xfrm>
            <a:off x="608014" y="2514600"/>
            <a:ext cx="5485844" cy="18287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a:t>Click to add text</a:t>
            </a:r>
          </a:p>
        </p:txBody>
      </p:sp>
      <p:sp>
        <p:nvSpPr>
          <p:cNvPr id="4" name="Picture Placeholder 3">
            <a:extLst>
              <a:ext uri="{FF2B5EF4-FFF2-40B4-BE49-F238E27FC236}">
                <a16:creationId xmlns:a16="http://schemas.microsoft.com/office/drawing/2014/main" id="{05DD6E7D-B875-48DF-B6A8-450BD6AE1716}"/>
              </a:ext>
            </a:extLst>
          </p:cNvPr>
          <p:cNvSpPr>
            <a:spLocks noGrp="1"/>
          </p:cNvSpPr>
          <p:nvPr>
            <p:ph type="pic" sz="quarter" idx="11" hasCustomPrompt="1"/>
          </p:nvPr>
        </p:nvSpPr>
        <p:spPr>
          <a:xfrm>
            <a:off x="6785687" y="69850"/>
            <a:ext cx="5403138" cy="6788150"/>
          </a:xfrm>
        </p:spPr>
        <p:txBody>
          <a:bodyPr lIns="640080" tIns="0" rIns="640080" anchor="ctr"/>
          <a:lstStyle>
            <a:lvl1pPr algn="ctr">
              <a:defRPr>
                <a:solidFill>
                  <a:schemeClr val="tx1"/>
                </a:solidFill>
              </a:defRPr>
            </a:lvl1pPr>
          </a:lstStyle>
          <a:p>
            <a:r>
              <a:rPr lang="en-US" dirty="0"/>
              <a:t>Click on the icon to insert a picture from your computer</a:t>
            </a:r>
          </a:p>
        </p:txBody>
      </p:sp>
      <p:sp>
        <p:nvSpPr>
          <p:cNvPr id="6" name="page number">
            <a:extLst>
              <a:ext uri="{FF2B5EF4-FFF2-40B4-BE49-F238E27FC236}">
                <a16:creationId xmlns:a16="http://schemas.microsoft.com/office/drawing/2014/main" id="{1AAC44A2-B8BC-4B45-BE44-C4C65AFCB66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1AAC44A2-B8BC-4B45-BE44-C4C65AFCB66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543899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Big Statist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B88A46-F304-51F6-1AAF-726E7309052D}"/>
              </a:ext>
            </a:extLst>
          </p:cNvPr>
          <p:cNvSpPr/>
          <p:nvPr/>
        </p:nvSpPr>
        <p:spPr>
          <a:xfrm>
            <a:off x="0" y="4332288"/>
            <a:ext cx="12188825" cy="2525712"/>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Oval 2">
            <a:extLst>
              <a:ext uri="{FF2B5EF4-FFF2-40B4-BE49-F238E27FC236}">
                <a16:creationId xmlns:a16="http://schemas.microsoft.com/office/drawing/2014/main" id="{24AFE851-C873-10C5-E165-301FDB834692}"/>
              </a:ext>
            </a:extLst>
          </p:cNvPr>
          <p:cNvSpPr/>
          <p:nvPr/>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Text Placeholder 14" descr="Doughnut chart label 3">
            <a:extLst>
              <a:ext uri="{FF2B5EF4-FFF2-40B4-BE49-F238E27FC236}">
                <a16:creationId xmlns:a16="http://schemas.microsoft.com/office/drawing/2014/main" id="{E4BDA96F-134D-4855-8751-F1043ABF3B47}"/>
              </a:ext>
            </a:extLst>
          </p:cNvPr>
          <p:cNvSpPr>
            <a:spLocks noGrp="1"/>
          </p:cNvSpPr>
          <p:nvPr>
            <p:ph type="body" sz="quarter" idx="11" hasCustomPrompt="1"/>
          </p:nvPr>
        </p:nvSpPr>
        <p:spPr>
          <a:xfrm>
            <a:off x="6096000" y="2514599"/>
            <a:ext cx="5027613" cy="1371601"/>
          </a:xfrm>
        </p:spPr>
        <p:txBody>
          <a:bodyPr anchor="ctr"/>
          <a:lstStyle>
            <a:lvl1pPr>
              <a:spcBef>
                <a:spcPts val="0"/>
              </a:spcBef>
              <a:defRPr sz="3600">
                <a:solidFill>
                  <a:schemeClr val="accent2"/>
                </a:solidFill>
              </a:defRPr>
            </a:lvl1pPr>
          </a:lstStyle>
          <a:p>
            <a:pPr lvl="0"/>
            <a:r>
              <a:rPr lang="en-US" dirty="0"/>
              <a:t>Doughnut Chart slide, click to add text here</a:t>
            </a:r>
          </a:p>
        </p:txBody>
      </p:sp>
      <p:sp>
        <p:nvSpPr>
          <p:cNvPr id="13" name="Text Placeholder 12" descr="Doughnut chart label 1">
            <a:extLst>
              <a:ext uri="{FF2B5EF4-FFF2-40B4-BE49-F238E27FC236}">
                <a16:creationId xmlns:a16="http://schemas.microsoft.com/office/drawing/2014/main" id="{8C4F4198-4BE0-4282-8B86-20DED598DC17}"/>
              </a:ext>
            </a:extLst>
          </p:cNvPr>
          <p:cNvSpPr>
            <a:spLocks noGrp="1"/>
          </p:cNvSpPr>
          <p:nvPr>
            <p:ph type="body" sz="quarter" idx="18"/>
          </p:nvPr>
        </p:nvSpPr>
        <p:spPr>
          <a:xfrm>
            <a:off x="608330" y="5507147"/>
            <a:ext cx="1371064" cy="423862"/>
          </a:xfrm>
        </p:spPr>
        <p:txBody>
          <a:bodyPr/>
          <a:lstStyle>
            <a:lvl1pPr algn="l">
              <a:defRPr sz="1200">
                <a:solidFill>
                  <a:schemeClr val="tx1"/>
                </a:solidFill>
              </a:defRPr>
            </a:lvl1pPr>
          </a:lstStyle>
          <a:p>
            <a:pPr lvl="0"/>
            <a:r>
              <a:rPr lang="en-US"/>
              <a:t>Click to edit Master text styles</a:t>
            </a:r>
          </a:p>
        </p:txBody>
      </p:sp>
      <p:sp>
        <p:nvSpPr>
          <p:cNvPr id="70" name="Text Placeholder 12" descr="Doughnut chart label 2">
            <a:extLst>
              <a:ext uri="{FF2B5EF4-FFF2-40B4-BE49-F238E27FC236}">
                <a16:creationId xmlns:a16="http://schemas.microsoft.com/office/drawing/2014/main" id="{4B5F4E67-F2E8-4777-B495-668C321DCBAF}"/>
              </a:ext>
            </a:extLst>
          </p:cNvPr>
          <p:cNvSpPr>
            <a:spLocks noGrp="1"/>
          </p:cNvSpPr>
          <p:nvPr>
            <p:ph type="body" sz="quarter" idx="19"/>
          </p:nvPr>
        </p:nvSpPr>
        <p:spPr>
          <a:xfrm>
            <a:off x="2436416" y="5507147"/>
            <a:ext cx="1371064" cy="423862"/>
          </a:xfrm>
        </p:spPr>
        <p:txBody>
          <a:bodyPr/>
          <a:lstStyle>
            <a:lvl1pPr algn="l">
              <a:defRPr sz="1200">
                <a:solidFill>
                  <a:schemeClr val="tx1"/>
                </a:solidFill>
              </a:defRPr>
            </a:lvl1pPr>
          </a:lstStyle>
          <a:p>
            <a:pPr lvl="0"/>
            <a:r>
              <a:rPr lang="en-US"/>
              <a:t>Click to edit Master text styles</a:t>
            </a:r>
          </a:p>
        </p:txBody>
      </p:sp>
      <p:sp>
        <p:nvSpPr>
          <p:cNvPr id="71" name="Text Placeholder 12" descr="Doughnut chart label 4">
            <a:extLst>
              <a:ext uri="{FF2B5EF4-FFF2-40B4-BE49-F238E27FC236}">
                <a16:creationId xmlns:a16="http://schemas.microsoft.com/office/drawing/2014/main" id="{704846F3-64ED-4181-8AEC-68B9734DA96D}"/>
              </a:ext>
            </a:extLst>
          </p:cNvPr>
          <p:cNvSpPr>
            <a:spLocks noGrp="1"/>
          </p:cNvSpPr>
          <p:nvPr>
            <p:ph type="body" sz="quarter" idx="20"/>
          </p:nvPr>
        </p:nvSpPr>
        <p:spPr>
          <a:xfrm>
            <a:off x="4261103" y="5507147"/>
            <a:ext cx="1371064" cy="423862"/>
          </a:xfrm>
        </p:spPr>
        <p:txBody>
          <a:bodyPr/>
          <a:lstStyle>
            <a:lvl1pPr algn="l">
              <a:defRPr sz="1200">
                <a:solidFill>
                  <a:schemeClr val="tx1"/>
                </a:solidFill>
              </a:defRPr>
            </a:lvl1pPr>
          </a:lstStyle>
          <a:p>
            <a:pPr lvl="0"/>
            <a:r>
              <a:rPr lang="en-US"/>
              <a:t>Click to edit Master text styles</a:t>
            </a:r>
          </a:p>
        </p:txBody>
      </p:sp>
      <p:sp>
        <p:nvSpPr>
          <p:cNvPr id="72" name="Text Placeholder 12" descr="Doughnut chart label 5">
            <a:extLst>
              <a:ext uri="{FF2B5EF4-FFF2-40B4-BE49-F238E27FC236}">
                <a16:creationId xmlns:a16="http://schemas.microsoft.com/office/drawing/2014/main" id="{DD17F439-D919-44B7-889F-96A1DAF172D4}"/>
              </a:ext>
            </a:extLst>
          </p:cNvPr>
          <p:cNvSpPr>
            <a:spLocks noGrp="1"/>
          </p:cNvSpPr>
          <p:nvPr>
            <p:ph type="body" sz="quarter" idx="21"/>
          </p:nvPr>
        </p:nvSpPr>
        <p:spPr>
          <a:xfrm>
            <a:off x="6088109" y="5507147"/>
            <a:ext cx="1371064" cy="423862"/>
          </a:xfrm>
        </p:spPr>
        <p:txBody>
          <a:bodyPr/>
          <a:lstStyle>
            <a:lvl1pPr algn="l">
              <a:defRPr sz="1200">
                <a:solidFill>
                  <a:schemeClr val="tx1"/>
                </a:solidFill>
              </a:defRPr>
            </a:lvl1pPr>
          </a:lstStyle>
          <a:p>
            <a:pPr lvl="0"/>
            <a:r>
              <a:rPr lang="en-US"/>
              <a:t>Click to edit Master text styles</a:t>
            </a:r>
          </a:p>
        </p:txBody>
      </p:sp>
      <p:sp>
        <p:nvSpPr>
          <p:cNvPr id="73" name="Text Placeholder 12" descr="Doughnut chart label 6">
            <a:extLst>
              <a:ext uri="{FF2B5EF4-FFF2-40B4-BE49-F238E27FC236}">
                <a16:creationId xmlns:a16="http://schemas.microsoft.com/office/drawing/2014/main" id="{0DA74846-CC03-44FE-9AE5-4975E808F8A0}"/>
              </a:ext>
            </a:extLst>
          </p:cNvPr>
          <p:cNvSpPr>
            <a:spLocks noGrp="1"/>
          </p:cNvSpPr>
          <p:nvPr>
            <p:ph type="body" sz="quarter" idx="22"/>
          </p:nvPr>
        </p:nvSpPr>
        <p:spPr>
          <a:xfrm>
            <a:off x="7920672" y="5507147"/>
            <a:ext cx="1371064" cy="423862"/>
          </a:xfrm>
        </p:spPr>
        <p:txBody>
          <a:bodyPr/>
          <a:lstStyle>
            <a:lvl1pPr algn="l">
              <a:defRPr sz="1200">
                <a:solidFill>
                  <a:schemeClr val="tx1"/>
                </a:solidFill>
              </a:defRPr>
            </a:lvl1pPr>
          </a:lstStyle>
          <a:p>
            <a:pPr lvl="0"/>
            <a:r>
              <a:rPr lang="en-US"/>
              <a:t>Click to edit Master text styles</a:t>
            </a:r>
          </a:p>
        </p:txBody>
      </p:sp>
      <p:sp>
        <p:nvSpPr>
          <p:cNvPr id="16" name="page number">
            <a:extLst>
              <a:ext uri="{FF2B5EF4-FFF2-40B4-BE49-F238E27FC236}">
                <a16:creationId xmlns:a16="http://schemas.microsoft.com/office/drawing/2014/main" id="{5FED840F-E343-734C-96BA-0EFF5AE5DAD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9" name="Graphic 8">
            <a:extLst>
              <a:ext uri="{FF2B5EF4-FFF2-40B4-BE49-F238E27FC236}">
                <a16:creationId xmlns:a16="http://schemas.microsoft.com/office/drawing/2014/main" id="{51D71EBD-582E-1FCD-4FB5-19DB293014E0}"/>
              </a:ext>
            </a:extLst>
          </p:cNvPr>
          <p:cNvGrpSpPr/>
          <p:nvPr/>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22"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1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4"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7"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8"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9"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1"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Oval 34">
            <a:extLst>
              <a:ext uri="{FF2B5EF4-FFF2-40B4-BE49-F238E27FC236}">
                <a16:creationId xmlns:a16="http://schemas.microsoft.com/office/drawing/2014/main" id="{24AFE851-C873-10C5-E165-301FDB834692}"/>
              </a:ext>
            </a:extLst>
          </p:cNvPr>
          <p:cNvSpPr/>
          <p:nvPr/>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6" name="page number">
            <a:extLst>
              <a:ext uri="{FF2B5EF4-FFF2-40B4-BE49-F238E27FC236}">
                <a16:creationId xmlns:a16="http://schemas.microsoft.com/office/drawing/2014/main" id="{5FED840F-E343-734C-96BA-0EFF5AE5DAD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9" name="Graphic 8">
            <a:extLst>
              <a:ext uri="{FF2B5EF4-FFF2-40B4-BE49-F238E27FC236}">
                <a16:creationId xmlns:a16="http://schemas.microsoft.com/office/drawing/2014/main" id="{51D71EBD-582E-1FCD-4FB5-19DB293014E0}"/>
              </a:ext>
            </a:extLst>
          </p:cNvPr>
          <p:cNvGrpSpPr/>
          <p:nvPr/>
        </p:nvGrpSpPr>
        <p:grpSpPr>
          <a:xfrm>
            <a:off x="265625" y="6323271"/>
            <a:ext cx="1249223" cy="369648"/>
            <a:chOff x="265625" y="6323271"/>
            <a:chExt cx="1249223" cy="369648"/>
          </a:xfrm>
          <a:solidFill>
            <a:srgbClr val="000000"/>
          </a:solidFill>
        </p:grpSpPr>
        <p:grpSp>
          <p:nvGrpSpPr>
            <p:cNvPr id="4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49"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4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3"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4"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5"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6"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7"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8"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3" name="Chart Placeholder 22">
            <a:extLst>
              <a:ext uri="{FF2B5EF4-FFF2-40B4-BE49-F238E27FC236}">
                <a16:creationId xmlns:a16="http://schemas.microsoft.com/office/drawing/2014/main" id="{4093E53D-7586-4113-99BD-F45F1343692F}"/>
              </a:ext>
            </a:extLst>
          </p:cNvPr>
          <p:cNvSpPr>
            <a:spLocks noGrp="1"/>
          </p:cNvSpPr>
          <p:nvPr>
            <p:ph type="chart" sz="quarter" idx="13" hasCustomPrompt="1"/>
          </p:nvPr>
        </p:nvSpPr>
        <p:spPr bwMode="gray">
          <a:xfrm>
            <a:off x="662672" y="722997"/>
            <a:ext cx="4480256" cy="4480256"/>
          </a:xfrm>
        </p:spPr>
        <p:txBody>
          <a:bodyPr anchor="ctr"/>
          <a:lstStyle>
            <a:lvl1pPr algn="ctr">
              <a:defRPr>
                <a:solidFill>
                  <a:schemeClr val="tx1"/>
                </a:solidFill>
              </a:defRPr>
            </a:lvl1pPr>
          </a:lstStyle>
          <a:p>
            <a:r>
              <a:rPr lang="en-US" dirty="0"/>
              <a:t>Click to insert a </a:t>
            </a:r>
            <a:br>
              <a:rPr lang="en-US" dirty="0"/>
            </a:br>
            <a:r>
              <a:rPr lang="en-US" dirty="0"/>
              <a:t>Doughnut chart</a:t>
            </a:r>
          </a:p>
        </p:txBody>
      </p:sp>
      <p:sp>
        <p:nvSpPr>
          <p:cNvPr id="5" name="TextBox 4">
            <a:extLst>
              <a:ext uri="{FF2B5EF4-FFF2-40B4-BE49-F238E27FC236}">
                <a16:creationId xmlns:a16="http://schemas.microsoft.com/office/drawing/2014/main" id="{9EE7E0D9-D41D-881D-F813-4A2FF0C435F7}"/>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17993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page number">
            <a:extLst>
              <a:ext uri="{FF2B5EF4-FFF2-40B4-BE49-F238E27FC236}">
                <a16:creationId xmlns:a16="http://schemas.microsoft.com/office/drawing/2014/main" id="{BE17F87B-8433-6C45-84D8-13DF5C0ADDB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page number">
            <a:extLst>
              <a:ext uri="{FF2B5EF4-FFF2-40B4-BE49-F238E27FC236}">
                <a16:creationId xmlns:a16="http://schemas.microsoft.com/office/drawing/2014/main" id="{BE17F87B-8433-6C45-84D8-13DF5C0ADDB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562592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Thank You / Closing - Leaf">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56DE6961-EE11-6DE7-194F-886ED937142D}"/>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rgbClr val="61A30E"/>
              </a:gs>
              <a:gs pos="85000">
                <a:srgbClr val="0095C4"/>
              </a:gs>
            </a:gsLst>
            <a:lin ang="18899976" scaled="1"/>
          </a:gradFill>
          <a:ln w="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F8F365AF-9910-BF20-6CFB-24D4C0928B4D}"/>
              </a:ext>
            </a:extLst>
          </p:cNvPr>
          <p:cNvSpPr/>
          <p:nvPr/>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10" name="TextBox 9">
            <a:extLst>
              <a:ext uri="{FF2B5EF4-FFF2-40B4-BE49-F238E27FC236}">
                <a16:creationId xmlns:a16="http://schemas.microsoft.com/office/drawing/2014/main" id="{01F07DE2-A4BE-3B43-A385-D616B948566C}"/>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11" name="Graphic 8">
            <a:extLst>
              <a:ext uri="{FF2B5EF4-FFF2-40B4-BE49-F238E27FC236}">
                <a16:creationId xmlns:a16="http://schemas.microsoft.com/office/drawing/2014/main" id="{6CCAFF07-C864-65F7-E8B7-2C5633311999}"/>
              </a:ext>
            </a:extLst>
          </p:cNvPr>
          <p:cNvGrpSpPr/>
          <p:nvPr/>
        </p:nvGrpSpPr>
        <p:grpSpPr>
          <a:xfrm>
            <a:off x="265625" y="6323271"/>
            <a:ext cx="1249223" cy="369648"/>
            <a:chOff x="265625" y="6323271"/>
            <a:chExt cx="1249223" cy="369648"/>
          </a:xfrm>
          <a:solidFill>
            <a:srgbClr val="000000"/>
          </a:solidFill>
        </p:grpSpPr>
        <p:grpSp>
          <p:nvGrpSpPr>
            <p:cNvPr id="12" name="Graphic 8">
              <a:extLst>
                <a:ext uri="{FF2B5EF4-FFF2-40B4-BE49-F238E27FC236}">
                  <a16:creationId xmlns:a16="http://schemas.microsoft.com/office/drawing/2014/main" id="{AE286926-0755-5C11-7A0A-71094C615B03}"/>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1302BC0-EF33-69DC-5657-3D7BE117EB0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BEAD69D2-73E4-A144-E3E4-00652D470A7C}"/>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D44DE0F-E65D-8F5E-DDB1-448E05AF8B4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00A7CEA-47C8-F052-0ABC-CC3EB17C99C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263CA39-11CD-CCFC-8658-51B68E806B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4151A7-9F9E-00A6-12C4-7BF08E75C91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1677C85A-569D-FF5C-4327-E5F7B4ABB32F}"/>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E88D3A2E-3EBA-D825-F133-2DE36CA58E5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3803B19A-69EA-855A-98FD-BD1186959E33}"/>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EBFA825D-97CB-A8C0-AFB9-8046277D843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5" name="Graphic 8">
              <a:extLst>
                <a:ext uri="{FF2B5EF4-FFF2-40B4-BE49-F238E27FC236}">
                  <a16:creationId xmlns:a16="http://schemas.microsoft.com/office/drawing/2014/main" id="{3A2519BE-9221-F0E4-149B-1E0F287B15F2}"/>
                </a:ext>
              </a:extLst>
            </p:cNvPr>
            <p:cNvGrpSpPr/>
            <p:nvPr/>
          </p:nvGrpSpPr>
          <p:grpSpPr>
            <a:xfrm>
              <a:off x="265625" y="6323271"/>
              <a:ext cx="1249223" cy="190348"/>
              <a:chOff x="265625" y="6323271"/>
              <a:chExt cx="1249223" cy="190348"/>
            </a:xfrm>
            <a:solidFill>
              <a:srgbClr val="000000"/>
            </a:solidFill>
          </p:grpSpPr>
          <p:sp>
            <p:nvSpPr>
              <p:cNvPr id="16" name="Freeform 15">
                <a:extLst>
                  <a:ext uri="{FF2B5EF4-FFF2-40B4-BE49-F238E27FC236}">
                    <a16:creationId xmlns:a16="http://schemas.microsoft.com/office/drawing/2014/main" id="{E24DA16D-AFE1-058B-85D1-9EA36D66A8E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55335D38-CD27-91AC-1D9C-2ECBE6EA600D}"/>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93057BCE-C1E5-5093-0F75-68335E992A1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7CA24CC9-729F-DCB8-F923-0F15F8C9188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BAE7E7AF-181B-E7F5-FE78-4DDD4C4C35B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5473C35A-2B1B-B305-B605-0C9EA6533ED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150F0538-4DA7-4B39-5875-633FB664361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 name="Freeform: Shape 1">
            <a:extLst>
              <a:ext uri="{FF2B5EF4-FFF2-40B4-BE49-F238E27FC236}">
                <a16:creationId xmlns:a16="http://schemas.microsoft.com/office/drawing/2014/main" id="{1C5EE576-7D35-4E9E-7E82-8116BB430A44}"/>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4" name="Freeform: Shape 1">
            <a:extLst>
              <a:ext uri="{FF2B5EF4-FFF2-40B4-BE49-F238E27FC236}">
                <a16:creationId xmlns:a16="http://schemas.microsoft.com/office/drawing/2014/main" id="{1C5EE576-7D35-4E9E-7E82-8116BB430A44}"/>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73C0D969-A405-CD2A-A392-B917B8B613B7}"/>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pic>
        <p:nvPicPr>
          <p:cNvPr id="4" name="Picture 3">
            <a:extLst>
              <a:ext uri="{FF2B5EF4-FFF2-40B4-BE49-F238E27FC236}">
                <a16:creationId xmlns:a16="http://schemas.microsoft.com/office/drawing/2014/main" id="{65B3104D-C5F4-6FF3-1093-AF64926356DA}"/>
              </a:ext>
            </a:extLst>
          </p:cNvPr>
          <p:cNvPicPr>
            <a:picLocks noChangeAspect="1"/>
          </p:cNvPicPr>
          <p:nvPr userDrawn="1"/>
        </p:nvPicPr>
        <p:blipFill>
          <a:blip r:embed="rId2"/>
          <a:srcRect l="3" r="3"/>
          <a:stretch/>
        </p:blipFill>
        <p:spPr>
          <a:xfrm>
            <a:off x="879" y="0"/>
            <a:ext cx="12187312" cy="6858495"/>
          </a:xfrm>
          <a:prstGeom prst="rect">
            <a:avLst/>
          </a:prstGeom>
        </p:spPr>
      </p:pic>
      <p:sp>
        <p:nvSpPr>
          <p:cNvPr id="5" name="TextBox 4">
            <a:extLst>
              <a:ext uri="{FF2B5EF4-FFF2-40B4-BE49-F238E27FC236}">
                <a16:creationId xmlns:a16="http://schemas.microsoft.com/office/drawing/2014/main" id="{C0A0C028-BF46-EDFA-F40F-004EA05B2623}"/>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1"/>
                </a:solidFill>
                <a:latin typeface="+mj-lt"/>
                <a:ea typeface="+mj-ea"/>
                <a:cs typeface="+mj-cs"/>
              </a:rPr>
              <a:t>Thank You</a:t>
            </a:r>
          </a:p>
        </p:txBody>
      </p:sp>
      <p:sp>
        <p:nvSpPr>
          <p:cNvPr id="6" name="TextBox 5">
            <a:extLst>
              <a:ext uri="{FF2B5EF4-FFF2-40B4-BE49-F238E27FC236}">
                <a16:creationId xmlns:a16="http://schemas.microsoft.com/office/drawing/2014/main" id="{3DFCFBDD-3DA4-2EFF-8BED-7A7EAFE79A1D}"/>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Broadcom Proprietary and Confidential. Copyright © 2024 Broadcom.  </a:t>
            </a:r>
          </a:p>
        </p:txBody>
      </p:sp>
      <p:sp>
        <p:nvSpPr>
          <p:cNvPr id="7" name="TextBox 6">
            <a:extLst>
              <a:ext uri="{FF2B5EF4-FFF2-40B4-BE49-F238E27FC236}">
                <a16:creationId xmlns:a16="http://schemas.microsoft.com/office/drawing/2014/main" id="{7AE5BAAE-742F-C2DD-27AC-9A716770F291}"/>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All Rights Reserved. The term “Broadcom” refers to Broadcom Inc. and/or its subsidiaries.</a:t>
            </a:r>
          </a:p>
        </p:txBody>
      </p:sp>
      <p:grpSp>
        <p:nvGrpSpPr>
          <p:cNvPr id="8" name="Graphic 8">
            <a:extLst>
              <a:ext uri="{FF2B5EF4-FFF2-40B4-BE49-F238E27FC236}">
                <a16:creationId xmlns:a16="http://schemas.microsoft.com/office/drawing/2014/main" id="{F96BB1B4-0E96-A41F-350F-36EC446729D3}"/>
              </a:ext>
            </a:extLst>
          </p:cNvPr>
          <p:cNvGrpSpPr/>
          <p:nvPr userDrawn="1"/>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FFECE041-33EC-330E-1F03-D7978F7F5B9A}"/>
                </a:ext>
              </a:extLst>
            </p:cNvPr>
            <p:cNvGrpSpPr/>
            <p:nvPr/>
          </p:nvGrpSpPr>
          <p:grpSpPr>
            <a:xfrm>
              <a:off x="745455" y="6594444"/>
              <a:ext cx="722662" cy="98475"/>
              <a:chOff x="745455" y="6594444"/>
              <a:chExt cx="722662" cy="98475"/>
            </a:xfrm>
            <a:solidFill>
              <a:srgbClr val="000000"/>
            </a:solidFill>
          </p:grpSpPr>
          <p:sp>
            <p:nvSpPr>
              <p:cNvPr id="40" name="Freeform 22">
                <a:extLst>
                  <a:ext uri="{FF2B5EF4-FFF2-40B4-BE49-F238E27FC236}">
                    <a16:creationId xmlns:a16="http://schemas.microsoft.com/office/drawing/2014/main" id="{A3E69BD9-A639-AC11-3E3A-8E63C0ECBAE6}"/>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41" name="Freeform 23">
                <a:extLst>
                  <a:ext uri="{FF2B5EF4-FFF2-40B4-BE49-F238E27FC236}">
                    <a16:creationId xmlns:a16="http://schemas.microsoft.com/office/drawing/2014/main" id="{F1C27475-D8AD-45CB-9052-1EC3C3046B2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42" name="Freeform 24">
                <a:extLst>
                  <a:ext uri="{FF2B5EF4-FFF2-40B4-BE49-F238E27FC236}">
                    <a16:creationId xmlns:a16="http://schemas.microsoft.com/office/drawing/2014/main" id="{6AB662A3-EE02-9519-231A-7A9C473A6F7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43" name="Freeform 25">
                <a:extLst>
                  <a:ext uri="{FF2B5EF4-FFF2-40B4-BE49-F238E27FC236}">
                    <a16:creationId xmlns:a16="http://schemas.microsoft.com/office/drawing/2014/main" id="{04A1D387-0CD4-48F2-13DC-8919E1737C2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44" name="Freeform 26">
                <a:extLst>
                  <a:ext uri="{FF2B5EF4-FFF2-40B4-BE49-F238E27FC236}">
                    <a16:creationId xmlns:a16="http://schemas.microsoft.com/office/drawing/2014/main" id="{8536CEB7-0935-94CC-3407-3707A2071EF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5" name="Freeform 27">
                <a:extLst>
                  <a:ext uri="{FF2B5EF4-FFF2-40B4-BE49-F238E27FC236}">
                    <a16:creationId xmlns:a16="http://schemas.microsoft.com/office/drawing/2014/main" id="{3474E279-C2C6-5201-CA55-C956A6FB9D94}"/>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46" name="Freeform 28">
                <a:extLst>
                  <a:ext uri="{FF2B5EF4-FFF2-40B4-BE49-F238E27FC236}">
                    <a16:creationId xmlns:a16="http://schemas.microsoft.com/office/drawing/2014/main" id="{9A6D6DD2-0C7D-9B71-7847-399AE828456D}"/>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47" name="Freeform 29">
                <a:extLst>
                  <a:ext uri="{FF2B5EF4-FFF2-40B4-BE49-F238E27FC236}">
                    <a16:creationId xmlns:a16="http://schemas.microsoft.com/office/drawing/2014/main" id="{07D807AA-D144-A952-B35A-5A18A2E86FD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48" name="Freeform 30">
                <a:extLst>
                  <a:ext uri="{FF2B5EF4-FFF2-40B4-BE49-F238E27FC236}">
                    <a16:creationId xmlns:a16="http://schemas.microsoft.com/office/drawing/2014/main" id="{FFC64C1A-E3E1-7E5D-5D61-8CD6CBB2816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0" name="Freeform 31">
                <a:extLst>
                  <a:ext uri="{FF2B5EF4-FFF2-40B4-BE49-F238E27FC236}">
                    <a16:creationId xmlns:a16="http://schemas.microsoft.com/office/drawing/2014/main" id="{A1096785-D3B8-556D-BBAE-06E2FAA6A639}"/>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3" name="Graphic 8">
              <a:extLst>
                <a:ext uri="{FF2B5EF4-FFF2-40B4-BE49-F238E27FC236}">
                  <a16:creationId xmlns:a16="http://schemas.microsoft.com/office/drawing/2014/main" id="{1ED8C2AE-C76B-9E06-BCC9-3A775E699349}"/>
                </a:ext>
              </a:extLst>
            </p:cNvPr>
            <p:cNvGrpSpPr/>
            <p:nvPr/>
          </p:nvGrpSpPr>
          <p:grpSpPr>
            <a:xfrm>
              <a:off x="265625" y="6323271"/>
              <a:ext cx="1249223" cy="190348"/>
              <a:chOff x="265625" y="6323271"/>
              <a:chExt cx="1249223" cy="190348"/>
            </a:xfrm>
            <a:solidFill>
              <a:srgbClr val="000000"/>
            </a:solidFill>
          </p:grpSpPr>
          <p:sp>
            <p:nvSpPr>
              <p:cNvPr id="14" name="Freeform 15">
                <a:extLst>
                  <a:ext uri="{FF2B5EF4-FFF2-40B4-BE49-F238E27FC236}">
                    <a16:creationId xmlns:a16="http://schemas.microsoft.com/office/drawing/2014/main" id="{0574DF59-9242-5341-4A10-F9356C4892D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33" name="Freeform 16">
                <a:extLst>
                  <a:ext uri="{FF2B5EF4-FFF2-40B4-BE49-F238E27FC236}">
                    <a16:creationId xmlns:a16="http://schemas.microsoft.com/office/drawing/2014/main" id="{8E02F84A-C28C-FC85-DD56-834E39628FA2}"/>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35" name="Freeform 17">
                <a:extLst>
                  <a:ext uri="{FF2B5EF4-FFF2-40B4-BE49-F238E27FC236}">
                    <a16:creationId xmlns:a16="http://schemas.microsoft.com/office/drawing/2014/main" id="{3C2600BC-9D9E-F961-CC5C-2F5D48E8B69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36" name="Freeform 18">
                <a:extLst>
                  <a:ext uri="{FF2B5EF4-FFF2-40B4-BE49-F238E27FC236}">
                    <a16:creationId xmlns:a16="http://schemas.microsoft.com/office/drawing/2014/main" id="{388A80E9-6363-3655-CB74-A93EDFC19A1A}"/>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37" name="Freeform 19">
                <a:extLst>
                  <a:ext uri="{FF2B5EF4-FFF2-40B4-BE49-F238E27FC236}">
                    <a16:creationId xmlns:a16="http://schemas.microsoft.com/office/drawing/2014/main" id="{002BF572-7495-016B-EB2A-7AABDC3A251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38" name="Freeform 20">
                <a:extLst>
                  <a:ext uri="{FF2B5EF4-FFF2-40B4-BE49-F238E27FC236}">
                    <a16:creationId xmlns:a16="http://schemas.microsoft.com/office/drawing/2014/main" id="{BEC19589-B737-4A56-3F48-D138C50E93D3}"/>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39" name="Freeform 21">
                <a:extLst>
                  <a:ext uri="{FF2B5EF4-FFF2-40B4-BE49-F238E27FC236}">
                    <a16:creationId xmlns:a16="http://schemas.microsoft.com/office/drawing/2014/main" id="{0B8EF4F7-4846-02A8-646B-7E66B2D669F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4256826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Thank You / Closing - Aqua">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11BDF268-11B0-0052-054F-E2A7324524A8}"/>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2"/>
              </a:gs>
              <a:gs pos="85000">
                <a:srgbClr val="0095C4"/>
              </a:gs>
            </a:gsLst>
            <a:lin ang="18899976" scaled="1"/>
          </a:gradFill>
          <a:ln w="0"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FFB6A110-E961-EB34-6F92-35210D5B70F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13" name="TextBox 12">
            <a:extLst>
              <a:ext uri="{FF2B5EF4-FFF2-40B4-BE49-F238E27FC236}">
                <a16:creationId xmlns:a16="http://schemas.microsoft.com/office/drawing/2014/main" id="{1BD12A38-34FF-DD48-95F6-31F5ED4772C8}"/>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6870951A-A1C2-4343-3CAE-6020736681CC}"/>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26F24270-F144-4E34-E75B-7BF480C1A43F}"/>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51193D83-E1DC-D884-497D-C36876692E8C}"/>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7" name="Freeform 6">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8" name="Freeform 7">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2" name="Freeform: Shape 14">
            <a:extLst>
              <a:ext uri="{FF2B5EF4-FFF2-40B4-BE49-F238E27FC236}">
                <a16:creationId xmlns:a16="http://schemas.microsoft.com/office/drawing/2014/main" id="{CD863588-1EDA-72EC-6D61-3E8A0E7CB273}"/>
              </a:ext>
            </a:extLst>
          </p:cNvPr>
          <p:cNvSpPr/>
          <p:nvPr/>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3" name="Freeform: Shape 29">
            <a:extLst>
              <a:ext uri="{FF2B5EF4-FFF2-40B4-BE49-F238E27FC236}">
                <a16:creationId xmlns:a16="http://schemas.microsoft.com/office/drawing/2014/main" id="{FFB6A110-E961-EB34-6F92-35210D5B70F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34" name="TextBox 33">
            <a:extLst>
              <a:ext uri="{FF2B5EF4-FFF2-40B4-BE49-F238E27FC236}">
                <a16:creationId xmlns:a16="http://schemas.microsoft.com/office/drawing/2014/main" id="{1BD12A38-34FF-DD48-95F6-31F5ED4772C8}"/>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7" name="Graphic 8">
            <a:extLst>
              <a:ext uri="{FF2B5EF4-FFF2-40B4-BE49-F238E27FC236}">
                <a16:creationId xmlns:a16="http://schemas.microsoft.com/office/drawing/2014/main" id="{51193D83-E1DC-D884-497D-C36876692E8C}"/>
              </a:ext>
            </a:extLst>
          </p:cNvPr>
          <p:cNvGrpSpPr/>
          <p:nvPr/>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0" name="TextBox 9">
            <a:extLst>
              <a:ext uri="{FF2B5EF4-FFF2-40B4-BE49-F238E27FC236}">
                <a16:creationId xmlns:a16="http://schemas.microsoft.com/office/drawing/2014/main" id="{39FCD237-E611-CAC8-3736-F49AF3DA231A}"/>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4145050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Thank You / Closing - Plum">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ED7BA03-D917-7BF7-506D-6901DD40B1DF}"/>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5"/>
              </a:gs>
              <a:gs pos="85000">
                <a:srgbClr val="0095C4"/>
              </a:gs>
            </a:gsLst>
            <a:lin ang="18899976" scaled="1"/>
          </a:gradFill>
          <a:ln w="0" cap="flat">
            <a:noFill/>
            <a:prstDash val="solid"/>
            <a:miter/>
          </a:ln>
        </p:spPr>
        <p:txBody>
          <a:bodyPr rtlCol="0" anchor="ctr"/>
          <a:lstStyle/>
          <a:p>
            <a:endParaRPr lang="en-US" dirty="0"/>
          </a:p>
        </p:txBody>
      </p:sp>
      <p:sp>
        <p:nvSpPr>
          <p:cNvPr id="10" name="TextBox 9">
            <a:extLst>
              <a:ext uri="{FF2B5EF4-FFF2-40B4-BE49-F238E27FC236}">
                <a16:creationId xmlns:a16="http://schemas.microsoft.com/office/drawing/2014/main" id="{53EB9DBD-7EC8-8749-8D2B-52C66972D46E}"/>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9DB548BE-0CE3-CE23-414D-C93C2FDD312A}"/>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BD199895-20CD-709C-3907-26845A30404E}"/>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8112DCCF-A410-8E64-BF5C-1AED8279B1FF}"/>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5" name="Freeform 14">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3" name="Freeform: Shape 12">
            <a:extLst>
              <a:ext uri="{FF2B5EF4-FFF2-40B4-BE49-F238E27FC236}">
                <a16:creationId xmlns:a16="http://schemas.microsoft.com/office/drawing/2014/main" id="{C039270F-3B2C-5A52-9E64-757A7B13656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31" name="Freeform: Shape 7">
            <a:extLst>
              <a:ext uri="{FF2B5EF4-FFF2-40B4-BE49-F238E27FC236}">
                <a16:creationId xmlns:a16="http://schemas.microsoft.com/office/drawing/2014/main" id="{6317424D-DA75-A15F-0C19-096E89461340}"/>
              </a:ext>
            </a:extLst>
          </p:cNvPr>
          <p:cNvSpPr/>
          <p:nvPr/>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2" name="TextBox 31">
            <a:extLst>
              <a:ext uri="{FF2B5EF4-FFF2-40B4-BE49-F238E27FC236}">
                <a16:creationId xmlns:a16="http://schemas.microsoft.com/office/drawing/2014/main" id="{53EB9DBD-7EC8-8749-8D2B-52C66972D46E}"/>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5" name="Graphic 8">
            <a:extLst>
              <a:ext uri="{FF2B5EF4-FFF2-40B4-BE49-F238E27FC236}">
                <a16:creationId xmlns:a16="http://schemas.microsoft.com/office/drawing/2014/main" id="{8112DCCF-A410-8E64-BF5C-1AED8279B1FF}"/>
              </a:ext>
            </a:extLst>
          </p:cNvPr>
          <p:cNvGrpSpPr/>
          <p:nvPr/>
        </p:nvGrpSpPr>
        <p:grpSpPr>
          <a:xfrm>
            <a:off x="265625" y="6323271"/>
            <a:ext cx="1249223" cy="369648"/>
            <a:chOff x="265625" y="6323271"/>
            <a:chExt cx="1249223" cy="369648"/>
          </a:xfrm>
          <a:solidFill>
            <a:srgbClr val="000000"/>
          </a:solidFill>
        </p:grpSpPr>
        <p:grpSp>
          <p:nvGrpSpPr>
            <p:cNvPr id="36"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45" name="Freeform 44">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7"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38" name="Freeform 37">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39" name="Freeform 38">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0" name="Freeform 39">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5" name="Freeform: Shape 12">
            <a:extLst>
              <a:ext uri="{FF2B5EF4-FFF2-40B4-BE49-F238E27FC236}">
                <a16:creationId xmlns:a16="http://schemas.microsoft.com/office/drawing/2014/main" id="{C039270F-3B2C-5A52-9E64-757A7B13656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9" name="TextBox 8">
            <a:extLst>
              <a:ext uri="{FF2B5EF4-FFF2-40B4-BE49-F238E27FC236}">
                <a16:creationId xmlns:a16="http://schemas.microsoft.com/office/drawing/2014/main" id="{6B6C42D0-DC6D-DA1A-9109-B30DDBCA1FD2}"/>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207125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Agenda">
    <p:spTree>
      <p:nvGrpSpPr>
        <p:cNvPr id="1" name=""/>
        <p:cNvGrpSpPr/>
        <p:nvPr/>
      </p:nvGrpSpPr>
      <p:grpSpPr>
        <a:xfrm>
          <a:off x="0" y="0"/>
          <a:ext cx="0" cy="0"/>
          <a:chOff x="0" y="0"/>
          <a:chExt cx="0" cy="0"/>
        </a:xfrm>
      </p:grpSpPr>
      <p:sp>
        <p:nvSpPr>
          <p:cNvPr id="16" name="Click to edit text">
            <a:extLst>
              <a:ext uri="{FF2B5EF4-FFF2-40B4-BE49-F238E27FC236}">
                <a16:creationId xmlns:a16="http://schemas.microsoft.com/office/drawing/2014/main" id="{B29EB907-51A5-4D60-B03A-85DECB7627F9}"/>
              </a:ext>
            </a:extLst>
          </p:cNvPr>
          <p:cNvSpPr>
            <a:spLocks noGrp="1"/>
          </p:cNvSpPr>
          <p:nvPr>
            <p:ph type="body" sz="quarter" idx="23" hasCustomPrompt="1"/>
          </p:nvPr>
        </p:nvSpPr>
        <p:spPr>
          <a:xfrm>
            <a:off x="2894013" y="1359907"/>
            <a:ext cx="7315200" cy="4322783"/>
          </a:xfrm>
        </p:spPr>
        <p:txBody>
          <a:bodyPr anchor="t"/>
          <a:lstStyle>
            <a:lvl1pPr marL="0" indent="0">
              <a:spcBef>
                <a:spcPts val="1800"/>
              </a:spcBef>
              <a:buClr>
                <a:schemeClr val="accent2"/>
              </a:buClr>
              <a:buFont typeface="Open Sans" panose="020B0606030504020204" pitchFamily="34" charset="0"/>
              <a:buChar char="​"/>
              <a:defRPr>
                <a:solidFill>
                  <a:schemeClr val="bg2">
                    <a:lumMod val="25000"/>
                  </a:schemeClr>
                </a:solidFill>
              </a:defRPr>
            </a:lvl1pPr>
            <a:lvl2pPr marL="0" indent="0">
              <a:spcBef>
                <a:spcPts val="600"/>
              </a:spcBef>
              <a:buFont typeface="Open Sans" panose="020B0606030504020204" pitchFamily="34" charset="0"/>
              <a:buChar char="​"/>
              <a:defRPr/>
            </a:lvl2pPr>
            <a:lvl3pPr marL="342900" indent="0">
              <a:buFont typeface="Open Sans" panose="020B0606030504020204" pitchFamily="34" charset="0"/>
              <a:buNone/>
              <a:defRPr sz="1800"/>
            </a:lvl3pPr>
            <a:lvl4pPr marL="342900" indent="0">
              <a:buFont typeface="Open Sans" panose="020B0606030504020204" pitchFamily="34" charset="0"/>
              <a:buChar char="​"/>
              <a:tabLst/>
              <a:defRPr sz="1800">
                <a:solidFill>
                  <a:schemeClr val="tx2"/>
                </a:solidFill>
              </a:defRPr>
            </a:lvl4pPr>
            <a:lvl5pPr marL="342900" indent="0">
              <a:buFont typeface="Open Sans" panose="020B0606030504020204" pitchFamily="34" charset="0"/>
              <a:buChar char="​"/>
              <a:tabLst/>
              <a:defRPr sz="1800">
                <a:solidFill>
                  <a:schemeClr val="tx2"/>
                </a:solidFill>
              </a:defRPr>
            </a:lvl5pPr>
            <a:lvl6pPr marL="342900" indent="0">
              <a:buFont typeface="Open Sans" panose="020B0606030504020204" pitchFamily="34" charset="0"/>
              <a:buChar char="​"/>
              <a:defRPr sz="1800">
                <a:solidFill>
                  <a:schemeClr val="tx2"/>
                </a:solidFill>
              </a:defRPr>
            </a:lvl6pPr>
            <a:lvl7pPr marL="342900" indent="0">
              <a:buFont typeface="Open Sans" panose="020B0606030504020204" pitchFamily="34" charset="0"/>
              <a:buChar char="​"/>
              <a:defRPr sz="1800">
                <a:solidFill>
                  <a:schemeClr val="tx2"/>
                </a:solidFill>
              </a:defRPr>
            </a:lvl7pPr>
            <a:lvl8pPr marL="342900" indent="0">
              <a:buFont typeface="Open Sans" panose="020B0606030504020204" pitchFamily="34" charset="0"/>
              <a:buChar char="​"/>
              <a:defRPr sz="1800">
                <a:solidFill>
                  <a:schemeClr val="tx2"/>
                </a:solidFill>
              </a:defRPr>
            </a:lvl8pPr>
            <a:lvl9pPr marL="342900" indent="0">
              <a:buFont typeface="Open Sans" panose="020B0606030504020204" pitchFamily="34" charset="0"/>
              <a:buChar char="​"/>
              <a:defRPr sz="1800">
                <a:solidFill>
                  <a:schemeClr val="tx2"/>
                </a:solidFill>
              </a:defRPr>
            </a:lvl9pPr>
          </a:lstStyle>
          <a:p>
            <a:pPr lvl="0"/>
            <a:r>
              <a:rPr lang="en-US" dirty="0"/>
              <a:t>Edit text</a:t>
            </a:r>
          </a:p>
        </p:txBody>
      </p:sp>
      <p:sp>
        <p:nvSpPr>
          <p:cNvPr id="730"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extBox 1">
            <a:extLst>
              <a:ext uri="{FF2B5EF4-FFF2-40B4-BE49-F238E27FC236}">
                <a16:creationId xmlns:a16="http://schemas.microsoft.com/office/drawing/2014/main" id="{EFAB009F-8C77-4345-BB40-5C6D1F329C80}"/>
              </a:ext>
            </a:extLst>
          </p:cNvPr>
          <p:cNvSpPr txBox="1"/>
          <p:nvPr userDrawn="1"/>
        </p:nvSpPr>
        <p:spPr>
          <a:xfrm>
            <a:off x="610289" y="1257625"/>
            <a:ext cx="1939871" cy="443198"/>
          </a:xfrm>
          <a:prstGeom prst="rect">
            <a:avLst/>
          </a:prstGeom>
        </p:spPr>
        <p:txBody>
          <a:bodyPr vert="horz" wrap="none" lIns="0" tIns="0" rIns="0" bIns="0" rtlCol="0" anchor="b">
            <a:noAutofit/>
          </a:bodyPr>
          <a:lstStyle>
            <a:lvl1pPr>
              <a:lnSpc>
                <a:spcPct val="90000"/>
              </a:lnSpc>
              <a:spcBef>
                <a:spcPct val="0"/>
              </a:spcBef>
              <a:buNone/>
              <a:defRPr sz="3200" b="0">
                <a:solidFill>
                  <a:schemeClr val="accent2"/>
                </a:solidFill>
                <a:latin typeface="+mj-lt"/>
              </a:defRPr>
            </a:lvl1pPr>
          </a:lstStyle>
          <a:p>
            <a:pPr lvl="0"/>
            <a:r>
              <a:rPr lang="en-US" dirty="0">
                <a:solidFill>
                  <a:schemeClr val="accent1"/>
                </a:solidFill>
              </a:rPr>
              <a:t>Agenda</a:t>
            </a:r>
          </a:p>
        </p:txBody>
      </p:sp>
    </p:spTree>
    <p:extLst>
      <p:ext uri="{BB962C8B-B14F-4D97-AF65-F5344CB8AC3E}">
        <p14:creationId xmlns:p14="http://schemas.microsoft.com/office/powerpoint/2010/main" val="281145633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CONTENT | Blank">
  <p:cSld name="CONTENT | Blank">
    <p:spTree>
      <p:nvGrpSpPr>
        <p:cNvPr id="1" name="Shape 114"/>
        <p:cNvGrpSpPr/>
        <p:nvPr/>
      </p:nvGrpSpPr>
      <p:grpSpPr>
        <a:xfrm>
          <a:off x="0" y="0"/>
          <a:ext cx="0" cy="0"/>
          <a:chOff x="0" y="0"/>
          <a:chExt cx="0" cy="0"/>
        </a:xfrm>
      </p:grpSpPr>
    </p:spTree>
    <p:extLst>
      <p:ext uri="{BB962C8B-B14F-4D97-AF65-F5344CB8AC3E}">
        <p14:creationId xmlns:p14="http://schemas.microsoft.com/office/powerpoint/2010/main" val="1465709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Subtitle">
  <p:cSld name="1_Title and Subtitle">
    <p:spTree>
      <p:nvGrpSpPr>
        <p:cNvPr id="1" name="Shape 103"/>
        <p:cNvGrpSpPr/>
        <p:nvPr/>
      </p:nvGrpSpPr>
      <p:grpSpPr>
        <a:xfrm>
          <a:off x="0" y="0"/>
          <a:ext cx="0" cy="0"/>
          <a:chOff x="0" y="0"/>
          <a:chExt cx="0" cy="0"/>
        </a:xfrm>
      </p:grpSpPr>
      <p:sp>
        <p:nvSpPr>
          <p:cNvPr id="104" name="Google Shape;104;p63"/>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05" name="Google Shape;105;p63"/>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b="0" i="0">
                <a:solidFill>
                  <a:schemeClr val="dk1"/>
                </a:solidFill>
                <a:latin typeface="Arial" panose="020B0604020202020204" pitchFamily="34" charset="0"/>
                <a:ea typeface="Arial" panose="020B0604020202020204" pitchFamily="34" charset="0"/>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dirty="0"/>
          </a:p>
        </p:txBody>
      </p:sp>
    </p:spTree>
    <p:extLst>
      <p:ext uri="{BB962C8B-B14F-4D97-AF65-F5344CB8AC3E}">
        <p14:creationId xmlns:p14="http://schemas.microsoft.com/office/powerpoint/2010/main" val="1341776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2" name="Click to edit title"/>
          <p:cNvSpPr>
            <a:spLocks noGrp="1"/>
          </p:cNvSpPr>
          <p:nvPr>
            <p:ph type="title"/>
          </p:nvPr>
        </p:nvSpPr>
        <p:spPr>
          <a:xfrm>
            <a:off x="579809" y="412751"/>
            <a:ext cx="11001004" cy="381000"/>
          </a:xfrm>
          <a:prstGeom prst="rect">
            <a:avLst/>
          </a:prstGeom>
        </p:spPr>
        <p:txBody>
          <a:bodyPr vert="horz" wrap="none" lIns="0" tIns="0" rIns="0" bIns="0" rtlCol="0" anchor="b">
            <a:noAutofit/>
          </a:bodyPr>
          <a:lstStyle/>
          <a:p>
            <a:r>
              <a:rPr lang="en-US" dirty="0"/>
              <a:t>Click to edit Master default content style</a:t>
            </a:r>
          </a:p>
        </p:txBody>
      </p:sp>
      <p:sp>
        <p:nvSpPr>
          <p:cNvPr id="3" name="Click to edit content box"/>
          <p:cNvSpPr>
            <a:spLocks noGrp="1"/>
          </p:cNvSpPr>
          <p:nvPr>
            <p:ph type="body" idx="1"/>
          </p:nvPr>
        </p:nvSpPr>
        <p:spPr>
          <a:xfrm>
            <a:off x="609441" y="1600203"/>
            <a:ext cx="10969943" cy="458046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8" name="Graphic 8">
            <a:extLst>
              <a:ext uri="{FF2B5EF4-FFF2-40B4-BE49-F238E27FC236}">
                <a16:creationId xmlns:a16="http://schemas.microsoft.com/office/drawing/2014/main" id="{D82EF380-0C1A-9923-E1BB-4A4A82A50052}"/>
              </a:ext>
            </a:extLst>
          </p:cNvPr>
          <p:cNvGrpSpPr/>
          <p:nvPr/>
        </p:nvGrpSpPr>
        <p:grpSpPr>
          <a:xfrm>
            <a:off x="265625" y="6323271"/>
            <a:ext cx="1249223" cy="369648"/>
            <a:chOff x="265625" y="6323271"/>
            <a:chExt cx="1249223" cy="369648"/>
          </a:xfrm>
          <a:solidFill>
            <a:srgbClr val="000000"/>
          </a:solidFill>
        </p:grpSpPr>
        <p:grpSp>
          <p:nvGrpSpPr>
            <p:cNvPr id="49" name="Graphic 8">
              <a:extLst>
                <a:ext uri="{FF2B5EF4-FFF2-40B4-BE49-F238E27FC236}">
                  <a16:creationId xmlns:a16="http://schemas.microsoft.com/office/drawing/2014/main" id="{54FAF84D-171B-0C10-ED68-71DF0155B5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3FA24438-4158-EA0B-DE4E-8015E1E32AD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26BB840E-D68F-76E7-7DA9-BF6B79D252B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59510B1D-6A5F-3EF5-3680-B51E20570E6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E2502CCC-DB03-C01E-2299-92CA9168461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6A128EB-98F4-7BC5-3A7C-1938363F3CA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677180F-AD7B-87CD-0633-18DC1BE313B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11FB90A8-4445-04B0-1766-E758C4EED9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58F9E-2750-6183-E9D2-FF433D17AAD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24B84BC6-1055-8C5E-535B-75A833A879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FE27250-866A-DEF8-25F4-955344428C4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0" name="Graphic 8">
              <a:extLst>
                <a:ext uri="{FF2B5EF4-FFF2-40B4-BE49-F238E27FC236}">
                  <a16:creationId xmlns:a16="http://schemas.microsoft.com/office/drawing/2014/main" id="{105759BC-89FC-99DA-EED4-D1E8B30B32A4}"/>
                </a:ext>
              </a:extLst>
            </p:cNvPr>
            <p:cNvGrpSpPr/>
            <p:nvPr/>
          </p:nvGrpSpPr>
          <p:grpSpPr>
            <a:xfrm>
              <a:off x="265625" y="6323271"/>
              <a:ext cx="1249223" cy="190348"/>
              <a:chOff x="265625" y="6323271"/>
              <a:chExt cx="1249223" cy="190348"/>
            </a:xfrm>
            <a:solidFill>
              <a:srgbClr val="000000"/>
            </a:solidFill>
          </p:grpSpPr>
          <p:sp>
            <p:nvSpPr>
              <p:cNvPr id="61" name="Freeform 60">
                <a:extLst>
                  <a:ext uri="{FF2B5EF4-FFF2-40B4-BE49-F238E27FC236}">
                    <a16:creationId xmlns:a16="http://schemas.microsoft.com/office/drawing/2014/main" id="{512BB0ED-CA6C-C9CB-ACAD-1C325B7327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C8889F5C-7017-F0AD-A292-0E3EA56F852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47F206F2-6C2D-0598-8600-BCAF57BB1FE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A9925AE1-2698-ECBF-CB8C-C2FA61B1948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218BC9EB-B196-3184-73E5-DDF213272F2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B3E0CCF2-026F-7198-71FE-EEC15EFDC57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EF4B9FAC-CA66-86DF-4447-1C97FD11917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9" name="Graphic 7">
            <a:extLst>
              <a:ext uri="{FF2B5EF4-FFF2-40B4-BE49-F238E27FC236}">
                <a16:creationId xmlns:a16="http://schemas.microsoft.com/office/drawing/2014/main" id="{4347DF9D-10B3-D013-C54B-0CEA1344F18E}"/>
              </a:ext>
            </a:extLst>
          </p:cNvPr>
          <p:cNvSpPr/>
          <p:nvPr/>
        </p:nvSpPr>
        <p:spPr>
          <a:xfrm>
            <a:off x="0" y="0"/>
            <a:ext cx="12188825" cy="74871"/>
          </a:xfrm>
          <a:custGeom>
            <a:avLst/>
            <a:gdLst>
              <a:gd name="connsiteX0" fmla="*/ 0 w 12185715"/>
              <a:gd name="connsiteY0" fmla="*/ 0 h 74871"/>
              <a:gd name="connsiteX1" fmla="*/ 12185716 w 12185715"/>
              <a:gd name="connsiteY1" fmla="*/ 0 h 74871"/>
              <a:gd name="connsiteX2" fmla="*/ 12185716 w 12185715"/>
              <a:gd name="connsiteY2" fmla="*/ 74871 h 74871"/>
              <a:gd name="connsiteX3" fmla="*/ 0 w 12185715"/>
              <a:gd name="connsiteY3" fmla="*/ 74871 h 74871"/>
            </a:gdLst>
            <a:ahLst/>
            <a:cxnLst>
              <a:cxn ang="0">
                <a:pos x="connsiteX0" y="connsiteY0"/>
              </a:cxn>
              <a:cxn ang="0">
                <a:pos x="connsiteX1" y="connsiteY1"/>
              </a:cxn>
              <a:cxn ang="0">
                <a:pos x="connsiteX2" y="connsiteY2"/>
              </a:cxn>
              <a:cxn ang="0">
                <a:pos x="connsiteX3" y="connsiteY3"/>
              </a:cxn>
            </a:cxnLst>
            <a:rect l="l" t="t" r="r" b="b"/>
            <a:pathLst>
              <a:path w="12185715" h="74871">
                <a:moveTo>
                  <a:pt x="0" y="0"/>
                </a:moveTo>
                <a:lnTo>
                  <a:pt x="12185716" y="0"/>
                </a:lnTo>
                <a:lnTo>
                  <a:pt x="12185716" y="74871"/>
                </a:lnTo>
                <a:lnTo>
                  <a:pt x="0" y="74871"/>
                </a:lnTo>
                <a:close/>
              </a:path>
            </a:pathLst>
          </a:custGeom>
          <a:gradFill>
            <a:gsLst>
              <a:gs pos="0">
                <a:schemeClr val="accent4"/>
              </a:gs>
              <a:gs pos="25000">
                <a:schemeClr val="accent1"/>
              </a:gs>
              <a:gs pos="50000">
                <a:schemeClr val="accent3"/>
              </a:gs>
              <a:gs pos="75000">
                <a:schemeClr val="accent2"/>
              </a:gs>
              <a:gs pos="100000">
                <a:schemeClr val="accent5"/>
              </a:gs>
            </a:gsLst>
            <a:lin ang="0" scaled="1"/>
          </a:gradFill>
          <a:ln w="0" cap="flat">
            <a:noFill/>
            <a:prstDash val="solid"/>
            <a:miter/>
          </a:ln>
        </p:spPr>
        <p:txBody>
          <a:bodyPr rtlCol="0" anchor="ctr"/>
          <a:lstStyle/>
          <a:p>
            <a:endParaRPr lang="en-US" dirty="0"/>
          </a:p>
        </p:txBody>
      </p:sp>
      <p:sp>
        <p:nvSpPr>
          <p:cNvPr id="6" name="TextBox 5">
            <a:extLst>
              <a:ext uri="{FF2B5EF4-FFF2-40B4-BE49-F238E27FC236}">
                <a16:creationId xmlns:a16="http://schemas.microsoft.com/office/drawing/2014/main" id="{67497138-A018-1FCE-9C69-099B94E017A6}"/>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pic>
        <p:nvPicPr>
          <p:cNvPr id="4" name="Picture 3" descr="A green and blue arrow&#10;&#10;Description automatically generated">
            <a:extLst>
              <a:ext uri="{FF2B5EF4-FFF2-40B4-BE49-F238E27FC236}">
                <a16:creationId xmlns:a16="http://schemas.microsoft.com/office/drawing/2014/main" id="{9451309D-2CDB-0FE1-FBD9-E07BCB816136}"/>
              </a:ext>
            </a:extLst>
          </p:cNvPr>
          <p:cNvPicPr>
            <a:picLocks noChangeAspect="1"/>
          </p:cNvPicPr>
          <p:nvPr userDrawn="1"/>
        </p:nvPicPr>
        <p:blipFill rotWithShape="1">
          <a:blip r:embed="rId48"/>
          <a:srcRect b="97344"/>
          <a:stretch/>
        </p:blipFill>
        <p:spPr>
          <a:xfrm>
            <a:off x="0" y="-494"/>
            <a:ext cx="12187946" cy="182146"/>
          </a:xfrm>
          <a:prstGeom prst="rect">
            <a:avLst/>
          </a:prstGeom>
        </p:spPr>
      </p:pic>
    </p:spTree>
    <p:extLst>
      <p:ext uri="{BB962C8B-B14F-4D97-AF65-F5344CB8AC3E}">
        <p14:creationId xmlns:p14="http://schemas.microsoft.com/office/powerpoint/2010/main" val="3184521944"/>
      </p:ext>
    </p:extLst>
  </p:cSld>
  <p:clrMap bg1="lt1" tx1="dk1" bg2="lt2" tx2="dk2" accent1="accent1" accent2="accent2" accent3="accent3" accent4="accent4" accent5="accent5" accent6="accent6" hlink="hlink" folHlink="folHlink"/>
  <p:sldLayoutIdLst>
    <p:sldLayoutId id="2147484054" r:id="rId1"/>
    <p:sldLayoutId id="2147484055" r:id="rId2"/>
    <p:sldLayoutId id="2147484056" r:id="rId3"/>
    <p:sldLayoutId id="2147484057" r:id="rId4"/>
    <p:sldLayoutId id="2147484058" r:id="rId5"/>
    <p:sldLayoutId id="2147484059" r:id="rId6"/>
    <p:sldLayoutId id="2147484060" r:id="rId7"/>
    <p:sldLayoutId id="2147484061" r:id="rId8"/>
    <p:sldLayoutId id="2147484062" r:id="rId9"/>
    <p:sldLayoutId id="2147484063" r:id="rId10"/>
    <p:sldLayoutId id="2147484064" r:id="rId11"/>
    <p:sldLayoutId id="2147484065" r:id="rId12"/>
    <p:sldLayoutId id="2147484066" r:id="rId13"/>
    <p:sldLayoutId id="2147484067" r:id="rId14"/>
    <p:sldLayoutId id="2147484068" r:id="rId15"/>
    <p:sldLayoutId id="2147484069" r:id="rId16"/>
    <p:sldLayoutId id="2147484070" r:id="rId17"/>
    <p:sldLayoutId id="2147484071" r:id="rId18"/>
    <p:sldLayoutId id="2147484072" r:id="rId19"/>
    <p:sldLayoutId id="2147484073" r:id="rId20"/>
    <p:sldLayoutId id="2147484074" r:id="rId21"/>
    <p:sldLayoutId id="2147484075" r:id="rId22"/>
    <p:sldLayoutId id="2147484076" r:id="rId23"/>
    <p:sldLayoutId id="2147484077" r:id="rId24"/>
    <p:sldLayoutId id="2147484078" r:id="rId25"/>
    <p:sldLayoutId id="2147484079" r:id="rId26"/>
    <p:sldLayoutId id="2147484080" r:id="rId27"/>
    <p:sldLayoutId id="2147484081" r:id="rId28"/>
    <p:sldLayoutId id="2147484082" r:id="rId29"/>
    <p:sldLayoutId id="2147484083" r:id="rId30"/>
    <p:sldLayoutId id="2147484084" r:id="rId31"/>
    <p:sldLayoutId id="2147484085" r:id="rId32"/>
    <p:sldLayoutId id="2147484086" r:id="rId33"/>
    <p:sldLayoutId id="2147484087" r:id="rId34"/>
    <p:sldLayoutId id="2147484088" r:id="rId35"/>
    <p:sldLayoutId id="2147484089" r:id="rId36"/>
    <p:sldLayoutId id="2147484090" r:id="rId37"/>
    <p:sldLayoutId id="2147484091" r:id="rId38"/>
    <p:sldLayoutId id="2147484092" r:id="rId39"/>
    <p:sldLayoutId id="2147484093" r:id="rId40"/>
    <p:sldLayoutId id="2147484094" r:id="rId41"/>
    <p:sldLayoutId id="2147484095" r:id="rId42"/>
    <p:sldLayoutId id="2147484096" r:id="rId43"/>
    <p:sldLayoutId id="2147484097" r:id="rId44"/>
    <p:sldLayoutId id="2147484098" r:id="rId45"/>
    <p:sldLayoutId id="2147484099" r:id="rId4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5.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6.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6.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VMware by Broadcom Solution</a:t>
            </a:r>
          </a:p>
        </p:txBody>
      </p:sp>
      <p:sp>
        <p:nvSpPr>
          <p:cNvPr id="3" name="Subtitle 2"/>
          <p:cNvSpPr>
            <a:spLocks noGrp="1"/>
          </p:cNvSpPr>
          <p:nvPr>
            <p:ph type="subTitle" idx="10"/>
          </p:nvPr>
        </p:nvSpPr>
        <p:spPr/>
        <p:txBody>
          <a:bodyPr/>
          <a:lstStyle/>
          <a:p>
            <a:r>
              <a:rPr lang="en-US"/>
              <a:t>Design Workshop</a:t>
            </a:r>
            <a:endParaRPr lang="en-US" dirty="0"/>
          </a:p>
        </p:txBody>
      </p:sp>
      <p:sp>
        <p:nvSpPr>
          <p:cNvPr id="4" name="Text Placeholder 3">
            <a:extLst>
              <a:ext uri="{FF2B5EF4-FFF2-40B4-BE49-F238E27FC236}">
                <a16:creationId xmlns:a16="http://schemas.microsoft.com/office/drawing/2014/main" id="{6697D7C7-2489-5B25-2280-72B6E90FEE6A}"/>
              </a:ext>
            </a:extLst>
          </p:cNvPr>
          <p:cNvSpPr>
            <a:spLocks noGrp="1"/>
          </p:cNvSpPr>
          <p:nvPr>
            <p:ph type="body" sz="quarter" idx="11"/>
          </p:nvPr>
        </p:nvSpPr>
        <p:spPr/>
        <p:txBody>
          <a:bodyPr/>
          <a:lstStyle/>
          <a:p>
            <a:endParaRPr lang="en-US"/>
          </a:p>
        </p:txBody>
      </p:sp>
      <p:sp>
        <p:nvSpPr>
          <p:cNvPr id="5" name="Text Placeholder 4">
            <a:extLst>
              <a:ext uri="{FF2B5EF4-FFF2-40B4-BE49-F238E27FC236}">
                <a16:creationId xmlns:a16="http://schemas.microsoft.com/office/drawing/2014/main" id="{41621D84-D13F-F578-99BA-02DCA2FC2F49}"/>
              </a:ext>
            </a:extLst>
          </p:cNvPr>
          <p:cNvSpPr>
            <a:spLocks noGrp="1"/>
          </p:cNvSpPr>
          <p:nvPr>
            <p:ph type="body" sz="quarter" idx="12"/>
          </p:nvPr>
        </p:nvSpPr>
        <p:spPr/>
        <p:txBody>
          <a:bodyPr/>
          <a:lstStyle/>
          <a:p>
            <a:endParaRPr lang="en-US"/>
          </a:p>
        </p:txBody>
      </p:sp>
      <p:sp>
        <p:nvSpPr>
          <p:cNvPr id="7" name="Text Placeholder 6">
            <a:extLst>
              <a:ext uri="{FF2B5EF4-FFF2-40B4-BE49-F238E27FC236}">
                <a16:creationId xmlns:a16="http://schemas.microsoft.com/office/drawing/2014/main" id="{6A9B9F67-7E9C-BF6D-F184-5BBE41F2B30D}"/>
              </a:ext>
            </a:extLst>
          </p:cNvPr>
          <p:cNvSpPr>
            <a:spLocks noGrp="1"/>
          </p:cNvSpPr>
          <p:nvPr>
            <p:ph type="body" sz="quarter" idx="14"/>
          </p:nvPr>
        </p:nvSpPr>
        <p:spPr/>
        <p:txBody>
          <a:bodyPr/>
          <a:lstStyle/>
          <a:p>
            <a:endParaRPr lang="en-US"/>
          </a:p>
        </p:txBody>
      </p:sp>
      <p:sp>
        <p:nvSpPr>
          <p:cNvPr id="6" name="Text Placeholder 3"/>
          <p:cNvSpPr txBox="1">
            <a:spLocks/>
          </p:cNvSpPr>
          <p:nvPr/>
        </p:nvSpPr>
        <p:spPr>
          <a:xfrm>
            <a:off x="592880" y="1777856"/>
            <a:ext cx="5561151" cy="28979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1pPr>
            <a:lvl2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2pPr>
            <a:lvl3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3pPr>
            <a:lvl4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4pPr>
            <a:lvl5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5pPr>
            <a:lvl6pPr marL="0" indent="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None/>
              <a:defRPr sz="1600" kern="1200">
                <a:solidFill>
                  <a:schemeClr val="bg1"/>
                </a:solidFill>
                <a:latin typeface="+mn-lt"/>
                <a:ea typeface="+mn-ea"/>
                <a:cs typeface="+mn-cs"/>
              </a:defRPr>
            </a:lvl6pPr>
            <a:lvl7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7pPr>
            <a:lvl8pPr marL="0" indent="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None/>
              <a:defRPr sz="1600" kern="1200">
                <a:solidFill>
                  <a:schemeClr val="bg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endParaRPr lang="en-US" sz="1999" dirty="0">
              <a:solidFill>
                <a:schemeClr val="tx2"/>
              </a:solidFill>
            </a:endParaRPr>
          </a:p>
        </p:txBody>
      </p:sp>
    </p:spTree>
    <p:extLst>
      <p:ext uri="{BB962C8B-B14F-4D97-AF65-F5344CB8AC3E}">
        <p14:creationId xmlns:p14="http://schemas.microsoft.com/office/powerpoint/2010/main" val="791710116"/>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stools_autogen_agenda_placeholder">
            <a:extLst>
              <a:ext uri="{FF2B5EF4-FFF2-40B4-BE49-F238E27FC236}">
                <a16:creationId xmlns:a16="http://schemas.microsoft.com/office/drawing/2014/main" id="{BD7CE916-B10B-6644-A10C-407682D1C605}"/>
              </a:ext>
            </a:extLst>
          </p:cNvPr>
          <p:cNvSpPr>
            <a:spLocks noGrp="1"/>
          </p:cNvSpPr>
          <p:nvPr>
            <p:ph type="body" sz="quarter" idx="23"/>
          </p:nvPr>
        </p:nvSpPr>
        <p:spPr/>
        <p:txBody>
          <a:bodyPr/>
          <a:lstStyle/>
          <a:p>
            <a:pPr>
              <a:spcBef>
                <a:spcPts val="0"/>
              </a:spcBef>
            </a:pPr>
            <a:r>
              <a:rPr lang="en-US" dirty="0"/>
              <a:t>VMware Solution</a:t>
            </a:r>
          </a:p>
          <a:p>
            <a:pPr lvl="2">
              <a:spcBef>
                <a:spcPts val="0"/>
              </a:spcBef>
            </a:pPr>
            <a:r>
              <a:rPr lang="en-US" dirty="0"/>
              <a:t>Introductions and Workshop Objectives</a:t>
            </a:r>
          </a:p>
          <a:p>
            <a:pPr lvl="2">
              <a:spcBef>
                <a:spcPts val="0"/>
              </a:spcBef>
            </a:pPr>
            <a:r>
              <a:rPr lang="en-US" dirty="0"/>
              <a:t>Overview</a:t>
            </a:r>
          </a:p>
          <a:p>
            <a:pPr lvl="2">
              <a:spcBef>
                <a:spcPts val="0"/>
              </a:spcBef>
            </a:pPr>
            <a:r>
              <a:rPr lang="en-US" dirty="0"/>
              <a:t>Conceptual Design</a:t>
            </a:r>
          </a:p>
          <a:p>
            <a:pPr lvl="2">
              <a:spcBef>
                <a:spcPts val="0"/>
              </a:spcBef>
            </a:pPr>
            <a:r>
              <a:rPr lang="en-US" dirty="0"/>
              <a:t>Logical Design</a:t>
            </a:r>
          </a:p>
          <a:p>
            <a:pPr>
              <a:spcBef>
                <a:spcPts val="0"/>
              </a:spcBef>
            </a:pPr>
            <a:r>
              <a:rPr lang="en-US" dirty="0"/>
              <a:t>Scope</a:t>
            </a:r>
          </a:p>
          <a:p>
            <a:pPr lvl="2">
              <a:spcBef>
                <a:spcPts val="0"/>
              </a:spcBef>
            </a:pPr>
            <a:r>
              <a:rPr lang="en-US" dirty="0"/>
              <a:t>Technology</a:t>
            </a:r>
          </a:p>
          <a:p>
            <a:pPr lvl="2">
              <a:spcBef>
                <a:spcPts val="0"/>
              </a:spcBef>
            </a:pPr>
            <a:r>
              <a:rPr lang="en-US" dirty="0"/>
              <a:t>People &amp; Process</a:t>
            </a:r>
          </a:p>
          <a:p>
            <a:pPr>
              <a:spcBef>
                <a:spcPts val="0"/>
              </a:spcBef>
            </a:pPr>
            <a:r>
              <a:rPr lang="en-US" dirty="0"/>
              <a:t>Introduction to Architecture Models</a:t>
            </a:r>
            <a:endParaRPr lang="en-GB" dirty="0"/>
          </a:p>
          <a:p>
            <a:pPr>
              <a:spcBef>
                <a:spcPts val="0"/>
              </a:spcBef>
            </a:pPr>
            <a:r>
              <a:rPr lang="en-US" dirty="0"/>
              <a:t>VMware Cloud Foundations Operations for networks Design Session</a:t>
            </a:r>
            <a:endParaRPr lang="en-GB" dirty="0"/>
          </a:p>
        </p:txBody>
      </p:sp>
    </p:spTree>
    <p:extLst>
      <p:ext uri="{BB962C8B-B14F-4D97-AF65-F5344CB8AC3E}">
        <p14:creationId xmlns:p14="http://schemas.microsoft.com/office/powerpoint/2010/main" val="937339295"/>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stools_autogen_agenda_placeholder">
            <a:extLst>
              <a:ext uri="{FF2B5EF4-FFF2-40B4-BE49-F238E27FC236}">
                <a16:creationId xmlns:a16="http://schemas.microsoft.com/office/drawing/2014/main" id="{BD7CE916-B10B-6644-A10C-407682D1C605}"/>
              </a:ext>
            </a:extLst>
          </p:cNvPr>
          <p:cNvSpPr>
            <a:spLocks noGrp="1"/>
          </p:cNvSpPr>
          <p:nvPr>
            <p:ph type="body" sz="quarter" idx="23"/>
          </p:nvPr>
        </p:nvSpPr>
        <p:spPr/>
        <p:txBody>
          <a:bodyPr/>
          <a:lstStyle/>
          <a:p>
            <a:pPr>
              <a:spcBef>
                <a:spcPts val="0"/>
              </a:spcBef>
            </a:pPr>
            <a:r>
              <a:rPr lang="en-US" dirty="0"/>
              <a:t>VMware Cloud Foundation Operations Design Session</a:t>
            </a:r>
          </a:p>
          <a:p>
            <a:pPr>
              <a:spcBef>
                <a:spcPts val="0"/>
              </a:spcBef>
            </a:pPr>
            <a:r>
              <a:rPr lang="en-US" dirty="0"/>
              <a:t>Operations VMware Cloud Foundation Operations </a:t>
            </a:r>
          </a:p>
          <a:p>
            <a:pPr lvl="2">
              <a:spcBef>
                <a:spcPts val="0"/>
              </a:spcBef>
            </a:pPr>
            <a:r>
              <a:rPr lang="en-US" dirty="0">
                <a:solidFill>
                  <a:srgbClr val="FF0000"/>
                </a:solidFill>
              </a:rPr>
              <a:t>&lt;Process Type Name&gt;</a:t>
            </a:r>
          </a:p>
          <a:p>
            <a:pPr lvl="2">
              <a:spcBef>
                <a:spcPts val="0"/>
              </a:spcBef>
            </a:pPr>
            <a:r>
              <a:rPr lang="en-US" dirty="0">
                <a:solidFill>
                  <a:srgbClr val="FF0000"/>
                </a:solidFill>
              </a:rPr>
              <a:t>&lt;Process Type Name&gt;</a:t>
            </a:r>
          </a:p>
          <a:p>
            <a:pPr lvl="2">
              <a:spcBef>
                <a:spcPts val="0"/>
              </a:spcBef>
            </a:pPr>
            <a:r>
              <a:rPr lang="en-US" dirty="0">
                <a:solidFill>
                  <a:srgbClr val="FF0000"/>
                </a:solidFill>
              </a:rPr>
              <a:t>&lt;Process Type Name&gt;</a:t>
            </a:r>
            <a:endParaRPr lang="en-GB" dirty="0">
              <a:solidFill>
                <a:srgbClr val="FF0000"/>
              </a:solidFill>
            </a:endParaRPr>
          </a:p>
        </p:txBody>
      </p:sp>
    </p:spTree>
    <p:extLst>
      <p:ext uri="{BB962C8B-B14F-4D97-AF65-F5344CB8AC3E}">
        <p14:creationId xmlns:p14="http://schemas.microsoft.com/office/powerpoint/2010/main" val="937339295"/>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EF04B-D74E-46E1-95EC-C0C795B073BD}"/>
              </a:ext>
            </a:extLst>
          </p:cNvPr>
          <p:cNvSpPr>
            <a:spLocks noGrp="1"/>
          </p:cNvSpPr>
          <p:nvPr>
            <p:ph type="title"/>
          </p:nvPr>
        </p:nvSpPr>
        <p:spPr/>
        <p:txBody>
          <a:bodyPr/>
          <a:lstStyle/>
          <a:p>
            <a:r>
              <a:rPr lang="en-US"/>
              <a:t>Introductions and Workshop Objectives</a:t>
            </a:r>
            <a:endParaRPr lang="en-US" dirty="0"/>
          </a:p>
        </p:txBody>
      </p:sp>
      <p:sp>
        <p:nvSpPr>
          <p:cNvPr id="3" name="Subtitle 2">
            <a:extLst>
              <a:ext uri="{FF2B5EF4-FFF2-40B4-BE49-F238E27FC236}">
                <a16:creationId xmlns:a16="http://schemas.microsoft.com/office/drawing/2014/main" id="{35BC8140-1926-DA3C-8A6B-76F0791B47A7}"/>
              </a:ext>
            </a:extLst>
          </p:cNvPr>
          <p:cNvSpPr>
            <a:spLocks noGrp="1"/>
          </p:cNvSpPr>
          <p:nvPr>
            <p:ph type="subTitle" idx="10"/>
          </p:nvPr>
        </p:nvSpPr>
        <p:spPr/>
        <p:txBody>
          <a:bodyPr/>
          <a:lstStyle/>
          <a:p>
            <a:endParaRPr lang="en-US"/>
          </a:p>
        </p:txBody>
      </p:sp>
      <p:sp>
        <p:nvSpPr>
          <p:cNvPr id="4" name="Content Placeholder 3">
            <a:extLst>
              <a:ext uri="{FF2B5EF4-FFF2-40B4-BE49-F238E27FC236}">
                <a16:creationId xmlns:a16="http://schemas.microsoft.com/office/drawing/2014/main" id="{FF4790AE-32D8-0FA6-C68C-25CBCA4A1CC5}"/>
              </a:ext>
            </a:extLst>
          </p:cNvPr>
          <p:cNvSpPr>
            <a:spLocks noGrp="1"/>
          </p:cNvSpPr>
          <p:nvPr>
            <p:ph sz="quarter" idx="14"/>
          </p:nvPr>
        </p:nvSpPr>
        <p:spPr/>
        <p:txBody>
          <a:bodyPr/>
          <a:lstStyle/>
          <a:p>
            <a:r>
              <a:rPr lang="en-US" dirty="0"/>
              <a:t>Introductions</a:t>
            </a:r>
          </a:p>
          <a:p>
            <a:pPr lvl="1"/>
            <a:r>
              <a:rPr lang="en-GB" dirty="0"/>
              <a:t>Your Role</a:t>
            </a:r>
          </a:p>
          <a:p>
            <a:pPr lvl="1"/>
            <a:r>
              <a:rPr lang="en-GB" dirty="0"/>
              <a:t>Engagement responsibilities</a:t>
            </a:r>
          </a:p>
          <a:p>
            <a:pPr lvl="1"/>
            <a:r>
              <a:rPr lang="en-CA" dirty="0"/>
              <a:t>Expectations of the workshop</a:t>
            </a:r>
            <a:endParaRPr lang="en-US" dirty="0"/>
          </a:p>
          <a:p>
            <a:r>
              <a:rPr lang="en-US" dirty="0"/>
              <a:t>Solution Set Goals and Objectives</a:t>
            </a:r>
          </a:p>
          <a:p>
            <a:pPr lvl="1"/>
            <a:r>
              <a:rPr lang="en-US" dirty="0"/>
              <a:t>Solution Set</a:t>
            </a:r>
            <a:r>
              <a:rPr lang="en-GB" dirty="0"/>
              <a:t> Goals</a:t>
            </a:r>
          </a:p>
          <a:p>
            <a:pPr lvl="1"/>
            <a:r>
              <a:rPr lang="en-US" dirty="0"/>
              <a:t>Solution Set</a:t>
            </a:r>
            <a:r>
              <a:rPr lang="en-GB" dirty="0"/>
              <a:t> Objectives</a:t>
            </a:r>
          </a:p>
          <a:p>
            <a:endParaRPr lang="en-US" dirty="0"/>
          </a:p>
        </p:txBody>
      </p:sp>
      <p:sp>
        <p:nvSpPr>
          <p:cNvPr id="5" name="Text Placeholder 6">
            <a:extLst>
              <a:ext uri="{FF2B5EF4-FFF2-40B4-BE49-F238E27FC236}">
                <a16:creationId xmlns:a16="http://schemas.microsoft.com/office/drawing/2014/main" id="{C501C80E-A8C8-3942-AE0A-88670E7E4132}"/>
              </a:ext>
            </a:extLst>
          </p:cNvPr>
          <p:cNvSpPr txBox="1">
            <a:spLocks/>
          </p:cNvSpPr>
          <p:nvPr/>
        </p:nvSpPr>
        <p:spPr>
          <a:xfrm>
            <a:off x="616505" y="1123122"/>
            <a:ext cx="10972800" cy="5049079"/>
          </a:xfrm>
          <a:prstGeom prst="rect">
            <a:avLst/>
          </a:prstGeom>
        </p:spPr>
        <p:txBody>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endParaRPr lang="en-GB" dirty="0"/>
          </a:p>
        </p:txBody>
      </p:sp>
    </p:spTree>
    <p:extLst>
      <p:ext uri="{BB962C8B-B14F-4D97-AF65-F5344CB8AC3E}">
        <p14:creationId xmlns:p14="http://schemas.microsoft.com/office/powerpoint/2010/main" val="1442668806"/>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Solution Scope</a:t>
            </a:r>
          </a:p>
        </p:txBody>
      </p:sp>
      <p:sp>
        <p:nvSpPr>
          <p:cNvPr id="4" name="Subtitle 3">
            <a:extLst>
              <a:ext uri="{FF2B5EF4-FFF2-40B4-BE49-F238E27FC236}">
                <a16:creationId xmlns:a16="http://schemas.microsoft.com/office/drawing/2014/main" id="{9BAD27C2-018D-CA4F-836D-5AEC15639375}"/>
              </a:ext>
            </a:extLst>
          </p:cNvPr>
          <p:cNvSpPr>
            <a:spLocks noGrp="1"/>
          </p:cNvSpPr>
          <p:nvPr>
            <p:ph type="subTitle" idx="10"/>
          </p:nvPr>
        </p:nvSpPr>
        <p:spPr/>
        <p:txBody>
          <a:bodyPr/>
          <a:lstStyle/>
          <a:p>
            <a:r>
              <a:rPr lang="en-AU"/>
              <a:t>The table below lists the scope of the engagement in the context of the VMware journey model. These are the IT Capabilities that have been determined as the focus for this engagement</a:t>
            </a:r>
            <a:endParaRPr lang="en-US" dirty="0"/>
          </a:p>
        </p:txBody>
      </p:sp>
      <p:graphicFrame>
        <p:nvGraphicFramePr>
          <p:cNvPr id="2" name="pstools_autogen_it_capabilities_table">
            <a:extLst>
              <a:ext uri="{FF2B5EF4-FFF2-40B4-BE49-F238E27FC236}">
                <a16:creationId xmlns:a16="http://schemas.microsoft.com/office/drawing/2014/main" id="{49C51DD8-EF77-8251-67D0-65CAA5074C02}"/>
              </a:ext>
            </a:extLst>
          </p:cNvPr>
          <p:cNvGraphicFramePr>
            <a:graphicFrameLocks noGrp="1"/>
          </p:cNvGraphicFramePr>
          <p:nvPr/>
        </p:nvGraphicFramePr>
        <p:xfrm>
          <a:off x="619360" y="2335696"/>
          <a:ext cx="10727791" cy="2717800"/>
        </p:xfrm>
        <a:graphic>
          <a:graphicData uri="http://schemas.openxmlformats.org/drawingml/2006/table">
            <a:tbl>
              <a:tblPr firstRow="1" bandRow="1">
                <a:tableStyleId>{EB9631B5-78F2-41C9-869B-9F39066F8104}</a:tableStyleId>
              </a:tblPr>
              <a:tblGrid>
                <a:gridCol w="10727791">
                  <a:extLst>
                    <a:ext uri="{9D8B030D-6E8A-4147-A177-3AD203B41FA5}">
                      <a16:colId xmlns:a16="http://schemas.microsoft.com/office/drawing/2014/main" val="20000"/>
                    </a:ext>
                  </a:extLst>
                </a:gridCol>
              </a:tblGrid>
              <a:tr h="370840">
                <a:tc>
                  <a:txBody>
                    <a:bodyPr/>
                    <a:lstStyle/>
                    <a:p>
                      <a:r>
                        <a:rPr lang="en-US" dirty="0"/>
                        <a:t>IT Capabilities in Scope</a:t>
                      </a:r>
                      <a:endParaRPr lang="en-US" dirty="0">
                        <a:solidFill>
                          <a:srgbClr val="FF0000"/>
                        </a:solidFill>
                      </a:endParaRPr>
                    </a:p>
                  </a:txBody>
                  <a:tcPr/>
                </a:tc>
                <a:extLst>
                  <a:ext uri="{0D108BD9-81ED-4DB2-BD59-A6C34878D82A}">
                    <a16:rowId xmlns:a16="http://schemas.microsoft.com/office/drawing/2014/main" val="10000"/>
                  </a:ext>
                </a:extLst>
              </a:tr>
              <a:tr h="0">
                <a:tc>
                  <a:txBody>
                    <a:bodyPr/>
                    <a:lstStyle/>
                    <a:p>
                      <a:pPr algn="ctr"/>
                      <a:r>
                        <a:rPr lang="en-AU" sz="1600" b="0" dirty="0"/>
                        <a:t>Enable application migration and workload mobility</a:t>
                      </a:r>
                      <a:endParaRPr lang="en-AU" dirty="0"/>
                    </a:p>
                  </a:txBody>
                  <a:tcPr/>
                </a:tc>
                <a:extLst>
                  <a:ext uri="{0D108BD9-81ED-4DB2-BD59-A6C34878D82A}">
                    <a16:rowId xmlns:a16="http://schemas.microsoft.com/office/drawing/2014/main" val="10001"/>
                  </a:ext>
                </a:extLst>
              </a:tr>
              <a:tr h="0">
                <a:tc>
                  <a:txBody>
                    <a:bodyPr/>
                    <a:lstStyle/>
                    <a:p>
                      <a:pPr algn="ctr"/>
                      <a:r>
                        <a:rPr lang="en-AU" sz="1600" b="0" dirty="0"/>
                        <a:t>Ensure consistency and compliance for the cloud management platform</a:t>
                      </a:r>
                      <a:endParaRPr lang="en-AU" dirty="0"/>
                    </a:p>
                  </a:txBody>
                  <a:tcPr/>
                </a:tc>
                <a:extLst>
                  <a:ext uri="{0D108BD9-81ED-4DB2-BD59-A6C34878D82A}">
                    <a16:rowId xmlns:a16="http://schemas.microsoft.com/office/drawing/2014/main" val="10002"/>
                  </a:ext>
                </a:extLst>
              </a:tr>
              <a:tr h="0">
                <a:tc>
                  <a:txBody>
                    <a:bodyPr/>
                    <a:lstStyle/>
                    <a:p>
                      <a:pPr algn="ctr"/>
                      <a:r>
                        <a:rPr lang="en-AU" sz="1600" b="0" dirty="0"/>
                        <a:t>Recover from data center outages</a:t>
                      </a:r>
                      <a:endParaRPr lang="en-AU" dirty="0"/>
                    </a:p>
                  </a:txBody>
                  <a:tcPr/>
                </a:tc>
                <a:extLst>
                  <a:ext uri="{0D108BD9-81ED-4DB2-BD59-A6C34878D82A}">
                    <a16:rowId xmlns:a16="http://schemas.microsoft.com/office/drawing/2014/main" val="10003"/>
                  </a:ext>
                </a:extLst>
              </a:tr>
              <a:tr h="0">
                <a:tc>
                  <a:txBody>
                    <a:bodyPr/>
                    <a:lstStyle/>
                    <a:p>
                      <a:pPr algn="ctr"/>
                      <a:r>
                        <a:rPr lang="en-AU" sz="1600" b="0" dirty="0"/>
                        <a:t>Monitor and manage infrastructure performance and capacity</a:t>
                      </a:r>
                      <a:endParaRPr lang="en-AU" dirty="0"/>
                    </a:p>
                  </a:txBody>
                  <a:tcPr/>
                </a:tc>
                <a:extLst>
                  <a:ext uri="{0D108BD9-81ED-4DB2-BD59-A6C34878D82A}">
                    <a16:rowId xmlns:a16="http://schemas.microsoft.com/office/drawing/2014/main" val="10004"/>
                  </a:ext>
                </a:extLst>
              </a:tr>
              <a:tr h="0">
                <a:tc>
                  <a:txBody>
                    <a:bodyPr/>
                    <a:lstStyle/>
                    <a:p>
                      <a:pPr algn="ctr"/>
                      <a:r>
                        <a:rPr lang="en-AU" sz="1600" b="0" dirty="0"/>
                        <a:t>Visualize application communication across the network</a:t>
                      </a:r>
                      <a:endParaRPr lang="en-AU" dirty="0"/>
                    </a:p>
                  </a:txBody>
                  <a:tcPr/>
                </a:tc>
                <a:extLst>
                  <a:ext uri="{0D108BD9-81ED-4DB2-BD59-A6C34878D82A}">
                    <a16:rowId xmlns:a16="http://schemas.microsoft.com/office/drawing/2014/main" val="10005"/>
                  </a:ext>
                </a:extLst>
              </a:tr>
              <a:tr h="0">
                <a:tc>
                  <a:txBody>
                    <a:bodyPr/>
                    <a:lstStyle/>
                    <a:p>
                      <a:pPr algn="ctr"/>
                      <a:r>
                        <a:rPr lang="en-AU" sz="1600" b="0" dirty="0"/>
                        <a:t>Deliver standardized infrastructure stacks on demand</a:t>
                      </a:r>
                      <a:endParaRPr lang="en-AU" dirty="0"/>
                    </a:p>
                  </a:txBody>
                  <a:tcPr/>
                </a:tc>
                <a:extLst>
                  <a:ext uri="{0D108BD9-81ED-4DB2-BD59-A6C34878D82A}">
                    <a16:rowId xmlns:a16="http://schemas.microsoft.com/office/drawing/2014/main" val="10006"/>
                  </a:ext>
                </a:extLst>
              </a:tr>
              <a:tr h="0">
                <a:tc>
                  <a:txBody>
                    <a:bodyPr/>
                    <a:lstStyle/>
                    <a:p>
                      <a:pPr algn="ctr"/>
                      <a:r>
                        <a:rPr lang="en-AU" sz="1600" b="0" dirty="0"/>
                        <a:t>Abstract and pool compute and storage resources</a:t>
                      </a:r>
                      <a:endParaRPr lang="en-AU"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25973788"/>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Solution Scope</a:t>
            </a:r>
          </a:p>
        </p:txBody>
      </p:sp>
      <p:sp>
        <p:nvSpPr>
          <p:cNvPr id="4" name="Subtitle 3">
            <a:extLst>
              <a:ext uri="{FF2B5EF4-FFF2-40B4-BE49-F238E27FC236}">
                <a16:creationId xmlns:a16="http://schemas.microsoft.com/office/drawing/2014/main" id="{9BAD27C2-018D-CA4F-836D-5AEC15639375}"/>
              </a:ext>
            </a:extLst>
          </p:cNvPr>
          <p:cNvSpPr>
            <a:spLocks noGrp="1"/>
          </p:cNvSpPr>
          <p:nvPr>
            <p:ph type="subTitle" idx="10"/>
          </p:nvPr>
        </p:nvSpPr>
        <p:spPr/>
        <p:txBody>
          <a:bodyPr/>
          <a:lstStyle/>
          <a:p>
            <a:r>
              <a:rPr lang="en-AU"/>
              <a:t>The table below lists the scope of the engagement in the context of the VMware journey model. These are the IT Problems that have been determined as the focus for this engagement</a:t>
            </a:r>
            <a:endParaRPr lang="en-US" dirty="0"/>
          </a:p>
        </p:txBody>
      </p:sp>
      <p:graphicFrame>
        <p:nvGraphicFramePr>
          <p:cNvPr id="2" name="pstools_autogen_it_problems_table">
            <a:extLst>
              <a:ext uri="{FF2B5EF4-FFF2-40B4-BE49-F238E27FC236}">
                <a16:creationId xmlns:a16="http://schemas.microsoft.com/office/drawing/2014/main" id="{687EB6FB-696E-820F-0719-3C39312AA2B2}"/>
              </a:ext>
            </a:extLst>
          </p:cNvPr>
          <p:cNvGraphicFramePr>
            <a:graphicFrameLocks noGrp="1"/>
          </p:cNvGraphicFramePr>
          <p:nvPr>
            <p:extLst>
              <p:ext uri="{D42A27DB-BD31-4B8C-83A1-F6EECF244321}">
                <p14:modId xmlns:p14="http://schemas.microsoft.com/office/powerpoint/2010/main" val="3924105968"/>
              </p:ext>
            </p:extLst>
          </p:nvPr>
        </p:nvGraphicFramePr>
        <p:xfrm>
          <a:off x="592866" y="1939925"/>
          <a:ext cx="10838255" cy="3723640"/>
        </p:xfrm>
        <a:graphic>
          <a:graphicData uri="http://schemas.openxmlformats.org/drawingml/2006/table">
            <a:tbl>
              <a:tblPr firstRow="1" bandRow="1">
                <a:tableStyleId>{EB9631B5-78F2-41C9-869B-9F39066F8104}</a:tableStyleId>
              </a:tblPr>
              <a:tblGrid>
                <a:gridCol w="10838255">
                  <a:extLst>
                    <a:ext uri="{9D8B030D-6E8A-4147-A177-3AD203B41FA5}">
                      <a16:colId xmlns:a16="http://schemas.microsoft.com/office/drawing/2014/main" val="20001"/>
                    </a:ext>
                  </a:extLst>
                </a:gridCol>
              </a:tblGrid>
              <a:tr h="370840">
                <a:tc>
                  <a:txBody>
                    <a:bodyPr/>
                    <a:lstStyle/>
                    <a:p>
                      <a:r>
                        <a:rPr lang="en-US" dirty="0"/>
                        <a:t>IT Problems in Scope</a:t>
                      </a:r>
                    </a:p>
                  </a:txBody>
                  <a:tcPr/>
                </a:tc>
                <a:extLst>
                  <a:ext uri="{0D108BD9-81ED-4DB2-BD59-A6C34878D82A}">
                    <a16:rowId xmlns:a16="http://schemas.microsoft.com/office/drawing/2014/main" val="10000"/>
                  </a:ext>
                </a:extLst>
              </a:tr>
              <a:tr h="0">
                <a:tc>
                  <a:txBody>
                    <a:bodyPr/>
                    <a:lstStyle/>
                    <a:p>
                      <a:pPr algn="ctr"/>
                      <a:r>
                        <a:rPr lang="en-AU" sz="1600" b="0" dirty="0"/>
                        <a:t>High CAPEX and OPEX for dedicated infrastructure</a:t>
                      </a:r>
                      <a:endParaRPr lang="en-AU" dirty="0"/>
                    </a:p>
                  </a:txBody>
                  <a:tcPr/>
                </a:tc>
                <a:extLst>
                  <a:ext uri="{0D108BD9-81ED-4DB2-BD59-A6C34878D82A}">
                    <a16:rowId xmlns:a16="http://schemas.microsoft.com/office/drawing/2014/main" val="10001"/>
                  </a:ext>
                </a:extLst>
              </a:tr>
              <a:tr h="0">
                <a:tc>
                  <a:txBody>
                    <a:bodyPr/>
                    <a:lstStyle/>
                    <a:p>
                      <a:pPr algn="ctr"/>
                      <a:r>
                        <a:rPr lang="en-AU" sz="1600" b="0" dirty="0"/>
                        <a:t>New deployments out of compliance</a:t>
                      </a:r>
                      <a:endParaRPr lang="en-AU" dirty="0"/>
                    </a:p>
                  </a:txBody>
                  <a:tcPr/>
                </a:tc>
                <a:extLst>
                  <a:ext uri="{0D108BD9-81ED-4DB2-BD59-A6C34878D82A}">
                    <a16:rowId xmlns:a16="http://schemas.microsoft.com/office/drawing/2014/main" val="10002"/>
                  </a:ext>
                </a:extLst>
              </a:tr>
              <a:tr h="0">
                <a:tc>
                  <a:txBody>
                    <a:bodyPr/>
                    <a:lstStyle/>
                    <a:p>
                      <a:pPr algn="ctr"/>
                      <a:r>
                        <a:rPr lang="en-AU" sz="1600" b="0" dirty="0"/>
                        <a:t>No proactive disaster avoidance</a:t>
                      </a:r>
                      <a:endParaRPr lang="en-AU" dirty="0"/>
                    </a:p>
                  </a:txBody>
                  <a:tcPr/>
                </a:tc>
                <a:extLst>
                  <a:ext uri="{0D108BD9-81ED-4DB2-BD59-A6C34878D82A}">
                    <a16:rowId xmlns:a16="http://schemas.microsoft.com/office/drawing/2014/main" val="10003"/>
                  </a:ext>
                </a:extLst>
              </a:tr>
              <a:tr h="0">
                <a:tc>
                  <a:txBody>
                    <a:bodyPr/>
                    <a:lstStyle/>
                    <a:p>
                      <a:pPr algn="ctr"/>
                      <a:r>
                        <a:rPr lang="en-AU" sz="1600" b="0" dirty="0"/>
                        <a:t>Lack of network traffic visibility</a:t>
                      </a:r>
                      <a:endParaRPr lang="en-AU" dirty="0"/>
                    </a:p>
                  </a:txBody>
                  <a:tcPr/>
                </a:tc>
                <a:extLst>
                  <a:ext uri="{0D108BD9-81ED-4DB2-BD59-A6C34878D82A}">
                    <a16:rowId xmlns:a16="http://schemas.microsoft.com/office/drawing/2014/main" val="10004"/>
                  </a:ext>
                </a:extLst>
              </a:tr>
              <a:tr h="0">
                <a:tc>
                  <a:txBody>
                    <a:bodyPr/>
                    <a:lstStyle/>
                    <a:p>
                      <a:pPr algn="ctr"/>
                      <a:r>
                        <a:rPr lang="en-AU" sz="1600" b="0" dirty="0"/>
                        <a:t>Poorly understood application relationships</a:t>
                      </a:r>
                      <a:endParaRPr lang="en-AU" dirty="0"/>
                    </a:p>
                  </a:txBody>
                  <a:tcPr/>
                </a:tc>
                <a:extLst>
                  <a:ext uri="{0D108BD9-81ED-4DB2-BD59-A6C34878D82A}">
                    <a16:rowId xmlns:a16="http://schemas.microsoft.com/office/drawing/2014/main" val="10005"/>
                  </a:ext>
                </a:extLst>
              </a:tr>
              <a:tr h="0">
                <a:tc>
                  <a:txBody>
                    <a:bodyPr/>
                    <a:lstStyle/>
                    <a:p>
                      <a:pPr algn="ctr"/>
                      <a:r>
                        <a:rPr lang="en-AU" sz="1600" b="0" dirty="0"/>
                        <a:t>Long wait time for virtual infrastructure provisioning</a:t>
                      </a:r>
                      <a:endParaRPr lang="en-AU" dirty="0"/>
                    </a:p>
                  </a:txBody>
                  <a:tcPr/>
                </a:tc>
                <a:extLst>
                  <a:ext uri="{0D108BD9-81ED-4DB2-BD59-A6C34878D82A}">
                    <a16:rowId xmlns:a16="http://schemas.microsoft.com/office/drawing/2014/main" val="10006"/>
                  </a:ext>
                </a:extLst>
              </a:tr>
              <a:tr h="0">
                <a:tc>
                  <a:txBody>
                    <a:bodyPr/>
                    <a:lstStyle/>
                    <a:p>
                      <a:pPr algn="ctr"/>
                      <a:r>
                        <a:rPr lang="en-AU" sz="1600" b="0" dirty="0"/>
                        <a:t>Workloads are difficult to move to the cloud</a:t>
                      </a:r>
                      <a:endParaRPr lang="en-AU" dirty="0"/>
                    </a:p>
                  </a:txBody>
                  <a:tcPr/>
                </a:tc>
                <a:extLst>
                  <a:ext uri="{0D108BD9-81ED-4DB2-BD59-A6C34878D82A}">
                    <a16:rowId xmlns:a16="http://schemas.microsoft.com/office/drawing/2014/main" val="10007"/>
                  </a:ext>
                </a:extLst>
              </a:tr>
              <a:tr h="0">
                <a:tc>
                  <a:txBody>
                    <a:bodyPr/>
                    <a:lstStyle/>
                    <a:p>
                      <a:pPr algn="ctr"/>
                      <a:r>
                        <a:rPr lang="en-AU" sz="1600" b="0" dirty="0"/>
                        <a:t>Manual process causing compliance remediation delays</a:t>
                      </a:r>
                      <a:endParaRPr lang="en-AU" dirty="0"/>
                    </a:p>
                  </a:txBody>
                  <a:tcPr/>
                </a:tc>
                <a:extLst>
                  <a:ext uri="{0D108BD9-81ED-4DB2-BD59-A6C34878D82A}">
                    <a16:rowId xmlns:a16="http://schemas.microsoft.com/office/drawing/2014/main" val="10008"/>
                  </a:ext>
                </a:extLst>
              </a:tr>
              <a:tr h="0">
                <a:tc>
                  <a:txBody>
                    <a:bodyPr/>
                    <a:lstStyle/>
                    <a:p>
                      <a:pPr algn="ctr"/>
                      <a:r>
                        <a:rPr lang="en-AU" sz="1600" b="0" dirty="0"/>
                        <a:t>Developers using improperly sized infrastructure</a:t>
                      </a:r>
                      <a:endParaRPr lang="en-AU" dirty="0"/>
                    </a:p>
                  </a:txBody>
                  <a:tcPr/>
                </a:tc>
                <a:extLst>
                  <a:ext uri="{0D108BD9-81ED-4DB2-BD59-A6C34878D82A}">
                    <a16:rowId xmlns:a16="http://schemas.microsoft.com/office/drawing/2014/main" val="10009"/>
                  </a:ext>
                </a:extLst>
              </a:tr>
              <a:tr h="0">
                <a:tc>
                  <a:txBody>
                    <a:bodyPr/>
                    <a:lstStyle/>
                    <a:p>
                      <a:pPr algn="ctr"/>
                      <a:r>
                        <a:rPr lang="en-AU" sz="1600" b="0" dirty="0"/>
                        <a:t>Lack of expertise required for application migration to cloud</a:t>
                      </a:r>
                      <a:endParaRPr lang="en-AU" dirty="0"/>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96889925"/>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Solution Scope</a:t>
            </a:r>
          </a:p>
        </p:txBody>
      </p:sp>
      <p:sp>
        <p:nvSpPr>
          <p:cNvPr id="4" name="Subtitle 3">
            <a:extLst>
              <a:ext uri="{FF2B5EF4-FFF2-40B4-BE49-F238E27FC236}">
                <a16:creationId xmlns:a16="http://schemas.microsoft.com/office/drawing/2014/main" id="{9BAD27C2-018D-CA4F-836D-5AEC15639375}"/>
              </a:ext>
            </a:extLst>
          </p:cNvPr>
          <p:cNvSpPr>
            <a:spLocks noGrp="1"/>
          </p:cNvSpPr>
          <p:nvPr>
            <p:ph type="subTitle" idx="10"/>
          </p:nvPr>
        </p:nvSpPr>
        <p:spPr/>
        <p:txBody>
          <a:bodyPr/>
          <a:lstStyle/>
          <a:p>
            <a:r>
              <a:rPr lang="en-AU" dirty="0"/>
              <a:t>The table below lists the scope of the engagement in the context of the VMware journey model. These are the IT Problems that have been determined as the focus for this engagement</a:t>
            </a:r>
            <a:endParaRPr lang="en-US" dirty="0"/>
          </a:p>
        </p:txBody>
      </p:sp>
      <p:graphicFrame>
        <p:nvGraphicFramePr>
          <p:cNvPr id="8" name="pstools_autogen_it_problems_table"/>
          <p:cNvGraphicFramePr>
            <a:graphicFrameLocks noGrp="1"/>
          </p:cNvGraphicFramePr>
          <p:nvPr>
            <p:extLst>
              <p:ext uri="{D42A27DB-BD31-4B8C-83A1-F6EECF244321}">
                <p14:modId xmlns:p14="http://schemas.microsoft.com/office/powerpoint/2010/main" val="2032933949"/>
              </p:ext>
            </p:extLst>
          </p:nvPr>
        </p:nvGraphicFramePr>
        <p:xfrm>
          <a:off x="619360" y="1946460"/>
          <a:ext cx="10838255" cy="3723640"/>
        </p:xfrm>
        <a:graphic>
          <a:graphicData uri="http://schemas.openxmlformats.org/drawingml/2006/table">
            <a:tbl>
              <a:tblPr firstRow="1" bandRow="1">
                <a:tableStyleId>{EB9631B5-78F2-41C9-869B-9F39066F8104}</a:tableStyleId>
              </a:tblPr>
              <a:tblGrid>
                <a:gridCol w="10838255">
                  <a:extLst>
                    <a:ext uri="{9D8B030D-6E8A-4147-A177-3AD203B41FA5}">
                      <a16:colId xmlns:a16="http://schemas.microsoft.com/office/drawing/2014/main" val="20001"/>
                    </a:ext>
                  </a:extLst>
                </a:gridCol>
              </a:tblGrid>
              <a:tr h="370840">
                <a:tc>
                  <a:txBody>
                    <a:bodyPr/>
                    <a:lstStyle/>
                    <a:p>
                      <a:r>
                        <a:rPr lang="en-US" dirty="0"/>
                        <a:t>IT Problems in Scope</a:t>
                      </a:r>
                    </a:p>
                  </a:txBody>
                  <a:tcPr/>
                </a:tc>
                <a:extLst>
                  <a:ext uri="{0D108BD9-81ED-4DB2-BD59-A6C34878D82A}">
                    <a16:rowId xmlns:a16="http://schemas.microsoft.com/office/drawing/2014/main" val="10000"/>
                  </a:ext>
                </a:extLst>
              </a:tr>
              <a:tr h="0">
                <a:tc>
                  <a:txBody>
                    <a:bodyPr/>
                    <a:lstStyle/>
                    <a:p>
                      <a:pPr algn="ctr"/>
                      <a:r>
                        <a:rPr lang="en-AU" sz="1600" b="0" dirty="0"/>
                        <a:t>Datacenter resource constraints</a:t>
                      </a:r>
                      <a:endParaRPr lang="en-AU" dirty="0"/>
                    </a:p>
                  </a:txBody>
                  <a:tcPr/>
                </a:tc>
                <a:extLst>
                  <a:ext uri="{0D108BD9-81ED-4DB2-BD59-A6C34878D82A}">
                    <a16:rowId xmlns:a16="http://schemas.microsoft.com/office/drawing/2014/main" val="10001"/>
                  </a:ext>
                </a:extLst>
              </a:tr>
              <a:tr h="0">
                <a:tc>
                  <a:txBody>
                    <a:bodyPr/>
                    <a:lstStyle/>
                    <a:p>
                      <a:pPr algn="ctr"/>
                      <a:r>
                        <a:rPr lang="en-AU" sz="1600" b="0" dirty="0"/>
                        <a:t>Infrastructure performance problems</a:t>
                      </a:r>
                      <a:endParaRPr lang="en-AU" dirty="0"/>
                    </a:p>
                  </a:txBody>
                  <a:tcPr/>
                </a:tc>
                <a:extLst>
                  <a:ext uri="{0D108BD9-81ED-4DB2-BD59-A6C34878D82A}">
                    <a16:rowId xmlns:a16="http://schemas.microsoft.com/office/drawing/2014/main" val="10002"/>
                  </a:ext>
                </a:extLst>
              </a:tr>
              <a:tr h="0">
                <a:tc>
                  <a:txBody>
                    <a:bodyPr/>
                    <a:lstStyle/>
                    <a:p>
                      <a:pPr algn="ctr"/>
                      <a:r>
                        <a:rPr lang="en-AU" sz="1600" b="0" dirty="0"/>
                        <a:t>Compliance drift</a:t>
                      </a:r>
                      <a:endParaRPr lang="en-AU" dirty="0"/>
                    </a:p>
                  </a:txBody>
                  <a:tcPr/>
                </a:tc>
                <a:extLst>
                  <a:ext uri="{0D108BD9-81ED-4DB2-BD59-A6C34878D82A}">
                    <a16:rowId xmlns:a16="http://schemas.microsoft.com/office/drawing/2014/main" val="10003"/>
                  </a:ext>
                </a:extLst>
              </a:tr>
              <a:tr h="0">
                <a:tc>
                  <a:txBody>
                    <a:bodyPr/>
                    <a:lstStyle/>
                    <a:p>
                      <a:pPr algn="ctr"/>
                      <a:r>
                        <a:rPr lang="en-AU" sz="1600" b="0" dirty="0"/>
                        <a:t>Single point of failure</a:t>
                      </a:r>
                      <a:endParaRPr lang="en-AU" dirty="0"/>
                    </a:p>
                  </a:txBody>
                  <a:tcPr/>
                </a:tc>
                <a:extLst>
                  <a:ext uri="{0D108BD9-81ED-4DB2-BD59-A6C34878D82A}">
                    <a16:rowId xmlns:a16="http://schemas.microsoft.com/office/drawing/2014/main" val="10004"/>
                  </a:ext>
                </a:extLst>
              </a:tr>
              <a:tr h="0">
                <a:tc>
                  <a:txBody>
                    <a:bodyPr/>
                    <a:lstStyle/>
                    <a:p>
                      <a:pPr algn="ctr"/>
                      <a:r>
                        <a:rPr lang="en-AU" sz="1600" b="0" dirty="0"/>
                        <a:t>Developers using unsecured infrastructure</a:t>
                      </a:r>
                      <a:endParaRPr lang="en-AU" dirty="0"/>
                    </a:p>
                  </a:txBody>
                  <a:tcPr/>
                </a:tc>
                <a:extLst>
                  <a:ext uri="{0D108BD9-81ED-4DB2-BD59-A6C34878D82A}">
                    <a16:rowId xmlns:a16="http://schemas.microsoft.com/office/drawing/2014/main" val="10005"/>
                  </a:ext>
                </a:extLst>
              </a:tr>
              <a:tr h="0">
                <a:tc>
                  <a:txBody>
                    <a:bodyPr/>
                    <a:lstStyle/>
                    <a:p>
                      <a:pPr algn="ctr"/>
                      <a:r>
                        <a:rPr lang="en-AU" sz="1600" b="0" dirty="0"/>
                        <a:t>High CAPEX and OPEX for disaster recovery</a:t>
                      </a:r>
                      <a:endParaRPr lang="en-AU" dirty="0"/>
                    </a:p>
                  </a:txBody>
                  <a:tcPr/>
                </a:tc>
                <a:extLst>
                  <a:ext uri="{0D108BD9-81ED-4DB2-BD59-A6C34878D82A}">
                    <a16:rowId xmlns:a16="http://schemas.microsoft.com/office/drawing/2014/main" val="10006"/>
                  </a:ext>
                </a:extLst>
              </a:tr>
              <a:tr h="0">
                <a:tc>
                  <a:txBody>
                    <a:bodyPr/>
                    <a:lstStyle/>
                    <a:p>
                      <a:pPr algn="ctr"/>
                      <a:r>
                        <a:rPr lang="en-AU" sz="1600" b="0" dirty="0"/>
                        <a:t>Long wait time for hardware purchases</a:t>
                      </a:r>
                      <a:endParaRPr lang="en-AU" dirty="0"/>
                    </a:p>
                  </a:txBody>
                  <a:tcPr/>
                </a:tc>
                <a:extLst>
                  <a:ext uri="{0D108BD9-81ED-4DB2-BD59-A6C34878D82A}">
                    <a16:rowId xmlns:a16="http://schemas.microsoft.com/office/drawing/2014/main" val="10007"/>
                  </a:ext>
                </a:extLst>
              </a:tr>
              <a:tr h="0">
                <a:tc>
                  <a:txBody>
                    <a:bodyPr/>
                    <a:lstStyle/>
                    <a:p>
                      <a:pPr algn="ctr"/>
                      <a:r>
                        <a:rPr lang="en-AU" sz="1600" b="0" dirty="0"/>
                        <a:t>Performance bottlenecks</a:t>
                      </a:r>
                      <a:endParaRPr lang="en-AU" dirty="0"/>
                    </a:p>
                  </a:txBody>
                  <a:tcPr/>
                </a:tc>
                <a:extLst>
                  <a:ext uri="{0D108BD9-81ED-4DB2-BD59-A6C34878D82A}">
                    <a16:rowId xmlns:a16="http://schemas.microsoft.com/office/drawing/2014/main" val="10008"/>
                  </a:ext>
                </a:extLst>
              </a:tr>
              <a:tr h="0">
                <a:tc>
                  <a:txBody>
                    <a:bodyPr/>
                    <a:lstStyle/>
                    <a:p>
                      <a:pPr algn="ctr"/>
                      <a:r>
                        <a:rPr lang="en-AU" sz="1600" b="0" dirty="0"/>
                        <a:t>Infrastructure capacity problems</a:t>
                      </a:r>
                      <a:endParaRPr lang="en-AU" dirty="0"/>
                    </a:p>
                  </a:txBody>
                  <a:tcPr/>
                </a:tc>
                <a:extLst>
                  <a:ext uri="{0D108BD9-81ED-4DB2-BD59-A6C34878D82A}">
                    <a16:rowId xmlns:a16="http://schemas.microsoft.com/office/drawing/2014/main" val="10009"/>
                  </a:ext>
                </a:extLst>
              </a:tr>
              <a:tr h="0">
                <a:tc>
                  <a:txBody>
                    <a:bodyPr/>
                    <a:lstStyle/>
                    <a:p>
                      <a:pPr algn="ctr"/>
                      <a:r>
                        <a:rPr lang="en-AU" sz="1600" b="0" dirty="0"/>
                        <a:t>Not enough data center resources or space</a:t>
                      </a:r>
                      <a:endParaRPr lang="en-AU" dirty="0"/>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504815532"/>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8765770-940B-47C9-A3BB-DDBB3972FEDA}"/>
              </a:ext>
            </a:extLst>
          </p:cNvPr>
          <p:cNvSpPr>
            <a:spLocks noGrp="1"/>
          </p:cNvSpPr>
          <p:nvPr>
            <p:ph type="title"/>
          </p:nvPr>
        </p:nvSpPr>
        <p:spPr/>
        <p:txBody>
          <a:bodyPr/>
          <a:lstStyle/>
          <a:p>
            <a:r>
              <a:rPr lang="en-US" dirty="0"/>
              <a:t>VMware Solution</a:t>
            </a:r>
          </a:p>
        </p:txBody>
      </p:sp>
      <p:sp>
        <p:nvSpPr>
          <p:cNvPr id="2" name="Subtitle 1">
            <a:extLst>
              <a:ext uri="{FF2B5EF4-FFF2-40B4-BE49-F238E27FC236}">
                <a16:creationId xmlns:a16="http://schemas.microsoft.com/office/drawing/2014/main" id="{529AE6AF-5478-65B9-DFD2-31AE539EF772}"/>
              </a:ext>
            </a:extLst>
          </p:cNvPr>
          <p:cNvSpPr>
            <a:spLocks noGrp="1"/>
          </p:cNvSpPr>
          <p:nvPr>
            <p:ph type="subTitle" idx="10"/>
          </p:nvPr>
        </p:nvSpPr>
        <p:spPr/>
        <p:txBody>
          <a:bodyPr/>
          <a:lstStyle/>
          <a:p>
            <a:endParaRPr lang="en-US"/>
          </a:p>
        </p:txBody>
      </p:sp>
      <p:sp>
        <p:nvSpPr>
          <p:cNvPr id="8" name="Rectangle 7">
            <a:extLst>
              <a:ext uri="{FF2B5EF4-FFF2-40B4-BE49-F238E27FC236}">
                <a16:creationId xmlns:a16="http://schemas.microsoft.com/office/drawing/2014/main" id="{A571F356-FF9A-4103-8018-00082547BAF8}"/>
              </a:ext>
            </a:extLst>
          </p:cNvPr>
          <p:cNvSpPr/>
          <p:nvPr/>
        </p:nvSpPr>
        <p:spPr>
          <a:xfrm>
            <a:off x="1042206" y="2484060"/>
            <a:ext cx="3364116" cy="922368"/>
          </a:xfrm>
          <a:prstGeom prst="rect">
            <a:avLst/>
          </a:prstGeom>
          <a:solidFill>
            <a:srgbClr val="FFFF00"/>
          </a:solidFill>
        </p:spPr>
        <p:txBody>
          <a:bodyPr wrap="square">
            <a:spAutoFit/>
          </a:bodyPr>
          <a:lstStyle/>
          <a:p>
            <a:r>
              <a:rPr lang="en-US" sz="1798" dirty="0"/>
              <a:t>PSO Consultant: Insert appropriate diagrams based on the current solution.</a:t>
            </a:r>
          </a:p>
        </p:txBody>
      </p:sp>
    </p:spTree>
    <p:extLst>
      <p:ext uri="{BB962C8B-B14F-4D97-AF65-F5344CB8AC3E}">
        <p14:creationId xmlns:p14="http://schemas.microsoft.com/office/powerpoint/2010/main" val="2745748132"/>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023;p123">
            <a:extLst>
              <a:ext uri="{FF2B5EF4-FFF2-40B4-BE49-F238E27FC236}">
                <a16:creationId xmlns:a16="http://schemas.microsoft.com/office/drawing/2014/main" id="{2BBA8540-C1AB-D78D-59A9-60BBDFB39BC3}"/>
              </a:ext>
            </a:extLst>
          </p:cNvPr>
          <p:cNvSpPr/>
          <p:nvPr/>
        </p:nvSpPr>
        <p:spPr>
          <a:xfrm>
            <a:off x="8860278" y="1143595"/>
            <a:ext cx="2640112" cy="5145860"/>
          </a:xfrm>
          <a:prstGeom prst="roundRect">
            <a:avLst>
              <a:gd name="adj" fmla="val 3135"/>
            </a:avLst>
          </a:prstGeom>
          <a:gradFill>
            <a:gsLst>
              <a:gs pos="0">
                <a:schemeClr val="accent1"/>
              </a:gs>
              <a:gs pos="51000">
                <a:schemeClr val="accent1"/>
              </a:gs>
              <a:gs pos="100000">
                <a:schemeClr val="accent4"/>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 name="Google Shape;2024;p123">
            <a:extLst>
              <a:ext uri="{FF2B5EF4-FFF2-40B4-BE49-F238E27FC236}">
                <a16:creationId xmlns:a16="http://schemas.microsoft.com/office/drawing/2014/main" id="{F1A5F241-3DFF-E6EB-E93C-0B808E1C383F}"/>
              </a:ext>
            </a:extLst>
          </p:cNvPr>
          <p:cNvSpPr/>
          <p:nvPr/>
        </p:nvSpPr>
        <p:spPr>
          <a:xfrm>
            <a:off x="5588755" y="1143595"/>
            <a:ext cx="2640112" cy="5145860"/>
          </a:xfrm>
          <a:prstGeom prst="roundRect">
            <a:avLst>
              <a:gd name="adj" fmla="val 3135"/>
            </a:avLst>
          </a:prstGeom>
          <a:gradFill>
            <a:gsLst>
              <a:gs pos="0">
                <a:schemeClr val="accent2"/>
              </a:gs>
              <a:gs pos="100000">
                <a:schemeClr val="accent3"/>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 name="Google Shape;2025;p123">
            <a:extLst>
              <a:ext uri="{FF2B5EF4-FFF2-40B4-BE49-F238E27FC236}">
                <a16:creationId xmlns:a16="http://schemas.microsoft.com/office/drawing/2014/main" id="{BA993D11-517E-3368-8C7B-B1F9B7316D17}"/>
              </a:ext>
            </a:extLst>
          </p:cNvPr>
          <p:cNvSpPr/>
          <p:nvPr/>
        </p:nvSpPr>
        <p:spPr>
          <a:xfrm>
            <a:off x="2387647" y="1143594"/>
            <a:ext cx="2499349" cy="5145860"/>
          </a:xfrm>
          <a:prstGeom prst="roundRect">
            <a:avLst>
              <a:gd name="adj" fmla="val 3467"/>
            </a:avLst>
          </a:prstGeom>
          <a:gradFill>
            <a:gsLst>
              <a:gs pos="0">
                <a:schemeClr val="accent2"/>
              </a:gs>
              <a:gs pos="85000">
                <a:schemeClr val="accent5"/>
              </a:gs>
              <a:gs pos="100000">
                <a:schemeClr val="accent5"/>
              </a:gs>
            </a:gsLst>
            <a:lin ang="18900044" scaled="0"/>
          </a:gradFill>
          <a:ln>
            <a:noFill/>
          </a:ln>
        </p:spPr>
        <p:txBody>
          <a:bodyPr spcFirstLastPara="1" wrap="square" lIns="91376" tIns="45688" rIns="91376" bIns="45688" anchor="ctr" anchorCtr="0">
            <a:noAutofit/>
          </a:bodyPr>
          <a:lstStyle/>
          <a:p>
            <a:pPr algn="ctr">
              <a:buClr>
                <a:srgbClr val="000000"/>
              </a:buClr>
              <a:buSzPts val="900"/>
            </a:pPr>
            <a:endParaRPr sz="1200">
              <a:solidFill>
                <a:srgbClr val="FFFFFF"/>
              </a:solidFill>
              <a:latin typeface="Arial"/>
              <a:ea typeface="Arial"/>
              <a:cs typeface="Arial"/>
              <a:sym typeface="Arial"/>
            </a:endParaRPr>
          </a:p>
        </p:txBody>
      </p:sp>
      <p:sp>
        <p:nvSpPr>
          <p:cNvPr id="5" name="Google Shape;2026;p123">
            <a:extLst>
              <a:ext uri="{FF2B5EF4-FFF2-40B4-BE49-F238E27FC236}">
                <a16:creationId xmlns:a16="http://schemas.microsoft.com/office/drawing/2014/main" id="{6035DFE9-0C56-58BA-EE09-D11B4E6A3BA9}"/>
              </a:ext>
            </a:extLst>
          </p:cNvPr>
          <p:cNvSpPr/>
          <p:nvPr/>
        </p:nvSpPr>
        <p:spPr>
          <a:xfrm>
            <a:off x="2044699" y="3379802"/>
            <a:ext cx="3185170" cy="873772"/>
          </a:xfrm>
          <a:prstGeom prst="roundRect">
            <a:avLst>
              <a:gd name="adj" fmla="val 50000"/>
            </a:avLst>
          </a:prstGeom>
          <a:solidFill>
            <a:srgbClr val="F2F2F2"/>
          </a:solidFill>
          <a:ln w="25400" cap="flat" cmpd="sng">
            <a:solidFill>
              <a:schemeClr val="accent5"/>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6" name="Google Shape;2027;p123">
            <a:extLst>
              <a:ext uri="{FF2B5EF4-FFF2-40B4-BE49-F238E27FC236}">
                <a16:creationId xmlns:a16="http://schemas.microsoft.com/office/drawing/2014/main" id="{96DD3ADD-912B-4699-0469-E48157110865}"/>
              </a:ext>
            </a:extLst>
          </p:cNvPr>
          <p:cNvSpPr txBox="1">
            <a:spLocks/>
          </p:cNvSpPr>
          <p:nvPr/>
        </p:nvSpPr>
        <p:spPr>
          <a:xfrm>
            <a:off x="579809" y="410188"/>
            <a:ext cx="11001134" cy="387798"/>
          </a:xfrm>
          <a:prstGeom prst="rect">
            <a:avLst/>
          </a:prstGeom>
          <a:noFill/>
          <a:ln>
            <a:noFill/>
          </a:ln>
        </p:spPr>
        <p:txBody>
          <a:bodyPr spcFirstLastPara="1" vert="horz" wrap="square" lIns="0" tIns="0" rIns="0" bIns="0" rtlCol="0" anchor="ctr" anchorCtr="0">
            <a:spAutoFit/>
          </a:bodyPr>
          <a:lst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a:lstStyle>
          <a:p>
            <a:pPr algn="ctr">
              <a:buSzPts val="2100"/>
            </a:pPr>
            <a:r>
              <a:rPr lang="en-AU" dirty="0">
                <a:solidFill>
                  <a:schemeClr val="accent2"/>
                </a:solidFill>
              </a:rPr>
              <a:t>VMware Cloud Foundation Platform for your Private Cloud</a:t>
            </a:r>
          </a:p>
        </p:txBody>
      </p:sp>
      <p:sp>
        <p:nvSpPr>
          <p:cNvPr id="7" name="Google Shape;2028;p123">
            <a:extLst>
              <a:ext uri="{FF2B5EF4-FFF2-40B4-BE49-F238E27FC236}">
                <a16:creationId xmlns:a16="http://schemas.microsoft.com/office/drawing/2014/main" id="{7C8C4C99-80AE-EE53-37A2-F543B8C928C9}"/>
              </a:ext>
            </a:extLst>
          </p:cNvPr>
          <p:cNvSpPr txBox="1"/>
          <p:nvPr/>
        </p:nvSpPr>
        <p:spPr>
          <a:xfrm>
            <a:off x="2351979" y="2751163"/>
            <a:ext cx="2570530" cy="443198"/>
          </a:xfrm>
          <a:prstGeom prst="rect">
            <a:avLst/>
          </a:prstGeom>
          <a:noFill/>
          <a:ln>
            <a:noFill/>
          </a:ln>
        </p:spPr>
        <p:txBody>
          <a:bodyPr spcFirstLastPara="1" wrap="square" lIns="0" tIns="0" rIns="0" bIns="0" anchor="t" anchorCtr="0">
            <a:spAutoFit/>
          </a:bodyPr>
          <a:lstStyle/>
          <a:p>
            <a:pPr algn="ctr">
              <a:lnSpc>
                <a:spcPct val="90000"/>
              </a:lnSpc>
              <a:buClr>
                <a:srgbClr val="000000"/>
              </a:buClr>
              <a:buSzPts val="1200"/>
            </a:pPr>
            <a:r>
              <a:rPr lang="en" sz="1600">
                <a:solidFill>
                  <a:schemeClr val="lt1"/>
                </a:solidFill>
                <a:latin typeface="Arial"/>
                <a:ea typeface="Arial"/>
                <a:cs typeface="Arial"/>
                <a:sym typeface="Arial"/>
              </a:rPr>
              <a:t>Modern</a:t>
            </a:r>
            <a:br>
              <a:rPr lang="en" sz="1600">
                <a:solidFill>
                  <a:schemeClr val="lt1"/>
                </a:solidFill>
                <a:latin typeface="Arial"/>
                <a:ea typeface="Arial"/>
                <a:cs typeface="Arial"/>
                <a:sym typeface="Arial"/>
              </a:rPr>
            </a:br>
            <a:r>
              <a:rPr lang="en" sz="1600">
                <a:solidFill>
                  <a:schemeClr val="lt1"/>
                </a:solidFill>
                <a:latin typeface="Arial"/>
                <a:ea typeface="Arial"/>
                <a:cs typeface="Arial"/>
                <a:sym typeface="Arial"/>
              </a:rPr>
              <a:t>Infrastructure</a:t>
            </a:r>
            <a:endParaRPr sz="1466">
              <a:solidFill>
                <a:srgbClr val="000000"/>
              </a:solidFill>
              <a:latin typeface="Arial"/>
              <a:ea typeface="Arial"/>
              <a:cs typeface="Arial"/>
              <a:sym typeface="Arial"/>
            </a:endParaRPr>
          </a:p>
        </p:txBody>
      </p:sp>
      <p:sp>
        <p:nvSpPr>
          <p:cNvPr id="8" name="Google Shape;2029;p123">
            <a:extLst>
              <a:ext uri="{FF2B5EF4-FFF2-40B4-BE49-F238E27FC236}">
                <a16:creationId xmlns:a16="http://schemas.microsoft.com/office/drawing/2014/main" id="{17B01EFD-55C5-9806-4FE6-34FF3F75A548}"/>
              </a:ext>
            </a:extLst>
          </p:cNvPr>
          <p:cNvSpPr txBox="1"/>
          <p:nvPr/>
        </p:nvSpPr>
        <p:spPr>
          <a:xfrm>
            <a:off x="592865" y="2730501"/>
            <a:ext cx="1548397" cy="492058"/>
          </a:xfrm>
          <a:prstGeom prst="rect">
            <a:avLst/>
          </a:prstGeom>
          <a:noFill/>
          <a:ln>
            <a:noFill/>
          </a:ln>
        </p:spPr>
        <p:txBody>
          <a:bodyPr spcFirstLastPara="1" wrap="square" lIns="0" tIns="0" rIns="0" bIns="0" anchor="ctr" anchorCtr="0">
            <a:spAutoFit/>
          </a:bodyPr>
          <a:lstStyle/>
          <a:p>
            <a:pPr>
              <a:buClr>
                <a:srgbClr val="000000"/>
              </a:buClr>
              <a:buSzPts val="800"/>
            </a:pPr>
            <a:r>
              <a:rPr lang="en" sz="1066">
                <a:solidFill>
                  <a:schemeClr val="dk2"/>
                </a:solidFill>
                <a:latin typeface="Arial"/>
                <a:ea typeface="Arial"/>
                <a:cs typeface="Arial"/>
                <a:sym typeface="Arial"/>
              </a:rPr>
              <a:t>BUSINESS INFRASTRUCTURE INITIATIVES</a:t>
            </a:r>
            <a:endParaRPr sz="1466">
              <a:solidFill>
                <a:srgbClr val="000000"/>
              </a:solidFill>
              <a:latin typeface="Arial"/>
              <a:ea typeface="Arial"/>
              <a:cs typeface="Arial"/>
              <a:sym typeface="Arial"/>
            </a:endParaRPr>
          </a:p>
        </p:txBody>
      </p:sp>
      <p:sp>
        <p:nvSpPr>
          <p:cNvPr id="9" name="Google Shape;2030;p123">
            <a:extLst>
              <a:ext uri="{FF2B5EF4-FFF2-40B4-BE49-F238E27FC236}">
                <a16:creationId xmlns:a16="http://schemas.microsoft.com/office/drawing/2014/main" id="{2DC1CCCC-9048-C7D7-69BF-191BB9E29C16}"/>
              </a:ext>
            </a:extLst>
          </p:cNvPr>
          <p:cNvSpPr txBox="1"/>
          <p:nvPr/>
        </p:nvSpPr>
        <p:spPr>
          <a:xfrm>
            <a:off x="592865" y="4600086"/>
            <a:ext cx="1548397" cy="328039"/>
          </a:xfrm>
          <a:prstGeom prst="rect">
            <a:avLst/>
          </a:prstGeom>
          <a:noFill/>
          <a:ln>
            <a:noFill/>
          </a:ln>
        </p:spPr>
        <p:txBody>
          <a:bodyPr spcFirstLastPara="1" wrap="square" lIns="0" tIns="0" rIns="0" bIns="0" anchor="ctr" anchorCtr="0">
            <a:spAutoFit/>
          </a:bodyPr>
          <a:lstStyle/>
          <a:p>
            <a:pPr>
              <a:buClr>
                <a:srgbClr val="000000"/>
              </a:buClr>
              <a:buSzPts val="800"/>
            </a:pPr>
            <a:r>
              <a:rPr lang="en" sz="1066">
                <a:solidFill>
                  <a:schemeClr val="dk2"/>
                </a:solidFill>
                <a:latin typeface="Arial"/>
                <a:ea typeface="Arial"/>
                <a:cs typeface="Arial"/>
                <a:sym typeface="Arial"/>
              </a:rPr>
              <a:t>PRIMARY </a:t>
            </a:r>
            <a:br>
              <a:rPr lang="en" sz="1066">
                <a:solidFill>
                  <a:schemeClr val="dk2"/>
                </a:solidFill>
                <a:latin typeface="Arial"/>
                <a:ea typeface="Arial"/>
                <a:cs typeface="Arial"/>
                <a:sym typeface="Arial"/>
              </a:rPr>
            </a:br>
            <a:r>
              <a:rPr lang="en" sz="1066">
                <a:solidFill>
                  <a:schemeClr val="dk2"/>
                </a:solidFill>
                <a:latin typeface="Arial"/>
                <a:ea typeface="Arial"/>
                <a:cs typeface="Arial"/>
                <a:sym typeface="Arial"/>
              </a:rPr>
              <a:t>USE CASES</a:t>
            </a:r>
            <a:endParaRPr sz="1466">
              <a:solidFill>
                <a:srgbClr val="000000"/>
              </a:solidFill>
              <a:latin typeface="Arial"/>
              <a:ea typeface="Arial"/>
              <a:cs typeface="Arial"/>
              <a:sym typeface="Arial"/>
            </a:endParaRPr>
          </a:p>
        </p:txBody>
      </p:sp>
      <p:grpSp>
        <p:nvGrpSpPr>
          <p:cNvPr id="10" name="Google Shape;2031;p123">
            <a:extLst>
              <a:ext uri="{FF2B5EF4-FFF2-40B4-BE49-F238E27FC236}">
                <a16:creationId xmlns:a16="http://schemas.microsoft.com/office/drawing/2014/main" id="{E89AEF18-DE77-A34B-2F3C-BCD429016DA6}"/>
              </a:ext>
            </a:extLst>
          </p:cNvPr>
          <p:cNvGrpSpPr/>
          <p:nvPr/>
        </p:nvGrpSpPr>
        <p:grpSpPr>
          <a:xfrm>
            <a:off x="2899556" y="1335829"/>
            <a:ext cx="1673277" cy="1242756"/>
            <a:chOff x="2802326" y="1263025"/>
            <a:chExt cx="2650516" cy="1968975"/>
          </a:xfrm>
        </p:grpSpPr>
        <p:pic>
          <p:nvPicPr>
            <p:cNvPr id="11" name="Google Shape;2032;p123">
              <a:extLst>
                <a:ext uri="{FF2B5EF4-FFF2-40B4-BE49-F238E27FC236}">
                  <a16:creationId xmlns:a16="http://schemas.microsoft.com/office/drawing/2014/main" id="{99843913-0FB5-E94B-A8D0-979446F69888}"/>
                </a:ext>
              </a:extLst>
            </p:cNvPr>
            <p:cNvPicPr preferRelativeResize="0"/>
            <p:nvPr/>
          </p:nvPicPr>
          <p:blipFill rotWithShape="1">
            <a:blip r:embed="rId3">
              <a:alphaModFix/>
            </a:blip>
            <a:srcRect/>
            <a:stretch/>
          </p:blipFill>
          <p:spPr>
            <a:xfrm>
              <a:off x="3738424" y="1263025"/>
              <a:ext cx="1714418" cy="672550"/>
            </a:xfrm>
            <a:prstGeom prst="rect">
              <a:avLst/>
            </a:prstGeom>
            <a:noFill/>
            <a:ln>
              <a:noFill/>
            </a:ln>
          </p:spPr>
        </p:pic>
        <p:grpSp>
          <p:nvGrpSpPr>
            <p:cNvPr id="12" name="Google Shape;2033;p123">
              <a:extLst>
                <a:ext uri="{FF2B5EF4-FFF2-40B4-BE49-F238E27FC236}">
                  <a16:creationId xmlns:a16="http://schemas.microsoft.com/office/drawing/2014/main" id="{691C74E1-0474-D450-B111-A950451B2553}"/>
                </a:ext>
              </a:extLst>
            </p:cNvPr>
            <p:cNvGrpSpPr/>
            <p:nvPr/>
          </p:nvGrpSpPr>
          <p:grpSpPr>
            <a:xfrm>
              <a:off x="2852626" y="1797187"/>
              <a:ext cx="460558" cy="460558"/>
              <a:chOff x="-396256" y="3115798"/>
              <a:chExt cx="601800" cy="601800"/>
            </a:xfrm>
          </p:grpSpPr>
          <p:sp>
            <p:nvSpPr>
              <p:cNvPr id="69" name="Google Shape;2034;p123">
                <a:extLst>
                  <a:ext uri="{FF2B5EF4-FFF2-40B4-BE49-F238E27FC236}">
                    <a16:creationId xmlns:a16="http://schemas.microsoft.com/office/drawing/2014/main" id="{5F72190C-A97A-34E6-B191-7E06EF409592}"/>
                  </a:ext>
                </a:extLst>
              </p:cNvPr>
              <p:cNvSpPr/>
              <p:nvPr/>
            </p:nvSpPr>
            <p:spPr>
              <a:xfrm>
                <a:off x="-396256" y="3115798"/>
                <a:ext cx="601800" cy="601800"/>
              </a:xfrm>
              <a:prstGeom prst="roundRect">
                <a:avLst>
                  <a:gd name="adj" fmla="val 9912"/>
                </a:avLst>
              </a:prstGeom>
              <a:gradFill>
                <a:gsLst>
                  <a:gs pos="0">
                    <a:schemeClr val="accent6"/>
                  </a:gs>
                  <a:gs pos="100000">
                    <a:srgbClr val="D58B3F"/>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70" name="Google Shape;2035;p123">
                <a:extLst>
                  <a:ext uri="{FF2B5EF4-FFF2-40B4-BE49-F238E27FC236}">
                    <a16:creationId xmlns:a16="http://schemas.microsoft.com/office/drawing/2014/main" id="{26AC5B3E-B909-D0C7-D2FD-152A5D079CBF}"/>
                  </a:ext>
                </a:extLst>
              </p:cNvPr>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470"/>
                    </a:srgbClr>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3" name="Google Shape;2036;p123">
              <a:extLst>
                <a:ext uri="{FF2B5EF4-FFF2-40B4-BE49-F238E27FC236}">
                  <a16:creationId xmlns:a16="http://schemas.microsoft.com/office/drawing/2014/main" id="{0E71DCA9-143F-8ADE-CBE0-20C3EECE912F}"/>
                </a:ext>
              </a:extLst>
            </p:cNvPr>
            <p:cNvGrpSpPr/>
            <p:nvPr/>
          </p:nvGrpSpPr>
          <p:grpSpPr>
            <a:xfrm>
              <a:off x="3355852" y="1371970"/>
              <a:ext cx="340023" cy="340023"/>
              <a:chOff x="42069" y="2560177"/>
              <a:chExt cx="444300" cy="444300"/>
            </a:xfrm>
          </p:grpSpPr>
          <p:sp>
            <p:nvSpPr>
              <p:cNvPr id="67" name="Google Shape;2037;p123">
                <a:extLst>
                  <a:ext uri="{FF2B5EF4-FFF2-40B4-BE49-F238E27FC236}">
                    <a16:creationId xmlns:a16="http://schemas.microsoft.com/office/drawing/2014/main" id="{D935FE0D-7AF9-C29C-97CA-6B4D0E0F0497}"/>
                  </a:ext>
                </a:extLst>
              </p:cNvPr>
              <p:cNvSpPr/>
              <p:nvPr/>
            </p:nvSpPr>
            <p:spPr>
              <a:xfrm>
                <a:off x="42069" y="2560177"/>
                <a:ext cx="444300" cy="444300"/>
              </a:xfrm>
              <a:prstGeom prst="roundRect">
                <a:avLst>
                  <a:gd name="adj" fmla="val 9912"/>
                </a:avLst>
              </a:prstGeom>
              <a:gradFill>
                <a:gsLst>
                  <a:gs pos="0">
                    <a:schemeClr val="accent6"/>
                  </a:gs>
                  <a:gs pos="100000">
                    <a:srgbClr val="D58B3F"/>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68" name="Google Shape;2038;p123">
                <a:extLst>
                  <a:ext uri="{FF2B5EF4-FFF2-40B4-BE49-F238E27FC236}">
                    <a16:creationId xmlns:a16="http://schemas.microsoft.com/office/drawing/2014/main" id="{C9599E6F-5BD3-42DB-26BE-CEA33A704DA6}"/>
                  </a:ext>
                </a:extLst>
              </p:cNvPr>
              <p:cNvSpPr/>
              <p:nvPr/>
            </p:nvSpPr>
            <p:spPr>
              <a:xfrm>
                <a:off x="42069" y="2560178"/>
                <a:ext cx="345904" cy="345904"/>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470"/>
                    </a:srgbClr>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4" name="Google Shape;2039;p123">
              <a:extLst>
                <a:ext uri="{FF2B5EF4-FFF2-40B4-BE49-F238E27FC236}">
                  <a16:creationId xmlns:a16="http://schemas.microsoft.com/office/drawing/2014/main" id="{3FE2BE3C-66E1-D105-8456-10075AFEA02A}"/>
                </a:ext>
              </a:extLst>
            </p:cNvPr>
            <p:cNvGrpSpPr/>
            <p:nvPr/>
          </p:nvGrpSpPr>
          <p:grpSpPr>
            <a:xfrm>
              <a:off x="2802326" y="2501593"/>
              <a:ext cx="2213016" cy="730407"/>
              <a:chOff x="2640720" y="2490804"/>
              <a:chExt cx="2213016" cy="730407"/>
            </a:xfrm>
          </p:grpSpPr>
          <p:grpSp>
            <p:nvGrpSpPr>
              <p:cNvPr id="46" name="Google Shape;2040;p123">
                <a:extLst>
                  <a:ext uri="{FF2B5EF4-FFF2-40B4-BE49-F238E27FC236}">
                    <a16:creationId xmlns:a16="http://schemas.microsoft.com/office/drawing/2014/main" id="{F2090B65-D2B9-4323-9B5E-31A6DF5DCD54}"/>
                  </a:ext>
                </a:extLst>
              </p:cNvPr>
              <p:cNvGrpSpPr/>
              <p:nvPr/>
            </p:nvGrpSpPr>
            <p:grpSpPr>
              <a:xfrm>
                <a:off x="4144490" y="2490804"/>
                <a:ext cx="709246" cy="730407"/>
                <a:chOff x="5822219" y="4130892"/>
                <a:chExt cx="1634585" cy="1683353"/>
              </a:xfrm>
            </p:grpSpPr>
            <p:sp>
              <p:nvSpPr>
                <p:cNvPr id="61" name="Google Shape;2041;p123">
                  <a:extLst>
                    <a:ext uri="{FF2B5EF4-FFF2-40B4-BE49-F238E27FC236}">
                      <a16:creationId xmlns:a16="http://schemas.microsoft.com/office/drawing/2014/main" id="{1AA59103-2BAC-392E-7772-34D862C1FDE2}"/>
                    </a:ext>
                  </a:extLst>
                </p:cNvPr>
                <p:cNvSpPr/>
                <p:nvPr/>
              </p:nvSpPr>
              <p:spPr>
                <a:xfrm>
                  <a:off x="5866320" y="4386733"/>
                  <a:ext cx="1546383" cy="1171670"/>
                </a:xfrm>
                <a:custGeom>
                  <a:avLst/>
                  <a:gdLst/>
                  <a:ahLst/>
                  <a:cxnLst/>
                  <a:rect l="l" t="t" r="r" b="b"/>
                  <a:pathLst>
                    <a:path w="1546383" h="1171670" extrusionOk="0">
                      <a:moveTo>
                        <a:pt x="0" y="0"/>
                      </a:moveTo>
                      <a:lnTo>
                        <a:pt x="1546384" y="0"/>
                      </a:lnTo>
                      <a:lnTo>
                        <a:pt x="1546384" y="1171670"/>
                      </a:lnTo>
                      <a:lnTo>
                        <a:pt x="0" y="1171670"/>
                      </a:lnTo>
                      <a:close/>
                    </a:path>
                  </a:pathLst>
                </a:custGeom>
                <a:solidFill>
                  <a:schemeClr val="dk2"/>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62" name="Google Shape;2042;p123">
                  <a:extLst>
                    <a:ext uri="{FF2B5EF4-FFF2-40B4-BE49-F238E27FC236}">
                      <a16:creationId xmlns:a16="http://schemas.microsoft.com/office/drawing/2014/main" id="{68CC6B1A-D159-4940-151B-3A95473ADE72}"/>
                    </a:ext>
                  </a:extLst>
                </p:cNvPr>
                <p:cNvSpPr/>
                <p:nvPr/>
              </p:nvSpPr>
              <p:spPr>
                <a:xfrm>
                  <a:off x="5822219" y="4130892"/>
                  <a:ext cx="1634585" cy="1683353"/>
                </a:xfrm>
                <a:custGeom>
                  <a:avLst/>
                  <a:gdLst/>
                  <a:ahLst/>
                  <a:cxnLst/>
                  <a:rect l="l" t="t" r="r" b="b"/>
                  <a:pathLst>
                    <a:path w="1634585" h="1683353" extrusionOk="0">
                      <a:moveTo>
                        <a:pt x="0" y="0"/>
                      </a:moveTo>
                      <a:lnTo>
                        <a:pt x="1634585" y="0"/>
                      </a:lnTo>
                      <a:cubicBezTo>
                        <a:pt x="1634585" y="0"/>
                        <a:pt x="1634585" y="489014"/>
                        <a:pt x="1634585" y="489014"/>
                      </a:cubicBezTo>
                      <a:lnTo>
                        <a:pt x="0" y="489014"/>
                      </a:lnTo>
                      <a:cubicBezTo>
                        <a:pt x="0" y="489014"/>
                        <a:pt x="0" y="0"/>
                        <a:pt x="0" y="0"/>
                      </a:cubicBezTo>
                      <a:close/>
                      <a:moveTo>
                        <a:pt x="0" y="1086231"/>
                      </a:moveTo>
                      <a:lnTo>
                        <a:pt x="1634585" y="1086231"/>
                      </a:lnTo>
                      <a:lnTo>
                        <a:pt x="1634585" y="597218"/>
                      </a:lnTo>
                      <a:lnTo>
                        <a:pt x="0" y="597218"/>
                      </a:lnTo>
                      <a:lnTo>
                        <a:pt x="0" y="1086231"/>
                      </a:lnTo>
                      <a:close/>
                      <a:moveTo>
                        <a:pt x="0" y="1683353"/>
                      </a:moveTo>
                      <a:lnTo>
                        <a:pt x="1634585" y="1683353"/>
                      </a:lnTo>
                      <a:lnTo>
                        <a:pt x="1634585" y="1194340"/>
                      </a:lnTo>
                      <a:lnTo>
                        <a:pt x="0" y="1194340"/>
                      </a:lnTo>
                      <a:lnTo>
                        <a:pt x="0" y="1683353"/>
                      </a:lnTo>
                      <a:close/>
                    </a:path>
                  </a:pathLst>
                </a:custGeom>
                <a:gradFill>
                  <a:gsLst>
                    <a:gs pos="0">
                      <a:schemeClr val="accent3"/>
                    </a:gs>
                    <a:gs pos="42000">
                      <a:schemeClr val="accent3"/>
                    </a:gs>
                    <a:gs pos="100000">
                      <a:schemeClr val="accent2"/>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63" name="Google Shape;2043;p123">
                  <a:extLst>
                    <a:ext uri="{FF2B5EF4-FFF2-40B4-BE49-F238E27FC236}">
                      <a16:creationId xmlns:a16="http://schemas.microsoft.com/office/drawing/2014/main" id="{124514DD-0984-0691-F98B-0DBB0581071E}"/>
                    </a:ext>
                  </a:extLst>
                </p:cNvPr>
                <p:cNvGrpSpPr/>
                <p:nvPr/>
              </p:nvGrpSpPr>
              <p:grpSpPr>
                <a:xfrm>
                  <a:off x="6073965" y="4130892"/>
                  <a:ext cx="201358" cy="1683352"/>
                  <a:chOff x="6073965" y="4130892"/>
                  <a:chExt cx="201358" cy="1683352"/>
                </a:xfrm>
              </p:grpSpPr>
              <p:sp>
                <p:nvSpPr>
                  <p:cNvPr id="64" name="Google Shape;2044;p123">
                    <a:extLst>
                      <a:ext uri="{FF2B5EF4-FFF2-40B4-BE49-F238E27FC236}">
                        <a16:creationId xmlns:a16="http://schemas.microsoft.com/office/drawing/2014/main" id="{3583BCA0-F9B7-EA4D-2AF6-CF202BC7C527}"/>
                      </a:ext>
                    </a:extLst>
                  </p:cNvPr>
                  <p:cNvSpPr/>
                  <p:nvPr/>
                </p:nvSpPr>
                <p:spPr>
                  <a:xfrm>
                    <a:off x="6073965" y="4130892"/>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65" name="Google Shape;2045;p123">
                    <a:extLst>
                      <a:ext uri="{FF2B5EF4-FFF2-40B4-BE49-F238E27FC236}">
                        <a16:creationId xmlns:a16="http://schemas.microsoft.com/office/drawing/2014/main" id="{57108320-CD50-78A3-ACF3-D22007230AB0}"/>
                      </a:ext>
                    </a:extLst>
                  </p:cNvPr>
                  <p:cNvSpPr/>
                  <p:nvPr/>
                </p:nvSpPr>
                <p:spPr>
                  <a:xfrm>
                    <a:off x="6073965" y="5325231"/>
                    <a:ext cx="201358" cy="489013"/>
                  </a:xfrm>
                  <a:custGeom>
                    <a:avLst/>
                    <a:gdLst/>
                    <a:ahLst/>
                    <a:cxnLst/>
                    <a:rect l="l" t="t" r="r" b="b"/>
                    <a:pathLst>
                      <a:path w="201358" h="489013" extrusionOk="0">
                        <a:moveTo>
                          <a:pt x="0" y="0"/>
                        </a:moveTo>
                        <a:lnTo>
                          <a:pt x="201359" y="0"/>
                        </a:lnTo>
                        <a:lnTo>
                          <a:pt x="201359" y="489013"/>
                        </a:lnTo>
                        <a:lnTo>
                          <a:pt x="0" y="489013"/>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66" name="Google Shape;2046;p123">
                    <a:extLst>
                      <a:ext uri="{FF2B5EF4-FFF2-40B4-BE49-F238E27FC236}">
                        <a16:creationId xmlns:a16="http://schemas.microsoft.com/office/drawing/2014/main" id="{09982026-3A1D-C45A-31DB-223987FB45AE}"/>
                      </a:ext>
                    </a:extLst>
                  </p:cNvPr>
                  <p:cNvSpPr/>
                  <p:nvPr/>
                </p:nvSpPr>
                <p:spPr>
                  <a:xfrm>
                    <a:off x="6073965" y="4728109"/>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47" name="Google Shape;2047;p123">
                <a:extLst>
                  <a:ext uri="{FF2B5EF4-FFF2-40B4-BE49-F238E27FC236}">
                    <a16:creationId xmlns:a16="http://schemas.microsoft.com/office/drawing/2014/main" id="{D723948A-C20E-FDBF-6B4F-5C0389C01681}"/>
                  </a:ext>
                </a:extLst>
              </p:cNvPr>
              <p:cNvGrpSpPr/>
              <p:nvPr/>
            </p:nvGrpSpPr>
            <p:grpSpPr>
              <a:xfrm>
                <a:off x="3392605" y="2490804"/>
                <a:ext cx="709246" cy="730407"/>
                <a:chOff x="5822219" y="4130892"/>
                <a:chExt cx="1634585" cy="1683353"/>
              </a:xfrm>
            </p:grpSpPr>
            <p:sp>
              <p:nvSpPr>
                <p:cNvPr id="55" name="Google Shape;2048;p123">
                  <a:extLst>
                    <a:ext uri="{FF2B5EF4-FFF2-40B4-BE49-F238E27FC236}">
                      <a16:creationId xmlns:a16="http://schemas.microsoft.com/office/drawing/2014/main" id="{C88FBD10-7993-B418-0D18-CE12C6AD6314}"/>
                    </a:ext>
                  </a:extLst>
                </p:cNvPr>
                <p:cNvSpPr/>
                <p:nvPr/>
              </p:nvSpPr>
              <p:spPr>
                <a:xfrm>
                  <a:off x="5866320" y="4386733"/>
                  <a:ext cx="1546383" cy="1171670"/>
                </a:xfrm>
                <a:custGeom>
                  <a:avLst/>
                  <a:gdLst/>
                  <a:ahLst/>
                  <a:cxnLst/>
                  <a:rect l="l" t="t" r="r" b="b"/>
                  <a:pathLst>
                    <a:path w="1546383" h="1171670" extrusionOk="0">
                      <a:moveTo>
                        <a:pt x="0" y="0"/>
                      </a:moveTo>
                      <a:lnTo>
                        <a:pt x="1546384" y="0"/>
                      </a:lnTo>
                      <a:lnTo>
                        <a:pt x="1546384" y="1171670"/>
                      </a:lnTo>
                      <a:lnTo>
                        <a:pt x="0" y="1171670"/>
                      </a:lnTo>
                      <a:close/>
                    </a:path>
                  </a:pathLst>
                </a:custGeom>
                <a:solidFill>
                  <a:schemeClr val="dk2"/>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56" name="Google Shape;2049;p123">
                  <a:extLst>
                    <a:ext uri="{FF2B5EF4-FFF2-40B4-BE49-F238E27FC236}">
                      <a16:creationId xmlns:a16="http://schemas.microsoft.com/office/drawing/2014/main" id="{3E7C1154-4439-8D6E-1D38-662B09FB8F76}"/>
                    </a:ext>
                  </a:extLst>
                </p:cNvPr>
                <p:cNvSpPr/>
                <p:nvPr/>
              </p:nvSpPr>
              <p:spPr>
                <a:xfrm>
                  <a:off x="5822219" y="4130892"/>
                  <a:ext cx="1634585" cy="1683353"/>
                </a:xfrm>
                <a:custGeom>
                  <a:avLst/>
                  <a:gdLst/>
                  <a:ahLst/>
                  <a:cxnLst/>
                  <a:rect l="l" t="t" r="r" b="b"/>
                  <a:pathLst>
                    <a:path w="1634585" h="1683353" extrusionOk="0">
                      <a:moveTo>
                        <a:pt x="0" y="0"/>
                      </a:moveTo>
                      <a:lnTo>
                        <a:pt x="1634585" y="0"/>
                      </a:lnTo>
                      <a:cubicBezTo>
                        <a:pt x="1634585" y="0"/>
                        <a:pt x="1634585" y="489014"/>
                        <a:pt x="1634585" y="489014"/>
                      </a:cubicBezTo>
                      <a:lnTo>
                        <a:pt x="0" y="489014"/>
                      </a:lnTo>
                      <a:cubicBezTo>
                        <a:pt x="0" y="489014"/>
                        <a:pt x="0" y="0"/>
                        <a:pt x="0" y="0"/>
                      </a:cubicBezTo>
                      <a:close/>
                      <a:moveTo>
                        <a:pt x="0" y="1086231"/>
                      </a:moveTo>
                      <a:lnTo>
                        <a:pt x="1634585" y="1086231"/>
                      </a:lnTo>
                      <a:lnTo>
                        <a:pt x="1634585" y="597218"/>
                      </a:lnTo>
                      <a:lnTo>
                        <a:pt x="0" y="597218"/>
                      </a:lnTo>
                      <a:lnTo>
                        <a:pt x="0" y="1086231"/>
                      </a:lnTo>
                      <a:close/>
                      <a:moveTo>
                        <a:pt x="0" y="1683353"/>
                      </a:moveTo>
                      <a:lnTo>
                        <a:pt x="1634585" y="1683353"/>
                      </a:lnTo>
                      <a:lnTo>
                        <a:pt x="1634585" y="1194340"/>
                      </a:lnTo>
                      <a:lnTo>
                        <a:pt x="0" y="1194340"/>
                      </a:lnTo>
                      <a:lnTo>
                        <a:pt x="0" y="1683353"/>
                      </a:lnTo>
                      <a:close/>
                    </a:path>
                  </a:pathLst>
                </a:custGeom>
                <a:gradFill>
                  <a:gsLst>
                    <a:gs pos="0">
                      <a:schemeClr val="accent3"/>
                    </a:gs>
                    <a:gs pos="42000">
                      <a:schemeClr val="accent3"/>
                    </a:gs>
                    <a:gs pos="100000">
                      <a:schemeClr val="accent2"/>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57" name="Google Shape;2050;p123">
                  <a:extLst>
                    <a:ext uri="{FF2B5EF4-FFF2-40B4-BE49-F238E27FC236}">
                      <a16:creationId xmlns:a16="http://schemas.microsoft.com/office/drawing/2014/main" id="{ADE8EEAB-799E-45B4-D2DA-8016398923D1}"/>
                    </a:ext>
                  </a:extLst>
                </p:cNvPr>
                <p:cNvGrpSpPr/>
                <p:nvPr/>
              </p:nvGrpSpPr>
              <p:grpSpPr>
                <a:xfrm>
                  <a:off x="6073965" y="4130892"/>
                  <a:ext cx="201358" cy="1683352"/>
                  <a:chOff x="6073965" y="4130892"/>
                  <a:chExt cx="201358" cy="1683352"/>
                </a:xfrm>
              </p:grpSpPr>
              <p:sp>
                <p:nvSpPr>
                  <p:cNvPr id="58" name="Google Shape;2051;p123">
                    <a:extLst>
                      <a:ext uri="{FF2B5EF4-FFF2-40B4-BE49-F238E27FC236}">
                        <a16:creationId xmlns:a16="http://schemas.microsoft.com/office/drawing/2014/main" id="{396E189D-AE3D-ADCC-2ED3-D7DC426E71AA}"/>
                      </a:ext>
                    </a:extLst>
                  </p:cNvPr>
                  <p:cNvSpPr/>
                  <p:nvPr/>
                </p:nvSpPr>
                <p:spPr>
                  <a:xfrm>
                    <a:off x="6073965" y="4130892"/>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59" name="Google Shape;2052;p123">
                    <a:extLst>
                      <a:ext uri="{FF2B5EF4-FFF2-40B4-BE49-F238E27FC236}">
                        <a16:creationId xmlns:a16="http://schemas.microsoft.com/office/drawing/2014/main" id="{883C73E7-52E4-7DCC-B619-5AD80E96A7AA}"/>
                      </a:ext>
                    </a:extLst>
                  </p:cNvPr>
                  <p:cNvSpPr/>
                  <p:nvPr/>
                </p:nvSpPr>
                <p:spPr>
                  <a:xfrm>
                    <a:off x="6073965" y="5325231"/>
                    <a:ext cx="201358" cy="489013"/>
                  </a:xfrm>
                  <a:custGeom>
                    <a:avLst/>
                    <a:gdLst/>
                    <a:ahLst/>
                    <a:cxnLst/>
                    <a:rect l="l" t="t" r="r" b="b"/>
                    <a:pathLst>
                      <a:path w="201358" h="489013" extrusionOk="0">
                        <a:moveTo>
                          <a:pt x="0" y="0"/>
                        </a:moveTo>
                        <a:lnTo>
                          <a:pt x="201359" y="0"/>
                        </a:lnTo>
                        <a:lnTo>
                          <a:pt x="201359" y="489013"/>
                        </a:lnTo>
                        <a:lnTo>
                          <a:pt x="0" y="489013"/>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60" name="Google Shape;2053;p123">
                    <a:extLst>
                      <a:ext uri="{FF2B5EF4-FFF2-40B4-BE49-F238E27FC236}">
                        <a16:creationId xmlns:a16="http://schemas.microsoft.com/office/drawing/2014/main" id="{B9788D95-1A61-E1CB-6B49-1459AB1510DF}"/>
                      </a:ext>
                    </a:extLst>
                  </p:cNvPr>
                  <p:cNvSpPr/>
                  <p:nvPr/>
                </p:nvSpPr>
                <p:spPr>
                  <a:xfrm>
                    <a:off x="6073965" y="4728109"/>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48" name="Google Shape;2054;p123">
                <a:extLst>
                  <a:ext uri="{FF2B5EF4-FFF2-40B4-BE49-F238E27FC236}">
                    <a16:creationId xmlns:a16="http://schemas.microsoft.com/office/drawing/2014/main" id="{572D09F4-EA82-E0B9-AC0C-88225C0D87DC}"/>
                  </a:ext>
                </a:extLst>
              </p:cNvPr>
              <p:cNvGrpSpPr/>
              <p:nvPr/>
            </p:nvGrpSpPr>
            <p:grpSpPr>
              <a:xfrm>
                <a:off x="2640720" y="2490804"/>
                <a:ext cx="709246" cy="730407"/>
                <a:chOff x="5822219" y="4130892"/>
                <a:chExt cx="1634585" cy="1683353"/>
              </a:xfrm>
            </p:grpSpPr>
            <p:sp>
              <p:nvSpPr>
                <p:cNvPr id="49" name="Google Shape;2055;p123">
                  <a:extLst>
                    <a:ext uri="{FF2B5EF4-FFF2-40B4-BE49-F238E27FC236}">
                      <a16:creationId xmlns:a16="http://schemas.microsoft.com/office/drawing/2014/main" id="{0C89ED32-2D98-AF65-BF59-A849F0A2E1F4}"/>
                    </a:ext>
                  </a:extLst>
                </p:cNvPr>
                <p:cNvSpPr/>
                <p:nvPr/>
              </p:nvSpPr>
              <p:spPr>
                <a:xfrm>
                  <a:off x="5866320" y="4386733"/>
                  <a:ext cx="1546383" cy="1171670"/>
                </a:xfrm>
                <a:custGeom>
                  <a:avLst/>
                  <a:gdLst/>
                  <a:ahLst/>
                  <a:cxnLst/>
                  <a:rect l="l" t="t" r="r" b="b"/>
                  <a:pathLst>
                    <a:path w="1546383" h="1171670" extrusionOk="0">
                      <a:moveTo>
                        <a:pt x="0" y="0"/>
                      </a:moveTo>
                      <a:lnTo>
                        <a:pt x="1546384" y="0"/>
                      </a:lnTo>
                      <a:lnTo>
                        <a:pt x="1546384" y="1171670"/>
                      </a:lnTo>
                      <a:lnTo>
                        <a:pt x="0" y="1171670"/>
                      </a:lnTo>
                      <a:close/>
                    </a:path>
                  </a:pathLst>
                </a:custGeom>
                <a:solidFill>
                  <a:schemeClr val="dk2"/>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50" name="Google Shape;2056;p123">
                  <a:extLst>
                    <a:ext uri="{FF2B5EF4-FFF2-40B4-BE49-F238E27FC236}">
                      <a16:creationId xmlns:a16="http://schemas.microsoft.com/office/drawing/2014/main" id="{CD5FFD02-E588-177F-B193-FBF7DE253DF8}"/>
                    </a:ext>
                  </a:extLst>
                </p:cNvPr>
                <p:cNvSpPr/>
                <p:nvPr/>
              </p:nvSpPr>
              <p:spPr>
                <a:xfrm>
                  <a:off x="5822219" y="4130892"/>
                  <a:ext cx="1634585" cy="1683353"/>
                </a:xfrm>
                <a:custGeom>
                  <a:avLst/>
                  <a:gdLst/>
                  <a:ahLst/>
                  <a:cxnLst/>
                  <a:rect l="l" t="t" r="r" b="b"/>
                  <a:pathLst>
                    <a:path w="1634585" h="1683353" extrusionOk="0">
                      <a:moveTo>
                        <a:pt x="0" y="0"/>
                      </a:moveTo>
                      <a:lnTo>
                        <a:pt x="1634585" y="0"/>
                      </a:lnTo>
                      <a:cubicBezTo>
                        <a:pt x="1634585" y="0"/>
                        <a:pt x="1634585" y="489014"/>
                        <a:pt x="1634585" y="489014"/>
                      </a:cubicBezTo>
                      <a:lnTo>
                        <a:pt x="0" y="489014"/>
                      </a:lnTo>
                      <a:cubicBezTo>
                        <a:pt x="0" y="489014"/>
                        <a:pt x="0" y="0"/>
                        <a:pt x="0" y="0"/>
                      </a:cubicBezTo>
                      <a:close/>
                      <a:moveTo>
                        <a:pt x="0" y="1086231"/>
                      </a:moveTo>
                      <a:lnTo>
                        <a:pt x="1634585" y="1086231"/>
                      </a:lnTo>
                      <a:lnTo>
                        <a:pt x="1634585" y="597218"/>
                      </a:lnTo>
                      <a:lnTo>
                        <a:pt x="0" y="597218"/>
                      </a:lnTo>
                      <a:lnTo>
                        <a:pt x="0" y="1086231"/>
                      </a:lnTo>
                      <a:close/>
                      <a:moveTo>
                        <a:pt x="0" y="1683353"/>
                      </a:moveTo>
                      <a:lnTo>
                        <a:pt x="1634585" y="1683353"/>
                      </a:lnTo>
                      <a:lnTo>
                        <a:pt x="1634585" y="1194340"/>
                      </a:lnTo>
                      <a:lnTo>
                        <a:pt x="0" y="1194340"/>
                      </a:lnTo>
                      <a:lnTo>
                        <a:pt x="0" y="1683353"/>
                      </a:lnTo>
                      <a:close/>
                    </a:path>
                  </a:pathLst>
                </a:custGeom>
                <a:gradFill>
                  <a:gsLst>
                    <a:gs pos="0">
                      <a:schemeClr val="accent3"/>
                    </a:gs>
                    <a:gs pos="42000">
                      <a:schemeClr val="accent3"/>
                    </a:gs>
                    <a:gs pos="100000">
                      <a:schemeClr val="accent2"/>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51" name="Google Shape;2057;p123">
                  <a:extLst>
                    <a:ext uri="{FF2B5EF4-FFF2-40B4-BE49-F238E27FC236}">
                      <a16:creationId xmlns:a16="http://schemas.microsoft.com/office/drawing/2014/main" id="{D828D19C-01DF-21BB-A01E-B69C803C2628}"/>
                    </a:ext>
                  </a:extLst>
                </p:cNvPr>
                <p:cNvGrpSpPr/>
                <p:nvPr/>
              </p:nvGrpSpPr>
              <p:grpSpPr>
                <a:xfrm>
                  <a:off x="6073965" y="4130892"/>
                  <a:ext cx="201358" cy="1683352"/>
                  <a:chOff x="6073965" y="4130892"/>
                  <a:chExt cx="201358" cy="1683352"/>
                </a:xfrm>
              </p:grpSpPr>
              <p:sp>
                <p:nvSpPr>
                  <p:cNvPr id="52" name="Google Shape;2058;p123">
                    <a:extLst>
                      <a:ext uri="{FF2B5EF4-FFF2-40B4-BE49-F238E27FC236}">
                        <a16:creationId xmlns:a16="http://schemas.microsoft.com/office/drawing/2014/main" id="{A7F456E1-CAD1-51D5-212A-E7455174D2C7}"/>
                      </a:ext>
                    </a:extLst>
                  </p:cNvPr>
                  <p:cNvSpPr/>
                  <p:nvPr/>
                </p:nvSpPr>
                <p:spPr>
                  <a:xfrm>
                    <a:off x="6073965" y="4130892"/>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53" name="Google Shape;2059;p123">
                    <a:extLst>
                      <a:ext uri="{FF2B5EF4-FFF2-40B4-BE49-F238E27FC236}">
                        <a16:creationId xmlns:a16="http://schemas.microsoft.com/office/drawing/2014/main" id="{D71CB6DB-538A-8062-076F-96B6E33B65AC}"/>
                      </a:ext>
                    </a:extLst>
                  </p:cNvPr>
                  <p:cNvSpPr/>
                  <p:nvPr/>
                </p:nvSpPr>
                <p:spPr>
                  <a:xfrm>
                    <a:off x="6073965" y="5325231"/>
                    <a:ext cx="201358" cy="489013"/>
                  </a:xfrm>
                  <a:custGeom>
                    <a:avLst/>
                    <a:gdLst/>
                    <a:ahLst/>
                    <a:cxnLst/>
                    <a:rect l="l" t="t" r="r" b="b"/>
                    <a:pathLst>
                      <a:path w="201358" h="489013" extrusionOk="0">
                        <a:moveTo>
                          <a:pt x="0" y="0"/>
                        </a:moveTo>
                        <a:lnTo>
                          <a:pt x="201359" y="0"/>
                        </a:lnTo>
                        <a:lnTo>
                          <a:pt x="201359" y="489013"/>
                        </a:lnTo>
                        <a:lnTo>
                          <a:pt x="0" y="489013"/>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54" name="Google Shape;2060;p123">
                    <a:extLst>
                      <a:ext uri="{FF2B5EF4-FFF2-40B4-BE49-F238E27FC236}">
                        <a16:creationId xmlns:a16="http://schemas.microsoft.com/office/drawing/2014/main" id="{0B6EC1C5-6DFE-7A6B-615E-CF04C422DFB3}"/>
                      </a:ext>
                    </a:extLst>
                  </p:cNvPr>
                  <p:cNvSpPr/>
                  <p:nvPr/>
                </p:nvSpPr>
                <p:spPr>
                  <a:xfrm>
                    <a:off x="6073965" y="4728109"/>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grpSp>
          <p:nvGrpSpPr>
            <p:cNvPr id="15" name="Google Shape;2061;p123">
              <a:extLst>
                <a:ext uri="{FF2B5EF4-FFF2-40B4-BE49-F238E27FC236}">
                  <a16:creationId xmlns:a16="http://schemas.microsoft.com/office/drawing/2014/main" id="{B02383B1-8E98-A16C-F669-3205CC6B96F2}"/>
                </a:ext>
              </a:extLst>
            </p:cNvPr>
            <p:cNvGrpSpPr/>
            <p:nvPr/>
          </p:nvGrpSpPr>
          <p:grpSpPr>
            <a:xfrm>
              <a:off x="3995803" y="1979191"/>
              <a:ext cx="732871" cy="715243"/>
              <a:chOff x="3040750" y="2725962"/>
              <a:chExt cx="1090095" cy="1063875"/>
            </a:xfrm>
          </p:grpSpPr>
          <p:sp>
            <p:nvSpPr>
              <p:cNvPr id="31" name="Google Shape;2062;p123">
                <a:extLst>
                  <a:ext uri="{FF2B5EF4-FFF2-40B4-BE49-F238E27FC236}">
                    <a16:creationId xmlns:a16="http://schemas.microsoft.com/office/drawing/2014/main" id="{0D0CE2C9-7DD9-4737-4F49-9267C7A5DF87}"/>
                  </a:ext>
                </a:extLst>
              </p:cNvPr>
              <p:cNvSpPr/>
              <p:nvPr/>
            </p:nvSpPr>
            <p:spPr>
              <a:xfrm>
                <a:off x="3067033" y="3718815"/>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2" name="Google Shape;2063;p123">
                <a:extLst>
                  <a:ext uri="{FF2B5EF4-FFF2-40B4-BE49-F238E27FC236}">
                    <a16:creationId xmlns:a16="http://schemas.microsoft.com/office/drawing/2014/main" id="{5FF3EFD5-2386-F11E-52A2-06885CB83BE9}"/>
                  </a:ext>
                </a:extLst>
              </p:cNvPr>
              <p:cNvSpPr/>
              <p:nvPr/>
            </p:nvSpPr>
            <p:spPr>
              <a:xfrm>
                <a:off x="3040750" y="357543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3" name="Google Shape;2064;p123">
                <a:extLst>
                  <a:ext uri="{FF2B5EF4-FFF2-40B4-BE49-F238E27FC236}">
                    <a16:creationId xmlns:a16="http://schemas.microsoft.com/office/drawing/2014/main" id="{9CFA0ED6-9E37-902E-BF2B-E69CF362C1BF}"/>
                  </a:ext>
                </a:extLst>
              </p:cNvPr>
              <p:cNvSpPr/>
              <p:nvPr/>
            </p:nvSpPr>
            <p:spPr>
              <a:xfrm>
                <a:off x="3177322" y="360846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4" name="Google Shape;2065;p123">
                <a:extLst>
                  <a:ext uri="{FF2B5EF4-FFF2-40B4-BE49-F238E27FC236}">
                    <a16:creationId xmlns:a16="http://schemas.microsoft.com/office/drawing/2014/main" id="{EA0A4CE5-C3D1-046B-7EEF-72C4615CFAE2}"/>
                  </a:ext>
                </a:extLst>
              </p:cNvPr>
              <p:cNvSpPr/>
              <p:nvPr/>
            </p:nvSpPr>
            <p:spPr>
              <a:xfrm>
                <a:off x="3287611" y="349817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5" name="Google Shape;2066;p123">
                <a:extLst>
                  <a:ext uri="{FF2B5EF4-FFF2-40B4-BE49-F238E27FC236}">
                    <a16:creationId xmlns:a16="http://schemas.microsoft.com/office/drawing/2014/main" id="{275F0C6F-C287-C705-707F-F0EE55E8BE56}"/>
                  </a:ext>
                </a:extLst>
              </p:cNvPr>
              <p:cNvSpPr/>
              <p:nvPr/>
            </p:nvSpPr>
            <p:spPr>
              <a:xfrm>
                <a:off x="3431184" y="3515866"/>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6" name="Google Shape;2067;p123">
                <a:extLst>
                  <a:ext uri="{FF2B5EF4-FFF2-40B4-BE49-F238E27FC236}">
                    <a16:creationId xmlns:a16="http://schemas.microsoft.com/office/drawing/2014/main" id="{DBAF3350-07ED-44A5-705E-0C88C2DA6156}"/>
                  </a:ext>
                </a:extLst>
              </p:cNvPr>
              <p:cNvSpPr/>
              <p:nvPr/>
            </p:nvSpPr>
            <p:spPr>
              <a:xfrm>
                <a:off x="3397963" y="3387885"/>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7" name="Google Shape;2068;p123">
                <a:extLst>
                  <a:ext uri="{FF2B5EF4-FFF2-40B4-BE49-F238E27FC236}">
                    <a16:creationId xmlns:a16="http://schemas.microsoft.com/office/drawing/2014/main" id="{1A8CA11D-0A27-9F20-A9A8-B824AD337717}"/>
                  </a:ext>
                </a:extLst>
              </p:cNvPr>
              <p:cNvSpPr/>
              <p:nvPr/>
            </p:nvSpPr>
            <p:spPr>
              <a:xfrm>
                <a:off x="3508252" y="327753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8" name="Google Shape;2069;p123">
                <a:extLst>
                  <a:ext uri="{FF2B5EF4-FFF2-40B4-BE49-F238E27FC236}">
                    <a16:creationId xmlns:a16="http://schemas.microsoft.com/office/drawing/2014/main" id="{BF731B7A-CBB6-2E24-C896-E5D93AE21A06}"/>
                  </a:ext>
                </a:extLst>
              </p:cNvPr>
              <p:cNvSpPr/>
              <p:nvPr/>
            </p:nvSpPr>
            <p:spPr>
              <a:xfrm>
                <a:off x="3618604" y="316724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9" name="Google Shape;2070;p123">
                <a:extLst>
                  <a:ext uri="{FF2B5EF4-FFF2-40B4-BE49-F238E27FC236}">
                    <a16:creationId xmlns:a16="http://schemas.microsoft.com/office/drawing/2014/main" id="{0E3BF62E-AF51-7F56-6F8E-18ACA592095E}"/>
                  </a:ext>
                </a:extLst>
              </p:cNvPr>
              <p:cNvSpPr/>
              <p:nvPr/>
            </p:nvSpPr>
            <p:spPr>
              <a:xfrm>
                <a:off x="3460013" y="314293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0" name="Google Shape;2071;p123">
                <a:extLst>
                  <a:ext uri="{FF2B5EF4-FFF2-40B4-BE49-F238E27FC236}">
                    <a16:creationId xmlns:a16="http://schemas.microsoft.com/office/drawing/2014/main" id="{61750C0A-EA96-AC7A-F4AC-EB084BD1F0D1}"/>
                  </a:ext>
                </a:extLst>
              </p:cNvPr>
              <p:cNvSpPr/>
              <p:nvPr/>
            </p:nvSpPr>
            <p:spPr>
              <a:xfrm>
                <a:off x="3728893" y="305689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1" name="Google Shape;2072;p123">
                <a:extLst>
                  <a:ext uri="{FF2B5EF4-FFF2-40B4-BE49-F238E27FC236}">
                    <a16:creationId xmlns:a16="http://schemas.microsoft.com/office/drawing/2014/main" id="{743B2422-95CC-9D28-6BE2-444571EB36FA}"/>
                  </a:ext>
                </a:extLst>
              </p:cNvPr>
              <p:cNvSpPr/>
              <p:nvPr/>
            </p:nvSpPr>
            <p:spPr>
              <a:xfrm>
                <a:off x="3839182" y="294660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2" name="Google Shape;2073;p123">
                <a:extLst>
                  <a:ext uri="{FF2B5EF4-FFF2-40B4-BE49-F238E27FC236}">
                    <a16:creationId xmlns:a16="http://schemas.microsoft.com/office/drawing/2014/main" id="{FBA954DC-1CD2-5154-0359-2C97FBC128BF}"/>
                  </a:ext>
                </a:extLst>
              </p:cNvPr>
              <p:cNvSpPr/>
              <p:nvPr/>
            </p:nvSpPr>
            <p:spPr>
              <a:xfrm>
                <a:off x="3857065" y="307674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3" name="Google Shape;2074;p123">
                <a:extLst>
                  <a:ext uri="{FF2B5EF4-FFF2-40B4-BE49-F238E27FC236}">
                    <a16:creationId xmlns:a16="http://schemas.microsoft.com/office/drawing/2014/main" id="{440FA9F9-388A-993F-AB43-D3A1B72372C1}"/>
                  </a:ext>
                </a:extLst>
              </p:cNvPr>
              <p:cNvSpPr/>
              <p:nvPr/>
            </p:nvSpPr>
            <p:spPr>
              <a:xfrm>
                <a:off x="3949534" y="283631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4" name="Google Shape;2075;p123">
                <a:extLst>
                  <a:ext uri="{FF2B5EF4-FFF2-40B4-BE49-F238E27FC236}">
                    <a16:creationId xmlns:a16="http://schemas.microsoft.com/office/drawing/2014/main" id="{51DDEFA1-337B-12B8-94E7-148254A9FA5D}"/>
                  </a:ext>
                </a:extLst>
              </p:cNvPr>
              <p:cNvSpPr/>
              <p:nvPr/>
            </p:nvSpPr>
            <p:spPr>
              <a:xfrm>
                <a:off x="3969517" y="295105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5" name="Google Shape;2076;p123">
                <a:extLst>
                  <a:ext uri="{FF2B5EF4-FFF2-40B4-BE49-F238E27FC236}">
                    <a16:creationId xmlns:a16="http://schemas.microsoft.com/office/drawing/2014/main" id="{AD9BDE29-8032-166A-7F8C-D0C8691DEF42}"/>
                  </a:ext>
                </a:extLst>
              </p:cNvPr>
              <p:cNvSpPr/>
              <p:nvPr/>
            </p:nvSpPr>
            <p:spPr>
              <a:xfrm>
                <a:off x="4059823" y="272596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6" name="Google Shape;2077;p123">
              <a:extLst>
                <a:ext uri="{FF2B5EF4-FFF2-40B4-BE49-F238E27FC236}">
                  <a16:creationId xmlns:a16="http://schemas.microsoft.com/office/drawing/2014/main" id="{87F20B83-840F-1309-2472-32DAC501E620}"/>
                </a:ext>
              </a:extLst>
            </p:cNvPr>
            <p:cNvGrpSpPr/>
            <p:nvPr/>
          </p:nvGrpSpPr>
          <p:grpSpPr>
            <a:xfrm>
              <a:off x="3427687" y="1978768"/>
              <a:ext cx="646059" cy="652776"/>
              <a:chOff x="2251864" y="2357930"/>
              <a:chExt cx="960969" cy="970960"/>
            </a:xfrm>
          </p:grpSpPr>
          <p:sp>
            <p:nvSpPr>
              <p:cNvPr id="17" name="Google Shape;2078;p123">
                <a:extLst>
                  <a:ext uri="{FF2B5EF4-FFF2-40B4-BE49-F238E27FC236}">
                    <a16:creationId xmlns:a16="http://schemas.microsoft.com/office/drawing/2014/main" id="{095BE938-8258-5587-6190-C99144014924}"/>
                  </a:ext>
                </a:extLst>
              </p:cNvPr>
              <p:cNvSpPr/>
              <p:nvPr/>
            </p:nvSpPr>
            <p:spPr>
              <a:xfrm>
                <a:off x="2251864" y="3257868"/>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8" name="Google Shape;2079;p123">
                <a:extLst>
                  <a:ext uri="{FF2B5EF4-FFF2-40B4-BE49-F238E27FC236}">
                    <a16:creationId xmlns:a16="http://schemas.microsoft.com/office/drawing/2014/main" id="{FBEAAC24-3D81-413D-5885-D62B625ED185}"/>
                  </a:ext>
                </a:extLst>
              </p:cNvPr>
              <p:cNvSpPr/>
              <p:nvPr/>
            </p:nvSpPr>
            <p:spPr>
              <a:xfrm>
                <a:off x="2363108" y="314662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9" name="Google Shape;2080;p123">
                <a:extLst>
                  <a:ext uri="{FF2B5EF4-FFF2-40B4-BE49-F238E27FC236}">
                    <a16:creationId xmlns:a16="http://schemas.microsoft.com/office/drawing/2014/main" id="{CE98ACCD-D9CD-84F2-F7A0-45F4ED63056D}"/>
                  </a:ext>
                </a:extLst>
              </p:cNvPr>
              <p:cNvSpPr/>
              <p:nvPr/>
            </p:nvSpPr>
            <p:spPr>
              <a:xfrm>
                <a:off x="2504771" y="3165144"/>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0" name="Google Shape;2081;p123">
                <a:extLst>
                  <a:ext uri="{FF2B5EF4-FFF2-40B4-BE49-F238E27FC236}">
                    <a16:creationId xmlns:a16="http://schemas.microsoft.com/office/drawing/2014/main" id="{15B38AB8-7D86-2846-3F53-83A4509DA171}"/>
                  </a:ext>
                </a:extLst>
              </p:cNvPr>
              <p:cNvSpPr/>
              <p:nvPr/>
            </p:nvSpPr>
            <p:spPr>
              <a:xfrm>
                <a:off x="2474351" y="3035381"/>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 name="Google Shape;2082;p123">
                <a:extLst>
                  <a:ext uri="{FF2B5EF4-FFF2-40B4-BE49-F238E27FC236}">
                    <a16:creationId xmlns:a16="http://schemas.microsoft.com/office/drawing/2014/main" id="{66F5D839-8432-1635-42D3-0852389D28FD}"/>
                  </a:ext>
                </a:extLst>
              </p:cNvPr>
              <p:cNvSpPr/>
              <p:nvPr/>
            </p:nvSpPr>
            <p:spPr>
              <a:xfrm>
                <a:off x="2585594" y="2924138"/>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 name="Google Shape;2083;p123">
                <a:extLst>
                  <a:ext uri="{FF2B5EF4-FFF2-40B4-BE49-F238E27FC236}">
                    <a16:creationId xmlns:a16="http://schemas.microsoft.com/office/drawing/2014/main" id="{40362BE2-2CE5-BE72-D5CE-1CA032D62313}"/>
                  </a:ext>
                </a:extLst>
              </p:cNvPr>
              <p:cNvSpPr/>
              <p:nvPr/>
            </p:nvSpPr>
            <p:spPr>
              <a:xfrm>
                <a:off x="2618687" y="3043209"/>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 name="Google Shape;2084;p123">
                <a:extLst>
                  <a:ext uri="{FF2B5EF4-FFF2-40B4-BE49-F238E27FC236}">
                    <a16:creationId xmlns:a16="http://schemas.microsoft.com/office/drawing/2014/main" id="{EABCEAA5-B3BD-A683-5C2A-DCD7E7B28C90}"/>
                  </a:ext>
                </a:extLst>
              </p:cNvPr>
              <p:cNvSpPr/>
              <p:nvPr/>
            </p:nvSpPr>
            <p:spPr>
              <a:xfrm>
                <a:off x="2696838" y="281289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4" name="Google Shape;2085;p123">
                <a:extLst>
                  <a:ext uri="{FF2B5EF4-FFF2-40B4-BE49-F238E27FC236}">
                    <a16:creationId xmlns:a16="http://schemas.microsoft.com/office/drawing/2014/main" id="{BBE51CAF-A38B-5030-FF4F-1EB99A94274C}"/>
                  </a:ext>
                </a:extLst>
              </p:cNvPr>
              <p:cNvSpPr/>
              <p:nvPr/>
            </p:nvSpPr>
            <p:spPr>
              <a:xfrm>
                <a:off x="2670236" y="268211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5" name="Google Shape;2086;p123">
                <a:extLst>
                  <a:ext uri="{FF2B5EF4-FFF2-40B4-BE49-F238E27FC236}">
                    <a16:creationId xmlns:a16="http://schemas.microsoft.com/office/drawing/2014/main" id="{1F4D99DD-1219-3FBE-CD8B-4466BFDCE37D}"/>
                  </a:ext>
                </a:extLst>
              </p:cNvPr>
              <p:cNvSpPr/>
              <p:nvPr/>
            </p:nvSpPr>
            <p:spPr>
              <a:xfrm>
                <a:off x="2808081" y="270165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6" name="Google Shape;2087;p123">
                <a:extLst>
                  <a:ext uri="{FF2B5EF4-FFF2-40B4-BE49-F238E27FC236}">
                    <a16:creationId xmlns:a16="http://schemas.microsoft.com/office/drawing/2014/main" id="{3D6554AA-5B8C-B561-5935-7E08FE2AD780}"/>
                  </a:ext>
                </a:extLst>
              </p:cNvPr>
              <p:cNvSpPr/>
              <p:nvPr/>
            </p:nvSpPr>
            <p:spPr>
              <a:xfrm>
                <a:off x="2919324" y="259040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7" name="Google Shape;2088;p123">
                <a:extLst>
                  <a:ext uri="{FF2B5EF4-FFF2-40B4-BE49-F238E27FC236}">
                    <a16:creationId xmlns:a16="http://schemas.microsoft.com/office/drawing/2014/main" id="{F7159033-E66B-361B-BA55-2AA073435A3F}"/>
                  </a:ext>
                </a:extLst>
              </p:cNvPr>
              <p:cNvSpPr/>
              <p:nvPr/>
            </p:nvSpPr>
            <p:spPr>
              <a:xfrm>
                <a:off x="3030568" y="247916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8" name="Google Shape;2089;p123">
                <a:extLst>
                  <a:ext uri="{FF2B5EF4-FFF2-40B4-BE49-F238E27FC236}">
                    <a16:creationId xmlns:a16="http://schemas.microsoft.com/office/drawing/2014/main" id="{659E05D4-1D55-D80F-03AE-D2767B375F2C}"/>
                  </a:ext>
                </a:extLst>
              </p:cNvPr>
              <p:cNvSpPr/>
              <p:nvPr/>
            </p:nvSpPr>
            <p:spPr>
              <a:xfrm>
                <a:off x="3063024" y="260695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9" name="Google Shape;2090;p123">
                <a:extLst>
                  <a:ext uri="{FF2B5EF4-FFF2-40B4-BE49-F238E27FC236}">
                    <a16:creationId xmlns:a16="http://schemas.microsoft.com/office/drawing/2014/main" id="{6741F972-1123-7A82-0FD5-D18D10BE0CC7}"/>
                  </a:ext>
                </a:extLst>
              </p:cNvPr>
              <p:cNvSpPr/>
              <p:nvPr/>
            </p:nvSpPr>
            <p:spPr>
              <a:xfrm>
                <a:off x="3141811" y="236792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0" name="Google Shape;2091;p123">
                <a:extLst>
                  <a:ext uri="{FF2B5EF4-FFF2-40B4-BE49-F238E27FC236}">
                    <a16:creationId xmlns:a16="http://schemas.microsoft.com/office/drawing/2014/main" id="{134010DE-6B1E-8AA7-A7A8-AF41CD8D65F1}"/>
                  </a:ext>
                </a:extLst>
              </p:cNvPr>
              <p:cNvSpPr/>
              <p:nvPr/>
            </p:nvSpPr>
            <p:spPr>
              <a:xfrm>
                <a:off x="2996838" y="2357930"/>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sp>
        <p:nvSpPr>
          <p:cNvPr id="71" name="Google Shape;2092;p123">
            <a:extLst>
              <a:ext uri="{FF2B5EF4-FFF2-40B4-BE49-F238E27FC236}">
                <a16:creationId xmlns:a16="http://schemas.microsoft.com/office/drawing/2014/main" id="{394147E4-30D2-8F12-B6DF-8C5302AB1175}"/>
              </a:ext>
            </a:extLst>
          </p:cNvPr>
          <p:cNvSpPr txBox="1"/>
          <p:nvPr/>
        </p:nvSpPr>
        <p:spPr>
          <a:xfrm>
            <a:off x="2874701" y="3531192"/>
            <a:ext cx="2269409" cy="609206"/>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dirty="0"/>
              <a:t>Build and Operate</a:t>
            </a:r>
            <a:r>
              <a:rPr lang="en" sz="1733" dirty="0"/>
              <a:t> </a:t>
            </a:r>
            <a:r>
              <a:rPr lang="en" sz="1333" dirty="0">
                <a:solidFill>
                  <a:schemeClr val="dk1"/>
                </a:solidFill>
                <a:latin typeface="Arial"/>
                <a:ea typeface="Arial"/>
                <a:cs typeface="Arial"/>
                <a:sym typeface="Arial"/>
              </a:rPr>
              <a:t>private cloud infrastructure on-premises or at the edge</a:t>
            </a:r>
            <a:endParaRPr sz="1333" dirty="0">
              <a:solidFill>
                <a:schemeClr val="dk1"/>
              </a:solidFill>
              <a:latin typeface="Arial"/>
              <a:ea typeface="Arial"/>
              <a:cs typeface="Arial"/>
              <a:sym typeface="Arial"/>
            </a:endParaRPr>
          </a:p>
        </p:txBody>
      </p:sp>
      <p:sp>
        <p:nvSpPr>
          <p:cNvPr id="72" name="Google Shape;2093;p123">
            <a:extLst>
              <a:ext uri="{FF2B5EF4-FFF2-40B4-BE49-F238E27FC236}">
                <a16:creationId xmlns:a16="http://schemas.microsoft.com/office/drawing/2014/main" id="{15599DF6-4DA4-3D40-8F27-EA60DBA3BFB6}"/>
              </a:ext>
            </a:extLst>
          </p:cNvPr>
          <p:cNvSpPr/>
          <p:nvPr/>
        </p:nvSpPr>
        <p:spPr>
          <a:xfrm>
            <a:off x="1958764" y="4316516"/>
            <a:ext cx="3185170" cy="873772"/>
          </a:xfrm>
          <a:prstGeom prst="roundRect">
            <a:avLst>
              <a:gd name="adj" fmla="val 50000"/>
            </a:avLst>
          </a:prstGeom>
          <a:solidFill>
            <a:srgbClr val="F2F2F2"/>
          </a:solidFill>
          <a:ln w="25400" cap="flat" cmpd="sng">
            <a:solidFill>
              <a:schemeClr val="accent5"/>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73" name="Google Shape;2094;p123">
            <a:extLst>
              <a:ext uri="{FF2B5EF4-FFF2-40B4-BE49-F238E27FC236}">
                <a16:creationId xmlns:a16="http://schemas.microsoft.com/office/drawing/2014/main" id="{B4EBE7FE-C22E-7E63-D5DB-EFA8D247EA23}"/>
              </a:ext>
            </a:extLst>
          </p:cNvPr>
          <p:cNvSpPr/>
          <p:nvPr/>
        </p:nvSpPr>
        <p:spPr>
          <a:xfrm>
            <a:off x="2044699" y="5269583"/>
            <a:ext cx="3185170" cy="873772"/>
          </a:xfrm>
          <a:prstGeom prst="roundRect">
            <a:avLst>
              <a:gd name="adj" fmla="val 50000"/>
            </a:avLst>
          </a:prstGeom>
          <a:solidFill>
            <a:srgbClr val="F2F2F2"/>
          </a:solidFill>
          <a:ln w="25400" cap="flat" cmpd="sng">
            <a:solidFill>
              <a:schemeClr val="accent5"/>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74" name="Google Shape;2095;p123">
            <a:extLst>
              <a:ext uri="{FF2B5EF4-FFF2-40B4-BE49-F238E27FC236}">
                <a16:creationId xmlns:a16="http://schemas.microsoft.com/office/drawing/2014/main" id="{2648248F-C999-DB7D-759B-9781C728ACE8}"/>
              </a:ext>
            </a:extLst>
          </p:cNvPr>
          <p:cNvSpPr txBox="1"/>
          <p:nvPr/>
        </p:nvSpPr>
        <p:spPr>
          <a:xfrm>
            <a:off x="2874711" y="4491497"/>
            <a:ext cx="1980684" cy="553806"/>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dirty="0">
                <a:solidFill>
                  <a:schemeClr val="dk2"/>
                </a:solidFill>
              </a:rPr>
              <a:t>Implement a</a:t>
            </a:r>
            <a:r>
              <a:rPr lang="en" sz="1333" dirty="0">
                <a:solidFill>
                  <a:schemeClr val="dk2"/>
                </a:solidFill>
                <a:latin typeface="Arial"/>
                <a:ea typeface="Arial"/>
                <a:cs typeface="Arial"/>
                <a:sym typeface="Arial"/>
              </a:rPr>
              <a:t>utomat</a:t>
            </a:r>
            <a:r>
              <a:rPr lang="en" sz="1333" dirty="0">
                <a:solidFill>
                  <a:schemeClr val="dk2"/>
                </a:solidFill>
              </a:rPr>
              <a:t>ed</a:t>
            </a:r>
            <a:r>
              <a:rPr lang="en" sz="1333" dirty="0">
                <a:solidFill>
                  <a:schemeClr val="dk2"/>
                </a:solidFill>
                <a:latin typeface="Arial"/>
                <a:ea typeface="Arial"/>
                <a:cs typeface="Arial"/>
                <a:sym typeface="Arial"/>
              </a:rPr>
              <a:t> </a:t>
            </a:r>
            <a:r>
              <a:rPr lang="en" sz="1333" dirty="0">
                <a:solidFill>
                  <a:schemeClr val="dk2"/>
                </a:solidFill>
              </a:rPr>
              <a:t>i</a:t>
            </a:r>
            <a:r>
              <a:rPr lang="en" sz="1333" dirty="0">
                <a:solidFill>
                  <a:schemeClr val="dk2"/>
                </a:solidFill>
                <a:latin typeface="Arial"/>
                <a:ea typeface="Arial"/>
                <a:cs typeface="Arial"/>
                <a:sym typeface="Arial"/>
              </a:rPr>
              <a:t>nfrastructure to </a:t>
            </a:r>
            <a:r>
              <a:rPr lang="en" sz="1333" dirty="0">
                <a:solidFill>
                  <a:schemeClr val="dk2"/>
                </a:solidFill>
              </a:rPr>
              <a:t>deliver</a:t>
            </a:r>
            <a:r>
              <a:rPr lang="en" sz="1333" dirty="0">
                <a:solidFill>
                  <a:schemeClr val="dk2"/>
                </a:solidFill>
                <a:latin typeface="Arial"/>
                <a:ea typeface="Arial"/>
                <a:cs typeface="Arial"/>
                <a:sym typeface="Arial"/>
              </a:rPr>
              <a:t> IaaS </a:t>
            </a:r>
            <a:endParaRPr sz="1333" dirty="0">
              <a:solidFill>
                <a:srgbClr val="000000"/>
              </a:solidFill>
              <a:latin typeface="Arial"/>
              <a:ea typeface="Arial"/>
              <a:cs typeface="Arial"/>
              <a:sym typeface="Arial"/>
            </a:endParaRPr>
          </a:p>
        </p:txBody>
      </p:sp>
      <p:sp>
        <p:nvSpPr>
          <p:cNvPr id="75" name="Google Shape;2096;p123">
            <a:extLst>
              <a:ext uri="{FF2B5EF4-FFF2-40B4-BE49-F238E27FC236}">
                <a16:creationId xmlns:a16="http://schemas.microsoft.com/office/drawing/2014/main" id="{47BA719A-7CF7-DC17-2FD9-2F5D43EF512B}"/>
              </a:ext>
            </a:extLst>
          </p:cNvPr>
          <p:cNvSpPr txBox="1"/>
          <p:nvPr/>
        </p:nvSpPr>
        <p:spPr>
          <a:xfrm>
            <a:off x="2902742" y="5512679"/>
            <a:ext cx="1913502" cy="369204"/>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dirty="0">
                <a:solidFill>
                  <a:schemeClr val="dk2"/>
                </a:solidFill>
                <a:latin typeface="Arial"/>
                <a:ea typeface="Arial"/>
                <a:cs typeface="Arial"/>
                <a:sym typeface="Arial"/>
              </a:rPr>
              <a:t>Extend data center to the cloud</a:t>
            </a:r>
            <a:endParaRPr sz="1333" dirty="0">
              <a:solidFill>
                <a:srgbClr val="000000"/>
              </a:solidFill>
              <a:latin typeface="Arial"/>
              <a:ea typeface="Arial"/>
              <a:cs typeface="Arial"/>
              <a:sym typeface="Arial"/>
            </a:endParaRPr>
          </a:p>
        </p:txBody>
      </p:sp>
      <p:sp>
        <p:nvSpPr>
          <p:cNvPr id="76" name="Google Shape;2097;p123">
            <a:extLst>
              <a:ext uri="{FF2B5EF4-FFF2-40B4-BE49-F238E27FC236}">
                <a16:creationId xmlns:a16="http://schemas.microsoft.com/office/drawing/2014/main" id="{416F97EF-33FA-69F0-B2C0-11E77C10BA39}"/>
              </a:ext>
            </a:extLst>
          </p:cNvPr>
          <p:cNvSpPr/>
          <p:nvPr/>
        </p:nvSpPr>
        <p:spPr>
          <a:xfrm>
            <a:off x="5316224" y="3379802"/>
            <a:ext cx="3185170" cy="873772"/>
          </a:xfrm>
          <a:prstGeom prst="roundRect">
            <a:avLst>
              <a:gd name="adj" fmla="val 50000"/>
            </a:avLst>
          </a:prstGeom>
          <a:solidFill>
            <a:srgbClr val="F2F2F2"/>
          </a:solidFill>
          <a:ln w="25400" cap="flat" cmpd="sng">
            <a:solidFill>
              <a:schemeClr val="accent3"/>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77" name="Google Shape;2098;p123">
            <a:extLst>
              <a:ext uri="{FF2B5EF4-FFF2-40B4-BE49-F238E27FC236}">
                <a16:creationId xmlns:a16="http://schemas.microsoft.com/office/drawing/2014/main" id="{4CBDED23-FF24-CF52-7D30-839B0330806A}"/>
              </a:ext>
            </a:extLst>
          </p:cNvPr>
          <p:cNvSpPr/>
          <p:nvPr/>
        </p:nvSpPr>
        <p:spPr>
          <a:xfrm>
            <a:off x="5316224" y="4324694"/>
            <a:ext cx="3185170" cy="873772"/>
          </a:xfrm>
          <a:prstGeom prst="roundRect">
            <a:avLst>
              <a:gd name="adj" fmla="val 50000"/>
            </a:avLst>
          </a:prstGeom>
          <a:solidFill>
            <a:srgbClr val="F2F2F2"/>
          </a:solidFill>
          <a:ln w="25400" cap="flat" cmpd="sng">
            <a:solidFill>
              <a:schemeClr val="accent3"/>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78" name="Google Shape;2099;p123">
            <a:extLst>
              <a:ext uri="{FF2B5EF4-FFF2-40B4-BE49-F238E27FC236}">
                <a16:creationId xmlns:a16="http://schemas.microsoft.com/office/drawing/2014/main" id="{6202FD03-F2FC-6150-7C97-1AF36BE1E140}"/>
              </a:ext>
            </a:extLst>
          </p:cNvPr>
          <p:cNvSpPr/>
          <p:nvPr/>
        </p:nvSpPr>
        <p:spPr>
          <a:xfrm>
            <a:off x="5316224" y="5269583"/>
            <a:ext cx="3185170" cy="873772"/>
          </a:xfrm>
          <a:prstGeom prst="roundRect">
            <a:avLst>
              <a:gd name="adj" fmla="val 50000"/>
            </a:avLst>
          </a:prstGeom>
          <a:solidFill>
            <a:srgbClr val="F2F2F2"/>
          </a:solidFill>
          <a:ln w="25400" cap="flat" cmpd="sng">
            <a:solidFill>
              <a:schemeClr val="accent3"/>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79" name="Google Shape;2100;p123">
            <a:extLst>
              <a:ext uri="{FF2B5EF4-FFF2-40B4-BE49-F238E27FC236}">
                <a16:creationId xmlns:a16="http://schemas.microsoft.com/office/drawing/2014/main" id="{2259F1DC-9C8B-7D1B-1A33-3D0344384974}"/>
              </a:ext>
            </a:extLst>
          </p:cNvPr>
          <p:cNvSpPr/>
          <p:nvPr/>
        </p:nvSpPr>
        <p:spPr>
          <a:xfrm>
            <a:off x="8587748" y="3379802"/>
            <a:ext cx="3185170" cy="873772"/>
          </a:xfrm>
          <a:prstGeom prst="roundRect">
            <a:avLst>
              <a:gd name="adj" fmla="val 50000"/>
            </a:avLst>
          </a:prstGeom>
          <a:solidFill>
            <a:srgbClr val="F2F2F2"/>
          </a:solidFill>
          <a:ln w="25400" cap="flat" cmpd="sng">
            <a:solidFill>
              <a:schemeClr val="accent4"/>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80" name="Google Shape;2101;p123">
            <a:extLst>
              <a:ext uri="{FF2B5EF4-FFF2-40B4-BE49-F238E27FC236}">
                <a16:creationId xmlns:a16="http://schemas.microsoft.com/office/drawing/2014/main" id="{D3216254-DB34-62B9-CF63-419AA08FE568}"/>
              </a:ext>
            </a:extLst>
          </p:cNvPr>
          <p:cNvSpPr/>
          <p:nvPr/>
        </p:nvSpPr>
        <p:spPr>
          <a:xfrm>
            <a:off x="8587748" y="4324694"/>
            <a:ext cx="3185170" cy="873772"/>
          </a:xfrm>
          <a:prstGeom prst="roundRect">
            <a:avLst>
              <a:gd name="adj" fmla="val 50000"/>
            </a:avLst>
          </a:prstGeom>
          <a:solidFill>
            <a:srgbClr val="F2F2F2"/>
          </a:solidFill>
          <a:ln w="25400" cap="flat" cmpd="sng">
            <a:solidFill>
              <a:schemeClr val="accent4"/>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81" name="Google Shape;2102;p123">
            <a:extLst>
              <a:ext uri="{FF2B5EF4-FFF2-40B4-BE49-F238E27FC236}">
                <a16:creationId xmlns:a16="http://schemas.microsoft.com/office/drawing/2014/main" id="{1F7EB9AD-6E1C-E406-322C-6EB45E9CBC13}"/>
              </a:ext>
            </a:extLst>
          </p:cNvPr>
          <p:cNvSpPr/>
          <p:nvPr/>
        </p:nvSpPr>
        <p:spPr>
          <a:xfrm>
            <a:off x="8587748" y="5269583"/>
            <a:ext cx="3185170" cy="873772"/>
          </a:xfrm>
          <a:prstGeom prst="roundRect">
            <a:avLst>
              <a:gd name="adj" fmla="val 50000"/>
            </a:avLst>
          </a:prstGeom>
          <a:solidFill>
            <a:srgbClr val="F2F2F2"/>
          </a:solidFill>
          <a:ln w="25400" cap="flat" cmpd="sng">
            <a:solidFill>
              <a:schemeClr val="accent4"/>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82" name="Google Shape;2103;p123">
            <a:extLst>
              <a:ext uri="{FF2B5EF4-FFF2-40B4-BE49-F238E27FC236}">
                <a16:creationId xmlns:a16="http://schemas.microsoft.com/office/drawing/2014/main" id="{DA835872-6213-8D7A-142A-BE1FFC1C9B16}"/>
              </a:ext>
            </a:extLst>
          </p:cNvPr>
          <p:cNvSpPr txBox="1"/>
          <p:nvPr/>
        </p:nvSpPr>
        <p:spPr>
          <a:xfrm>
            <a:off x="5993485" y="2751163"/>
            <a:ext cx="1830723" cy="443198"/>
          </a:xfrm>
          <a:prstGeom prst="rect">
            <a:avLst/>
          </a:prstGeom>
          <a:noFill/>
          <a:ln>
            <a:noFill/>
          </a:ln>
        </p:spPr>
        <p:txBody>
          <a:bodyPr spcFirstLastPara="1" wrap="square" lIns="0" tIns="0" rIns="0" bIns="0" anchor="t" anchorCtr="0">
            <a:spAutoFit/>
          </a:bodyPr>
          <a:lstStyle/>
          <a:p>
            <a:pPr algn="ctr">
              <a:lnSpc>
                <a:spcPct val="90000"/>
              </a:lnSpc>
              <a:buClr>
                <a:srgbClr val="000000"/>
              </a:buClr>
              <a:buSzPts val="1200"/>
            </a:pPr>
            <a:r>
              <a:rPr lang="en" sz="1600">
                <a:solidFill>
                  <a:schemeClr val="lt1"/>
                </a:solidFill>
                <a:latin typeface="Arial"/>
                <a:ea typeface="Arial"/>
                <a:cs typeface="Arial"/>
                <a:sym typeface="Arial"/>
              </a:rPr>
              <a:t>Unified Cloud Experience</a:t>
            </a:r>
            <a:endParaRPr sz="1466">
              <a:solidFill>
                <a:srgbClr val="000000"/>
              </a:solidFill>
              <a:latin typeface="Arial"/>
              <a:ea typeface="Arial"/>
              <a:cs typeface="Arial"/>
              <a:sym typeface="Arial"/>
            </a:endParaRPr>
          </a:p>
        </p:txBody>
      </p:sp>
      <p:sp>
        <p:nvSpPr>
          <p:cNvPr id="83" name="Google Shape;2104;p123">
            <a:extLst>
              <a:ext uri="{FF2B5EF4-FFF2-40B4-BE49-F238E27FC236}">
                <a16:creationId xmlns:a16="http://schemas.microsoft.com/office/drawing/2014/main" id="{EB03F1B6-989A-9AF0-B3A6-F4FFD07BFBC2}"/>
              </a:ext>
            </a:extLst>
          </p:cNvPr>
          <p:cNvSpPr txBox="1"/>
          <p:nvPr/>
        </p:nvSpPr>
        <p:spPr>
          <a:xfrm>
            <a:off x="6120531" y="3565691"/>
            <a:ext cx="2110650" cy="553806"/>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dirty="0">
                <a:solidFill>
                  <a:schemeClr val="dk1"/>
                </a:solidFill>
              </a:rPr>
              <a:t>Build, run and manage Kubernetes and other modern workloads</a:t>
            </a:r>
            <a:endParaRPr sz="1333" dirty="0">
              <a:solidFill>
                <a:schemeClr val="dk1"/>
              </a:solidFill>
              <a:latin typeface="Arial"/>
              <a:ea typeface="Arial"/>
              <a:cs typeface="Arial"/>
              <a:sym typeface="Arial"/>
            </a:endParaRPr>
          </a:p>
        </p:txBody>
      </p:sp>
      <p:sp>
        <p:nvSpPr>
          <p:cNvPr id="84" name="Google Shape;2105;p123">
            <a:extLst>
              <a:ext uri="{FF2B5EF4-FFF2-40B4-BE49-F238E27FC236}">
                <a16:creationId xmlns:a16="http://schemas.microsoft.com/office/drawing/2014/main" id="{53ADEB95-C5A8-8E71-E280-FE84D36AD5D8}"/>
              </a:ext>
            </a:extLst>
          </p:cNvPr>
          <p:cNvSpPr txBox="1"/>
          <p:nvPr/>
        </p:nvSpPr>
        <p:spPr>
          <a:xfrm>
            <a:off x="6142529" y="4567788"/>
            <a:ext cx="2110650" cy="369204"/>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dirty="0">
                <a:solidFill>
                  <a:schemeClr val="dk1"/>
                </a:solidFill>
                <a:latin typeface="Arial"/>
                <a:ea typeface="Arial"/>
                <a:cs typeface="Arial"/>
                <a:sym typeface="Arial"/>
              </a:rPr>
              <a:t>Bui</a:t>
            </a:r>
            <a:r>
              <a:rPr lang="en" sz="1333" dirty="0">
                <a:solidFill>
                  <a:schemeClr val="dk1"/>
                </a:solidFill>
              </a:rPr>
              <a:t>ld, run and manage </a:t>
            </a:r>
            <a:r>
              <a:rPr lang="en" sz="1333" dirty="0">
                <a:solidFill>
                  <a:schemeClr val="dk1"/>
                </a:solidFill>
                <a:latin typeface="Arial"/>
                <a:ea typeface="Arial"/>
                <a:cs typeface="Arial"/>
                <a:sym typeface="Arial"/>
              </a:rPr>
              <a:t>Private AI</a:t>
            </a:r>
            <a:endParaRPr sz="1333" dirty="0">
              <a:solidFill>
                <a:schemeClr val="dk1"/>
              </a:solidFill>
              <a:latin typeface="Arial"/>
              <a:ea typeface="Arial"/>
              <a:cs typeface="Arial"/>
              <a:sym typeface="Arial"/>
            </a:endParaRPr>
          </a:p>
        </p:txBody>
      </p:sp>
      <p:sp>
        <p:nvSpPr>
          <p:cNvPr id="85" name="Google Shape;2106;p123">
            <a:extLst>
              <a:ext uri="{FF2B5EF4-FFF2-40B4-BE49-F238E27FC236}">
                <a16:creationId xmlns:a16="http://schemas.microsoft.com/office/drawing/2014/main" id="{222A24A6-2977-D61E-70FA-7544EA1C0324}"/>
              </a:ext>
            </a:extLst>
          </p:cNvPr>
          <p:cNvSpPr txBox="1"/>
          <p:nvPr/>
        </p:nvSpPr>
        <p:spPr>
          <a:xfrm>
            <a:off x="6110483" y="5396214"/>
            <a:ext cx="2191429" cy="553806"/>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a:solidFill>
                  <a:schemeClr val="dk1"/>
                </a:solidFill>
                <a:latin typeface="Arial"/>
                <a:ea typeface="Arial"/>
                <a:cs typeface="Arial"/>
                <a:sym typeface="Arial"/>
              </a:rPr>
              <a:t>Run and manage traditional workloads (e.g. ERP, Database, </a:t>
            </a:r>
            <a:r>
              <a:rPr lang="en" sz="1333">
                <a:solidFill>
                  <a:schemeClr val="dk1"/>
                </a:solidFill>
              </a:rPr>
              <a:t>VDI)</a:t>
            </a:r>
            <a:r>
              <a:rPr lang="en" sz="1333">
                <a:solidFill>
                  <a:schemeClr val="dk1"/>
                </a:solidFill>
                <a:latin typeface="Arial"/>
                <a:ea typeface="Arial"/>
                <a:cs typeface="Arial"/>
                <a:sym typeface="Arial"/>
              </a:rPr>
              <a:t> </a:t>
            </a:r>
            <a:endParaRPr sz="1333" strike="sngStrike">
              <a:solidFill>
                <a:schemeClr val="dk1"/>
              </a:solidFill>
              <a:latin typeface="Arial"/>
              <a:ea typeface="Arial"/>
              <a:cs typeface="Arial"/>
              <a:sym typeface="Arial"/>
            </a:endParaRPr>
          </a:p>
        </p:txBody>
      </p:sp>
      <p:grpSp>
        <p:nvGrpSpPr>
          <p:cNvPr id="86" name="Google Shape;2107;p123">
            <a:extLst>
              <a:ext uri="{FF2B5EF4-FFF2-40B4-BE49-F238E27FC236}">
                <a16:creationId xmlns:a16="http://schemas.microsoft.com/office/drawing/2014/main" id="{E8C6A138-5DBF-C7F4-6804-A701D9D15EF2}"/>
              </a:ext>
            </a:extLst>
          </p:cNvPr>
          <p:cNvGrpSpPr/>
          <p:nvPr/>
        </p:nvGrpSpPr>
        <p:grpSpPr>
          <a:xfrm>
            <a:off x="6257054" y="1291313"/>
            <a:ext cx="1406188" cy="1301756"/>
            <a:chOff x="6219191" y="1265694"/>
            <a:chExt cx="1556382" cy="1441220"/>
          </a:xfrm>
        </p:grpSpPr>
        <p:pic>
          <p:nvPicPr>
            <p:cNvPr id="87" name="Google Shape;2108;p123">
              <a:extLst>
                <a:ext uri="{FF2B5EF4-FFF2-40B4-BE49-F238E27FC236}">
                  <a16:creationId xmlns:a16="http://schemas.microsoft.com/office/drawing/2014/main" id="{7FDBCBCA-8E68-23D7-16F9-1637C0ACA4A1}"/>
                </a:ext>
              </a:extLst>
            </p:cNvPr>
            <p:cNvPicPr preferRelativeResize="0"/>
            <p:nvPr/>
          </p:nvPicPr>
          <p:blipFill rotWithShape="1">
            <a:blip r:embed="rId3">
              <a:alphaModFix/>
            </a:blip>
            <a:srcRect/>
            <a:stretch/>
          </p:blipFill>
          <p:spPr>
            <a:xfrm>
              <a:off x="6552482" y="1265694"/>
              <a:ext cx="1223091" cy="479807"/>
            </a:xfrm>
            <a:prstGeom prst="rect">
              <a:avLst/>
            </a:prstGeom>
            <a:noFill/>
            <a:ln>
              <a:noFill/>
            </a:ln>
          </p:spPr>
        </p:pic>
        <p:grpSp>
          <p:nvGrpSpPr>
            <p:cNvPr id="88" name="Google Shape;2109;p123">
              <a:extLst>
                <a:ext uri="{FF2B5EF4-FFF2-40B4-BE49-F238E27FC236}">
                  <a16:creationId xmlns:a16="http://schemas.microsoft.com/office/drawing/2014/main" id="{8507425D-9A33-C2EB-86FD-FA9D47ED9F70}"/>
                </a:ext>
              </a:extLst>
            </p:cNvPr>
            <p:cNvGrpSpPr/>
            <p:nvPr/>
          </p:nvGrpSpPr>
          <p:grpSpPr>
            <a:xfrm>
              <a:off x="6219191" y="1637543"/>
              <a:ext cx="1367596" cy="1069371"/>
              <a:chOff x="6191527" y="1819194"/>
              <a:chExt cx="1806600" cy="1412643"/>
            </a:xfrm>
          </p:grpSpPr>
          <p:grpSp>
            <p:nvGrpSpPr>
              <p:cNvPr id="89" name="Google Shape;2110;p123">
                <a:extLst>
                  <a:ext uri="{FF2B5EF4-FFF2-40B4-BE49-F238E27FC236}">
                    <a16:creationId xmlns:a16="http://schemas.microsoft.com/office/drawing/2014/main" id="{F1133CE3-76FE-6568-DB71-32B75314CE03}"/>
                  </a:ext>
                </a:extLst>
              </p:cNvPr>
              <p:cNvGrpSpPr/>
              <p:nvPr/>
            </p:nvGrpSpPr>
            <p:grpSpPr>
              <a:xfrm>
                <a:off x="6588984" y="3055960"/>
                <a:ext cx="1008766" cy="175877"/>
                <a:chOff x="5493826" y="4735334"/>
                <a:chExt cx="1401453" cy="244341"/>
              </a:xfrm>
            </p:grpSpPr>
            <p:sp>
              <p:nvSpPr>
                <p:cNvPr id="134" name="Google Shape;2111;p123">
                  <a:extLst>
                    <a:ext uri="{FF2B5EF4-FFF2-40B4-BE49-F238E27FC236}">
                      <a16:creationId xmlns:a16="http://schemas.microsoft.com/office/drawing/2014/main" id="{1861B1FC-DEB8-A877-0DC7-035DA0F1A956}"/>
                    </a:ext>
                  </a:extLst>
                </p:cNvPr>
                <p:cNvSpPr/>
                <p:nvPr/>
              </p:nvSpPr>
              <p:spPr>
                <a:xfrm>
                  <a:off x="6008728" y="4735334"/>
                  <a:ext cx="375746" cy="225876"/>
                </a:xfrm>
                <a:custGeom>
                  <a:avLst/>
                  <a:gdLst/>
                  <a:ahLst/>
                  <a:cxnLst/>
                  <a:rect l="l" t="t" r="r" b="b"/>
                  <a:pathLst>
                    <a:path w="375746" h="225876" extrusionOk="0">
                      <a:moveTo>
                        <a:pt x="0" y="0"/>
                      </a:moveTo>
                      <a:lnTo>
                        <a:pt x="375746" y="0"/>
                      </a:lnTo>
                      <a:lnTo>
                        <a:pt x="375746" y="225876"/>
                      </a:lnTo>
                      <a:lnTo>
                        <a:pt x="0" y="225876"/>
                      </a:lnTo>
                      <a:close/>
                    </a:path>
                  </a:pathLst>
                </a:custGeom>
                <a:gradFill>
                  <a:gsLst>
                    <a:gs pos="0">
                      <a:schemeClr val="accent2"/>
                    </a:gs>
                    <a:gs pos="22000">
                      <a:schemeClr val="accent2"/>
                    </a:gs>
                    <a:gs pos="100000">
                      <a:schemeClr val="dk2"/>
                    </a:gs>
                  </a:gsLst>
                  <a:lin ang="16200038" scaled="0"/>
                </a:gradFill>
                <a:ln>
                  <a:noFill/>
                </a:ln>
              </p:spPr>
              <p:txBody>
                <a:bodyPr spcFirstLastPara="1" wrap="square" lIns="91376" tIns="45688" rIns="91376" bIns="45688" anchor="ctr" anchorCtr="0">
                  <a:noAutofit/>
                </a:bodyPr>
                <a:lstStyle/>
                <a:p>
                  <a:pPr algn="ctr">
                    <a:buClr>
                      <a:srgbClr val="000000"/>
                    </a:buClr>
                    <a:buSzPts val="900"/>
                  </a:pPr>
                  <a:endParaRPr sz="1200">
                    <a:solidFill>
                      <a:srgbClr val="FFFFFF"/>
                    </a:solidFill>
                    <a:latin typeface="Arial"/>
                    <a:ea typeface="Arial"/>
                    <a:cs typeface="Arial"/>
                    <a:sym typeface="Arial"/>
                  </a:endParaRPr>
                </a:p>
              </p:txBody>
            </p:sp>
            <p:sp>
              <p:nvSpPr>
                <p:cNvPr id="135" name="Google Shape;2112;p123">
                  <a:extLst>
                    <a:ext uri="{FF2B5EF4-FFF2-40B4-BE49-F238E27FC236}">
                      <a16:creationId xmlns:a16="http://schemas.microsoft.com/office/drawing/2014/main" id="{AA1F4D7E-9038-D0F6-97EF-2A75EAA08A66}"/>
                    </a:ext>
                  </a:extLst>
                </p:cNvPr>
                <p:cNvSpPr/>
                <p:nvPr/>
              </p:nvSpPr>
              <p:spPr>
                <a:xfrm>
                  <a:off x="5493826" y="4904867"/>
                  <a:ext cx="1401453" cy="74808"/>
                </a:xfrm>
                <a:custGeom>
                  <a:avLst/>
                  <a:gdLst/>
                  <a:ahLst/>
                  <a:cxnLst/>
                  <a:rect l="l" t="t" r="r" b="b"/>
                  <a:pathLst>
                    <a:path w="1401453" h="74808" extrusionOk="0">
                      <a:moveTo>
                        <a:pt x="1401454" y="10273"/>
                      </a:moveTo>
                      <a:lnTo>
                        <a:pt x="696095" y="0"/>
                      </a:lnTo>
                      <a:lnTo>
                        <a:pt x="0" y="10273"/>
                      </a:lnTo>
                      <a:lnTo>
                        <a:pt x="0" y="74809"/>
                      </a:lnTo>
                      <a:lnTo>
                        <a:pt x="1401454" y="74809"/>
                      </a:lnTo>
                      <a:lnTo>
                        <a:pt x="1401454" y="10273"/>
                      </a:lnTo>
                      <a:close/>
                    </a:path>
                  </a:pathLst>
                </a:custGeom>
                <a:gradFill>
                  <a:gsLst>
                    <a:gs pos="0">
                      <a:schemeClr val="accent2"/>
                    </a:gs>
                    <a:gs pos="22000">
                      <a:schemeClr val="accent2"/>
                    </a:gs>
                    <a:gs pos="100000">
                      <a:schemeClr val="dk2"/>
                    </a:gs>
                  </a:gsLst>
                  <a:lin ang="8100019" scaled="0"/>
                </a:gradFill>
                <a:ln>
                  <a:noFill/>
                </a:ln>
              </p:spPr>
              <p:txBody>
                <a:bodyPr spcFirstLastPara="1" wrap="square" lIns="91376" tIns="45688" rIns="91376" bIns="45688" anchor="ctr" anchorCtr="0">
                  <a:noAutofit/>
                </a:bodyPr>
                <a:lstStyle/>
                <a:p>
                  <a:pPr algn="ctr">
                    <a:buClr>
                      <a:srgbClr val="000000"/>
                    </a:buClr>
                    <a:buSzPts val="900"/>
                  </a:pPr>
                  <a:endParaRPr sz="1200">
                    <a:solidFill>
                      <a:srgbClr val="FFFFFF"/>
                    </a:solidFill>
                    <a:latin typeface="Arial"/>
                    <a:ea typeface="Arial"/>
                    <a:cs typeface="Arial"/>
                    <a:sym typeface="Arial"/>
                  </a:endParaRPr>
                </a:p>
              </p:txBody>
            </p:sp>
          </p:grpSp>
          <p:sp>
            <p:nvSpPr>
              <p:cNvPr id="90" name="Google Shape;2113;p123">
                <a:extLst>
                  <a:ext uri="{FF2B5EF4-FFF2-40B4-BE49-F238E27FC236}">
                    <a16:creationId xmlns:a16="http://schemas.microsoft.com/office/drawing/2014/main" id="{D5DAA849-CF9F-D50B-BED7-3BBB6A53E8CC}"/>
                  </a:ext>
                </a:extLst>
              </p:cNvPr>
              <p:cNvSpPr/>
              <p:nvPr/>
            </p:nvSpPr>
            <p:spPr>
              <a:xfrm>
                <a:off x="6191527" y="1819194"/>
                <a:ext cx="1806600" cy="1242600"/>
              </a:xfrm>
              <a:prstGeom prst="roundRect">
                <a:avLst>
                  <a:gd name="adj" fmla="val 2649"/>
                </a:avLst>
              </a:prstGeom>
              <a:gradFill>
                <a:gsLst>
                  <a:gs pos="0">
                    <a:schemeClr val="accent1"/>
                  </a:gs>
                  <a:gs pos="15000">
                    <a:schemeClr val="accent1"/>
                  </a:gs>
                  <a:gs pos="100000">
                    <a:schemeClr val="accent2"/>
                  </a:gs>
                </a:gsLst>
                <a:lin ang="8100019"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91" name="Google Shape;2114;p123">
                <a:extLst>
                  <a:ext uri="{FF2B5EF4-FFF2-40B4-BE49-F238E27FC236}">
                    <a16:creationId xmlns:a16="http://schemas.microsoft.com/office/drawing/2014/main" id="{EDD41A53-2D99-0484-7CCD-ECA47DCE0A7E}"/>
                  </a:ext>
                </a:extLst>
              </p:cNvPr>
              <p:cNvSpPr/>
              <p:nvPr/>
            </p:nvSpPr>
            <p:spPr>
              <a:xfrm>
                <a:off x="7218750" y="1871764"/>
                <a:ext cx="729600" cy="706800"/>
              </a:xfrm>
              <a:prstGeom prst="roundRect">
                <a:avLst>
                  <a:gd name="adj" fmla="val 4797"/>
                </a:avLst>
              </a:prstGeom>
              <a:solidFill>
                <a:schemeClr val="dk2">
                  <a:alpha val="4941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92" name="Google Shape;2115;p123">
                <a:extLst>
                  <a:ext uri="{FF2B5EF4-FFF2-40B4-BE49-F238E27FC236}">
                    <a16:creationId xmlns:a16="http://schemas.microsoft.com/office/drawing/2014/main" id="{56A20353-00DD-A7E9-A46E-7652D34BB619}"/>
                  </a:ext>
                </a:extLst>
              </p:cNvPr>
              <p:cNvSpPr/>
              <p:nvPr/>
            </p:nvSpPr>
            <p:spPr>
              <a:xfrm>
                <a:off x="7218751" y="2608359"/>
                <a:ext cx="729600" cy="389700"/>
              </a:xfrm>
              <a:prstGeom prst="roundRect">
                <a:avLst>
                  <a:gd name="adj" fmla="val 8447"/>
                </a:avLst>
              </a:prstGeom>
              <a:solidFill>
                <a:schemeClr val="dk2">
                  <a:alpha val="4941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93" name="Google Shape;2116;p123">
                <a:extLst>
                  <a:ext uri="{FF2B5EF4-FFF2-40B4-BE49-F238E27FC236}">
                    <a16:creationId xmlns:a16="http://schemas.microsoft.com/office/drawing/2014/main" id="{DFC63DA9-5196-0659-D22B-CB770E66F36A}"/>
                  </a:ext>
                </a:extLst>
              </p:cNvPr>
              <p:cNvSpPr/>
              <p:nvPr/>
            </p:nvSpPr>
            <p:spPr>
              <a:xfrm>
                <a:off x="6241299" y="1871764"/>
                <a:ext cx="945900" cy="1126200"/>
              </a:xfrm>
              <a:prstGeom prst="roundRect">
                <a:avLst>
                  <a:gd name="adj" fmla="val 3526"/>
                </a:avLst>
              </a:prstGeom>
              <a:solidFill>
                <a:schemeClr val="dk2">
                  <a:alpha val="4941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94" name="Google Shape;2117;p123">
                <a:extLst>
                  <a:ext uri="{FF2B5EF4-FFF2-40B4-BE49-F238E27FC236}">
                    <a16:creationId xmlns:a16="http://schemas.microsoft.com/office/drawing/2014/main" id="{E94BD857-DA05-4EF1-CCD8-D34C06120367}"/>
                  </a:ext>
                </a:extLst>
              </p:cNvPr>
              <p:cNvGrpSpPr/>
              <p:nvPr/>
            </p:nvGrpSpPr>
            <p:grpSpPr>
              <a:xfrm>
                <a:off x="7365166" y="1999102"/>
                <a:ext cx="438715" cy="438715"/>
                <a:chOff x="4033444" y="588588"/>
                <a:chExt cx="960200" cy="960200"/>
              </a:xfrm>
            </p:grpSpPr>
            <p:grpSp>
              <p:nvGrpSpPr>
                <p:cNvPr id="113" name="Google Shape;2118;p123">
                  <a:extLst>
                    <a:ext uri="{FF2B5EF4-FFF2-40B4-BE49-F238E27FC236}">
                      <a16:creationId xmlns:a16="http://schemas.microsoft.com/office/drawing/2014/main" id="{F4A30824-2CF8-05B6-5CF5-52917CC0ABC7}"/>
                    </a:ext>
                  </a:extLst>
                </p:cNvPr>
                <p:cNvGrpSpPr/>
                <p:nvPr/>
              </p:nvGrpSpPr>
              <p:grpSpPr>
                <a:xfrm>
                  <a:off x="4033444" y="588588"/>
                  <a:ext cx="960200" cy="960200"/>
                  <a:chOff x="4033444" y="588588"/>
                  <a:chExt cx="960200" cy="960200"/>
                </a:xfrm>
              </p:grpSpPr>
              <p:sp>
                <p:nvSpPr>
                  <p:cNvPr id="115" name="Google Shape;2119;p123">
                    <a:extLst>
                      <a:ext uri="{FF2B5EF4-FFF2-40B4-BE49-F238E27FC236}">
                        <a16:creationId xmlns:a16="http://schemas.microsoft.com/office/drawing/2014/main" id="{BD2AAC58-352E-84D9-D054-0DA273B4C695}"/>
                      </a:ext>
                    </a:extLst>
                  </p:cNvPr>
                  <p:cNvSpPr/>
                  <p:nvPr/>
                </p:nvSpPr>
                <p:spPr>
                  <a:xfrm>
                    <a:off x="4033444" y="588588"/>
                    <a:ext cx="960200" cy="960200"/>
                  </a:xfrm>
                  <a:custGeom>
                    <a:avLst/>
                    <a:gdLst/>
                    <a:ahLst/>
                    <a:cxnLst/>
                    <a:rect l="l" t="t" r="r" b="b"/>
                    <a:pathLst>
                      <a:path w="960200" h="960200" extrusionOk="0">
                        <a:moveTo>
                          <a:pt x="960200" y="480100"/>
                        </a:moveTo>
                        <a:cubicBezTo>
                          <a:pt x="960200" y="745252"/>
                          <a:pt x="745252" y="960200"/>
                          <a:pt x="480100" y="960200"/>
                        </a:cubicBezTo>
                        <a:cubicBezTo>
                          <a:pt x="214948" y="960200"/>
                          <a:pt x="0" y="745252"/>
                          <a:pt x="0" y="480100"/>
                        </a:cubicBezTo>
                        <a:cubicBezTo>
                          <a:pt x="0" y="214948"/>
                          <a:pt x="214948" y="0"/>
                          <a:pt x="480100" y="0"/>
                        </a:cubicBezTo>
                        <a:cubicBezTo>
                          <a:pt x="745252" y="0"/>
                          <a:pt x="960200" y="214948"/>
                          <a:pt x="960200" y="480100"/>
                        </a:cubicBezTo>
                        <a:close/>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16" name="Google Shape;2120;p123">
                    <a:extLst>
                      <a:ext uri="{FF2B5EF4-FFF2-40B4-BE49-F238E27FC236}">
                        <a16:creationId xmlns:a16="http://schemas.microsoft.com/office/drawing/2014/main" id="{95307EE0-FC30-7044-3838-D51C10E31A4B}"/>
                      </a:ext>
                    </a:extLst>
                  </p:cNvPr>
                  <p:cNvSpPr/>
                  <p:nvPr/>
                </p:nvSpPr>
                <p:spPr>
                  <a:xfrm>
                    <a:off x="4513544" y="588682"/>
                    <a:ext cx="9434" cy="94623"/>
                  </a:xfrm>
                  <a:custGeom>
                    <a:avLst/>
                    <a:gdLst/>
                    <a:ahLst/>
                    <a:cxnLst/>
                    <a:rect l="l" t="t" r="r" b="b"/>
                    <a:pathLst>
                      <a:path w="9434" h="94623" extrusionOk="0">
                        <a:moveTo>
                          <a:pt x="0" y="0"/>
                        </a:moveTo>
                        <a:lnTo>
                          <a:pt x="0" y="94624"/>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17" name="Google Shape;2121;p123">
                    <a:extLst>
                      <a:ext uri="{FF2B5EF4-FFF2-40B4-BE49-F238E27FC236}">
                        <a16:creationId xmlns:a16="http://schemas.microsoft.com/office/drawing/2014/main" id="{B2600DF3-2235-B0B2-ACC2-C2E5B8A7753C}"/>
                      </a:ext>
                    </a:extLst>
                  </p:cNvPr>
                  <p:cNvSpPr/>
                  <p:nvPr/>
                </p:nvSpPr>
                <p:spPr>
                  <a:xfrm>
                    <a:off x="4349580" y="617550"/>
                    <a:ext cx="32358" cy="88963"/>
                  </a:xfrm>
                  <a:custGeom>
                    <a:avLst/>
                    <a:gdLst/>
                    <a:ahLst/>
                    <a:cxnLst/>
                    <a:rect l="l" t="t" r="r" b="b"/>
                    <a:pathLst>
                      <a:path w="32358" h="88963" extrusionOk="0">
                        <a:moveTo>
                          <a:pt x="0" y="0"/>
                        </a:moveTo>
                        <a:lnTo>
                          <a:pt x="32359" y="88963"/>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18" name="Google Shape;2122;p123">
                    <a:extLst>
                      <a:ext uri="{FF2B5EF4-FFF2-40B4-BE49-F238E27FC236}">
                        <a16:creationId xmlns:a16="http://schemas.microsoft.com/office/drawing/2014/main" id="{B2784948-6B72-08EA-950C-8FCB11B7DBC2}"/>
                      </a:ext>
                    </a:extLst>
                  </p:cNvPr>
                  <p:cNvSpPr/>
                  <p:nvPr/>
                </p:nvSpPr>
                <p:spPr>
                  <a:xfrm>
                    <a:off x="4205333" y="700853"/>
                    <a:ext cx="60849" cy="72453"/>
                  </a:xfrm>
                  <a:custGeom>
                    <a:avLst/>
                    <a:gdLst/>
                    <a:ahLst/>
                    <a:cxnLst/>
                    <a:rect l="l" t="t" r="r" b="b"/>
                    <a:pathLst>
                      <a:path w="60849" h="72453" extrusionOk="0">
                        <a:moveTo>
                          <a:pt x="0" y="0"/>
                        </a:moveTo>
                        <a:lnTo>
                          <a:pt x="60850" y="72454"/>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119" name="Google Shape;2123;p123">
                    <a:extLst>
                      <a:ext uri="{FF2B5EF4-FFF2-40B4-BE49-F238E27FC236}">
                        <a16:creationId xmlns:a16="http://schemas.microsoft.com/office/drawing/2014/main" id="{D3AC6E4C-0C32-5680-E104-74D7EB14DF6B}"/>
                      </a:ext>
                    </a:extLst>
                  </p:cNvPr>
                  <p:cNvGrpSpPr/>
                  <p:nvPr/>
                </p:nvGrpSpPr>
                <p:grpSpPr>
                  <a:xfrm>
                    <a:off x="4098256" y="828402"/>
                    <a:ext cx="830576" cy="479439"/>
                    <a:chOff x="4098256" y="828402"/>
                    <a:chExt cx="830576" cy="479439"/>
                  </a:xfrm>
                </p:grpSpPr>
                <p:sp>
                  <p:nvSpPr>
                    <p:cNvPr id="132" name="Google Shape;2124;p123">
                      <a:extLst>
                        <a:ext uri="{FF2B5EF4-FFF2-40B4-BE49-F238E27FC236}">
                          <a16:creationId xmlns:a16="http://schemas.microsoft.com/office/drawing/2014/main" id="{677E5051-7C19-352F-95EF-3BE7FAE90521}"/>
                        </a:ext>
                      </a:extLst>
                    </p:cNvPr>
                    <p:cNvSpPr/>
                    <p:nvPr/>
                  </p:nvSpPr>
                  <p:spPr>
                    <a:xfrm>
                      <a:off x="4098256" y="828402"/>
                      <a:ext cx="81982" cy="47359"/>
                    </a:xfrm>
                    <a:custGeom>
                      <a:avLst/>
                      <a:gdLst/>
                      <a:ahLst/>
                      <a:cxnLst/>
                      <a:rect l="l" t="t" r="r" b="b"/>
                      <a:pathLst>
                        <a:path w="81982" h="47359" extrusionOk="0">
                          <a:moveTo>
                            <a:pt x="0" y="0"/>
                          </a:moveTo>
                          <a:lnTo>
                            <a:pt x="81982" y="47359"/>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33" name="Google Shape;2125;p123">
                      <a:extLst>
                        <a:ext uri="{FF2B5EF4-FFF2-40B4-BE49-F238E27FC236}">
                          <a16:creationId xmlns:a16="http://schemas.microsoft.com/office/drawing/2014/main" id="{3B502E5C-C4C7-FA34-837B-D844525A8C36}"/>
                        </a:ext>
                      </a:extLst>
                    </p:cNvPr>
                    <p:cNvSpPr/>
                    <p:nvPr/>
                  </p:nvSpPr>
                  <p:spPr>
                    <a:xfrm>
                      <a:off x="4846850" y="1260577"/>
                      <a:ext cx="81982" cy="47264"/>
                    </a:xfrm>
                    <a:custGeom>
                      <a:avLst/>
                      <a:gdLst/>
                      <a:ahLst/>
                      <a:cxnLst/>
                      <a:rect l="l" t="t" r="r" b="b"/>
                      <a:pathLst>
                        <a:path w="81982" h="47264" extrusionOk="0">
                          <a:moveTo>
                            <a:pt x="0" y="0"/>
                          </a:moveTo>
                          <a:lnTo>
                            <a:pt x="81982" y="47265"/>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20" name="Google Shape;2126;p123">
                    <a:extLst>
                      <a:ext uri="{FF2B5EF4-FFF2-40B4-BE49-F238E27FC236}">
                        <a16:creationId xmlns:a16="http://schemas.microsoft.com/office/drawing/2014/main" id="{5D48999B-43E4-0696-BA3A-75B8DD730462}"/>
                      </a:ext>
                    </a:extLst>
                  </p:cNvPr>
                  <p:cNvGrpSpPr/>
                  <p:nvPr/>
                </p:nvGrpSpPr>
                <p:grpSpPr>
                  <a:xfrm>
                    <a:off x="4041369" y="984913"/>
                    <a:ext cx="944350" cy="166511"/>
                    <a:chOff x="4041369" y="984913"/>
                    <a:chExt cx="944350" cy="166511"/>
                  </a:xfrm>
                </p:grpSpPr>
                <p:sp>
                  <p:nvSpPr>
                    <p:cNvPr id="130" name="Google Shape;2127;p123">
                      <a:extLst>
                        <a:ext uri="{FF2B5EF4-FFF2-40B4-BE49-F238E27FC236}">
                          <a16:creationId xmlns:a16="http://schemas.microsoft.com/office/drawing/2014/main" id="{BF954CD9-1327-2407-B175-4A3C2CBF13D8}"/>
                        </a:ext>
                      </a:extLst>
                    </p:cNvPr>
                    <p:cNvSpPr/>
                    <p:nvPr/>
                  </p:nvSpPr>
                  <p:spPr>
                    <a:xfrm>
                      <a:off x="4041369" y="984913"/>
                      <a:ext cx="93208" cy="16415"/>
                    </a:xfrm>
                    <a:custGeom>
                      <a:avLst/>
                      <a:gdLst/>
                      <a:ahLst/>
                      <a:cxnLst/>
                      <a:rect l="l" t="t" r="r" b="b"/>
                      <a:pathLst>
                        <a:path w="93208" h="16415" extrusionOk="0">
                          <a:moveTo>
                            <a:pt x="0" y="0"/>
                          </a:moveTo>
                          <a:lnTo>
                            <a:pt x="93209" y="16415"/>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31" name="Google Shape;2128;p123">
                      <a:extLst>
                        <a:ext uri="{FF2B5EF4-FFF2-40B4-BE49-F238E27FC236}">
                          <a16:creationId xmlns:a16="http://schemas.microsoft.com/office/drawing/2014/main" id="{861B5A2A-89DA-E043-5003-7FFB4A83E65F}"/>
                        </a:ext>
                      </a:extLst>
                    </p:cNvPr>
                    <p:cNvSpPr/>
                    <p:nvPr/>
                  </p:nvSpPr>
                  <p:spPr>
                    <a:xfrm>
                      <a:off x="4892511" y="1135009"/>
                      <a:ext cx="93208" cy="16415"/>
                    </a:xfrm>
                    <a:custGeom>
                      <a:avLst/>
                      <a:gdLst/>
                      <a:ahLst/>
                      <a:cxnLst/>
                      <a:rect l="l" t="t" r="r" b="b"/>
                      <a:pathLst>
                        <a:path w="93208" h="16415" extrusionOk="0">
                          <a:moveTo>
                            <a:pt x="0" y="0"/>
                          </a:moveTo>
                          <a:lnTo>
                            <a:pt x="93208" y="16415"/>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21" name="Google Shape;2129;p123">
                    <a:extLst>
                      <a:ext uri="{FF2B5EF4-FFF2-40B4-BE49-F238E27FC236}">
                        <a16:creationId xmlns:a16="http://schemas.microsoft.com/office/drawing/2014/main" id="{4DBB959A-E630-EC6D-3FBF-52F67D198AB7}"/>
                      </a:ext>
                    </a:extLst>
                  </p:cNvPr>
                  <p:cNvGrpSpPr/>
                  <p:nvPr/>
                </p:nvGrpSpPr>
                <p:grpSpPr>
                  <a:xfrm>
                    <a:off x="4041369" y="984913"/>
                    <a:ext cx="944350" cy="166511"/>
                    <a:chOff x="4041369" y="984913"/>
                    <a:chExt cx="944350" cy="166511"/>
                  </a:xfrm>
                </p:grpSpPr>
                <p:sp>
                  <p:nvSpPr>
                    <p:cNvPr id="128" name="Google Shape;2130;p123">
                      <a:extLst>
                        <a:ext uri="{FF2B5EF4-FFF2-40B4-BE49-F238E27FC236}">
                          <a16:creationId xmlns:a16="http://schemas.microsoft.com/office/drawing/2014/main" id="{2131ADE1-FCC8-E2A8-687D-B2D30825B492}"/>
                        </a:ext>
                      </a:extLst>
                    </p:cNvPr>
                    <p:cNvSpPr/>
                    <p:nvPr/>
                  </p:nvSpPr>
                  <p:spPr>
                    <a:xfrm>
                      <a:off x="4041369" y="1135009"/>
                      <a:ext cx="93208" cy="16415"/>
                    </a:xfrm>
                    <a:custGeom>
                      <a:avLst/>
                      <a:gdLst/>
                      <a:ahLst/>
                      <a:cxnLst/>
                      <a:rect l="l" t="t" r="r" b="b"/>
                      <a:pathLst>
                        <a:path w="93208" h="16415" extrusionOk="0">
                          <a:moveTo>
                            <a:pt x="0" y="16415"/>
                          </a:moveTo>
                          <a:lnTo>
                            <a:pt x="93209"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29" name="Google Shape;2131;p123">
                      <a:extLst>
                        <a:ext uri="{FF2B5EF4-FFF2-40B4-BE49-F238E27FC236}">
                          <a16:creationId xmlns:a16="http://schemas.microsoft.com/office/drawing/2014/main" id="{0F5FFA63-1952-1D1D-C00E-46181775EB16}"/>
                        </a:ext>
                      </a:extLst>
                    </p:cNvPr>
                    <p:cNvSpPr/>
                    <p:nvPr/>
                  </p:nvSpPr>
                  <p:spPr>
                    <a:xfrm>
                      <a:off x="4892511" y="984913"/>
                      <a:ext cx="93208" cy="16415"/>
                    </a:xfrm>
                    <a:custGeom>
                      <a:avLst/>
                      <a:gdLst/>
                      <a:ahLst/>
                      <a:cxnLst/>
                      <a:rect l="l" t="t" r="r" b="b"/>
                      <a:pathLst>
                        <a:path w="93208" h="16415" extrusionOk="0">
                          <a:moveTo>
                            <a:pt x="0" y="16415"/>
                          </a:moveTo>
                          <a:lnTo>
                            <a:pt x="93208"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22" name="Google Shape;2132;p123">
                    <a:extLst>
                      <a:ext uri="{FF2B5EF4-FFF2-40B4-BE49-F238E27FC236}">
                        <a16:creationId xmlns:a16="http://schemas.microsoft.com/office/drawing/2014/main" id="{B3B49AFB-69F7-0078-5975-79B0E4D83E3C}"/>
                      </a:ext>
                    </a:extLst>
                  </p:cNvPr>
                  <p:cNvGrpSpPr/>
                  <p:nvPr/>
                </p:nvGrpSpPr>
                <p:grpSpPr>
                  <a:xfrm>
                    <a:off x="4098256" y="828402"/>
                    <a:ext cx="830576" cy="479439"/>
                    <a:chOff x="4098256" y="828402"/>
                    <a:chExt cx="830576" cy="479439"/>
                  </a:xfrm>
                </p:grpSpPr>
                <p:sp>
                  <p:nvSpPr>
                    <p:cNvPr id="126" name="Google Shape;2133;p123">
                      <a:extLst>
                        <a:ext uri="{FF2B5EF4-FFF2-40B4-BE49-F238E27FC236}">
                          <a16:creationId xmlns:a16="http://schemas.microsoft.com/office/drawing/2014/main" id="{3C4E1EFE-6FCC-E268-9DC3-BE3825926FA9}"/>
                        </a:ext>
                      </a:extLst>
                    </p:cNvPr>
                    <p:cNvSpPr/>
                    <p:nvPr/>
                  </p:nvSpPr>
                  <p:spPr>
                    <a:xfrm>
                      <a:off x="4098256" y="1260577"/>
                      <a:ext cx="81982" cy="47264"/>
                    </a:xfrm>
                    <a:custGeom>
                      <a:avLst/>
                      <a:gdLst/>
                      <a:ahLst/>
                      <a:cxnLst/>
                      <a:rect l="l" t="t" r="r" b="b"/>
                      <a:pathLst>
                        <a:path w="81982" h="47264" extrusionOk="0">
                          <a:moveTo>
                            <a:pt x="0" y="47265"/>
                          </a:moveTo>
                          <a:lnTo>
                            <a:pt x="81982"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27" name="Google Shape;2134;p123">
                      <a:extLst>
                        <a:ext uri="{FF2B5EF4-FFF2-40B4-BE49-F238E27FC236}">
                          <a16:creationId xmlns:a16="http://schemas.microsoft.com/office/drawing/2014/main" id="{8A4FEA47-6014-5E13-7D8D-0D01A306C922}"/>
                        </a:ext>
                      </a:extLst>
                    </p:cNvPr>
                    <p:cNvSpPr/>
                    <p:nvPr/>
                  </p:nvSpPr>
                  <p:spPr>
                    <a:xfrm>
                      <a:off x="4846850" y="828402"/>
                      <a:ext cx="81982" cy="47359"/>
                    </a:xfrm>
                    <a:custGeom>
                      <a:avLst/>
                      <a:gdLst/>
                      <a:ahLst/>
                      <a:cxnLst/>
                      <a:rect l="l" t="t" r="r" b="b"/>
                      <a:pathLst>
                        <a:path w="81982" h="47359" extrusionOk="0">
                          <a:moveTo>
                            <a:pt x="0" y="47359"/>
                          </a:moveTo>
                          <a:lnTo>
                            <a:pt x="81982"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sp>
                <p:nvSpPr>
                  <p:cNvPr id="123" name="Google Shape;2135;p123">
                    <a:extLst>
                      <a:ext uri="{FF2B5EF4-FFF2-40B4-BE49-F238E27FC236}">
                        <a16:creationId xmlns:a16="http://schemas.microsoft.com/office/drawing/2014/main" id="{FB5E9B28-A4C3-BDDA-8E67-B0DA6831C1D8}"/>
                      </a:ext>
                    </a:extLst>
                  </p:cNvPr>
                  <p:cNvSpPr/>
                  <p:nvPr/>
                </p:nvSpPr>
                <p:spPr>
                  <a:xfrm>
                    <a:off x="4760905" y="700853"/>
                    <a:ext cx="60849" cy="72453"/>
                  </a:xfrm>
                  <a:custGeom>
                    <a:avLst/>
                    <a:gdLst/>
                    <a:ahLst/>
                    <a:cxnLst/>
                    <a:rect l="l" t="t" r="r" b="b"/>
                    <a:pathLst>
                      <a:path w="60849" h="72453" extrusionOk="0">
                        <a:moveTo>
                          <a:pt x="0" y="72454"/>
                        </a:moveTo>
                        <a:lnTo>
                          <a:pt x="60850"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24" name="Google Shape;2136;p123">
                    <a:extLst>
                      <a:ext uri="{FF2B5EF4-FFF2-40B4-BE49-F238E27FC236}">
                        <a16:creationId xmlns:a16="http://schemas.microsoft.com/office/drawing/2014/main" id="{DC836119-B4EC-9917-367B-881DECB73B74}"/>
                      </a:ext>
                    </a:extLst>
                  </p:cNvPr>
                  <p:cNvSpPr/>
                  <p:nvPr/>
                </p:nvSpPr>
                <p:spPr>
                  <a:xfrm>
                    <a:off x="4645149" y="617550"/>
                    <a:ext cx="32358" cy="88963"/>
                  </a:xfrm>
                  <a:custGeom>
                    <a:avLst/>
                    <a:gdLst/>
                    <a:ahLst/>
                    <a:cxnLst/>
                    <a:rect l="l" t="t" r="r" b="b"/>
                    <a:pathLst>
                      <a:path w="32358" h="88963" extrusionOk="0">
                        <a:moveTo>
                          <a:pt x="0" y="88963"/>
                        </a:moveTo>
                        <a:lnTo>
                          <a:pt x="32359"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25" name="Google Shape;2137;p123">
                    <a:extLst>
                      <a:ext uri="{FF2B5EF4-FFF2-40B4-BE49-F238E27FC236}">
                        <a16:creationId xmlns:a16="http://schemas.microsoft.com/office/drawing/2014/main" id="{6DC06EA8-38E1-9782-05C7-E0C8083CA298}"/>
                      </a:ext>
                    </a:extLst>
                  </p:cNvPr>
                  <p:cNvSpPr/>
                  <p:nvPr/>
                </p:nvSpPr>
                <p:spPr>
                  <a:xfrm>
                    <a:off x="4454298" y="1009442"/>
                    <a:ext cx="118491" cy="118491"/>
                  </a:xfrm>
                  <a:custGeom>
                    <a:avLst/>
                    <a:gdLst/>
                    <a:ahLst/>
                    <a:cxnLst/>
                    <a:rect l="l" t="t" r="r" b="b"/>
                    <a:pathLst>
                      <a:path w="118491" h="118491" extrusionOk="0">
                        <a:moveTo>
                          <a:pt x="118492" y="59246"/>
                        </a:moveTo>
                        <a:cubicBezTo>
                          <a:pt x="118492" y="91967"/>
                          <a:pt x="91967" y="118492"/>
                          <a:pt x="59246" y="118492"/>
                        </a:cubicBezTo>
                        <a:cubicBezTo>
                          <a:pt x="26525" y="118492"/>
                          <a:pt x="0" y="91967"/>
                          <a:pt x="0" y="59246"/>
                        </a:cubicBezTo>
                        <a:cubicBezTo>
                          <a:pt x="0" y="26525"/>
                          <a:pt x="26525" y="0"/>
                          <a:pt x="59246" y="0"/>
                        </a:cubicBezTo>
                        <a:cubicBezTo>
                          <a:pt x="91967" y="0"/>
                          <a:pt x="118492" y="26525"/>
                          <a:pt x="118492" y="59246"/>
                        </a:cubicBezTo>
                        <a:close/>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sp>
              <p:nvSpPr>
                <p:cNvPr id="114" name="Google Shape;2138;p123">
                  <a:extLst>
                    <a:ext uri="{FF2B5EF4-FFF2-40B4-BE49-F238E27FC236}">
                      <a16:creationId xmlns:a16="http://schemas.microsoft.com/office/drawing/2014/main" id="{3C6517EA-C9CE-E494-6D4A-2E1494130BE9}"/>
                    </a:ext>
                  </a:extLst>
                </p:cNvPr>
                <p:cNvSpPr/>
                <p:nvPr/>
              </p:nvSpPr>
              <p:spPr>
                <a:xfrm>
                  <a:off x="4554771" y="858119"/>
                  <a:ext cx="168115" cy="168115"/>
                </a:xfrm>
                <a:custGeom>
                  <a:avLst/>
                  <a:gdLst/>
                  <a:ahLst/>
                  <a:cxnLst/>
                  <a:rect l="l" t="t" r="r" b="b"/>
                  <a:pathLst>
                    <a:path w="168115" h="168115" extrusionOk="0">
                      <a:moveTo>
                        <a:pt x="0" y="168115"/>
                      </a:moveTo>
                      <a:lnTo>
                        <a:pt x="168115"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sp>
            <p:nvSpPr>
              <p:cNvPr id="95" name="Google Shape;2139;p123">
                <a:extLst>
                  <a:ext uri="{FF2B5EF4-FFF2-40B4-BE49-F238E27FC236}">
                    <a16:creationId xmlns:a16="http://schemas.microsoft.com/office/drawing/2014/main" id="{C0F7D1EB-8AA4-04E4-1832-7D8DFCC285F5}"/>
                  </a:ext>
                </a:extLst>
              </p:cNvPr>
              <p:cNvSpPr/>
              <p:nvPr/>
            </p:nvSpPr>
            <p:spPr>
              <a:xfrm>
                <a:off x="7324971" y="2681743"/>
                <a:ext cx="481646" cy="225275"/>
              </a:xfrm>
              <a:custGeom>
                <a:avLst/>
                <a:gdLst/>
                <a:ahLst/>
                <a:cxnLst/>
                <a:rect l="l" t="t" r="r" b="b"/>
                <a:pathLst>
                  <a:path w="603945" h="282476" extrusionOk="0">
                    <a:moveTo>
                      <a:pt x="0" y="263129"/>
                    </a:moveTo>
                    <a:lnTo>
                      <a:pt x="177553" y="263129"/>
                    </a:lnTo>
                    <a:lnTo>
                      <a:pt x="177553" y="282476"/>
                    </a:lnTo>
                    <a:lnTo>
                      <a:pt x="0" y="282476"/>
                    </a:lnTo>
                    <a:close/>
                    <a:moveTo>
                      <a:pt x="459433" y="40482"/>
                    </a:moveTo>
                    <a:lnTo>
                      <a:pt x="603945" y="101501"/>
                    </a:lnTo>
                    <a:lnTo>
                      <a:pt x="603945" y="126504"/>
                    </a:lnTo>
                    <a:lnTo>
                      <a:pt x="459433" y="188268"/>
                    </a:lnTo>
                    <a:lnTo>
                      <a:pt x="459433" y="161628"/>
                    </a:lnTo>
                    <a:lnTo>
                      <a:pt x="573882" y="114152"/>
                    </a:lnTo>
                    <a:lnTo>
                      <a:pt x="459433" y="67122"/>
                    </a:lnTo>
                    <a:close/>
                    <a:moveTo>
                      <a:pt x="337245" y="40482"/>
                    </a:moveTo>
                    <a:lnTo>
                      <a:pt x="337245" y="67122"/>
                    </a:lnTo>
                    <a:lnTo>
                      <a:pt x="222647" y="114152"/>
                    </a:lnTo>
                    <a:lnTo>
                      <a:pt x="337245" y="161628"/>
                    </a:lnTo>
                    <a:lnTo>
                      <a:pt x="337245" y="188268"/>
                    </a:lnTo>
                    <a:lnTo>
                      <a:pt x="192733" y="126504"/>
                    </a:lnTo>
                    <a:lnTo>
                      <a:pt x="192733" y="101501"/>
                    </a:lnTo>
                    <a:close/>
                    <a:moveTo>
                      <a:pt x="420291" y="0"/>
                    </a:moveTo>
                    <a:lnTo>
                      <a:pt x="441722" y="0"/>
                    </a:lnTo>
                    <a:lnTo>
                      <a:pt x="378619" y="225624"/>
                    </a:lnTo>
                    <a:lnTo>
                      <a:pt x="357039" y="225624"/>
                    </a:lnTo>
                    <a:close/>
                  </a:path>
                </a:pathLst>
              </a:custGeom>
              <a:solidFill>
                <a:schemeClr val="accent6"/>
              </a:solidFill>
              <a:ln>
                <a:noFill/>
              </a:ln>
            </p:spPr>
            <p:txBody>
              <a:bodyPr spcFirstLastPara="1" wrap="square" lIns="91410" tIns="45688" rIns="91410" bIns="45688" anchor="t" anchorCtr="0">
                <a:noAutofit/>
              </a:bodyPr>
              <a:lstStyle/>
              <a:p>
                <a:pPr>
                  <a:lnSpc>
                    <a:spcPct val="130000"/>
                  </a:lnSpc>
                  <a:buClr>
                    <a:srgbClr val="000000"/>
                  </a:buClr>
                  <a:buSzPts val="1800"/>
                </a:pPr>
                <a:endParaRPr sz="2399">
                  <a:solidFill>
                    <a:schemeClr val="accent6"/>
                  </a:solidFill>
                  <a:latin typeface="Arial"/>
                  <a:ea typeface="Arial"/>
                  <a:cs typeface="Arial"/>
                  <a:sym typeface="Arial"/>
                </a:endParaRPr>
              </a:p>
            </p:txBody>
          </p:sp>
          <p:grpSp>
            <p:nvGrpSpPr>
              <p:cNvPr id="96" name="Google Shape;2140;p123">
                <a:extLst>
                  <a:ext uri="{FF2B5EF4-FFF2-40B4-BE49-F238E27FC236}">
                    <a16:creationId xmlns:a16="http://schemas.microsoft.com/office/drawing/2014/main" id="{9880EA23-D17D-8A5C-CBF2-9817C77CDC77}"/>
                  </a:ext>
                </a:extLst>
              </p:cNvPr>
              <p:cNvGrpSpPr/>
              <p:nvPr/>
            </p:nvGrpSpPr>
            <p:grpSpPr>
              <a:xfrm>
                <a:off x="6405726" y="1950840"/>
                <a:ext cx="632557" cy="632557"/>
                <a:chOff x="6443825" y="2047449"/>
                <a:chExt cx="566655" cy="566655"/>
              </a:xfrm>
            </p:grpSpPr>
            <p:grpSp>
              <p:nvGrpSpPr>
                <p:cNvPr id="102" name="Google Shape;2141;p123">
                  <a:extLst>
                    <a:ext uri="{FF2B5EF4-FFF2-40B4-BE49-F238E27FC236}">
                      <a16:creationId xmlns:a16="http://schemas.microsoft.com/office/drawing/2014/main" id="{69A50FD4-1925-6127-AD36-5C7FCF91B42D}"/>
                    </a:ext>
                  </a:extLst>
                </p:cNvPr>
                <p:cNvGrpSpPr/>
                <p:nvPr/>
              </p:nvGrpSpPr>
              <p:grpSpPr>
                <a:xfrm>
                  <a:off x="6443825" y="2047449"/>
                  <a:ext cx="566655" cy="566655"/>
                  <a:chOff x="-396256" y="3115798"/>
                  <a:chExt cx="601800" cy="601800"/>
                </a:xfrm>
              </p:grpSpPr>
              <p:sp>
                <p:nvSpPr>
                  <p:cNvPr id="111" name="Google Shape;2142;p123">
                    <a:extLst>
                      <a:ext uri="{FF2B5EF4-FFF2-40B4-BE49-F238E27FC236}">
                        <a16:creationId xmlns:a16="http://schemas.microsoft.com/office/drawing/2014/main" id="{84109FA4-84B6-880E-BE13-EBB6DB6B1EC2}"/>
                      </a:ext>
                    </a:extLst>
                  </p:cNvPr>
                  <p:cNvSpPr/>
                  <p:nvPr/>
                </p:nvSpPr>
                <p:spPr>
                  <a:xfrm>
                    <a:off x="-396256" y="3115798"/>
                    <a:ext cx="601800" cy="601800"/>
                  </a:xfrm>
                  <a:prstGeom prst="roundRect">
                    <a:avLst>
                      <a:gd name="adj" fmla="val 9912"/>
                    </a:avLst>
                  </a:prstGeom>
                  <a:gradFill>
                    <a:gsLst>
                      <a:gs pos="0">
                        <a:schemeClr val="accent6"/>
                      </a:gs>
                      <a:gs pos="100000">
                        <a:srgbClr val="D58B3F"/>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12" name="Google Shape;2143;p123">
                    <a:extLst>
                      <a:ext uri="{FF2B5EF4-FFF2-40B4-BE49-F238E27FC236}">
                        <a16:creationId xmlns:a16="http://schemas.microsoft.com/office/drawing/2014/main" id="{9B6F0B03-418C-A71A-01DB-B03B3F22FDA8}"/>
                      </a:ext>
                    </a:extLst>
                  </p:cNvPr>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470"/>
                        </a:srgbClr>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03" name="Google Shape;2144;p123">
                  <a:extLst>
                    <a:ext uri="{FF2B5EF4-FFF2-40B4-BE49-F238E27FC236}">
                      <a16:creationId xmlns:a16="http://schemas.microsoft.com/office/drawing/2014/main" id="{0FE9F95D-63A6-04F3-BFF5-2CCF4F144034}"/>
                    </a:ext>
                  </a:extLst>
                </p:cNvPr>
                <p:cNvGrpSpPr/>
                <p:nvPr/>
              </p:nvGrpSpPr>
              <p:grpSpPr>
                <a:xfrm>
                  <a:off x="6551401" y="2142234"/>
                  <a:ext cx="351502" cy="377122"/>
                  <a:chOff x="7986227" y="2894842"/>
                  <a:chExt cx="960388" cy="1030389"/>
                </a:xfrm>
              </p:grpSpPr>
              <p:grpSp>
                <p:nvGrpSpPr>
                  <p:cNvPr id="104" name="Google Shape;2145;p123">
                    <a:extLst>
                      <a:ext uri="{FF2B5EF4-FFF2-40B4-BE49-F238E27FC236}">
                        <a16:creationId xmlns:a16="http://schemas.microsoft.com/office/drawing/2014/main" id="{ED5CFDED-099B-7846-1C41-E64BA1A3F1C8}"/>
                      </a:ext>
                    </a:extLst>
                  </p:cNvPr>
                  <p:cNvGrpSpPr/>
                  <p:nvPr/>
                </p:nvGrpSpPr>
                <p:grpSpPr>
                  <a:xfrm>
                    <a:off x="7986227" y="2894842"/>
                    <a:ext cx="498307" cy="1030389"/>
                    <a:chOff x="7986227" y="2894842"/>
                    <a:chExt cx="498307" cy="1030389"/>
                  </a:xfrm>
                </p:grpSpPr>
                <p:sp>
                  <p:nvSpPr>
                    <p:cNvPr id="106" name="Google Shape;2146;p123">
                      <a:extLst>
                        <a:ext uri="{FF2B5EF4-FFF2-40B4-BE49-F238E27FC236}">
                          <a16:creationId xmlns:a16="http://schemas.microsoft.com/office/drawing/2014/main" id="{55188AC5-2BEB-EE82-06E6-BF3C56C0D2F3}"/>
                        </a:ext>
                      </a:extLst>
                    </p:cNvPr>
                    <p:cNvSpPr/>
                    <p:nvPr/>
                  </p:nvSpPr>
                  <p:spPr>
                    <a:xfrm>
                      <a:off x="8063020" y="2894842"/>
                      <a:ext cx="421514" cy="1030389"/>
                    </a:xfrm>
                    <a:custGeom>
                      <a:avLst/>
                      <a:gdLst/>
                      <a:ahLst/>
                      <a:cxnLst/>
                      <a:rect l="l" t="t" r="r" b="b"/>
                      <a:pathLst>
                        <a:path w="421514" h="1030389" extrusionOk="0">
                          <a:moveTo>
                            <a:pt x="25378" y="366042"/>
                          </a:moveTo>
                          <a:cubicBezTo>
                            <a:pt x="9340" y="342363"/>
                            <a:pt x="0" y="313683"/>
                            <a:pt x="0" y="282928"/>
                          </a:cubicBezTo>
                          <a:cubicBezTo>
                            <a:pt x="0" y="200852"/>
                            <a:pt x="66510" y="134247"/>
                            <a:pt x="148681" y="134247"/>
                          </a:cubicBezTo>
                          <a:cubicBezTo>
                            <a:pt x="155002" y="134247"/>
                            <a:pt x="161323" y="134624"/>
                            <a:pt x="167455" y="135379"/>
                          </a:cubicBezTo>
                          <a:cubicBezTo>
                            <a:pt x="174153" y="59529"/>
                            <a:pt x="237928" y="0"/>
                            <a:pt x="315476" y="0"/>
                          </a:cubicBezTo>
                          <a:cubicBezTo>
                            <a:pt x="356986" y="0"/>
                            <a:pt x="394533" y="17076"/>
                            <a:pt x="421514" y="44529"/>
                          </a:cubicBezTo>
                          <a:lnTo>
                            <a:pt x="421514" y="959540"/>
                          </a:lnTo>
                          <a:cubicBezTo>
                            <a:pt x="396420" y="1001993"/>
                            <a:pt x="350193" y="1030390"/>
                            <a:pt x="297268" y="1030390"/>
                          </a:cubicBezTo>
                          <a:cubicBezTo>
                            <a:pt x="217550" y="1030390"/>
                            <a:pt x="153021" y="965766"/>
                            <a:pt x="153021" y="886143"/>
                          </a:cubicBezTo>
                          <a:cubicBezTo>
                            <a:pt x="153021" y="806425"/>
                            <a:pt x="217644" y="741896"/>
                            <a:pt x="297268" y="741896"/>
                          </a:cubicBez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07" name="Google Shape;2147;p123">
                      <a:extLst>
                        <a:ext uri="{FF2B5EF4-FFF2-40B4-BE49-F238E27FC236}">
                          <a16:creationId xmlns:a16="http://schemas.microsoft.com/office/drawing/2014/main" id="{79623EF4-5B1D-85B0-35FC-68ECEDD7C411}"/>
                        </a:ext>
                      </a:extLst>
                    </p:cNvPr>
                    <p:cNvSpPr/>
                    <p:nvPr/>
                  </p:nvSpPr>
                  <p:spPr>
                    <a:xfrm>
                      <a:off x="8304627" y="3102391"/>
                      <a:ext cx="179719" cy="63585"/>
                    </a:xfrm>
                    <a:custGeom>
                      <a:avLst/>
                      <a:gdLst/>
                      <a:ahLst/>
                      <a:cxnLst/>
                      <a:rect l="l" t="t" r="r" b="b"/>
                      <a:pathLst>
                        <a:path w="179719" h="63585" extrusionOk="0">
                          <a:moveTo>
                            <a:pt x="0" y="0"/>
                          </a:moveTo>
                          <a:cubicBezTo>
                            <a:pt x="23962" y="38208"/>
                            <a:pt x="66510" y="63586"/>
                            <a:pt x="115001" y="63586"/>
                          </a:cubicBezTo>
                          <a:cubicBezTo>
                            <a:pt x="138398" y="63586"/>
                            <a:pt x="160473" y="57642"/>
                            <a:pt x="179719" y="47170"/>
                          </a:cubicBez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08" name="Google Shape;2148;p123">
                      <a:extLst>
                        <a:ext uri="{FF2B5EF4-FFF2-40B4-BE49-F238E27FC236}">
                          <a16:creationId xmlns:a16="http://schemas.microsoft.com/office/drawing/2014/main" id="{85F2B55A-1DFA-4F4B-E5BB-E67B1CF8D77F}"/>
                        </a:ext>
                      </a:extLst>
                    </p:cNvPr>
                    <p:cNvSpPr/>
                    <p:nvPr/>
                  </p:nvSpPr>
                  <p:spPr>
                    <a:xfrm>
                      <a:off x="8206513" y="3331262"/>
                      <a:ext cx="153775" cy="70189"/>
                    </a:xfrm>
                    <a:custGeom>
                      <a:avLst/>
                      <a:gdLst/>
                      <a:ahLst/>
                      <a:cxnLst/>
                      <a:rect l="l" t="t" r="r" b="b"/>
                      <a:pathLst>
                        <a:path w="153775" h="70189" extrusionOk="0">
                          <a:moveTo>
                            <a:pt x="153775" y="189"/>
                          </a:moveTo>
                          <a:cubicBezTo>
                            <a:pt x="150945" y="94"/>
                            <a:pt x="148210" y="0"/>
                            <a:pt x="145379" y="0"/>
                          </a:cubicBezTo>
                          <a:cubicBezTo>
                            <a:pt x="86510" y="0"/>
                            <a:pt x="33962" y="27453"/>
                            <a:pt x="0" y="70189"/>
                          </a:cubicBez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09" name="Google Shape;2149;p123">
                      <a:extLst>
                        <a:ext uri="{FF2B5EF4-FFF2-40B4-BE49-F238E27FC236}">
                          <a16:creationId xmlns:a16="http://schemas.microsoft.com/office/drawing/2014/main" id="{CECEFBC6-67D3-3FA9-43C9-8B10A14AC8C4}"/>
                        </a:ext>
                      </a:extLst>
                    </p:cNvPr>
                    <p:cNvSpPr/>
                    <p:nvPr/>
                  </p:nvSpPr>
                  <p:spPr>
                    <a:xfrm>
                      <a:off x="7986227" y="3251544"/>
                      <a:ext cx="297078" cy="529628"/>
                    </a:xfrm>
                    <a:custGeom>
                      <a:avLst/>
                      <a:gdLst/>
                      <a:ahLst/>
                      <a:cxnLst/>
                      <a:rect l="l" t="t" r="r" b="b"/>
                      <a:pathLst>
                        <a:path w="297078" h="529628" extrusionOk="0">
                          <a:moveTo>
                            <a:pt x="297079" y="94435"/>
                          </a:moveTo>
                          <a:cubicBezTo>
                            <a:pt x="273588" y="38963"/>
                            <a:pt x="218682" y="0"/>
                            <a:pt x="154624" y="0"/>
                          </a:cubicBezTo>
                          <a:cubicBezTo>
                            <a:pt x="69246" y="0"/>
                            <a:pt x="0" y="69246"/>
                            <a:pt x="0" y="154624"/>
                          </a:cubicBezTo>
                          <a:cubicBezTo>
                            <a:pt x="0" y="218587"/>
                            <a:pt x="38868" y="273588"/>
                            <a:pt x="94341" y="297079"/>
                          </a:cubicBezTo>
                          <a:cubicBezTo>
                            <a:pt x="78019" y="320947"/>
                            <a:pt x="68491" y="349815"/>
                            <a:pt x="68491" y="380948"/>
                          </a:cubicBezTo>
                          <a:cubicBezTo>
                            <a:pt x="68491" y="463024"/>
                            <a:pt x="135002" y="529629"/>
                            <a:pt x="217172" y="529629"/>
                          </a:cubicBezTo>
                          <a:cubicBezTo>
                            <a:pt x="221417" y="529629"/>
                            <a:pt x="225757" y="529440"/>
                            <a:pt x="229908" y="529063"/>
                          </a:cubicBez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10" name="Google Shape;2150;p123">
                      <a:extLst>
                        <a:ext uri="{FF2B5EF4-FFF2-40B4-BE49-F238E27FC236}">
                          <a16:creationId xmlns:a16="http://schemas.microsoft.com/office/drawing/2014/main" id="{5ADFB753-2EE0-8406-B924-D2482FA00484}"/>
                        </a:ext>
                      </a:extLst>
                    </p:cNvPr>
                    <p:cNvSpPr/>
                    <p:nvPr/>
                  </p:nvSpPr>
                  <p:spPr>
                    <a:xfrm>
                      <a:off x="8271042" y="3561737"/>
                      <a:ext cx="15523" cy="105850"/>
                    </a:xfrm>
                    <a:custGeom>
                      <a:avLst/>
                      <a:gdLst/>
                      <a:ahLst/>
                      <a:cxnLst/>
                      <a:rect l="l" t="t" r="r" b="b"/>
                      <a:pathLst>
                        <a:path w="15523" h="105850" extrusionOk="0">
                          <a:moveTo>
                            <a:pt x="0" y="105850"/>
                          </a:moveTo>
                          <a:cubicBezTo>
                            <a:pt x="18585" y="72548"/>
                            <a:pt x="20095" y="33585"/>
                            <a:pt x="6604" y="0"/>
                          </a:cubicBez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sp>
                <p:nvSpPr>
                  <p:cNvPr id="105" name="Google Shape;2151;p123">
                    <a:extLst>
                      <a:ext uri="{FF2B5EF4-FFF2-40B4-BE49-F238E27FC236}">
                        <a16:creationId xmlns:a16="http://schemas.microsoft.com/office/drawing/2014/main" id="{526CF0FF-79EE-67ED-001C-8E4E25A3AF56}"/>
                      </a:ext>
                    </a:extLst>
                  </p:cNvPr>
                  <p:cNvSpPr/>
                  <p:nvPr/>
                </p:nvSpPr>
                <p:spPr>
                  <a:xfrm>
                    <a:off x="8484346" y="2905596"/>
                    <a:ext cx="462269" cy="1008974"/>
                  </a:xfrm>
                  <a:custGeom>
                    <a:avLst/>
                    <a:gdLst/>
                    <a:ahLst/>
                    <a:cxnLst/>
                    <a:rect l="l" t="t" r="r" b="b"/>
                    <a:pathLst>
                      <a:path w="462269" h="1008974" extrusionOk="0">
                        <a:moveTo>
                          <a:pt x="462270" y="504534"/>
                        </a:moveTo>
                        <a:cubicBezTo>
                          <a:pt x="462270" y="535290"/>
                          <a:pt x="437364" y="560195"/>
                          <a:pt x="406608" y="560195"/>
                        </a:cubicBezTo>
                        <a:cubicBezTo>
                          <a:pt x="375853" y="560195"/>
                          <a:pt x="350948" y="535290"/>
                          <a:pt x="350948" y="504534"/>
                        </a:cubicBezTo>
                        <a:cubicBezTo>
                          <a:pt x="350948" y="473779"/>
                          <a:pt x="375853" y="448873"/>
                          <a:pt x="406608" y="448873"/>
                        </a:cubicBezTo>
                        <a:cubicBezTo>
                          <a:pt x="437364" y="448873"/>
                          <a:pt x="462270" y="473779"/>
                          <a:pt x="462270" y="504534"/>
                        </a:cubicBezTo>
                        <a:close/>
                        <a:moveTo>
                          <a:pt x="351042" y="504534"/>
                        </a:moveTo>
                        <a:lnTo>
                          <a:pt x="0" y="504534"/>
                        </a:lnTo>
                        <a:moveTo>
                          <a:pt x="180285" y="55661"/>
                        </a:moveTo>
                        <a:cubicBezTo>
                          <a:pt x="180285" y="86416"/>
                          <a:pt x="155379" y="111322"/>
                          <a:pt x="124624" y="111322"/>
                        </a:cubicBezTo>
                        <a:cubicBezTo>
                          <a:pt x="93869" y="111322"/>
                          <a:pt x="68963" y="86416"/>
                          <a:pt x="68963" y="55661"/>
                        </a:cubicBezTo>
                        <a:cubicBezTo>
                          <a:pt x="68963" y="24906"/>
                          <a:pt x="93869" y="0"/>
                          <a:pt x="124624" y="0"/>
                        </a:cubicBezTo>
                        <a:cubicBezTo>
                          <a:pt x="155379" y="0"/>
                          <a:pt x="180285" y="24906"/>
                          <a:pt x="180285" y="55661"/>
                        </a:cubicBezTo>
                        <a:close/>
                        <a:moveTo>
                          <a:pt x="359815" y="185568"/>
                        </a:moveTo>
                        <a:cubicBezTo>
                          <a:pt x="381514" y="207267"/>
                          <a:pt x="381514" y="242456"/>
                          <a:pt x="359815" y="264249"/>
                        </a:cubicBezTo>
                        <a:cubicBezTo>
                          <a:pt x="338117" y="285947"/>
                          <a:pt x="302928" y="285947"/>
                          <a:pt x="281135" y="264249"/>
                        </a:cubicBezTo>
                        <a:cubicBezTo>
                          <a:pt x="259437" y="242550"/>
                          <a:pt x="259437" y="207361"/>
                          <a:pt x="281135" y="185568"/>
                        </a:cubicBezTo>
                        <a:cubicBezTo>
                          <a:pt x="302834" y="163870"/>
                          <a:pt x="338023" y="163870"/>
                          <a:pt x="359815" y="185568"/>
                        </a:cubicBezTo>
                        <a:close/>
                        <a:moveTo>
                          <a:pt x="281135" y="264154"/>
                        </a:moveTo>
                        <a:lnTo>
                          <a:pt x="193776" y="351514"/>
                        </a:lnTo>
                        <a:lnTo>
                          <a:pt x="283" y="351514"/>
                        </a:lnTo>
                        <a:moveTo>
                          <a:pt x="124624" y="1008974"/>
                        </a:moveTo>
                        <a:cubicBezTo>
                          <a:pt x="93869" y="1008974"/>
                          <a:pt x="68963" y="984068"/>
                          <a:pt x="68963" y="953313"/>
                        </a:cubicBezTo>
                        <a:cubicBezTo>
                          <a:pt x="68963" y="922558"/>
                          <a:pt x="93869" y="897653"/>
                          <a:pt x="124624" y="897653"/>
                        </a:cubicBezTo>
                        <a:cubicBezTo>
                          <a:pt x="155379" y="897653"/>
                          <a:pt x="180285" y="922558"/>
                          <a:pt x="180285" y="953313"/>
                        </a:cubicBezTo>
                        <a:cubicBezTo>
                          <a:pt x="180285" y="984068"/>
                          <a:pt x="155379" y="1008974"/>
                          <a:pt x="124624" y="1008974"/>
                        </a:cubicBezTo>
                        <a:close/>
                        <a:moveTo>
                          <a:pt x="281135" y="823501"/>
                        </a:moveTo>
                        <a:cubicBezTo>
                          <a:pt x="259437" y="801802"/>
                          <a:pt x="259437" y="766613"/>
                          <a:pt x="281135" y="744820"/>
                        </a:cubicBezTo>
                        <a:cubicBezTo>
                          <a:pt x="302834" y="723122"/>
                          <a:pt x="338023" y="723122"/>
                          <a:pt x="359815" y="744820"/>
                        </a:cubicBezTo>
                        <a:cubicBezTo>
                          <a:pt x="381608" y="766519"/>
                          <a:pt x="381514" y="801708"/>
                          <a:pt x="359815" y="823501"/>
                        </a:cubicBezTo>
                        <a:cubicBezTo>
                          <a:pt x="338117" y="845199"/>
                          <a:pt x="302928" y="845199"/>
                          <a:pt x="281135" y="823501"/>
                        </a:cubicBezTo>
                        <a:close/>
                        <a:moveTo>
                          <a:pt x="188" y="657461"/>
                        </a:moveTo>
                        <a:lnTo>
                          <a:pt x="193681" y="657461"/>
                        </a:lnTo>
                        <a:lnTo>
                          <a:pt x="281041" y="744820"/>
                        </a:lnTo>
                        <a:moveTo>
                          <a:pt x="124624" y="111228"/>
                        </a:moveTo>
                        <a:lnTo>
                          <a:pt x="124624" y="351514"/>
                        </a:lnTo>
                        <a:moveTo>
                          <a:pt x="124624" y="897747"/>
                        </a:moveTo>
                        <a:lnTo>
                          <a:pt x="124624" y="657461"/>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97" name="Google Shape;2152;p123">
                <a:extLst>
                  <a:ext uri="{FF2B5EF4-FFF2-40B4-BE49-F238E27FC236}">
                    <a16:creationId xmlns:a16="http://schemas.microsoft.com/office/drawing/2014/main" id="{C1F83EB3-D092-D46F-E4E6-489443D2F06D}"/>
                  </a:ext>
                </a:extLst>
              </p:cNvPr>
              <p:cNvGrpSpPr/>
              <p:nvPr/>
            </p:nvGrpSpPr>
            <p:grpSpPr>
              <a:xfrm>
                <a:off x="6405707" y="2681743"/>
                <a:ext cx="632226" cy="199475"/>
                <a:chOff x="7320983" y="2710198"/>
                <a:chExt cx="482431" cy="199475"/>
              </a:xfrm>
            </p:grpSpPr>
            <p:sp>
              <p:nvSpPr>
                <p:cNvPr id="98" name="Google Shape;2153;p123">
                  <a:extLst>
                    <a:ext uri="{FF2B5EF4-FFF2-40B4-BE49-F238E27FC236}">
                      <a16:creationId xmlns:a16="http://schemas.microsoft.com/office/drawing/2014/main" id="{AD2A774D-C501-5938-A628-13020273CDBF}"/>
                    </a:ext>
                  </a:extLst>
                </p:cNvPr>
                <p:cNvSpPr/>
                <p:nvPr/>
              </p:nvSpPr>
              <p:spPr>
                <a:xfrm>
                  <a:off x="7320983" y="2710198"/>
                  <a:ext cx="431061" cy="27725"/>
                </a:xfrm>
                <a:custGeom>
                  <a:avLst/>
                  <a:gdLst/>
                  <a:ahLst/>
                  <a:cxnLst/>
                  <a:rect l="l" t="t" r="r" b="b"/>
                  <a:pathLst>
                    <a:path w="602882" h="38507" extrusionOk="0">
                      <a:moveTo>
                        <a:pt x="0" y="0"/>
                      </a:moveTo>
                      <a:lnTo>
                        <a:pt x="602883" y="0"/>
                      </a:lnTo>
                      <a:lnTo>
                        <a:pt x="602883" y="38507"/>
                      </a:lnTo>
                      <a:lnTo>
                        <a:pt x="0" y="38507"/>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99" name="Google Shape;2154;p123">
                  <a:extLst>
                    <a:ext uri="{FF2B5EF4-FFF2-40B4-BE49-F238E27FC236}">
                      <a16:creationId xmlns:a16="http://schemas.microsoft.com/office/drawing/2014/main" id="{5F57D9F7-DB00-8F39-E7C6-2D9A04D29A54}"/>
                    </a:ext>
                  </a:extLst>
                </p:cNvPr>
                <p:cNvSpPr/>
                <p:nvPr/>
              </p:nvSpPr>
              <p:spPr>
                <a:xfrm>
                  <a:off x="7320983" y="2767448"/>
                  <a:ext cx="482431" cy="27725"/>
                </a:xfrm>
                <a:custGeom>
                  <a:avLst/>
                  <a:gdLst/>
                  <a:ahLst/>
                  <a:cxnLst/>
                  <a:rect l="l" t="t" r="r" b="b"/>
                  <a:pathLst>
                    <a:path w="674729" h="38507" extrusionOk="0">
                      <a:moveTo>
                        <a:pt x="0" y="0"/>
                      </a:moveTo>
                      <a:lnTo>
                        <a:pt x="674730" y="0"/>
                      </a:lnTo>
                      <a:lnTo>
                        <a:pt x="674730" y="38507"/>
                      </a:lnTo>
                      <a:lnTo>
                        <a:pt x="0" y="38507"/>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00" name="Google Shape;2155;p123">
                  <a:extLst>
                    <a:ext uri="{FF2B5EF4-FFF2-40B4-BE49-F238E27FC236}">
                      <a16:creationId xmlns:a16="http://schemas.microsoft.com/office/drawing/2014/main" id="{0AD2D1AB-5653-0053-562F-79C58ECBA0A1}"/>
                    </a:ext>
                  </a:extLst>
                </p:cNvPr>
                <p:cNvSpPr/>
                <p:nvPr/>
              </p:nvSpPr>
              <p:spPr>
                <a:xfrm>
                  <a:off x="7320983" y="2824698"/>
                  <a:ext cx="359232" cy="27725"/>
                </a:xfrm>
                <a:custGeom>
                  <a:avLst/>
                  <a:gdLst/>
                  <a:ahLst/>
                  <a:cxnLst/>
                  <a:rect l="l" t="t" r="r" b="b"/>
                  <a:pathLst>
                    <a:path w="502423" h="38507" extrusionOk="0">
                      <a:moveTo>
                        <a:pt x="0" y="0"/>
                      </a:moveTo>
                      <a:lnTo>
                        <a:pt x="502423" y="0"/>
                      </a:lnTo>
                      <a:lnTo>
                        <a:pt x="502423" y="38507"/>
                      </a:lnTo>
                      <a:lnTo>
                        <a:pt x="0" y="38507"/>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01" name="Google Shape;2156;p123">
                  <a:extLst>
                    <a:ext uri="{FF2B5EF4-FFF2-40B4-BE49-F238E27FC236}">
                      <a16:creationId xmlns:a16="http://schemas.microsoft.com/office/drawing/2014/main" id="{FFA1F827-DDF2-385A-6C59-2FF0CD553696}"/>
                    </a:ext>
                  </a:extLst>
                </p:cNvPr>
                <p:cNvSpPr/>
                <p:nvPr/>
              </p:nvSpPr>
              <p:spPr>
                <a:xfrm>
                  <a:off x="7320983" y="2881948"/>
                  <a:ext cx="426239" cy="27725"/>
                </a:xfrm>
                <a:custGeom>
                  <a:avLst/>
                  <a:gdLst/>
                  <a:ahLst/>
                  <a:cxnLst/>
                  <a:rect l="l" t="t" r="r" b="b"/>
                  <a:pathLst>
                    <a:path w="596139" h="38507" extrusionOk="0">
                      <a:moveTo>
                        <a:pt x="0" y="0"/>
                      </a:moveTo>
                      <a:lnTo>
                        <a:pt x="596140" y="0"/>
                      </a:lnTo>
                      <a:lnTo>
                        <a:pt x="596140" y="38507"/>
                      </a:lnTo>
                      <a:lnTo>
                        <a:pt x="0" y="38507"/>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sp>
        <p:nvSpPr>
          <p:cNvPr id="136" name="Google Shape;2157;p123">
            <a:extLst>
              <a:ext uri="{FF2B5EF4-FFF2-40B4-BE49-F238E27FC236}">
                <a16:creationId xmlns:a16="http://schemas.microsoft.com/office/drawing/2014/main" id="{BAAD0A21-1472-BD2D-BA22-D108316FC84E}"/>
              </a:ext>
            </a:extLst>
          </p:cNvPr>
          <p:cNvSpPr txBox="1"/>
          <p:nvPr/>
        </p:nvSpPr>
        <p:spPr>
          <a:xfrm>
            <a:off x="9454061" y="3622898"/>
            <a:ext cx="2054665" cy="369204"/>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a:solidFill>
                  <a:schemeClr val="dk2"/>
                </a:solidFill>
                <a:latin typeface="Arial"/>
                <a:ea typeface="Arial"/>
                <a:cs typeface="Arial"/>
                <a:sym typeface="Arial"/>
              </a:rPr>
              <a:t>Implement Ransomware protection and recovery</a:t>
            </a:r>
            <a:endParaRPr sz="1333">
              <a:solidFill>
                <a:srgbClr val="000000"/>
              </a:solidFill>
              <a:latin typeface="Arial"/>
              <a:ea typeface="Arial"/>
              <a:cs typeface="Arial"/>
              <a:sym typeface="Arial"/>
            </a:endParaRPr>
          </a:p>
        </p:txBody>
      </p:sp>
      <p:sp>
        <p:nvSpPr>
          <p:cNvPr id="137" name="Google Shape;2158;p123">
            <a:extLst>
              <a:ext uri="{FF2B5EF4-FFF2-40B4-BE49-F238E27FC236}">
                <a16:creationId xmlns:a16="http://schemas.microsoft.com/office/drawing/2014/main" id="{75CD3E4C-F51C-2A45-6FAF-45D47B7C8438}"/>
              </a:ext>
            </a:extLst>
          </p:cNvPr>
          <p:cNvSpPr txBox="1"/>
          <p:nvPr/>
        </p:nvSpPr>
        <p:spPr>
          <a:xfrm>
            <a:off x="9454061" y="4567788"/>
            <a:ext cx="2110650" cy="369204"/>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a:solidFill>
                  <a:schemeClr val="dk2"/>
                </a:solidFill>
                <a:latin typeface="Arial"/>
                <a:ea typeface="Arial"/>
                <a:cs typeface="Arial"/>
                <a:sym typeface="Arial"/>
              </a:rPr>
              <a:t>Implement disaster </a:t>
            </a:r>
            <a:br>
              <a:rPr lang="en" sz="1333">
                <a:solidFill>
                  <a:schemeClr val="dk2"/>
                </a:solidFill>
                <a:latin typeface="Arial"/>
                <a:ea typeface="Arial"/>
                <a:cs typeface="Arial"/>
                <a:sym typeface="Arial"/>
              </a:rPr>
            </a:br>
            <a:r>
              <a:rPr lang="en" sz="1333">
                <a:solidFill>
                  <a:schemeClr val="dk2"/>
                </a:solidFill>
                <a:latin typeface="Arial"/>
                <a:ea typeface="Arial"/>
                <a:cs typeface="Arial"/>
                <a:sym typeface="Arial"/>
              </a:rPr>
              <a:t>recovery</a:t>
            </a:r>
            <a:endParaRPr sz="1333">
              <a:solidFill>
                <a:srgbClr val="000000"/>
              </a:solidFill>
              <a:latin typeface="Arial"/>
              <a:ea typeface="Arial"/>
              <a:cs typeface="Arial"/>
              <a:sym typeface="Arial"/>
            </a:endParaRPr>
          </a:p>
        </p:txBody>
      </p:sp>
      <p:sp>
        <p:nvSpPr>
          <p:cNvPr id="138" name="Google Shape;2159;p123">
            <a:extLst>
              <a:ext uri="{FF2B5EF4-FFF2-40B4-BE49-F238E27FC236}">
                <a16:creationId xmlns:a16="http://schemas.microsoft.com/office/drawing/2014/main" id="{E4728E6C-7766-20E4-4B65-CF6BEF2DCD64}"/>
              </a:ext>
            </a:extLst>
          </p:cNvPr>
          <p:cNvSpPr txBox="1"/>
          <p:nvPr/>
        </p:nvSpPr>
        <p:spPr>
          <a:xfrm>
            <a:off x="9454061" y="5415755"/>
            <a:ext cx="2046267" cy="369204"/>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a:solidFill>
                  <a:schemeClr val="dk2"/>
                </a:solidFill>
                <a:latin typeface="Arial"/>
                <a:ea typeface="Arial"/>
                <a:cs typeface="Arial"/>
                <a:sym typeface="Arial"/>
              </a:rPr>
              <a:t>Integrate security, compliance, and resilience</a:t>
            </a:r>
            <a:endParaRPr sz="1333">
              <a:solidFill>
                <a:srgbClr val="000000"/>
              </a:solidFill>
              <a:latin typeface="Arial"/>
              <a:ea typeface="Arial"/>
              <a:cs typeface="Arial"/>
              <a:sym typeface="Arial"/>
            </a:endParaRPr>
          </a:p>
        </p:txBody>
      </p:sp>
      <p:pic>
        <p:nvPicPr>
          <p:cNvPr id="139" name="Google Shape;2160;p123">
            <a:extLst>
              <a:ext uri="{FF2B5EF4-FFF2-40B4-BE49-F238E27FC236}">
                <a16:creationId xmlns:a16="http://schemas.microsoft.com/office/drawing/2014/main" id="{00A557AE-BD11-2874-98AA-367F1FE4A0E5}"/>
              </a:ext>
            </a:extLst>
          </p:cNvPr>
          <p:cNvPicPr preferRelativeResize="0"/>
          <p:nvPr/>
        </p:nvPicPr>
        <p:blipFill rotWithShape="1">
          <a:blip r:embed="rId3">
            <a:alphaModFix/>
          </a:blip>
          <a:srcRect/>
          <a:stretch/>
        </p:blipFill>
        <p:spPr>
          <a:xfrm>
            <a:off x="10377398" y="1938590"/>
            <a:ext cx="1369301" cy="537164"/>
          </a:xfrm>
          <a:prstGeom prst="rect">
            <a:avLst/>
          </a:prstGeom>
          <a:noFill/>
          <a:ln>
            <a:noFill/>
          </a:ln>
        </p:spPr>
      </p:pic>
      <p:grpSp>
        <p:nvGrpSpPr>
          <p:cNvPr id="140" name="Google Shape;2161;p123">
            <a:extLst>
              <a:ext uri="{FF2B5EF4-FFF2-40B4-BE49-F238E27FC236}">
                <a16:creationId xmlns:a16="http://schemas.microsoft.com/office/drawing/2014/main" id="{1713F101-FA02-6DAA-1C72-1882A4DCCF5B}"/>
              </a:ext>
            </a:extLst>
          </p:cNvPr>
          <p:cNvGrpSpPr/>
          <p:nvPr/>
        </p:nvGrpSpPr>
        <p:grpSpPr>
          <a:xfrm>
            <a:off x="9758662" y="1568880"/>
            <a:ext cx="917941" cy="1002194"/>
            <a:chOff x="5578956" y="7634764"/>
            <a:chExt cx="1956906" cy="2137126"/>
          </a:xfrm>
        </p:grpSpPr>
        <p:sp>
          <p:nvSpPr>
            <p:cNvPr id="141" name="Google Shape;2162;p123">
              <a:extLst>
                <a:ext uri="{FF2B5EF4-FFF2-40B4-BE49-F238E27FC236}">
                  <a16:creationId xmlns:a16="http://schemas.microsoft.com/office/drawing/2014/main" id="{B3D77E18-239F-437D-DAA5-4AA84EBE666E}"/>
                </a:ext>
              </a:extLst>
            </p:cNvPr>
            <p:cNvSpPr/>
            <p:nvPr/>
          </p:nvSpPr>
          <p:spPr>
            <a:xfrm>
              <a:off x="5578956" y="7634764"/>
              <a:ext cx="1956906" cy="2137126"/>
            </a:xfrm>
            <a:custGeom>
              <a:avLst/>
              <a:gdLst/>
              <a:ahLst/>
              <a:cxnLst/>
              <a:rect l="l" t="t" r="r" b="b"/>
              <a:pathLst>
                <a:path w="1956906" h="2137126" extrusionOk="0">
                  <a:moveTo>
                    <a:pt x="1956906" y="0"/>
                  </a:moveTo>
                  <a:lnTo>
                    <a:pt x="1956906" y="798735"/>
                  </a:lnTo>
                  <a:cubicBezTo>
                    <a:pt x="1956906" y="1425837"/>
                    <a:pt x="1545817" y="1956781"/>
                    <a:pt x="978453" y="2137126"/>
                  </a:cubicBezTo>
                  <a:cubicBezTo>
                    <a:pt x="411089" y="1956843"/>
                    <a:pt x="0" y="1425837"/>
                    <a:pt x="0" y="798735"/>
                  </a:cubicBezTo>
                  <a:lnTo>
                    <a:pt x="0" y="0"/>
                  </a:lnTo>
                  <a:cubicBezTo>
                    <a:pt x="0" y="0"/>
                    <a:pt x="1956906" y="0"/>
                    <a:pt x="1956906" y="0"/>
                  </a:cubicBezTo>
                  <a:close/>
                </a:path>
              </a:pathLst>
            </a:custGeom>
            <a:gradFill>
              <a:gsLst>
                <a:gs pos="0">
                  <a:schemeClr val="accent3"/>
                </a:gs>
                <a:gs pos="20000">
                  <a:schemeClr val="accent3"/>
                </a:gs>
                <a:gs pos="86000">
                  <a:schemeClr val="accent4"/>
                </a:gs>
                <a:gs pos="100000">
                  <a:schemeClr val="accent4"/>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42" name="Google Shape;2163;p123">
              <a:extLst>
                <a:ext uri="{FF2B5EF4-FFF2-40B4-BE49-F238E27FC236}">
                  <a16:creationId xmlns:a16="http://schemas.microsoft.com/office/drawing/2014/main" id="{0A227F26-D776-1C19-83F7-FE1A5323C144}"/>
                </a:ext>
              </a:extLst>
            </p:cNvPr>
            <p:cNvSpPr/>
            <p:nvPr/>
          </p:nvSpPr>
          <p:spPr>
            <a:xfrm>
              <a:off x="6557409" y="7634764"/>
              <a:ext cx="978453" cy="2137126"/>
            </a:xfrm>
            <a:custGeom>
              <a:avLst/>
              <a:gdLst/>
              <a:ahLst/>
              <a:cxnLst/>
              <a:rect l="l" t="t" r="r" b="b"/>
              <a:pathLst>
                <a:path w="978453" h="2137126" extrusionOk="0">
                  <a:moveTo>
                    <a:pt x="0" y="0"/>
                  </a:moveTo>
                  <a:lnTo>
                    <a:pt x="978453" y="0"/>
                  </a:lnTo>
                  <a:cubicBezTo>
                    <a:pt x="978453" y="0"/>
                    <a:pt x="978453" y="798735"/>
                    <a:pt x="978453" y="798735"/>
                  </a:cubicBezTo>
                  <a:cubicBezTo>
                    <a:pt x="978453" y="1425837"/>
                    <a:pt x="567364" y="1956781"/>
                    <a:pt x="0" y="2137126"/>
                  </a:cubicBezTo>
                  <a:cubicBezTo>
                    <a:pt x="0" y="2137126"/>
                    <a:pt x="0" y="2137126"/>
                    <a:pt x="0" y="2137126"/>
                  </a:cubicBezTo>
                  <a:lnTo>
                    <a:pt x="0" y="0"/>
                  </a:lnTo>
                  <a:close/>
                </a:path>
              </a:pathLst>
            </a:custGeom>
            <a:solidFill>
              <a:schemeClr val="lt2">
                <a:alpha val="2431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43" name="Google Shape;2164;p123">
            <a:extLst>
              <a:ext uri="{FF2B5EF4-FFF2-40B4-BE49-F238E27FC236}">
                <a16:creationId xmlns:a16="http://schemas.microsoft.com/office/drawing/2014/main" id="{65C12983-F980-65DB-DE43-800CA5CCB0EC}"/>
              </a:ext>
            </a:extLst>
          </p:cNvPr>
          <p:cNvGrpSpPr/>
          <p:nvPr/>
        </p:nvGrpSpPr>
        <p:grpSpPr>
          <a:xfrm>
            <a:off x="9994178" y="1755550"/>
            <a:ext cx="447587" cy="445959"/>
            <a:chOff x="1847259" y="4474380"/>
            <a:chExt cx="603050" cy="600962"/>
          </a:xfrm>
        </p:grpSpPr>
        <p:sp>
          <p:nvSpPr>
            <p:cNvPr id="144" name="Google Shape;2165;p123">
              <a:extLst>
                <a:ext uri="{FF2B5EF4-FFF2-40B4-BE49-F238E27FC236}">
                  <a16:creationId xmlns:a16="http://schemas.microsoft.com/office/drawing/2014/main" id="{9DC3F485-4BD4-87F2-031D-E7092DDFA6CE}"/>
                </a:ext>
              </a:extLst>
            </p:cNvPr>
            <p:cNvSpPr/>
            <p:nvPr/>
          </p:nvSpPr>
          <p:spPr>
            <a:xfrm>
              <a:off x="1946176" y="4474380"/>
              <a:ext cx="504133" cy="553149"/>
            </a:xfrm>
            <a:custGeom>
              <a:avLst/>
              <a:gdLst/>
              <a:ahLst/>
              <a:cxnLst/>
              <a:rect l="l" t="t" r="r" b="b"/>
              <a:pathLst>
                <a:path w="504133" h="553149" extrusionOk="0">
                  <a:moveTo>
                    <a:pt x="482441" y="501920"/>
                  </a:moveTo>
                  <a:lnTo>
                    <a:pt x="482441" y="0"/>
                  </a:lnTo>
                  <a:lnTo>
                    <a:pt x="0" y="0"/>
                  </a:lnTo>
                  <a:lnTo>
                    <a:pt x="0" y="15812"/>
                  </a:lnTo>
                  <a:lnTo>
                    <a:pt x="466629" y="15812"/>
                  </a:lnTo>
                  <a:lnTo>
                    <a:pt x="466629" y="501920"/>
                  </a:lnTo>
                  <a:lnTo>
                    <a:pt x="444999" y="501920"/>
                  </a:lnTo>
                  <a:lnTo>
                    <a:pt x="474535" y="553150"/>
                  </a:lnTo>
                  <a:lnTo>
                    <a:pt x="504134" y="501920"/>
                  </a:lnTo>
                  <a:lnTo>
                    <a:pt x="482441" y="501920"/>
                  </a:ln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45" name="Google Shape;2166;p123">
              <a:extLst>
                <a:ext uri="{FF2B5EF4-FFF2-40B4-BE49-F238E27FC236}">
                  <a16:creationId xmlns:a16="http://schemas.microsoft.com/office/drawing/2014/main" id="{99A642EF-6E3F-95FB-17BD-D4A47C9D8CC7}"/>
                </a:ext>
              </a:extLst>
            </p:cNvPr>
            <p:cNvSpPr/>
            <p:nvPr/>
          </p:nvSpPr>
          <p:spPr>
            <a:xfrm>
              <a:off x="1847259" y="4489179"/>
              <a:ext cx="522285" cy="586163"/>
            </a:xfrm>
            <a:custGeom>
              <a:avLst/>
              <a:gdLst/>
              <a:ahLst/>
              <a:cxnLst/>
              <a:rect l="l" t="t" r="r" b="b"/>
              <a:pathLst>
                <a:path w="522285" h="586163" extrusionOk="0">
                  <a:moveTo>
                    <a:pt x="37442" y="570352"/>
                  </a:moveTo>
                  <a:lnTo>
                    <a:pt x="37442" y="51166"/>
                  </a:lnTo>
                  <a:lnTo>
                    <a:pt x="59135" y="51166"/>
                  </a:lnTo>
                  <a:lnTo>
                    <a:pt x="29536" y="0"/>
                  </a:lnTo>
                  <a:lnTo>
                    <a:pt x="0" y="51166"/>
                  </a:lnTo>
                  <a:lnTo>
                    <a:pt x="21630" y="51166"/>
                  </a:lnTo>
                  <a:lnTo>
                    <a:pt x="21630" y="586164"/>
                  </a:lnTo>
                  <a:lnTo>
                    <a:pt x="522285" y="586164"/>
                  </a:lnTo>
                  <a:lnTo>
                    <a:pt x="522285" y="570352"/>
                  </a:lnTo>
                  <a:lnTo>
                    <a:pt x="37442" y="570352"/>
                  </a:ln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46" name="Google Shape;2167;p123">
              <a:extLst>
                <a:ext uri="{FF2B5EF4-FFF2-40B4-BE49-F238E27FC236}">
                  <a16:creationId xmlns:a16="http://schemas.microsoft.com/office/drawing/2014/main" id="{8FC0919C-8112-28F3-6D99-E42FF9273A66}"/>
                </a:ext>
              </a:extLst>
            </p:cNvPr>
            <p:cNvSpPr/>
            <p:nvPr/>
          </p:nvSpPr>
          <p:spPr>
            <a:xfrm>
              <a:off x="2063877" y="4601125"/>
              <a:ext cx="182022" cy="357719"/>
            </a:xfrm>
            <a:custGeom>
              <a:avLst/>
              <a:gdLst/>
              <a:ahLst/>
              <a:cxnLst/>
              <a:rect l="l" t="t" r="r" b="b"/>
              <a:pathLst>
                <a:path w="182022" h="357719" extrusionOk="0">
                  <a:moveTo>
                    <a:pt x="164819" y="0"/>
                  </a:moveTo>
                  <a:lnTo>
                    <a:pt x="2720" y="150336"/>
                  </a:lnTo>
                  <a:lnTo>
                    <a:pt x="101510" y="187714"/>
                  </a:lnTo>
                  <a:lnTo>
                    <a:pt x="0" y="357719"/>
                  </a:lnTo>
                  <a:lnTo>
                    <a:pt x="182022" y="166843"/>
                  </a:lnTo>
                  <a:lnTo>
                    <a:pt x="86900" y="132564"/>
                  </a:lnTo>
                  <a:lnTo>
                    <a:pt x="164819" y="0"/>
                  </a:ln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47" name="Google Shape;2168;p123">
            <a:extLst>
              <a:ext uri="{FF2B5EF4-FFF2-40B4-BE49-F238E27FC236}">
                <a16:creationId xmlns:a16="http://schemas.microsoft.com/office/drawing/2014/main" id="{63E06952-FA82-5CDD-760D-AC87BA8D7297}"/>
              </a:ext>
            </a:extLst>
          </p:cNvPr>
          <p:cNvGrpSpPr/>
          <p:nvPr/>
        </p:nvGrpSpPr>
        <p:grpSpPr>
          <a:xfrm>
            <a:off x="10783705" y="1367461"/>
            <a:ext cx="313018" cy="312966"/>
            <a:chOff x="10848307" y="1427688"/>
            <a:chExt cx="391832" cy="391832"/>
          </a:xfrm>
        </p:grpSpPr>
        <p:grpSp>
          <p:nvGrpSpPr>
            <p:cNvPr id="148" name="Google Shape;2169;p123">
              <a:extLst>
                <a:ext uri="{FF2B5EF4-FFF2-40B4-BE49-F238E27FC236}">
                  <a16:creationId xmlns:a16="http://schemas.microsoft.com/office/drawing/2014/main" id="{AC122F0A-F924-C09E-9F19-5EC5517BC720}"/>
                </a:ext>
              </a:extLst>
            </p:cNvPr>
            <p:cNvGrpSpPr/>
            <p:nvPr/>
          </p:nvGrpSpPr>
          <p:grpSpPr>
            <a:xfrm>
              <a:off x="10848307" y="1427688"/>
              <a:ext cx="391832" cy="391832"/>
              <a:chOff x="-396256" y="3115798"/>
              <a:chExt cx="601800" cy="601800"/>
            </a:xfrm>
          </p:grpSpPr>
          <p:sp>
            <p:nvSpPr>
              <p:cNvPr id="152" name="Google Shape;2170;p123">
                <a:extLst>
                  <a:ext uri="{FF2B5EF4-FFF2-40B4-BE49-F238E27FC236}">
                    <a16:creationId xmlns:a16="http://schemas.microsoft.com/office/drawing/2014/main" id="{4BA40BD8-3997-BBC5-3C6B-634625E576DC}"/>
                  </a:ext>
                </a:extLst>
              </p:cNvPr>
              <p:cNvSpPr/>
              <p:nvPr/>
            </p:nvSpPr>
            <p:spPr>
              <a:xfrm>
                <a:off x="-396256" y="3115798"/>
                <a:ext cx="601800" cy="601800"/>
              </a:xfrm>
              <a:prstGeom prst="roundRect">
                <a:avLst>
                  <a:gd name="adj" fmla="val 9912"/>
                </a:avLst>
              </a:prstGeom>
              <a:gradFill>
                <a:gsLst>
                  <a:gs pos="0">
                    <a:schemeClr val="accent6"/>
                  </a:gs>
                  <a:gs pos="100000">
                    <a:srgbClr val="D58B3F"/>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53" name="Google Shape;2171;p123">
                <a:extLst>
                  <a:ext uri="{FF2B5EF4-FFF2-40B4-BE49-F238E27FC236}">
                    <a16:creationId xmlns:a16="http://schemas.microsoft.com/office/drawing/2014/main" id="{C13EC27B-7E28-DA60-26FF-0A457E43EE8C}"/>
                  </a:ext>
                </a:extLst>
              </p:cNvPr>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470"/>
                    </a:srgbClr>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49" name="Google Shape;2172;p123">
              <a:extLst>
                <a:ext uri="{FF2B5EF4-FFF2-40B4-BE49-F238E27FC236}">
                  <a16:creationId xmlns:a16="http://schemas.microsoft.com/office/drawing/2014/main" id="{7CB05755-1468-EED0-67FB-EA8A90155E34}"/>
                </a:ext>
              </a:extLst>
            </p:cNvPr>
            <p:cNvGrpSpPr/>
            <p:nvPr/>
          </p:nvGrpSpPr>
          <p:grpSpPr>
            <a:xfrm>
              <a:off x="10951893" y="1486404"/>
              <a:ext cx="184697" cy="274487"/>
              <a:chOff x="911902" y="3187004"/>
              <a:chExt cx="184697" cy="274487"/>
            </a:xfrm>
          </p:grpSpPr>
          <p:sp>
            <p:nvSpPr>
              <p:cNvPr id="150" name="Google Shape;2173;p123">
                <a:extLst>
                  <a:ext uri="{FF2B5EF4-FFF2-40B4-BE49-F238E27FC236}">
                    <a16:creationId xmlns:a16="http://schemas.microsoft.com/office/drawing/2014/main" id="{FF06B9C3-0A11-FA3A-075E-EF004142A23D}"/>
                  </a:ext>
                </a:extLst>
              </p:cNvPr>
              <p:cNvSpPr/>
              <p:nvPr/>
            </p:nvSpPr>
            <p:spPr>
              <a:xfrm>
                <a:off x="911902" y="3187004"/>
                <a:ext cx="184697" cy="274487"/>
              </a:xfrm>
              <a:custGeom>
                <a:avLst/>
                <a:gdLst/>
                <a:ahLst/>
                <a:cxnLst/>
                <a:rect l="l" t="t" r="r" b="b"/>
                <a:pathLst>
                  <a:path w="184697" h="274487" extrusionOk="0">
                    <a:moveTo>
                      <a:pt x="146731" y="107518"/>
                    </a:moveTo>
                    <a:lnTo>
                      <a:pt x="146731" y="55024"/>
                    </a:lnTo>
                    <a:cubicBezTo>
                      <a:pt x="146731" y="24666"/>
                      <a:pt x="124595" y="0"/>
                      <a:pt x="96766" y="0"/>
                    </a:cubicBezTo>
                    <a:lnTo>
                      <a:pt x="88544" y="0"/>
                    </a:lnTo>
                    <a:cubicBezTo>
                      <a:pt x="61349" y="0"/>
                      <a:pt x="38580" y="24666"/>
                      <a:pt x="38580" y="55024"/>
                    </a:cubicBezTo>
                    <a:lnTo>
                      <a:pt x="38580" y="107518"/>
                    </a:lnTo>
                    <a:cubicBezTo>
                      <a:pt x="15179" y="124595"/>
                      <a:pt x="0" y="151790"/>
                      <a:pt x="0" y="182148"/>
                    </a:cubicBezTo>
                    <a:cubicBezTo>
                      <a:pt x="0" y="233378"/>
                      <a:pt x="41110" y="274488"/>
                      <a:pt x="92339" y="274488"/>
                    </a:cubicBezTo>
                    <a:cubicBezTo>
                      <a:pt x="143568" y="274488"/>
                      <a:pt x="184678" y="233378"/>
                      <a:pt x="184678" y="182148"/>
                    </a:cubicBezTo>
                    <a:cubicBezTo>
                      <a:pt x="185311" y="151790"/>
                      <a:pt x="170132" y="124595"/>
                      <a:pt x="146731" y="107518"/>
                    </a:cubicBezTo>
                    <a:close/>
                    <a:moveTo>
                      <a:pt x="54392" y="55656"/>
                    </a:moveTo>
                    <a:cubicBezTo>
                      <a:pt x="54392" y="34153"/>
                      <a:pt x="69571" y="16444"/>
                      <a:pt x="88544" y="16444"/>
                    </a:cubicBezTo>
                    <a:lnTo>
                      <a:pt x="96766" y="16444"/>
                    </a:lnTo>
                    <a:cubicBezTo>
                      <a:pt x="115740" y="16444"/>
                      <a:pt x="130919" y="34153"/>
                      <a:pt x="130919" y="55656"/>
                    </a:cubicBezTo>
                    <a:lnTo>
                      <a:pt x="130919" y="98664"/>
                    </a:lnTo>
                    <a:cubicBezTo>
                      <a:pt x="119535" y="93604"/>
                      <a:pt x="106253" y="90442"/>
                      <a:pt x="92339" y="90442"/>
                    </a:cubicBezTo>
                    <a:cubicBezTo>
                      <a:pt x="78425" y="90442"/>
                      <a:pt x="65776" y="93604"/>
                      <a:pt x="53759" y="98664"/>
                    </a:cubicBezTo>
                    <a:lnTo>
                      <a:pt x="53759" y="55656"/>
                    </a:lnTo>
                    <a:close/>
                    <a:moveTo>
                      <a:pt x="92972" y="259309"/>
                    </a:moveTo>
                    <a:cubicBezTo>
                      <a:pt x="50597" y="259309"/>
                      <a:pt x="16444" y="225156"/>
                      <a:pt x="16444" y="182781"/>
                    </a:cubicBezTo>
                    <a:cubicBezTo>
                      <a:pt x="16444" y="140406"/>
                      <a:pt x="50597" y="106253"/>
                      <a:pt x="92972" y="106253"/>
                    </a:cubicBezTo>
                    <a:cubicBezTo>
                      <a:pt x="135346" y="106253"/>
                      <a:pt x="169499" y="140406"/>
                      <a:pt x="169499" y="182781"/>
                    </a:cubicBezTo>
                    <a:cubicBezTo>
                      <a:pt x="169499" y="224523"/>
                      <a:pt x="134714" y="259309"/>
                      <a:pt x="92972" y="259309"/>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51" name="Google Shape;2174;p123">
                <a:extLst>
                  <a:ext uri="{FF2B5EF4-FFF2-40B4-BE49-F238E27FC236}">
                    <a16:creationId xmlns:a16="http://schemas.microsoft.com/office/drawing/2014/main" id="{F4756B0F-1610-44C6-D9F8-71AE3E6426FF}"/>
                  </a:ext>
                </a:extLst>
              </p:cNvPr>
              <p:cNvSpPr/>
              <p:nvPr/>
            </p:nvSpPr>
            <p:spPr>
              <a:xfrm>
                <a:off x="989695" y="3345119"/>
                <a:ext cx="29765" cy="48066"/>
              </a:xfrm>
              <a:custGeom>
                <a:avLst/>
                <a:gdLst/>
                <a:ahLst/>
                <a:cxnLst/>
                <a:rect l="l" t="t" r="r" b="b"/>
                <a:pathLst>
                  <a:path w="29765" h="48066" extrusionOk="0">
                    <a:moveTo>
                      <a:pt x="15179" y="0"/>
                    </a:moveTo>
                    <a:cubicBezTo>
                      <a:pt x="6957" y="0"/>
                      <a:pt x="0" y="6957"/>
                      <a:pt x="0" y="15179"/>
                    </a:cubicBezTo>
                    <a:cubicBezTo>
                      <a:pt x="0" y="20871"/>
                      <a:pt x="3162" y="25931"/>
                      <a:pt x="7590" y="28461"/>
                    </a:cubicBezTo>
                    <a:lnTo>
                      <a:pt x="7590" y="44272"/>
                    </a:lnTo>
                    <a:cubicBezTo>
                      <a:pt x="7590" y="46802"/>
                      <a:pt x="9487" y="48067"/>
                      <a:pt x="11384" y="48067"/>
                    </a:cubicBezTo>
                    <a:lnTo>
                      <a:pt x="18341" y="48067"/>
                    </a:lnTo>
                    <a:cubicBezTo>
                      <a:pt x="20871" y="48067"/>
                      <a:pt x="22136" y="46170"/>
                      <a:pt x="22136" y="44272"/>
                    </a:cubicBezTo>
                    <a:lnTo>
                      <a:pt x="22136" y="28461"/>
                    </a:lnTo>
                    <a:cubicBezTo>
                      <a:pt x="26563" y="25931"/>
                      <a:pt x="29726" y="20871"/>
                      <a:pt x="29726" y="15179"/>
                    </a:cubicBezTo>
                    <a:cubicBezTo>
                      <a:pt x="30358" y="6957"/>
                      <a:pt x="23401" y="0"/>
                      <a:pt x="15179" y="0"/>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154" name="Google Shape;2175;p123">
            <a:extLst>
              <a:ext uri="{FF2B5EF4-FFF2-40B4-BE49-F238E27FC236}">
                <a16:creationId xmlns:a16="http://schemas.microsoft.com/office/drawing/2014/main" id="{D95437CB-3025-596A-6664-DE096DE0E2CD}"/>
              </a:ext>
            </a:extLst>
          </p:cNvPr>
          <p:cNvGrpSpPr/>
          <p:nvPr/>
        </p:nvGrpSpPr>
        <p:grpSpPr>
          <a:xfrm>
            <a:off x="9106820" y="2271510"/>
            <a:ext cx="313018" cy="312966"/>
            <a:chOff x="10848307" y="1427688"/>
            <a:chExt cx="391832" cy="391832"/>
          </a:xfrm>
        </p:grpSpPr>
        <p:grpSp>
          <p:nvGrpSpPr>
            <p:cNvPr id="155" name="Google Shape;2176;p123">
              <a:extLst>
                <a:ext uri="{FF2B5EF4-FFF2-40B4-BE49-F238E27FC236}">
                  <a16:creationId xmlns:a16="http://schemas.microsoft.com/office/drawing/2014/main" id="{039CBD69-7114-D1E9-443D-2390369BA0F9}"/>
                </a:ext>
              </a:extLst>
            </p:cNvPr>
            <p:cNvGrpSpPr/>
            <p:nvPr/>
          </p:nvGrpSpPr>
          <p:grpSpPr>
            <a:xfrm>
              <a:off x="10848307" y="1427688"/>
              <a:ext cx="391832" cy="391832"/>
              <a:chOff x="-396256" y="3115798"/>
              <a:chExt cx="601800" cy="601800"/>
            </a:xfrm>
          </p:grpSpPr>
          <p:sp>
            <p:nvSpPr>
              <p:cNvPr id="159" name="Google Shape;2177;p123">
                <a:extLst>
                  <a:ext uri="{FF2B5EF4-FFF2-40B4-BE49-F238E27FC236}">
                    <a16:creationId xmlns:a16="http://schemas.microsoft.com/office/drawing/2014/main" id="{2EDA0518-BFFF-F566-1F1B-2D9E11D2758F}"/>
                  </a:ext>
                </a:extLst>
              </p:cNvPr>
              <p:cNvSpPr/>
              <p:nvPr/>
            </p:nvSpPr>
            <p:spPr>
              <a:xfrm>
                <a:off x="-396256" y="3115798"/>
                <a:ext cx="601800" cy="601800"/>
              </a:xfrm>
              <a:prstGeom prst="roundRect">
                <a:avLst>
                  <a:gd name="adj" fmla="val 9912"/>
                </a:avLst>
              </a:prstGeom>
              <a:gradFill>
                <a:gsLst>
                  <a:gs pos="0">
                    <a:schemeClr val="accent6"/>
                  </a:gs>
                  <a:gs pos="100000">
                    <a:srgbClr val="D58B3F"/>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60" name="Google Shape;2178;p123">
                <a:extLst>
                  <a:ext uri="{FF2B5EF4-FFF2-40B4-BE49-F238E27FC236}">
                    <a16:creationId xmlns:a16="http://schemas.microsoft.com/office/drawing/2014/main" id="{519DA85D-D548-C896-1371-CAE042314928}"/>
                  </a:ext>
                </a:extLst>
              </p:cNvPr>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470"/>
                    </a:srgbClr>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56" name="Google Shape;2179;p123">
              <a:extLst>
                <a:ext uri="{FF2B5EF4-FFF2-40B4-BE49-F238E27FC236}">
                  <a16:creationId xmlns:a16="http://schemas.microsoft.com/office/drawing/2014/main" id="{75DD68D3-E226-6673-E684-E1294F01D90E}"/>
                </a:ext>
              </a:extLst>
            </p:cNvPr>
            <p:cNvGrpSpPr/>
            <p:nvPr/>
          </p:nvGrpSpPr>
          <p:grpSpPr>
            <a:xfrm>
              <a:off x="10951893" y="1486404"/>
              <a:ext cx="184697" cy="274487"/>
              <a:chOff x="911902" y="3187004"/>
              <a:chExt cx="184697" cy="274487"/>
            </a:xfrm>
          </p:grpSpPr>
          <p:sp>
            <p:nvSpPr>
              <p:cNvPr id="157" name="Google Shape;2180;p123">
                <a:extLst>
                  <a:ext uri="{FF2B5EF4-FFF2-40B4-BE49-F238E27FC236}">
                    <a16:creationId xmlns:a16="http://schemas.microsoft.com/office/drawing/2014/main" id="{72BC8C42-020D-BE8B-B754-F7439A1BB392}"/>
                  </a:ext>
                </a:extLst>
              </p:cNvPr>
              <p:cNvSpPr/>
              <p:nvPr/>
            </p:nvSpPr>
            <p:spPr>
              <a:xfrm>
                <a:off x="911902" y="3187004"/>
                <a:ext cx="184697" cy="274487"/>
              </a:xfrm>
              <a:custGeom>
                <a:avLst/>
                <a:gdLst/>
                <a:ahLst/>
                <a:cxnLst/>
                <a:rect l="l" t="t" r="r" b="b"/>
                <a:pathLst>
                  <a:path w="184697" h="274487" extrusionOk="0">
                    <a:moveTo>
                      <a:pt x="146731" y="107518"/>
                    </a:moveTo>
                    <a:lnTo>
                      <a:pt x="146731" y="55024"/>
                    </a:lnTo>
                    <a:cubicBezTo>
                      <a:pt x="146731" y="24666"/>
                      <a:pt x="124595" y="0"/>
                      <a:pt x="96766" y="0"/>
                    </a:cubicBezTo>
                    <a:lnTo>
                      <a:pt x="88544" y="0"/>
                    </a:lnTo>
                    <a:cubicBezTo>
                      <a:pt x="61349" y="0"/>
                      <a:pt x="38580" y="24666"/>
                      <a:pt x="38580" y="55024"/>
                    </a:cubicBezTo>
                    <a:lnTo>
                      <a:pt x="38580" y="107518"/>
                    </a:lnTo>
                    <a:cubicBezTo>
                      <a:pt x="15179" y="124595"/>
                      <a:pt x="0" y="151790"/>
                      <a:pt x="0" y="182148"/>
                    </a:cubicBezTo>
                    <a:cubicBezTo>
                      <a:pt x="0" y="233378"/>
                      <a:pt x="41110" y="274488"/>
                      <a:pt x="92339" y="274488"/>
                    </a:cubicBezTo>
                    <a:cubicBezTo>
                      <a:pt x="143568" y="274488"/>
                      <a:pt x="184678" y="233378"/>
                      <a:pt x="184678" y="182148"/>
                    </a:cubicBezTo>
                    <a:cubicBezTo>
                      <a:pt x="185311" y="151790"/>
                      <a:pt x="170132" y="124595"/>
                      <a:pt x="146731" y="107518"/>
                    </a:cubicBezTo>
                    <a:close/>
                    <a:moveTo>
                      <a:pt x="54392" y="55656"/>
                    </a:moveTo>
                    <a:cubicBezTo>
                      <a:pt x="54392" y="34153"/>
                      <a:pt x="69571" y="16444"/>
                      <a:pt x="88544" y="16444"/>
                    </a:cubicBezTo>
                    <a:lnTo>
                      <a:pt x="96766" y="16444"/>
                    </a:lnTo>
                    <a:cubicBezTo>
                      <a:pt x="115740" y="16444"/>
                      <a:pt x="130919" y="34153"/>
                      <a:pt x="130919" y="55656"/>
                    </a:cubicBezTo>
                    <a:lnTo>
                      <a:pt x="130919" y="98664"/>
                    </a:lnTo>
                    <a:cubicBezTo>
                      <a:pt x="119535" y="93604"/>
                      <a:pt x="106253" y="90442"/>
                      <a:pt x="92339" y="90442"/>
                    </a:cubicBezTo>
                    <a:cubicBezTo>
                      <a:pt x="78425" y="90442"/>
                      <a:pt x="65776" y="93604"/>
                      <a:pt x="53759" y="98664"/>
                    </a:cubicBezTo>
                    <a:lnTo>
                      <a:pt x="53759" y="55656"/>
                    </a:lnTo>
                    <a:close/>
                    <a:moveTo>
                      <a:pt x="92972" y="259309"/>
                    </a:moveTo>
                    <a:cubicBezTo>
                      <a:pt x="50597" y="259309"/>
                      <a:pt x="16444" y="225156"/>
                      <a:pt x="16444" y="182781"/>
                    </a:cubicBezTo>
                    <a:cubicBezTo>
                      <a:pt x="16444" y="140406"/>
                      <a:pt x="50597" y="106253"/>
                      <a:pt x="92972" y="106253"/>
                    </a:cubicBezTo>
                    <a:cubicBezTo>
                      <a:pt x="135346" y="106253"/>
                      <a:pt x="169499" y="140406"/>
                      <a:pt x="169499" y="182781"/>
                    </a:cubicBezTo>
                    <a:cubicBezTo>
                      <a:pt x="169499" y="224523"/>
                      <a:pt x="134714" y="259309"/>
                      <a:pt x="92972" y="259309"/>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58" name="Google Shape;2181;p123">
                <a:extLst>
                  <a:ext uri="{FF2B5EF4-FFF2-40B4-BE49-F238E27FC236}">
                    <a16:creationId xmlns:a16="http://schemas.microsoft.com/office/drawing/2014/main" id="{A18024FD-B4A2-6A9E-2B32-41ACF41DE7E6}"/>
                  </a:ext>
                </a:extLst>
              </p:cNvPr>
              <p:cNvSpPr/>
              <p:nvPr/>
            </p:nvSpPr>
            <p:spPr>
              <a:xfrm>
                <a:off x="989695" y="3345119"/>
                <a:ext cx="29765" cy="48066"/>
              </a:xfrm>
              <a:custGeom>
                <a:avLst/>
                <a:gdLst/>
                <a:ahLst/>
                <a:cxnLst/>
                <a:rect l="l" t="t" r="r" b="b"/>
                <a:pathLst>
                  <a:path w="29765" h="48066" extrusionOk="0">
                    <a:moveTo>
                      <a:pt x="15179" y="0"/>
                    </a:moveTo>
                    <a:cubicBezTo>
                      <a:pt x="6957" y="0"/>
                      <a:pt x="0" y="6957"/>
                      <a:pt x="0" y="15179"/>
                    </a:cubicBezTo>
                    <a:cubicBezTo>
                      <a:pt x="0" y="20871"/>
                      <a:pt x="3162" y="25931"/>
                      <a:pt x="7590" y="28461"/>
                    </a:cubicBezTo>
                    <a:lnTo>
                      <a:pt x="7590" y="44272"/>
                    </a:lnTo>
                    <a:cubicBezTo>
                      <a:pt x="7590" y="46802"/>
                      <a:pt x="9487" y="48067"/>
                      <a:pt x="11384" y="48067"/>
                    </a:cubicBezTo>
                    <a:lnTo>
                      <a:pt x="18341" y="48067"/>
                    </a:lnTo>
                    <a:cubicBezTo>
                      <a:pt x="20871" y="48067"/>
                      <a:pt x="22136" y="46170"/>
                      <a:pt x="22136" y="44272"/>
                    </a:cubicBezTo>
                    <a:lnTo>
                      <a:pt x="22136" y="28461"/>
                    </a:lnTo>
                    <a:cubicBezTo>
                      <a:pt x="26563" y="25931"/>
                      <a:pt x="29726" y="20871"/>
                      <a:pt x="29726" y="15179"/>
                    </a:cubicBezTo>
                    <a:cubicBezTo>
                      <a:pt x="30358" y="6957"/>
                      <a:pt x="23401" y="0"/>
                      <a:pt x="15179" y="0"/>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sp>
        <p:nvSpPr>
          <p:cNvPr id="161" name="Google Shape;2182;p123">
            <a:extLst>
              <a:ext uri="{FF2B5EF4-FFF2-40B4-BE49-F238E27FC236}">
                <a16:creationId xmlns:a16="http://schemas.microsoft.com/office/drawing/2014/main" id="{0A358E16-855B-4F0C-771E-2BA8DE3D9868}"/>
              </a:ext>
            </a:extLst>
          </p:cNvPr>
          <p:cNvSpPr/>
          <p:nvPr/>
        </p:nvSpPr>
        <p:spPr>
          <a:xfrm>
            <a:off x="9347995" y="1966150"/>
            <a:ext cx="165957" cy="165957"/>
          </a:xfrm>
          <a:prstGeom prst="roundRect">
            <a:avLst>
              <a:gd name="adj" fmla="val 10574"/>
            </a:avLst>
          </a:prstGeom>
          <a:noFill/>
          <a:ln w="19050" cap="flat" cmpd="sng">
            <a:solidFill>
              <a:schemeClr val="accent6"/>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162" name="Google Shape;2183;p123">
            <a:extLst>
              <a:ext uri="{FF2B5EF4-FFF2-40B4-BE49-F238E27FC236}">
                <a16:creationId xmlns:a16="http://schemas.microsoft.com/office/drawing/2014/main" id="{2A1EDFAA-9513-452A-2ECE-A8796C56EA9C}"/>
              </a:ext>
            </a:extLst>
          </p:cNvPr>
          <p:cNvSpPr/>
          <p:nvPr/>
        </p:nvSpPr>
        <p:spPr>
          <a:xfrm>
            <a:off x="9498673" y="1676874"/>
            <a:ext cx="165957" cy="165957"/>
          </a:xfrm>
          <a:prstGeom prst="roundRect">
            <a:avLst>
              <a:gd name="adj" fmla="val 10574"/>
            </a:avLst>
          </a:prstGeom>
          <a:noFill/>
          <a:ln w="19050" cap="flat" cmpd="sng">
            <a:solidFill>
              <a:schemeClr val="accent6"/>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163" name="Google Shape;2184;p123">
            <a:extLst>
              <a:ext uri="{FF2B5EF4-FFF2-40B4-BE49-F238E27FC236}">
                <a16:creationId xmlns:a16="http://schemas.microsoft.com/office/drawing/2014/main" id="{BE216D9D-5CFA-44A6-D599-018C67EE6638}"/>
              </a:ext>
            </a:extLst>
          </p:cNvPr>
          <p:cNvSpPr/>
          <p:nvPr/>
        </p:nvSpPr>
        <p:spPr>
          <a:xfrm>
            <a:off x="11227846" y="1592335"/>
            <a:ext cx="118369" cy="118369"/>
          </a:xfrm>
          <a:prstGeom prst="roundRect">
            <a:avLst>
              <a:gd name="adj" fmla="val 10574"/>
            </a:avLst>
          </a:prstGeom>
          <a:noFill/>
          <a:ln w="19050" cap="flat" cmpd="sng">
            <a:solidFill>
              <a:schemeClr val="accent6"/>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164" name="Google Shape;2185;p123">
            <a:extLst>
              <a:ext uri="{FF2B5EF4-FFF2-40B4-BE49-F238E27FC236}">
                <a16:creationId xmlns:a16="http://schemas.microsoft.com/office/drawing/2014/main" id="{95BFE170-848F-7996-9477-9E5768BD4888}"/>
              </a:ext>
            </a:extLst>
          </p:cNvPr>
          <p:cNvSpPr/>
          <p:nvPr/>
        </p:nvSpPr>
        <p:spPr>
          <a:xfrm>
            <a:off x="9565549" y="2270310"/>
            <a:ext cx="118369" cy="118369"/>
          </a:xfrm>
          <a:prstGeom prst="roundRect">
            <a:avLst>
              <a:gd name="adj" fmla="val 10574"/>
            </a:avLst>
          </a:prstGeom>
          <a:noFill/>
          <a:ln w="19050" cap="flat" cmpd="sng">
            <a:solidFill>
              <a:schemeClr val="accent6"/>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165" name="Google Shape;2186;p123">
            <a:extLst>
              <a:ext uri="{FF2B5EF4-FFF2-40B4-BE49-F238E27FC236}">
                <a16:creationId xmlns:a16="http://schemas.microsoft.com/office/drawing/2014/main" id="{F1220E7C-5A6E-5C1E-F56D-3F7E76EE417E}"/>
              </a:ext>
            </a:extLst>
          </p:cNvPr>
          <p:cNvSpPr txBox="1"/>
          <p:nvPr/>
        </p:nvSpPr>
        <p:spPr>
          <a:xfrm>
            <a:off x="9550344" y="2751164"/>
            <a:ext cx="1677563" cy="443198"/>
          </a:xfrm>
          <a:prstGeom prst="rect">
            <a:avLst/>
          </a:prstGeom>
          <a:noFill/>
          <a:ln>
            <a:noFill/>
          </a:ln>
        </p:spPr>
        <p:txBody>
          <a:bodyPr spcFirstLastPara="1" wrap="square" lIns="0" tIns="0" rIns="0" bIns="0" anchor="t" anchorCtr="0">
            <a:spAutoFit/>
          </a:bodyPr>
          <a:lstStyle/>
          <a:p>
            <a:pPr algn="ctr">
              <a:lnSpc>
                <a:spcPct val="90000"/>
              </a:lnSpc>
              <a:buClr>
                <a:srgbClr val="000000"/>
              </a:buClr>
              <a:buSzPts val="1200"/>
            </a:pPr>
            <a:r>
              <a:rPr lang="en" sz="1600">
                <a:solidFill>
                  <a:schemeClr val="lt1"/>
                </a:solidFill>
                <a:latin typeface="Arial"/>
                <a:ea typeface="Arial"/>
                <a:cs typeface="Arial"/>
                <a:sym typeface="Arial"/>
              </a:rPr>
              <a:t>Secure and</a:t>
            </a:r>
            <a:br>
              <a:rPr lang="en" sz="1600">
                <a:solidFill>
                  <a:schemeClr val="lt1"/>
                </a:solidFill>
                <a:latin typeface="Arial"/>
                <a:ea typeface="Arial"/>
                <a:cs typeface="Arial"/>
                <a:sym typeface="Arial"/>
              </a:rPr>
            </a:br>
            <a:r>
              <a:rPr lang="en" sz="1600">
                <a:solidFill>
                  <a:schemeClr val="lt1"/>
                </a:solidFill>
                <a:latin typeface="Arial"/>
                <a:ea typeface="Arial"/>
                <a:cs typeface="Arial"/>
                <a:sym typeface="Arial"/>
              </a:rPr>
              <a:t>Resilient Platform</a:t>
            </a:r>
            <a:endParaRPr sz="1466">
              <a:solidFill>
                <a:srgbClr val="000000"/>
              </a:solidFill>
              <a:latin typeface="Arial"/>
              <a:ea typeface="Arial"/>
              <a:cs typeface="Arial"/>
              <a:sym typeface="Arial"/>
            </a:endParaRPr>
          </a:p>
        </p:txBody>
      </p:sp>
      <p:grpSp>
        <p:nvGrpSpPr>
          <p:cNvPr id="166" name="Google Shape;2187;p123">
            <a:extLst>
              <a:ext uri="{FF2B5EF4-FFF2-40B4-BE49-F238E27FC236}">
                <a16:creationId xmlns:a16="http://schemas.microsoft.com/office/drawing/2014/main" id="{C34C8BB1-6AB2-7A50-D462-A672B5218DAD}"/>
              </a:ext>
            </a:extLst>
          </p:cNvPr>
          <p:cNvGrpSpPr/>
          <p:nvPr/>
        </p:nvGrpSpPr>
        <p:grpSpPr>
          <a:xfrm>
            <a:off x="2188423" y="4482862"/>
            <a:ext cx="568089" cy="567845"/>
            <a:chOff x="579815" y="2820551"/>
            <a:chExt cx="912000" cy="912000"/>
          </a:xfrm>
        </p:grpSpPr>
        <p:sp>
          <p:nvSpPr>
            <p:cNvPr id="167" name="Google Shape;2188;p123">
              <a:extLst>
                <a:ext uri="{FF2B5EF4-FFF2-40B4-BE49-F238E27FC236}">
                  <a16:creationId xmlns:a16="http://schemas.microsoft.com/office/drawing/2014/main" id="{B0A52631-AB3D-9B4B-5CBD-434705402F0E}"/>
                </a:ext>
              </a:extLst>
            </p:cNvPr>
            <p:cNvSpPr/>
            <p:nvPr/>
          </p:nvSpPr>
          <p:spPr>
            <a:xfrm>
              <a:off x="579815" y="2820551"/>
              <a:ext cx="912000" cy="9120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376" tIns="45688" rIns="91376" bIns="45688" anchor="ctr" anchorCtr="0">
              <a:noAutofit/>
            </a:bodyPr>
            <a:lstStyle/>
            <a:p>
              <a:pPr algn="ctr">
                <a:buClr>
                  <a:srgbClr val="000000"/>
                </a:buClr>
                <a:buSzPts val="900"/>
              </a:pPr>
              <a:endParaRPr sz="1200">
                <a:solidFill>
                  <a:srgbClr val="FFFFFF"/>
                </a:solidFill>
                <a:latin typeface="Arial"/>
                <a:ea typeface="Arial"/>
                <a:cs typeface="Arial"/>
                <a:sym typeface="Arial"/>
              </a:endParaRPr>
            </a:p>
          </p:txBody>
        </p:sp>
        <p:sp>
          <p:nvSpPr>
            <p:cNvPr id="168" name="Google Shape;2189;p123" descr="Integrate Automate&#10;">
              <a:extLst>
                <a:ext uri="{FF2B5EF4-FFF2-40B4-BE49-F238E27FC236}">
                  <a16:creationId xmlns:a16="http://schemas.microsoft.com/office/drawing/2014/main" id="{FC905574-7DED-E0E0-08B9-A781A5D62499}"/>
                </a:ext>
              </a:extLst>
            </p:cNvPr>
            <p:cNvSpPr/>
            <p:nvPr/>
          </p:nvSpPr>
          <p:spPr>
            <a:xfrm>
              <a:off x="750942" y="2992309"/>
              <a:ext cx="569846" cy="568581"/>
            </a:xfrm>
            <a:custGeom>
              <a:avLst/>
              <a:gdLst/>
              <a:ahLst/>
              <a:cxnLst/>
              <a:rect l="l" t="t" r="r" b="b"/>
              <a:pathLst>
                <a:path w="569846" h="568581" extrusionOk="0">
                  <a:moveTo>
                    <a:pt x="15812" y="284607"/>
                  </a:moveTo>
                  <a:cubicBezTo>
                    <a:pt x="15812" y="136611"/>
                    <a:pt x="136611" y="15811"/>
                    <a:pt x="284607" y="15811"/>
                  </a:cubicBezTo>
                  <a:cubicBezTo>
                    <a:pt x="380741" y="15811"/>
                    <a:pt x="468653" y="66408"/>
                    <a:pt x="516720" y="149261"/>
                  </a:cubicBezTo>
                  <a:lnTo>
                    <a:pt x="471183" y="141039"/>
                  </a:lnTo>
                  <a:lnTo>
                    <a:pt x="468653" y="156850"/>
                  </a:lnTo>
                  <a:lnTo>
                    <a:pt x="538856" y="169499"/>
                  </a:lnTo>
                  <a:lnTo>
                    <a:pt x="553403" y="99929"/>
                  </a:lnTo>
                  <a:lnTo>
                    <a:pt x="537591" y="96134"/>
                  </a:lnTo>
                  <a:lnTo>
                    <a:pt x="528737" y="137876"/>
                  </a:lnTo>
                  <a:cubicBezTo>
                    <a:pt x="477507" y="52494"/>
                    <a:pt x="385801" y="0"/>
                    <a:pt x="284607" y="0"/>
                  </a:cubicBezTo>
                  <a:cubicBezTo>
                    <a:pt x="127757" y="0"/>
                    <a:pt x="0" y="127757"/>
                    <a:pt x="0" y="284607"/>
                  </a:cubicBezTo>
                  <a:cubicBezTo>
                    <a:pt x="0" y="340896"/>
                    <a:pt x="16444" y="395920"/>
                    <a:pt x="48067" y="442722"/>
                  </a:cubicBezTo>
                  <a:lnTo>
                    <a:pt x="61349" y="433868"/>
                  </a:lnTo>
                  <a:cubicBezTo>
                    <a:pt x="31623" y="389595"/>
                    <a:pt x="15812" y="337734"/>
                    <a:pt x="15812" y="284607"/>
                  </a:cubicBezTo>
                  <a:close/>
                  <a:moveTo>
                    <a:pt x="551505" y="185311"/>
                  </a:moveTo>
                  <a:lnTo>
                    <a:pt x="536959" y="191003"/>
                  </a:lnTo>
                  <a:cubicBezTo>
                    <a:pt x="548343" y="220729"/>
                    <a:pt x="554035" y="252352"/>
                    <a:pt x="554035" y="284607"/>
                  </a:cubicBezTo>
                  <a:cubicBezTo>
                    <a:pt x="554035" y="432603"/>
                    <a:pt x="433235" y="553403"/>
                    <a:pt x="285239" y="553403"/>
                  </a:cubicBezTo>
                  <a:cubicBezTo>
                    <a:pt x="213139" y="553403"/>
                    <a:pt x="144201" y="524309"/>
                    <a:pt x="94237" y="473080"/>
                  </a:cubicBezTo>
                  <a:lnTo>
                    <a:pt x="141039" y="481302"/>
                  </a:lnTo>
                  <a:lnTo>
                    <a:pt x="143568" y="465491"/>
                  </a:lnTo>
                  <a:lnTo>
                    <a:pt x="73365" y="452841"/>
                  </a:lnTo>
                  <a:lnTo>
                    <a:pt x="58819" y="522412"/>
                  </a:lnTo>
                  <a:lnTo>
                    <a:pt x="73998" y="525574"/>
                  </a:lnTo>
                  <a:lnTo>
                    <a:pt x="82852" y="483832"/>
                  </a:lnTo>
                  <a:cubicBezTo>
                    <a:pt x="135979" y="537591"/>
                    <a:pt x="208712" y="568582"/>
                    <a:pt x="285239" y="568582"/>
                  </a:cubicBezTo>
                  <a:cubicBezTo>
                    <a:pt x="442090" y="568582"/>
                    <a:pt x="569846" y="440825"/>
                    <a:pt x="569846" y="283975"/>
                  </a:cubicBezTo>
                  <a:cubicBezTo>
                    <a:pt x="569214" y="250454"/>
                    <a:pt x="563522" y="216934"/>
                    <a:pt x="551505" y="185311"/>
                  </a:cubicBezTo>
                  <a:close/>
                  <a:moveTo>
                    <a:pt x="287769" y="174559"/>
                  </a:moveTo>
                  <a:cubicBezTo>
                    <a:pt x="226421" y="174559"/>
                    <a:pt x="176456" y="224523"/>
                    <a:pt x="176456" y="285872"/>
                  </a:cubicBezTo>
                  <a:cubicBezTo>
                    <a:pt x="176456" y="290299"/>
                    <a:pt x="180251" y="293461"/>
                    <a:pt x="184046" y="293461"/>
                  </a:cubicBezTo>
                  <a:cubicBezTo>
                    <a:pt x="187841" y="293461"/>
                    <a:pt x="191635" y="289667"/>
                    <a:pt x="191635" y="285872"/>
                  </a:cubicBezTo>
                  <a:cubicBezTo>
                    <a:pt x="191635" y="233378"/>
                    <a:pt x="234643" y="190370"/>
                    <a:pt x="287137" y="190370"/>
                  </a:cubicBezTo>
                  <a:cubicBezTo>
                    <a:pt x="339631" y="190370"/>
                    <a:pt x="382638" y="233378"/>
                    <a:pt x="382638" y="285872"/>
                  </a:cubicBezTo>
                  <a:cubicBezTo>
                    <a:pt x="382638" y="338366"/>
                    <a:pt x="340264" y="381373"/>
                    <a:pt x="287769" y="381373"/>
                  </a:cubicBezTo>
                  <a:cubicBezTo>
                    <a:pt x="283342" y="381373"/>
                    <a:pt x="280180" y="385168"/>
                    <a:pt x="280180" y="388963"/>
                  </a:cubicBezTo>
                  <a:cubicBezTo>
                    <a:pt x="280180" y="392758"/>
                    <a:pt x="283975" y="396552"/>
                    <a:pt x="287769" y="396552"/>
                  </a:cubicBezTo>
                  <a:cubicBezTo>
                    <a:pt x="349118" y="396552"/>
                    <a:pt x="399082" y="346588"/>
                    <a:pt x="399082" y="285239"/>
                  </a:cubicBezTo>
                  <a:cubicBezTo>
                    <a:pt x="399082" y="223891"/>
                    <a:pt x="349118" y="174559"/>
                    <a:pt x="287769" y="174559"/>
                  </a:cubicBezTo>
                  <a:close/>
                  <a:moveTo>
                    <a:pt x="439560" y="331409"/>
                  </a:moveTo>
                  <a:cubicBezTo>
                    <a:pt x="443987" y="330777"/>
                    <a:pt x="449047" y="329512"/>
                    <a:pt x="454739" y="327614"/>
                  </a:cubicBezTo>
                  <a:cubicBezTo>
                    <a:pt x="465491" y="324452"/>
                    <a:pt x="469918" y="323187"/>
                    <a:pt x="471815" y="323187"/>
                  </a:cubicBezTo>
                  <a:lnTo>
                    <a:pt x="478140" y="321922"/>
                  </a:lnTo>
                  <a:lnTo>
                    <a:pt x="478140" y="251719"/>
                  </a:lnTo>
                  <a:lnTo>
                    <a:pt x="471815" y="250454"/>
                  </a:lnTo>
                  <a:cubicBezTo>
                    <a:pt x="468653" y="249822"/>
                    <a:pt x="462961" y="248557"/>
                    <a:pt x="454739" y="246027"/>
                  </a:cubicBezTo>
                  <a:cubicBezTo>
                    <a:pt x="449047" y="244130"/>
                    <a:pt x="443354" y="242865"/>
                    <a:pt x="438927" y="242232"/>
                  </a:cubicBezTo>
                  <a:cubicBezTo>
                    <a:pt x="437662" y="237805"/>
                    <a:pt x="434500" y="229583"/>
                    <a:pt x="428175" y="212507"/>
                  </a:cubicBezTo>
                  <a:cubicBezTo>
                    <a:pt x="432603" y="205550"/>
                    <a:pt x="438295" y="195430"/>
                    <a:pt x="445884" y="182148"/>
                  </a:cubicBezTo>
                  <a:lnTo>
                    <a:pt x="449047" y="176456"/>
                  </a:lnTo>
                  <a:lnTo>
                    <a:pt x="443987" y="172029"/>
                  </a:lnTo>
                  <a:cubicBezTo>
                    <a:pt x="440192" y="168867"/>
                    <a:pt x="433235" y="162542"/>
                    <a:pt x="424381" y="153055"/>
                  </a:cubicBezTo>
                  <a:cubicBezTo>
                    <a:pt x="415526" y="143568"/>
                    <a:pt x="407937" y="137244"/>
                    <a:pt x="400980" y="132817"/>
                  </a:cubicBezTo>
                  <a:lnTo>
                    <a:pt x="397817" y="130919"/>
                  </a:lnTo>
                  <a:lnTo>
                    <a:pt x="394023" y="132184"/>
                  </a:lnTo>
                  <a:cubicBezTo>
                    <a:pt x="390228" y="133449"/>
                    <a:pt x="384536" y="136611"/>
                    <a:pt x="376314" y="142304"/>
                  </a:cubicBezTo>
                  <a:cubicBezTo>
                    <a:pt x="371887" y="144833"/>
                    <a:pt x="368092" y="147363"/>
                    <a:pt x="364929" y="148628"/>
                  </a:cubicBezTo>
                  <a:cubicBezTo>
                    <a:pt x="361135" y="146098"/>
                    <a:pt x="356075" y="143568"/>
                    <a:pt x="349750" y="141671"/>
                  </a:cubicBezTo>
                  <a:cubicBezTo>
                    <a:pt x="342793" y="139141"/>
                    <a:pt x="338366" y="137244"/>
                    <a:pt x="335204" y="135979"/>
                  </a:cubicBezTo>
                  <a:cubicBezTo>
                    <a:pt x="330777" y="118270"/>
                    <a:pt x="326982" y="106886"/>
                    <a:pt x="325084" y="101826"/>
                  </a:cubicBezTo>
                  <a:lnTo>
                    <a:pt x="321922" y="96134"/>
                  </a:lnTo>
                  <a:lnTo>
                    <a:pt x="254881" y="96134"/>
                  </a:lnTo>
                  <a:lnTo>
                    <a:pt x="252984" y="101826"/>
                  </a:lnTo>
                  <a:cubicBezTo>
                    <a:pt x="251719" y="106886"/>
                    <a:pt x="249822" y="113210"/>
                    <a:pt x="247292" y="121432"/>
                  </a:cubicBezTo>
                  <a:cubicBezTo>
                    <a:pt x="245394" y="127757"/>
                    <a:pt x="244130" y="132817"/>
                    <a:pt x="243497" y="136611"/>
                  </a:cubicBezTo>
                  <a:cubicBezTo>
                    <a:pt x="238437" y="137876"/>
                    <a:pt x="230215" y="141039"/>
                    <a:pt x="213771" y="147996"/>
                  </a:cubicBezTo>
                  <a:cubicBezTo>
                    <a:pt x="206182" y="142936"/>
                    <a:pt x="195430" y="136611"/>
                    <a:pt x="182781" y="130919"/>
                  </a:cubicBezTo>
                  <a:lnTo>
                    <a:pt x="178354" y="127757"/>
                  </a:lnTo>
                  <a:lnTo>
                    <a:pt x="174559" y="131552"/>
                  </a:lnTo>
                  <a:cubicBezTo>
                    <a:pt x="142304" y="163175"/>
                    <a:pt x="135346" y="171397"/>
                    <a:pt x="132817" y="174559"/>
                  </a:cubicBezTo>
                  <a:lnTo>
                    <a:pt x="129022" y="179619"/>
                  </a:lnTo>
                  <a:lnTo>
                    <a:pt x="133449" y="184046"/>
                  </a:lnTo>
                  <a:cubicBezTo>
                    <a:pt x="135979" y="186576"/>
                    <a:pt x="140406" y="193533"/>
                    <a:pt x="149261" y="209977"/>
                  </a:cubicBezTo>
                  <a:cubicBezTo>
                    <a:pt x="146731" y="213771"/>
                    <a:pt x="144833" y="218831"/>
                    <a:pt x="141671" y="225156"/>
                  </a:cubicBezTo>
                  <a:cubicBezTo>
                    <a:pt x="139141" y="231480"/>
                    <a:pt x="136611" y="236540"/>
                    <a:pt x="135346" y="239702"/>
                  </a:cubicBezTo>
                  <a:cubicBezTo>
                    <a:pt x="130919" y="240335"/>
                    <a:pt x="125860" y="241600"/>
                    <a:pt x="120800" y="243497"/>
                  </a:cubicBezTo>
                  <a:cubicBezTo>
                    <a:pt x="112578" y="246027"/>
                    <a:pt x="106886" y="247292"/>
                    <a:pt x="103723" y="247924"/>
                  </a:cubicBezTo>
                  <a:lnTo>
                    <a:pt x="97399" y="249189"/>
                  </a:lnTo>
                  <a:lnTo>
                    <a:pt x="97399" y="319392"/>
                  </a:lnTo>
                  <a:lnTo>
                    <a:pt x="103723" y="320657"/>
                  </a:lnTo>
                  <a:cubicBezTo>
                    <a:pt x="106886" y="321290"/>
                    <a:pt x="112578" y="322555"/>
                    <a:pt x="121432" y="325084"/>
                  </a:cubicBezTo>
                  <a:cubicBezTo>
                    <a:pt x="126492" y="326349"/>
                    <a:pt x="131552" y="327614"/>
                    <a:pt x="135346" y="328247"/>
                  </a:cubicBezTo>
                  <a:cubicBezTo>
                    <a:pt x="136611" y="333306"/>
                    <a:pt x="138509" y="338999"/>
                    <a:pt x="141039" y="344691"/>
                  </a:cubicBezTo>
                  <a:cubicBezTo>
                    <a:pt x="144201" y="352280"/>
                    <a:pt x="146098" y="356707"/>
                    <a:pt x="147363" y="359237"/>
                  </a:cubicBezTo>
                  <a:cubicBezTo>
                    <a:pt x="134082" y="382006"/>
                    <a:pt x="131552" y="388330"/>
                    <a:pt x="130919" y="390860"/>
                  </a:cubicBezTo>
                  <a:lnTo>
                    <a:pt x="129654" y="395288"/>
                  </a:lnTo>
                  <a:lnTo>
                    <a:pt x="132817" y="398450"/>
                  </a:lnTo>
                  <a:cubicBezTo>
                    <a:pt x="163175" y="429440"/>
                    <a:pt x="171397" y="435765"/>
                    <a:pt x="174559" y="438295"/>
                  </a:cubicBezTo>
                  <a:lnTo>
                    <a:pt x="178354" y="440825"/>
                  </a:lnTo>
                  <a:lnTo>
                    <a:pt x="182148" y="438927"/>
                  </a:lnTo>
                  <a:cubicBezTo>
                    <a:pt x="185311" y="437662"/>
                    <a:pt x="191003" y="434500"/>
                    <a:pt x="199225" y="429440"/>
                  </a:cubicBezTo>
                  <a:cubicBezTo>
                    <a:pt x="204285" y="426278"/>
                    <a:pt x="208079" y="424381"/>
                    <a:pt x="211874" y="423116"/>
                  </a:cubicBezTo>
                  <a:cubicBezTo>
                    <a:pt x="215669" y="425013"/>
                    <a:pt x="223891" y="428808"/>
                    <a:pt x="240967" y="436397"/>
                  </a:cubicBezTo>
                  <a:cubicBezTo>
                    <a:pt x="241600" y="438927"/>
                    <a:pt x="242865" y="443987"/>
                    <a:pt x="244762" y="450944"/>
                  </a:cubicBezTo>
                  <a:cubicBezTo>
                    <a:pt x="246659" y="459798"/>
                    <a:pt x="248557" y="466123"/>
                    <a:pt x="251087" y="471183"/>
                  </a:cubicBezTo>
                  <a:lnTo>
                    <a:pt x="252984" y="475610"/>
                  </a:lnTo>
                  <a:lnTo>
                    <a:pt x="318760" y="475610"/>
                  </a:lnTo>
                  <a:lnTo>
                    <a:pt x="320657" y="471183"/>
                  </a:lnTo>
                  <a:cubicBezTo>
                    <a:pt x="322555" y="467388"/>
                    <a:pt x="324452" y="460431"/>
                    <a:pt x="326982" y="449679"/>
                  </a:cubicBezTo>
                  <a:cubicBezTo>
                    <a:pt x="328247" y="442722"/>
                    <a:pt x="330144" y="438295"/>
                    <a:pt x="331409" y="435765"/>
                  </a:cubicBezTo>
                  <a:cubicBezTo>
                    <a:pt x="340896" y="433868"/>
                    <a:pt x="351015" y="429440"/>
                    <a:pt x="361135" y="424381"/>
                  </a:cubicBezTo>
                  <a:cubicBezTo>
                    <a:pt x="371254" y="430705"/>
                    <a:pt x="381373" y="436397"/>
                    <a:pt x="391493" y="441457"/>
                  </a:cubicBezTo>
                  <a:lnTo>
                    <a:pt x="396552" y="443987"/>
                  </a:lnTo>
                  <a:lnTo>
                    <a:pt x="400347" y="440192"/>
                  </a:lnTo>
                  <a:cubicBezTo>
                    <a:pt x="432603" y="408569"/>
                    <a:pt x="438927" y="400347"/>
                    <a:pt x="441457" y="397185"/>
                  </a:cubicBezTo>
                  <a:lnTo>
                    <a:pt x="444619" y="392125"/>
                  </a:lnTo>
                  <a:lnTo>
                    <a:pt x="440825" y="387698"/>
                  </a:lnTo>
                  <a:cubicBezTo>
                    <a:pt x="438295" y="384536"/>
                    <a:pt x="435133" y="379476"/>
                    <a:pt x="431338" y="373151"/>
                  </a:cubicBezTo>
                  <a:cubicBezTo>
                    <a:pt x="428808" y="368092"/>
                    <a:pt x="426278" y="364297"/>
                    <a:pt x="424381" y="361135"/>
                  </a:cubicBezTo>
                  <a:cubicBezTo>
                    <a:pt x="426911" y="357340"/>
                    <a:pt x="429440" y="352280"/>
                    <a:pt x="431970" y="345323"/>
                  </a:cubicBezTo>
                  <a:cubicBezTo>
                    <a:pt x="436397" y="338366"/>
                    <a:pt x="438295" y="333939"/>
                    <a:pt x="439560" y="331409"/>
                  </a:cubicBezTo>
                  <a:close/>
                  <a:moveTo>
                    <a:pt x="429440" y="316862"/>
                  </a:moveTo>
                  <a:lnTo>
                    <a:pt x="427543" y="320025"/>
                  </a:lnTo>
                  <a:cubicBezTo>
                    <a:pt x="425646" y="323820"/>
                    <a:pt x="422483" y="330144"/>
                    <a:pt x="418689" y="340263"/>
                  </a:cubicBezTo>
                  <a:cubicBezTo>
                    <a:pt x="415526" y="349750"/>
                    <a:pt x="412364" y="353545"/>
                    <a:pt x="411099" y="355443"/>
                  </a:cubicBezTo>
                  <a:lnTo>
                    <a:pt x="406672" y="359870"/>
                  </a:lnTo>
                  <a:lnTo>
                    <a:pt x="409834" y="364929"/>
                  </a:lnTo>
                  <a:cubicBezTo>
                    <a:pt x="410467" y="366194"/>
                    <a:pt x="412364" y="369357"/>
                    <a:pt x="419321" y="380741"/>
                  </a:cubicBezTo>
                  <a:cubicBezTo>
                    <a:pt x="421851" y="385168"/>
                    <a:pt x="423748" y="388963"/>
                    <a:pt x="426278" y="392125"/>
                  </a:cubicBezTo>
                  <a:cubicBezTo>
                    <a:pt x="421851" y="397185"/>
                    <a:pt x="412996" y="406672"/>
                    <a:pt x="394655" y="425013"/>
                  </a:cubicBezTo>
                  <a:cubicBezTo>
                    <a:pt x="385168" y="420586"/>
                    <a:pt x="376314" y="414894"/>
                    <a:pt x="367459" y="408569"/>
                  </a:cubicBezTo>
                  <a:lnTo>
                    <a:pt x="363032" y="406039"/>
                  </a:lnTo>
                  <a:lnTo>
                    <a:pt x="358605" y="408569"/>
                  </a:lnTo>
                  <a:cubicBezTo>
                    <a:pt x="347221" y="415526"/>
                    <a:pt x="335836" y="419953"/>
                    <a:pt x="325717" y="421851"/>
                  </a:cubicBezTo>
                  <a:lnTo>
                    <a:pt x="322555" y="422483"/>
                  </a:lnTo>
                  <a:lnTo>
                    <a:pt x="320657" y="425013"/>
                  </a:lnTo>
                  <a:cubicBezTo>
                    <a:pt x="317495" y="429440"/>
                    <a:pt x="315598" y="436397"/>
                    <a:pt x="313068" y="446517"/>
                  </a:cubicBezTo>
                  <a:cubicBezTo>
                    <a:pt x="311803" y="452841"/>
                    <a:pt x="310538" y="457269"/>
                    <a:pt x="309273" y="459798"/>
                  </a:cubicBezTo>
                  <a:lnTo>
                    <a:pt x="263736" y="459798"/>
                  </a:lnTo>
                  <a:cubicBezTo>
                    <a:pt x="263103" y="457269"/>
                    <a:pt x="261838" y="452841"/>
                    <a:pt x="260574" y="447782"/>
                  </a:cubicBezTo>
                  <a:cubicBezTo>
                    <a:pt x="258676" y="438295"/>
                    <a:pt x="256779" y="431970"/>
                    <a:pt x="254881" y="428175"/>
                  </a:cubicBezTo>
                  <a:lnTo>
                    <a:pt x="254249" y="425013"/>
                  </a:lnTo>
                  <a:lnTo>
                    <a:pt x="251087" y="423748"/>
                  </a:lnTo>
                  <a:cubicBezTo>
                    <a:pt x="223891" y="411731"/>
                    <a:pt x="218199" y="409202"/>
                    <a:pt x="217566" y="408569"/>
                  </a:cubicBezTo>
                  <a:lnTo>
                    <a:pt x="214404" y="406672"/>
                  </a:lnTo>
                  <a:lnTo>
                    <a:pt x="210609" y="407937"/>
                  </a:lnTo>
                  <a:cubicBezTo>
                    <a:pt x="204917" y="409834"/>
                    <a:pt x="198592" y="412364"/>
                    <a:pt x="191635" y="417424"/>
                  </a:cubicBezTo>
                  <a:cubicBezTo>
                    <a:pt x="186576" y="420586"/>
                    <a:pt x="182781" y="422483"/>
                    <a:pt x="180884" y="423748"/>
                  </a:cubicBezTo>
                  <a:cubicBezTo>
                    <a:pt x="176456" y="419953"/>
                    <a:pt x="166969" y="411099"/>
                    <a:pt x="148628" y="392758"/>
                  </a:cubicBezTo>
                  <a:cubicBezTo>
                    <a:pt x="150525" y="388963"/>
                    <a:pt x="154953" y="380741"/>
                    <a:pt x="163807" y="365562"/>
                  </a:cubicBezTo>
                  <a:lnTo>
                    <a:pt x="165705" y="362400"/>
                  </a:lnTo>
                  <a:lnTo>
                    <a:pt x="164440" y="359237"/>
                  </a:lnTo>
                  <a:cubicBezTo>
                    <a:pt x="163807" y="357340"/>
                    <a:pt x="162542" y="354178"/>
                    <a:pt x="156218" y="340263"/>
                  </a:cubicBezTo>
                  <a:cubicBezTo>
                    <a:pt x="153055" y="333306"/>
                    <a:pt x="151158" y="327614"/>
                    <a:pt x="150525" y="322555"/>
                  </a:cubicBezTo>
                  <a:lnTo>
                    <a:pt x="149893" y="316862"/>
                  </a:lnTo>
                  <a:lnTo>
                    <a:pt x="144201" y="316230"/>
                  </a:lnTo>
                  <a:cubicBezTo>
                    <a:pt x="139774" y="315598"/>
                    <a:pt x="133449" y="314333"/>
                    <a:pt x="126492" y="312435"/>
                  </a:cubicBezTo>
                  <a:cubicBezTo>
                    <a:pt x="121432" y="311170"/>
                    <a:pt x="117638" y="309905"/>
                    <a:pt x="113843" y="309273"/>
                  </a:cubicBezTo>
                  <a:lnTo>
                    <a:pt x="113843" y="264368"/>
                  </a:lnTo>
                  <a:cubicBezTo>
                    <a:pt x="117005" y="263736"/>
                    <a:pt x="120800" y="262471"/>
                    <a:pt x="125227" y="261206"/>
                  </a:cubicBezTo>
                  <a:cubicBezTo>
                    <a:pt x="131552" y="259309"/>
                    <a:pt x="137244" y="258044"/>
                    <a:pt x="141671" y="257411"/>
                  </a:cubicBezTo>
                  <a:lnTo>
                    <a:pt x="145466" y="256779"/>
                  </a:lnTo>
                  <a:lnTo>
                    <a:pt x="147363" y="253616"/>
                  </a:lnTo>
                  <a:cubicBezTo>
                    <a:pt x="149261" y="250454"/>
                    <a:pt x="151790" y="244130"/>
                    <a:pt x="156218" y="234010"/>
                  </a:cubicBezTo>
                  <a:cubicBezTo>
                    <a:pt x="159380" y="226421"/>
                    <a:pt x="161910" y="220729"/>
                    <a:pt x="164440" y="217566"/>
                  </a:cubicBezTo>
                  <a:lnTo>
                    <a:pt x="166969" y="213771"/>
                  </a:lnTo>
                  <a:lnTo>
                    <a:pt x="164440" y="209344"/>
                  </a:lnTo>
                  <a:cubicBezTo>
                    <a:pt x="157483" y="196695"/>
                    <a:pt x="152423" y="187841"/>
                    <a:pt x="147996" y="181516"/>
                  </a:cubicBezTo>
                  <a:cubicBezTo>
                    <a:pt x="152423" y="176456"/>
                    <a:pt x="161277" y="166969"/>
                    <a:pt x="180251" y="149261"/>
                  </a:cubicBezTo>
                  <a:cubicBezTo>
                    <a:pt x="191635" y="154953"/>
                    <a:pt x="201122" y="160645"/>
                    <a:pt x="207447" y="165072"/>
                  </a:cubicBezTo>
                  <a:lnTo>
                    <a:pt x="211874" y="165705"/>
                  </a:lnTo>
                  <a:lnTo>
                    <a:pt x="216301" y="163807"/>
                  </a:lnTo>
                  <a:cubicBezTo>
                    <a:pt x="243497" y="151790"/>
                    <a:pt x="249189" y="150525"/>
                    <a:pt x="250454" y="150525"/>
                  </a:cubicBezTo>
                  <a:lnTo>
                    <a:pt x="256146" y="150525"/>
                  </a:lnTo>
                  <a:lnTo>
                    <a:pt x="258044" y="145466"/>
                  </a:lnTo>
                  <a:cubicBezTo>
                    <a:pt x="258676" y="142936"/>
                    <a:pt x="260574" y="136611"/>
                    <a:pt x="263736" y="125860"/>
                  </a:cubicBezTo>
                  <a:cubicBezTo>
                    <a:pt x="265001" y="120800"/>
                    <a:pt x="266266" y="116373"/>
                    <a:pt x="267531" y="112578"/>
                  </a:cubicBezTo>
                  <a:lnTo>
                    <a:pt x="311803" y="112578"/>
                  </a:lnTo>
                  <a:cubicBezTo>
                    <a:pt x="313700" y="118902"/>
                    <a:pt x="316862" y="129022"/>
                    <a:pt x="320657" y="143568"/>
                  </a:cubicBezTo>
                  <a:lnTo>
                    <a:pt x="321290" y="147363"/>
                  </a:lnTo>
                  <a:lnTo>
                    <a:pt x="324452" y="148628"/>
                  </a:lnTo>
                  <a:cubicBezTo>
                    <a:pt x="326982" y="149893"/>
                    <a:pt x="332674" y="152423"/>
                    <a:pt x="342793" y="156218"/>
                  </a:cubicBezTo>
                  <a:cubicBezTo>
                    <a:pt x="351648" y="159380"/>
                    <a:pt x="355443" y="161910"/>
                    <a:pt x="357972" y="163807"/>
                  </a:cubicBezTo>
                  <a:lnTo>
                    <a:pt x="361135" y="166337"/>
                  </a:lnTo>
                  <a:lnTo>
                    <a:pt x="364929" y="165072"/>
                  </a:lnTo>
                  <a:cubicBezTo>
                    <a:pt x="370622" y="163175"/>
                    <a:pt x="376946" y="160645"/>
                    <a:pt x="383903" y="155585"/>
                  </a:cubicBezTo>
                  <a:cubicBezTo>
                    <a:pt x="388963" y="152423"/>
                    <a:pt x="392758" y="149893"/>
                    <a:pt x="395288" y="148628"/>
                  </a:cubicBezTo>
                  <a:cubicBezTo>
                    <a:pt x="399715" y="151790"/>
                    <a:pt x="405407" y="156850"/>
                    <a:pt x="411731" y="163807"/>
                  </a:cubicBezTo>
                  <a:cubicBezTo>
                    <a:pt x="418689" y="170764"/>
                    <a:pt x="423748" y="175824"/>
                    <a:pt x="428175" y="179619"/>
                  </a:cubicBezTo>
                  <a:cubicBezTo>
                    <a:pt x="421218" y="191635"/>
                    <a:pt x="416159" y="201122"/>
                    <a:pt x="412364" y="206814"/>
                  </a:cubicBezTo>
                  <a:lnTo>
                    <a:pt x="409834" y="209977"/>
                  </a:lnTo>
                  <a:lnTo>
                    <a:pt x="411099" y="213771"/>
                  </a:lnTo>
                  <a:cubicBezTo>
                    <a:pt x="426278" y="258044"/>
                    <a:pt x="426911" y="259309"/>
                    <a:pt x="433868" y="257411"/>
                  </a:cubicBezTo>
                  <a:cubicBezTo>
                    <a:pt x="438295" y="258044"/>
                    <a:pt x="443354" y="259309"/>
                    <a:pt x="449047" y="261206"/>
                  </a:cubicBezTo>
                  <a:cubicBezTo>
                    <a:pt x="454106" y="262471"/>
                    <a:pt x="457901" y="263736"/>
                    <a:pt x="461696" y="264368"/>
                  </a:cubicBezTo>
                  <a:lnTo>
                    <a:pt x="461696" y="309905"/>
                  </a:lnTo>
                  <a:cubicBezTo>
                    <a:pt x="458534" y="310538"/>
                    <a:pt x="454739" y="311803"/>
                    <a:pt x="450312" y="313068"/>
                  </a:cubicBezTo>
                  <a:cubicBezTo>
                    <a:pt x="443987" y="314965"/>
                    <a:pt x="438295" y="316230"/>
                    <a:pt x="433868" y="316862"/>
                  </a:cubicBezTo>
                  <a:lnTo>
                    <a:pt x="429440" y="316862"/>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69" name="Google Shape;2190;p123">
            <a:extLst>
              <a:ext uri="{FF2B5EF4-FFF2-40B4-BE49-F238E27FC236}">
                <a16:creationId xmlns:a16="http://schemas.microsoft.com/office/drawing/2014/main" id="{35ED72A7-67E0-91A7-A144-78B6E5CA714F}"/>
              </a:ext>
            </a:extLst>
          </p:cNvPr>
          <p:cNvGrpSpPr/>
          <p:nvPr/>
        </p:nvGrpSpPr>
        <p:grpSpPr>
          <a:xfrm>
            <a:off x="2188423" y="5427792"/>
            <a:ext cx="568089" cy="567845"/>
            <a:chOff x="579815" y="4022405"/>
            <a:chExt cx="912000" cy="912000"/>
          </a:xfrm>
        </p:grpSpPr>
        <p:sp>
          <p:nvSpPr>
            <p:cNvPr id="170" name="Google Shape;2191;p123">
              <a:extLst>
                <a:ext uri="{FF2B5EF4-FFF2-40B4-BE49-F238E27FC236}">
                  <a16:creationId xmlns:a16="http://schemas.microsoft.com/office/drawing/2014/main" id="{363CA294-65B8-498E-2E33-FBD5E8621E51}"/>
                </a:ext>
              </a:extLst>
            </p:cNvPr>
            <p:cNvSpPr/>
            <p:nvPr/>
          </p:nvSpPr>
          <p:spPr>
            <a:xfrm>
              <a:off x="579815" y="4022405"/>
              <a:ext cx="912000" cy="9120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376" tIns="45688" rIns="91376" bIns="45688" anchor="ctr" anchorCtr="0">
              <a:noAutofit/>
            </a:bodyPr>
            <a:lstStyle/>
            <a:p>
              <a:pPr algn="ctr">
                <a:buClr>
                  <a:srgbClr val="000000"/>
                </a:buClr>
                <a:buSzPts val="900"/>
              </a:pPr>
              <a:endParaRPr sz="1200">
                <a:solidFill>
                  <a:srgbClr val="FFFFFF"/>
                </a:solidFill>
                <a:latin typeface="Arial"/>
                <a:ea typeface="Arial"/>
                <a:cs typeface="Arial"/>
                <a:sym typeface="Arial"/>
              </a:endParaRPr>
            </a:p>
          </p:txBody>
        </p:sp>
        <p:grpSp>
          <p:nvGrpSpPr>
            <p:cNvPr id="171" name="Google Shape;2192;p123">
              <a:extLst>
                <a:ext uri="{FF2B5EF4-FFF2-40B4-BE49-F238E27FC236}">
                  <a16:creationId xmlns:a16="http://schemas.microsoft.com/office/drawing/2014/main" id="{C10C7642-E9F6-07B4-9280-8CB4E943D2EC}"/>
                </a:ext>
              </a:extLst>
            </p:cNvPr>
            <p:cNvGrpSpPr/>
            <p:nvPr/>
          </p:nvGrpSpPr>
          <p:grpSpPr>
            <a:xfrm>
              <a:off x="797018" y="4287848"/>
              <a:ext cx="534422" cy="408163"/>
              <a:chOff x="1838171" y="5616069"/>
              <a:chExt cx="652849" cy="498611"/>
            </a:xfrm>
          </p:grpSpPr>
          <p:sp>
            <p:nvSpPr>
              <p:cNvPr id="172" name="Google Shape;2193;p123">
                <a:extLst>
                  <a:ext uri="{FF2B5EF4-FFF2-40B4-BE49-F238E27FC236}">
                    <a16:creationId xmlns:a16="http://schemas.microsoft.com/office/drawing/2014/main" id="{D87A82DB-1749-C137-3DF3-0AD66B48594D}"/>
                  </a:ext>
                </a:extLst>
              </p:cNvPr>
              <p:cNvSpPr/>
              <p:nvPr/>
            </p:nvSpPr>
            <p:spPr>
              <a:xfrm>
                <a:off x="1838171" y="5625544"/>
                <a:ext cx="246435" cy="336419"/>
              </a:xfrm>
              <a:custGeom>
                <a:avLst/>
                <a:gdLst/>
                <a:ahLst/>
                <a:cxnLst/>
                <a:rect l="l" t="t" r="r" b="b"/>
                <a:pathLst>
                  <a:path w="246435" h="336419" extrusionOk="0">
                    <a:moveTo>
                      <a:pt x="17291" y="61280"/>
                    </a:moveTo>
                    <a:lnTo>
                      <a:pt x="57130" y="61280"/>
                    </a:lnTo>
                    <a:lnTo>
                      <a:pt x="57130" y="315808"/>
                    </a:lnTo>
                    <a:lnTo>
                      <a:pt x="74422" y="315808"/>
                    </a:lnTo>
                    <a:lnTo>
                      <a:pt x="74422" y="17291"/>
                    </a:lnTo>
                    <a:lnTo>
                      <a:pt x="229144" y="17291"/>
                    </a:lnTo>
                    <a:lnTo>
                      <a:pt x="229144" y="222158"/>
                    </a:lnTo>
                    <a:lnTo>
                      <a:pt x="246435" y="222158"/>
                    </a:lnTo>
                    <a:lnTo>
                      <a:pt x="246435" y="0"/>
                    </a:lnTo>
                    <a:lnTo>
                      <a:pt x="57130" y="0"/>
                    </a:lnTo>
                    <a:lnTo>
                      <a:pt x="57130" y="43989"/>
                    </a:lnTo>
                    <a:lnTo>
                      <a:pt x="0" y="43989"/>
                    </a:lnTo>
                    <a:lnTo>
                      <a:pt x="0" y="336419"/>
                    </a:lnTo>
                    <a:lnTo>
                      <a:pt x="17291" y="336419"/>
                    </a:lnTo>
                    <a:lnTo>
                      <a:pt x="17291" y="61280"/>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3" name="Google Shape;2194;p123">
                <a:extLst>
                  <a:ext uri="{FF2B5EF4-FFF2-40B4-BE49-F238E27FC236}">
                    <a16:creationId xmlns:a16="http://schemas.microsoft.com/office/drawing/2014/main" id="{A765183F-329C-3183-6E79-C43B90339727}"/>
                  </a:ext>
                </a:extLst>
              </p:cNvPr>
              <p:cNvSpPr/>
              <p:nvPr/>
            </p:nvSpPr>
            <p:spPr>
              <a:xfrm>
                <a:off x="195167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4" name="Google Shape;2195;p123">
                <a:extLst>
                  <a:ext uri="{FF2B5EF4-FFF2-40B4-BE49-F238E27FC236}">
                    <a16:creationId xmlns:a16="http://schemas.microsoft.com/office/drawing/2014/main" id="{650CDA7C-0244-B268-5C25-AD1E4A0DD606}"/>
                  </a:ext>
                </a:extLst>
              </p:cNvPr>
              <p:cNvSpPr/>
              <p:nvPr/>
            </p:nvSpPr>
            <p:spPr>
              <a:xfrm>
                <a:off x="195167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5" name="Google Shape;2196;p123">
                <a:extLst>
                  <a:ext uri="{FF2B5EF4-FFF2-40B4-BE49-F238E27FC236}">
                    <a16:creationId xmlns:a16="http://schemas.microsoft.com/office/drawing/2014/main" id="{1FD6577F-FC9A-BA06-CC47-DE6B9083A83C}"/>
                  </a:ext>
                </a:extLst>
              </p:cNvPr>
              <p:cNvSpPr/>
              <p:nvPr/>
            </p:nvSpPr>
            <p:spPr>
              <a:xfrm>
                <a:off x="195167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6" name="Google Shape;2197;p123">
                <a:extLst>
                  <a:ext uri="{FF2B5EF4-FFF2-40B4-BE49-F238E27FC236}">
                    <a16:creationId xmlns:a16="http://schemas.microsoft.com/office/drawing/2014/main" id="{40A5E963-84E5-6C42-FA42-55E47AB759BF}"/>
                  </a:ext>
                </a:extLst>
              </p:cNvPr>
              <p:cNvSpPr/>
              <p:nvPr/>
            </p:nvSpPr>
            <p:spPr>
              <a:xfrm>
                <a:off x="200638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7" name="Google Shape;2198;p123">
                <a:extLst>
                  <a:ext uri="{FF2B5EF4-FFF2-40B4-BE49-F238E27FC236}">
                    <a16:creationId xmlns:a16="http://schemas.microsoft.com/office/drawing/2014/main" id="{48A25E7A-53D1-3FA7-8974-DD5F375FFCA0}"/>
                  </a:ext>
                </a:extLst>
              </p:cNvPr>
              <p:cNvSpPr/>
              <p:nvPr/>
            </p:nvSpPr>
            <p:spPr>
              <a:xfrm>
                <a:off x="200638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8" name="Google Shape;2199;p123">
                <a:extLst>
                  <a:ext uri="{FF2B5EF4-FFF2-40B4-BE49-F238E27FC236}">
                    <a16:creationId xmlns:a16="http://schemas.microsoft.com/office/drawing/2014/main" id="{BBD306EE-1EA1-8C4B-FB38-5AE5B8E19454}"/>
                  </a:ext>
                </a:extLst>
              </p:cNvPr>
              <p:cNvSpPr/>
              <p:nvPr/>
            </p:nvSpPr>
            <p:spPr>
              <a:xfrm>
                <a:off x="200638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9" name="Google Shape;2200;p123">
                <a:extLst>
                  <a:ext uri="{FF2B5EF4-FFF2-40B4-BE49-F238E27FC236}">
                    <a16:creationId xmlns:a16="http://schemas.microsoft.com/office/drawing/2014/main" id="{B6DBDB86-A17D-370C-E88E-8C152B50EC87}"/>
                  </a:ext>
                </a:extLst>
              </p:cNvPr>
              <p:cNvSpPr/>
              <p:nvPr/>
            </p:nvSpPr>
            <p:spPr>
              <a:xfrm>
                <a:off x="1847627" y="5830135"/>
                <a:ext cx="497694" cy="284545"/>
              </a:xfrm>
              <a:custGeom>
                <a:avLst/>
                <a:gdLst/>
                <a:ahLst/>
                <a:cxnLst/>
                <a:rect l="l" t="t" r="r" b="b"/>
                <a:pathLst>
                  <a:path w="497694" h="284545" extrusionOk="0">
                    <a:moveTo>
                      <a:pt x="428635" y="106653"/>
                    </a:moveTo>
                    <a:cubicBezTo>
                      <a:pt x="423309" y="47793"/>
                      <a:pt x="378974" y="1383"/>
                      <a:pt x="323919" y="0"/>
                    </a:cubicBezTo>
                    <a:cubicBezTo>
                      <a:pt x="323020" y="0"/>
                      <a:pt x="322121" y="0"/>
                      <a:pt x="321291" y="0"/>
                    </a:cubicBezTo>
                    <a:cubicBezTo>
                      <a:pt x="276748" y="0"/>
                      <a:pt x="238292" y="29879"/>
                      <a:pt x="221693" y="72693"/>
                    </a:cubicBezTo>
                    <a:cubicBezTo>
                      <a:pt x="210350" y="67229"/>
                      <a:pt x="197831" y="64185"/>
                      <a:pt x="184551" y="63770"/>
                    </a:cubicBezTo>
                    <a:cubicBezTo>
                      <a:pt x="183790" y="63770"/>
                      <a:pt x="183030" y="63770"/>
                      <a:pt x="182269" y="63770"/>
                    </a:cubicBezTo>
                    <a:cubicBezTo>
                      <a:pt x="138487" y="63770"/>
                      <a:pt x="101691" y="94895"/>
                      <a:pt x="92700" y="136947"/>
                    </a:cubicBezTo>
                    <a:cubicBezTo>
                      <a:pt x="86959" y="135356"/>
                      <a:pt x="80873" y="134526"/>
                      <a:pt x="74717" y="134388"/>
                    </a:cubicBezTo>
                    <a:cubicBezTo>
                      <a:pt x="74094" y="134388"/>
                      <a:pt x="73541" y="134388"/>
                      <a:pt x="72919" y="134388"/>
                    </a:cubicBezTo>
                    <a:cubicBezTo>
                      <a:pt x="33425" y="134388"/>
                      <a:pt x="918" y="166065"/>
                      <a:pt x="19" y="205974"/>
                    </a:cubicBezTo>
                    <a:cubicBezTo>
                      <a:pt x="-950" y="246435"/>
                      <a:pt x="35915" y="283439"/>
                      <a:pt x="76169" y="284545"/>
                    </a:cubicBezTo>
                    <a:cubicBezTo>
                      <a:pt x="77207" y="284545"/>
                      <a:pt x="80112" y="284545"/>
                      <a:pt x="84746" y="284545"/>
                    </a:cubicBezTo>
                    <a:cubicBezTo>
                      <a:pt x="133162" y="284545"/>
                      <a:pt x="363620" y="283577"/>
                      <a:pt x="411551" y="283577"/>
                    </a:cubicBezTo>
                    <a:cubicBezTo>
                      <a:pt x="416116" y="283577"/>
                      <a:pt x="419021" y="283577"/>
                      <a:pt x="419989" y="283577"/>
                    </a:cubicBezTo>
                    <a:cubicBezTo>
                      <a:pt x="420543" y="283577"/>
                      <a:pt x="421165" y="283577"/>
                      <a:pt x="421718" y="283577"/>
                    </a:cubicBezTo>
                    <a:cubicBezTo>
                      <a:pt x="462664" y="283577"/>
                      <a:pt x="496624" y="244983"/>
                      <a:pt x="497662" y="196913"/>
                    </a:cubicBezTo>
                    <a:cubicBezTo>
                      <a:pt x="498837" y="149604"/>
                      <a:pt x="468266" y="110526"/>
                      <a:pt x="428704" y="106722"/>
                    </a:cubicBezTo>
                    <a:close/>
                    <a:moveTo>
                      <a:pt x="421649" y="266217"/>
                    </a:moveTo>
                    <a:lnTo>
                      <a:pt x="420266" y="266217"/>
                    </a:lnTo>
                    <a:cubicBezTo>
                      <a:pt x="419298" y="266217"/>
                      <a:pt x="416254" y="266217"/>
                      <a:pt x="411482" y="266217"/>
                    </a:cubicBezTo>
                    <a:cubicBezTo>
                      <a:pt x="387551" y="266217"/>
                      <a:pt x="316933" y="266493"/>
                      <a:pt x="248736" y="266701"/>
                    </a:cubicBezTo>
                    <a:cubicBezTo>
                      <a:pt x="179986" y="266977"/>
                      <a:pt x="108954" y="267185"/>
                      <a:pt x="84677" y="267185"/>
                    </a:cubicBezTo>
                    <a:cubicBezTo>
                      <a:pt x="80250" y="267185"/>
                      <a:pt x="77414" y="267185"/>
                      <a:pt x="76584" y="267185"/>
                    </a:cubicBezTo>
                    <a:cubicBezTo>
                      <a:pt x="45322" y="266355"/>
                      <a:pt x="16480" y="236752"/>
                      <a:pt x="17241" y="206320"/>
                    </a:cubicBezTo>
                    <a:cubicBezTo>
                      <a:pt x="17932" y="176164"/>
                      <a:pt x="42901" y="151679"/>
                      <a:pt x="72850" y="151679"/>
                    </a:cubicBezTo>
                    <a:lnTo>
                      <a:pt x="74302" y="151679"/>
                    </a:lnTo>
                    <a:cubicBezTo>
                      <a:pt x="79144" y="151817"/>
                      <a:pt x="83708" y="152440"/>
                      <a:pt x="87997" y="153616"/>
                    </a:cubicBezTo>
                    <a:lnTo>
                      <a:pt x="105703" y="158526"/>
                    </a:lnTo>
                    <a:lnTo>
                      <a:pt x="109576" y="140613"/>
                    </a:lnTo>
                    <a:cubicBezTo>
                      <a:pt x="116977" y="106168"/>
                      <a:pt x="147548" y="81131"/>
                      <a:pt x="182269" y="81131"/>
                    </a:cubicBezTo>
                    <a:cubicBezTo>
                      <a:pt x="182891" y="81131"/>
                      <a:pt x="183514" y="81131"/>
                      <a:pt x="184067" y="81131"/>
                    </a:cubicBezTo>
                    <a:cubicBezTo>
                      <a:pt x="194857" y="81407"/>
                      <a:pt x="204955" y="83828"/>
                      <a:pt x="214154" y="88324"/>
                    </a:cubicBezTo>
                    <a:lnTo>
                      <a:pt x="231030" y="96485"/>
                    </a:lnTo>
                    <a:lnTo>
                      <a:pt x="237808" y="78987"/>
                    </a:lnTo>
                    <a:cubicBezTo>
                      <a:pt x="252333" y="41568"/>
                      <a:pt x="285048" y="17360"/>
                      <a:pt x="321221" y="17360"/>
                    </a:cubicBezTo>
                    <a:cubicBezTo>
                      <a:pt x="321982" y="17360"/>
                      <a:pt x="322674" y="17360"/>
                      <a:pt x="323435" y="17360"/>
                    </a:cubicBezTo>
                    <a:cubicBezTo>
                      <a:pt x="368945" y="18467"/>
                      <a:pt x="406779" y="57545"/>
                      <a:pt x="411344" y="108243"/>
                    </a:cubicBezTo>
                    <a:lnTo>
                      <a:pt x="412658" y="122491"/>
                    </a:lnTo>
                    <a:lnTo>
                      <a:pt x="426906" y="123875"/>
                    </a:lnTo>
                    <a:cubicBezTo>
                      <a:pt x="457753" y="126849"/>
                      <a:pt x="481200" y="158665"/>
                      <a:pt x="480232" y="196429"/>
                    </a:cubicBezTo>
                    <a:cubicBezTo>
                      <a:pt x="479402" y="234885"/>
                      <a:pt x="453050" y="266217"/>
                      <a:pt x="421580" y="266217"/>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80" name="Google Shape;2201;p123">
                <a:extLst>
                  <a:ext uri="{FF2B5EF4-FFF2-40B4-BE49-F238E27FC236}">
                    <a16:creationId xmlns:a16="http://schemas.microsoft.com/office/drawing/2014/main" id="{FA2B648B-7305-6520-BC07-4A42BCF13E39}"/>
                  </a:ext>
                </a:extLst>
              </p:cNvPr>
              <p:cNvSpPr/>
              <p:nvPr/>
            </p:nvSpPr>
            <p:spPr>
              <a:xfrm>
                <a:off x="2257934" y="5625959"/>
                <a:ext cx="233086" cy="231080"/>
              </a:xfrm>
              <a:custGeom>
                <a:avLst/>
                <a:gdLst/>
                <a:ahLst/>
                <a:cxnLst/>
                <a:rect l="l" t="t" r="r" b="b"/>
                <a:pathLst>
                  <a:path w="233086" h="231080" extrusionOk="0">
                    <a:moveTo>
                      <a:pt x="179760" y="14041"/>
                    </a:moveTo>
                    <a:lnTo>
                      <a:pt x="194285" y="28704"/>
                    </a:lnTo>
                    <a:lnTo>
                      <a:pt x="0" y="221259"/>
                    </a:lnTo>
                    <a:lnTo>
                      <a:pt x="9683" y="231081"/>
                    </a:lnTo>
                    <a:lnTo>
                      <a:pt x="204037" y="38525"/>
                    </a:lnTo>
                    <a:lnTo>
                      <a:pt x="218562" y="53257"/>
                    </a:lnTo>
                    <a:lnTo>
                      <a:pt x="233086" y="0"/>
                    </a:lnTo>
                    <a:lnTo>
                      <a:pt x="179760" y="14041"/>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81" name="Google Shape;2202;p123">
                <a:extLst>
                  <a:ext uri="{FF2B5EF4-FFF2-40B4-BE49-F238E27FC236}">
                    <a16:creationId xmlns:a16="http://schemas.microsoft.com/office/drawing/2014/main" id="{1006594E-DDAD-5A6D-47DE-1DE2569FF1B9}"/>
                  </a:ext>
                </a:extLst>
              </p:cNvPr>
              <p:cNvSpPr/>
              <p:nvPr/>
            </p:nvSpPr>
            <p:spPr>
              <a:xfrm>
                <a:off x="2115177" y="5616069"/>
                <a:ext cx="203068" cy="201339"/>
              </a:xfrm>
              <a:custGeom>
                <a:avLst/>
                <a:gdLst/>
                <a:ahLst/>
                <a:cxnLst/>
                <a:rect l="l" t="t" r="r" b="b"/>
                <a:pathLst>
                  <a:path w="203068" h="201339" extrusionOk="0">
                    <a:moveTo>
                      <a:pt x="9752" y="201340"/>
                    </a:moveTo>
                    <a:lnTo>
                      <a:pt x="174019" y="38525"/>
                    </a:lnTo>
                    <a:lnTo>
                      <a:pt x="188544" y="53257"/>
                    </a:lnTo>
                    <a:lnTo>
                      <a:pt x="203069" y="0"/>
                    </a:lnTo>
                    <a:lnTo>
                      <a:pt x="149742" y="14041"/>
                    </a:lnTo>
                    <a:lnTo>
                      <a:pt x="164267" y="28704"/>
                    </a:lnTo>
                    <a:lnTo>
                      <a:pt x="0" y="191518"/>
                    </a:lnTo>
                    <a:lnTo>
                      <a:pt x="9752" y="201340"/>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182" name="Google Shape;2203;p123">
            <a:extLst>
              <a:ext uri="{FF2B5EF4-FFF2-40B4-BE49-F238E27FC236}">
                <a16:creationId xmlns:a16="http://schemas.microsoft.com/office/drawing/2014/main" id="{FEAF0074-D15B-A021-8C1A-516FD2AEFFDD}"/>
              </a:ext>
            </a:extLst>
          </p:cNvPr>
          <p:cNvGrpSpPr/>
          <p:nvPr/>
        </p:nvGrpSpPr>
        <p:grpSpPr>
          <a:xfrm>
            <a:off x="2188423" y="3537931"/>
            <a:ext cx="568089" cy="567845"/>
            <a:chOff x="579815" y="1618697"/>
            <a:chExt cx="912000" cy="912000"/>
          </a:xfrm>
        </p:grpSpPr>
        <p:sp>
          <p:nvSpPr>
            <p:cNvPr id="183" name="Google Shape;2204;p123">
              <a:extLst>
                <a:ext uri="{FF2B5EF4-FFF2-40B4-BE49-F238E27FC236}">
                  <a16:creationId xmlns:a16="http://schemas.microsoft.com/office/drawing/2014/main" id="{DBCDB3EB-ED06-0B47-495E-0A7190239128}"/>
                </a:ext>
              </a:extLst>
            </p:cNvPr>
            <p:cNvSpPr/>
            <p:nvPr/>
          </p:nvSpPr>
          <p:spPr>
            <a:xfrm>
              <a:off x="579815" y="1618697"/>
              <a:ext cx="912000" cy="9120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376" tIns="45688" rIns="91376" bIns="45688" anchor="ctr" anchorCtr="0">
              <a:noAutofit/>
            </a:bodyPr>
            <a:lstStyle/>
            <a:p>
              <a:pPr algn="ctr">
                <a:buClr>
                  <a:srgbClr val="000000"/>
                </a:buClr>
                <a:buSzPts val="900"/>
              </a:pPr>
              <a:endParaRPr sz="1200">
                <a:solidFill>
                  <a:srgbClr val="FFFFFF"/>
                </a:solidFill>
                <a:latin typeface="Arial"/>
                <a:ea typeface="Arial"/>
                <a:cs typeface="Arial"/>
                <a:sym typeface="Arial"/>
              </a:endParaRPr>
            </a:p>
          </p:txBody>
        </p:sp>
        <p:grpSp>
          <p:nvGrpSpPr>
            <p:cNvPr id="184" name="Google Shape;2205;p123">
              <a:extLst>
                <a:ext uri="{FF2B5EF4-FFF2-40B4-BE49-F238E27FC236}">
                  <a16:creationId xmlns:a16="http://schemas.microsoft.com/office/drawing/2014/main" id="{232748CF-BFB4-0F16-0882-C3024CFFC56A}"/>
                </a:ext>
              </a:extLst>
            </p:cNvPr>
            <p:cNvGrpSpPr/>
            <p:nvPr/>
          </p:nvGrpSpPr>
          <p:grpSpPr>
            <a:xfrm>
              <a:off x="776394" y="1817566"/>
              <a:ext cx="517956" cy="513901"/>
              <a:chOff x="9761462" y="4416832"/>
              <a:chExt cx="607146" cy="602392"/>
            </a:xfrm>
          </p:grpSpPr>
          <p:sp>
            <p:nvSpPr>
              <p:cNvPr id="185" name="Google Shape;2206;p123">
                <a:extLst>
                  <a:ext uri="{FF2B5EF4-FFF2-40B4-BE49-F238E27FC236}">
                    <a16:creationId xmlns:a16="http://schemas.microsoft.com/office/drawing/2014/main" id="{C9E91EEA-1E18-BC44-29BD-598D00D94345}"/>
                  </a:ext>
                </a:extLst>
              </p:cNvPr>
              <p:cNvSpPr/>
              <p:nvPr/>
            </p:nvSpPr>
            <p:spPr>
              <a:xfrm>
                <a:off x="10208505" y="4860134"/>
                <a:ext cx="90315" cy="91771"/>
              </a:xfrm>
              <a:custGeom>
                <a:avLst/>
                <a:gdLst/>
                <a:ahLst/>
                <a:cxnLst/>
                <a:rect l="l" t="t" r="r" b="b"/>
                <a:pathLst>
                  <a:path w="90315" h="91771" extrusionOk="0">
                    <a:moveTo>
                      <a:pt x="90315" y="45886"/>
                    </a:moveTo>
                    <a:cubicBezTo>
                      <a:pt x="90315" y="71227"/>
                      <a:pt x="70098" y="91771"/>
                      <a:pt x="45158" y="91771"/>
                    </a:cubicBezTo>
                    <a:cubicBezTo>
                      <a:pt x="20218" y="91771"/>
                      <a:pt x="0" y="71227"/>
                      <a:pt x="0" y="45886"/>
                    </a:cubicBezTo>
                    <a:cubicBezTo>
                      <a:pt x="0" y="20544"/>
                      <a:pt x="20218" y="0"/>
                      <a:pt x="45158" y="0"/>
                    </a:cubicBezTo>
                    <a:cubicBezTo>
                      <a:pt x="70098" y="0"/>
                      <a:pt x="90315" y="20544"/>
                      <a:pt x="90315" y="45886"/>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86" name="Google Shape;2207;p123">
                <a:extLst>
                  <a:ext uri="{FF2B5EF4-FFF2-40B4-BE49-F238E27FC236}">
                    <a16:creationId xmlns:a16="http://schemas.microsoft.com/office/drawing/2014/main" id="{C00A9699-A287-775B-8552-F2A14947B975}"/>
                  </a:ext>
                </a:extLst>
              </p:cNvPr>
              <p:cNvSpPr/>
              <p:nvPr/>
            </p:nvSpPr>
            <p:spPr>
              <a:xfrm>
                <a:off x="9761462" y="4416832"/>
                <a:ext cx="607146" cy="602392"/>
              </a:xfrm>
              <a:custGeom>
                <a:avLst/>
                <a:gdLst/>
                <a:ahLst/>
                <a:cxnLst/>
                <a:rect l="l" t="t" r="r" b="b"/>
                <a:pathLst>
                  <a:path w="607146" h="602392" extrusionOk="0">
                    <a:moveTo>
                      <a:pt x="492643" y="586536"/>
                    </a:moveTo>
                    <a:cubicBezTo>
                      <a:pt x="438998" y="587391"/>
                      <a:pt x="394819" y="544502"/>
                      <a:pt x="393967" y="490744"/>
                    </a:cubicBezTo>
                    <a:cubicBezTo>
                      <a:pt x="393116" y="436987"/>
                      <a:pt x="435914" y="392717"/>
                      <a:pt x="489559" y="391864"/>
                    </a:cubicBezTo>
                    <a:cubicBezTo>
                      <a:pt x="536467" y="391117"/>
                      <a:pt x="577203" y="424069"/>
                      <a:pt x="586374" y="470174"/>
                    </a:cubicBezTo>
                    <a:lnTo>
                      <a:pt x="602312" y="470174"/>
                    </a:lnTo>
                    <a:cubicBezTo>
                      <a:pt x="594033" y="419208"/>
                      <a:pt x="552104" y="380489"/>
                      <a:pt x="500739" y="376375"/>
                    </a:cubicBezTo>
                    <a:lnTo>
                      <a:pt x="500739" y="226233"/>
                    </a:lnTo>
                    <a:cubicBezTo>
                      <a:pt x="562954" y="222677"/>
                      <a:pt x="610508" y="169256"/>
                      <a:pt x="606960" y="106912"/>
                    </a:cubicBezTo>
                    <a:cubicBezTo>
                      <a:pt x="603412" y="44569"/>
                      <a:pt x="550104" y="-3088"/>
                      <a:pt x="487891" y="468"/>
                    </a:cubicBezTo>
                    <a:cubicBezTo>
                      <a:pt x="431580" y="3685"/>
                      <a:pt x="386291" y="48078"/>
                      <a:pt x="381836" y="104420"/>
                    </a:cubicBezTo>
                    <a:lnTo>
                      <a:pt x="158451" y="104420"/>
                    </a:lnTo>
                    <a:cubicBezTo>
                      <a:pt x="153487" y="79571"/>
                      <a:pt x="129361" y="63460"/>
                      <a:pt x="104564" y="68434"/>
                    </a:cubicBezTo>
                    <a:cubicBezTo>
                      <a:pt x="79767" y="73408"/>
                      <a:pt x="63689" y="97585"/>
                      <a:pt x="68653" y="122434"/>
                    </a:cubicBezTo>
                    <a:cubicBezTo>
                      <a:pt x="73616" y="147283"/>
                      <a:pt x="97743" y="163394"/>
                      <a:pt x="122540" y="158420"/>
                    </a:cubicBezTo>
                    <a:cubicBezTo>
                      <a:pt x="141447" y="154627"/>
                      <a:pt x="155957" y="139371"/>
                      <a:pt x="158831" y="120265"/>
                    </a:cubicBezTo>
                    <a:lnTo>
                      <a:pt x="381520" y="120265"/>
                    </a:lnTo>
                    <a:cubicBezTo>
                      <a:pt x="384524" y="176534"/>
                      <a:pt x="428674" y="221861"/>
                      <a:pt x="484737" y="226233"/>
                    </a:cubicBezTo>
                    <a:lnTo>
                      <a:pt x="484737" y="376438"/>
                    </a:lnTo>
                    <a:cubicBezTo>
                      <a:pt x="428810" y="380765"/>
                      <a:pt x="384713" y="425903"/>
                      <a:pt x="381583" y="482026"/>
                    </a:cubicBezTo>
                    <a:lnTo>
                      <a:pt x="225429" y="482026"/>
                    </a:lnTo>
                    <a:cubicBezTo>
                      <a:pt x="222299" y="425903"/>
                      <a:pt x="178202" y="380765"/>
                      <a:pt x="122275" y="376438"/>
                    </a:cubicBezTo>
                    <a:lnTo>
                      <a:pt x="122275" y="226296"/>
                    </a:lnTo>
                    <a:cubicBezTo>
                      <a:pt x="171430" y="222469"/>
                      <a:pt x="212308" y="186884"/>
                      <a:pt x="222962" y="138645"/>
                    </a:cubicBezTo>
                    <a:lnTo>
                      <a:pt x="206645" y="138645"/>
                    </a:lnTo>
                    <a:cubicBezTo>
                      <a:pt x="192044" y="189615"/>
                      <a:pt x="138974" y="219074"/>
                      <a:pt x="88109" y="204443"/>
                    </a:cubicBezTo>
                    <a:cubicBezTo>
                      <a:pt x="37245" y="189811"/>
                      <a:pt x="7847" y="136631"/>
                      <a:pt x="22448" y="85660"/>
                    </a:cubicBezTo>
                    <a:cubicBezTo>
                      <a:pt x="34221" y="44560"/>
                      <a:pt x="71698" y="16214"/>
                      <a:pt x="114369" y="16135"/>
                    </a:cubicBezTo>
                    <a:cubicBezTo>
                      <a:pt x="157866" y="16434"/>
                      <a:pt x="195728" y="46001"/>
                      <a:pt x="206645" y="88196"/>
                    </a:cubicBezTo>
                    <a:lnTo>
                      <a:pt x="222899" y="88196"/>
                    </a:lnTo>
                    <a:cubicBezTo>
                      <a:pt x="210088" y="28015"/>
                      <a:pt x="151017" y="-10363"/>
                      <a:pt x="90962" y="2475"/>
                    </a:cubicBezTo>
                    <a:cubicBezTo>
                      <a:pt x="38878" y="13609"/>
                      <a:pt x="1986" y="60189"/>
                      <a:pt x="2993" y="113547"/>
                    </a:cubicBezTo>
                    <a:cubicBezTo>
                      <a:pt x="2682" y="172477"/>
                      <a:pt x="47832" y="221649"/>
                      <a:pt x="106463" y="226233"/>
                    </a:cubicBezTo>
                    <a:lnTo>
                      <a:pt x="106463" y="376438"/>
                    </a:lnTo>
                    <a:cubicBezTo>
                      <a:pt x="44248" y="379964"/>
                      <a:pt x="-3335" y="433363"/>
                      <a:pt x="183" y="495708"/>
                    </a:cubicBezTo>
                    <a:cubicBezTo>
                      <a:pt x="3702" y="558053"/>
                      <a:pt x="56989" y="605733"/>
                      <a:pt x="119205" y="602209"/>
                    </a:cubicBezTo>
                    <a:cubicBezTo>
                      <a:pt x="175803" y="599002"/>
                      <a:pt x="221239" y="554210"/>
                      <a:pt x="225366" y="497553"/>
                    </a:cubicBezTo>
                    <a:lnTo>
                      <a:pt x="381646" y="497553"/>
                    </a:lnTo>
                    <a:cubicBezTo>
                      <a:pt x="385360" y="558941"/>
                      <a:pt x="438031" y="605688"/>
                      <a:pt x="499290" y="601968"/>
                    </a:cubicBezTo>
                    <a:cubicBezTo>
                      <a:pt x="551933" y="598768"/>
                      <a:pt x="595083" y="558928"/>
                      <a:pt x="602565" y="506616"/>
                    </a:cubicBezTo>
                    <a:lnTo>
                      <a:pt x="586563" y="506616"/>
                    </a:lnTo>
                    <a:cubicBezTo>
                      <a:pt x="578670" y="552515"/>
                      <a:pt x="539120" y="586168"/>
                      <a:pt x="492643" y="586536"/>
                    </a:cubicBezTo>
                    <a:close/>
                    <a:moveTo>
                      <a:pt x="397015" y="113484"/>
                    </a:moveTo>
                    <a:cubicBezTo>
                      <a:pt x="397818" y="60566"/>
                      <a:pt x="441279" y="18320"/>
                      <a:pt x="494086" y="19125"/>
                    </a:cubicBezTo>
                    <a:cubicBezTo>
                      <a:pt x="546894" y="19930"/>
                      <a:pt x="589055" y="63481"/>
                      <a:pt x="588252" y="116399"/>
                    </a:cubicBezTo>
                    <a:cubicBezTo>
                      <a:pt x="587455" y="168744"/>
                      <a:pt x="544886" y="210762"/>
                      <a:pt x="492643" y="210768"/>
                    </a:cubicBezTo>
                    <a:cubicBezTo>
                      <a:pt x="439464" y="210280"/>
                      <a:pt x="396700" y="166775"/>
                      <a:pt x="397015" y="113484"/>
                    </a:cubicBezTo>
                    <a:close/>
                    <a:moveTo>
                      <a:pt x="114369" y="586536"/>
                    </a:moveTo>
                    <a:cubicBezTo>
                      <a:pt x="60725" y="587480"/>
                      <a:pt x="16473" y="544670"/>
                      <a:pt x="15530" y="490914"/>
                    </a:cubicBezTo>
                    <a:cubicBezTo>
                      <a:pt x="14587" y="437158"/>
                      <a:pt x="57310" y="392814"/>
                      <a:pt x="110954" y="391869"/>
                    </a:cubicBezTo>
                    <a:cubicBezTo>
                      <a:pt x="164598" y="390924"/>
                      <a:pt x="208849" y="433735"/>
                      <a:pt x="209792" y="487491"/>
                    </a:cubicBezTo>
                    <a:cubicBezTo>
                      <a:pt x="209802" y="488057"/>
                      <a:pt x="209807" y="488622"/>
                      <a:pt x="209807" y="489187"/>
                    </a:cubicBezTo>
                    <a:cubicBezTo>
                      <a:pt x="210193" y="542444"/>
                      <a:pt x="167513" y="585978"/>
                      <a:pt x="114369" y="586536"/>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187" name="Google Shape;2208;p123">
            <a:extLst>
              <a:ext uri="{FF2B5EF4-FFF2-40B4-BE49-F238E27FC236}">
                <a16:creationId xmlns:a16="http://schemas.microsoft.com/office/drawing/2014/main" id="{CBA7AA78-461D-68DA-D065-DD831848E46F}"/>
              </a:ext>
            </a:extLst>
          </p:cNvPr>
          <p:cNvGrpSpPr/>
          <p:nvPr/>
        </p:nvGrpSpPr>
        <p:grpSpPr>
          <a:xfrm>
            <a:off x="1465284" y="3527545"/>
            <a:ext cx="534113" cy="2467757"/>
            <a:chOff x="1465274" y="3561607"/>
            <a:chExt cx="534109" cy="2468400"/>
          </a:xfrm>
        </p:grpSpPr>
        <p:sp>
          <p:nvSpPr>
            <p:cNvPr id="188" name="Google Shape;2209;p123">
              <a:extLst>
                <a:ext uri="{FF2B5EF4-FFF2-40B4-BE49-F238E27FC236}">
                  <a16:creationId xmlns:a16="http://schemas.microsoft.com/office/drawing/2014/main" id="{8FA4A598-F29F-64ED-EC7C-0E58B1A37B60}"/>
                </a:ext>
              </a:extLst>
            </p:cNvPr>
            <p:cNvSpPr/>
            <p:nvPr/>
          </p:nvSpPr>
          <p:spPr>
            <a:xfrm>
              <a:off x="1679583" y="3561607"/>
              <a:ext cx="319800" cy="2468400"/>
            </a:xfrm>
            <a:prstGeom prst="leftBracket">
              <a:avLst>
                <a:gd name="adj" fmla="val 0"/>
              </a:avLst>
            </a:prstGeom>
            <a:noFill/>
            <a:ln w="15875" cap="flat" cmpd="sng">
              <a:solidFill>
                <a:srgbClr val="53565A">
                  <a:alpha val="49410"/>
                </a:srgbClr>
              </a:solidFill>
              <a:prstDash val="dot"/>
              <a:miter lim="800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cxnSp>
          <p:nvCxnSpPr>
            <p:cNvPr id="189" name="Google Shape;2210;p123">
              <a:extLst>
                <a:ext uri="{FF2B5EF4-FFF2-40B4-BE49-F238E27FC236}">
                  <a16:creationId xmlns:a16="http://schemas.microsoft.com/office/drawing/2014/main" id="{16461A85-538D-9482-45D2-DB1E17A8FEA1}"/>
                </a:ext>
              </a:extLst>
            </p:cNvPr>
            <p:cNvCxnSpPr/>
            <p:nvPr/>
          </p:nvCxnSpPr>
          <p:spPr>
            <a:xfrm rot="10800000">
              <a:off x="1465274" y="4800636"/>
              <a:ext cx="429600" cy="0"/>
            </a:xfrm>
            <a:prstGeom prst="straightConnector1">
              <a:avLst/>
            </a:prstGeom>
            <a:noFill/>
            <a:ln w="15875" cap="flat" cmpd="sng">
              <a:solidFill>
                <a:srgbClr val="53565A">
                  <a:alpha val="49410"/>
                </a:srgbClr>
              </a:solidFill>
              <a:prstDash val="dot"/>
              <a:miter lim="800000"/>
              <a:headEnd type="none" w="sm" len="sm"/>
              <a:tailEnd type="none" w="sm" len="sm"/>
            </a:ln>
          </p:spPr>
        </p:cxnSp>
      </p:grpSp>
      <p:grpSp>
        <p:nvGrpSpPr>
          <p:cNvPr id="190" name="Google Shape;2211;p123">
            <a:extLst>
              <a:ext uri="{FF2B5EF4-FFF2-40B4-BE49-F238E27FC236}">
                <a16:creationId xmlns:a16="http://schemas.microsoft.com/office/drawing/2014/main" id="{41F0A7C7-7FE7-07C8-B4AF-C32CFFBE3109}"/>
              </a:ext>
            </a:extLst>
          </p:cNvPr>
          <p:cNvGrpSpPr/>
          <p:nvPr/>
        </p:nvGrpSpPr>
        <p:grpSpPr>
          <a:xfrm>
            <a:off x="5479284" y="3537878"/>
            <a:ext cx="567904" cy="567752"/>
            <a:chOff x="5479250" y="3537905"/>
            <a:chExt cx="567900" cy="567900"/>
          </a:xfrm>
        </p:grpSpPr>
        <p:sp>
          <p:nvSpPr>
            <p:cNvPr id="191" name="Google Shape;2212;p123">
              <a:extLst>
                <a:ext uri="{FF2B5EF4-FFF2-40B4-BE49-F238E27FC236}">
                  <a16:creationId xmlns:a16="http://schemas.microsoft.com/office/drawing/2014/main" id="{94F79974-5A62-4DF3-F48E-FE9E3972A2E9}"/>
                </a:ext>
              </a:extLst>
            </p:cNvPr>
            <p:cNvSpPr/>
            <p:nvPr/>
          </p:nvSpPr>
          <p:spPr>
            <a:xfrm>
              <a:off x="5479250" y="3537905"/>
              <a:ext cx="567900" cy="567900"/>
            </a:xfrm>
            <a:prstGeom prst="ellipse">
              <a:avLst/>
            </a:prstGeom>
            <a:gradFill>
              <a:gsLst>
                <a:gs pos="0">
                  <a:schemeClr val="accent2"/>
                </a:gs>
                <a:gs pos="100000">
                  <a:schemeClr val="accent3"/>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192" name="Google Shape;2213;p123">
              <a:extLst>
                <a:ext uri="{FF2B5EF4-FFF2-40B4-BE49-F238E27FC236}">
                  <a16:creationId xmlns:a16="http://schemas.microsoft.com/office/drawing/2014/main" id="{8DE048F4-BC5D-0E6E-E283-17AC684B4F2C}"/>
                </a:ext>
              </a:extLst>
            </p:cNvPr>
            <p:cNvGrpSpPr/>
            <p:nvPr/>
          </p:nvGrpSpPr>
          <p:grpSpPr>
            <a:xfrm>
              <a:off x="5606811" y="3675658"/>
              <a:ext cx="313108" cy="292038"/>
              <a:chOff x="1854219" y="4375174"/>
              <a:chExt cx="543307" cy="506834"/>
            </a:xfrm>
          </p:grpSpPr>
          <p:sp>
            <p:nvSpPr>
              <p:cNvPr id="193" name="Google Shape;2214;p123">
                <a:extLst>
                  <a:ext uri="{FF2B5EF4-FFF2-40B4-BE49-F238E27FC236}">
                    <a16:creationId xmlns:a16="http://schemas.microsoft.com/office/drawing/2014/main" id="{832C494F-E6C9-A520-41FF-5E3AB9C37B2A}"/>
                  </a:ext>
                </a:extLst>
              </p:cNvPr>
              <p:cNvSpPr/>
              <p:nvPr/>
            </p:nvSpPr>
            <p:spPr>
              <a:xfrm>
                <a:off x="1854219" y="4375174"/>
                <a:ext cx="283524" cy="352456"/>
              </a:xfrm>
              <a:custGeom>
                <a:avLst/>
                <a:gdLst/>
                <a:ahLst/>
                <a:cxnLst/>
                <a:rect l="l" t="t" r="r" b="b"/>
                <a:pathLst>
                  <a:path w="283524" h="352456" extrusionOk="0">
                    <a:moveTo>
                      <a:pt x="276356" y="338120"/>
                    </a:moveTo>
                    <a:lnTo>
                      <a:pt x="65491" y="338120"/>
                    </a:lnTo>
                    <a:lnTo>
                      <a:pt x="65491" y="116128"/>
                    </a:lnTo>
                    <a:cubicBezTo>
                      <a:pt x="94279" y="112573"/>
                      <a:pt x="116644" y="88028"/>
                      <a:pt x="116644" y="58322"/>
                    </a:cubicBezTo>
                    <a:cubicBezTo>
                      <a:pt x="116644" y="26150"/>
                      <a:pt x="90494" y="0"/>
                      <a:pt x="58322" y="0"/>
                    </a:cubicBezTo>
                    <a:cubicBezTo>
                      <a:pt x="26150" y="0"/>
                      <a:pt x="0" y="26150"/>
                      <a:pt x="0" y="58322"/>
                    </a:cubicBezTo>
                    <a:cubicBezTo>
                      <a:pt x="0" y="88028"/>
                      <a:pt x="22365" y="112573"/>
                      <a:pt x="51154" y="116128"/>
                    </a:cubicBezTo>
                    <a:lnTo>
                      <a:pt x="51154" y="345288"/>
                    </a:lnTo>
                    <a:cubicBezTo>
                      <a:pt x="51154" y="349245"/>
                      <a:pt x="54365" y="352456"/>
                      <a:pt x="58322" y="352456"/>
                    </a:cubicBezTo>
                    <a:lnTo>
                      <a:pt x="276356" y="352456"/>
                    </a:lnTo>
                    <a:cubicBezTo>
                      <a:pt x="280313" y="352456"/>
                      <a:pt x="283525" y="349245"/>
                      <a:pt x="283525" y="345288"/>
                    </a:cubicBezTo>
                    <a:cubicBezTo>
                      <a:pt x="283525" y="341331"/>
                      <a:pt x="280313" y="338120"/>
                      <a:pt x="276356" y="338120"/>
                    </a:cubicBezTo>
                    <a:close/>
                    <a:moveTo>
                      <a:pt x="14337" y="58322"/>
                    </a:moveTo>
                    <a:cubicBezTo>
                      <a:pt x="14337" y="34064"/>
                      <a:pt x="34064" y="14337"/>
                      <a:pt x="58322" y="14337"/>
                    </a:cubicBezTo>
                    <a:cubicBezTo>
                      <a:pt x="82580" y="14337"/>
                      <a:pt x="102308" y="34064"/>
                      <a:pt x="102308" y="58322"/>
                    </a:cubicBezTo>
                    <a:cubicBezTo>
                      <a:pt x="102308" y="82580"/>
                      <a:pt x="82580" y="102308"/>
                      <a:pt x="58322" y="102308"/>
                    </a:cubicBezTo>
                    <a:cubicBezTo>
                      <a:pt x="34064" y="102308"/>
                      <a:pt x="14337" y="82580"/>
                      <a:pt x="14337" y="58322"/>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94" name="Google Shape;2215;p123">
                <a:extLst>
                  <a:ext uri="{FF2B5EF4-FFF2-40B4-BE49-F238E27FC236}">
                    <a16:creationId xmlns:a16="http://schemas.microsoft.com/office/drawing/2014/main" id="{6E3FE144-155C-DC08-8912-BE79E322BCAA}"/>
                  </a:ext>
                </a:extLst>
              </p:cNvPr>
              <p:cNvSpPr/>
              <p:nvPr/>
            </p:nvSpPr>
            <p:spPr>
              <a:xfrm>
                <a:off x="2148873" y="4639319"/>
                <a:ext cx="115837" cy="170087"/>
              </a:xfrm>
              <a:custGeom>
                <a:avLst/>
                <a:gdLst/>
                <a:ahLst/>
                <a:cxnLst/>
                <a:rect l="l" t="t" r="r" b="b"/>
                <a:pathLst>
                  <a:path w="115837" h="170087" extrusionOk="0">
                    <a:moveTo>
                      <a:pt x="113027" y="79364"/>
                    </a:moveTo>
                    <a:lnTo>
                      <a:pt x="11522" y="1487"/>
                    </a:lnTo>
                    <a:cubicBezTo>
                      <a:pt x="8368" y="-922"/>
                      <a:pt x="3895" y="-348"/>
                      <a:pt x="1487" y="2806"/>
                    </a:cubicBezTo>
                    <a:cubicBezTo>
                      <a:pt x="-922" y="5960"/>
                      <a:pt x="-348" y="10433"/>
                      <a:pt x="2806" y="12841"/>
                    </a:cubicBezTo>
                    <a:lnTo>
                      <a:pt x="96855" y="85042"/>
                    </a:lnTo>
                    <a:lnTo>
                      <a:pt x="2806" y="157242"/>
                    </a:lnTo>
                    <a:cubicBezTo>
                      <a:pt x="-348" y="159650"/>
                      <a:pt x="-922" y="164181"/>
                      <a:pt x="1487" y="167278"/>
                    </a:cubicBezTo>
                    <a:cubicBezTo>
                      <a:pt x="2920" y="169113"/>
                      <a:pt x="5042" y="170088"/>
                      <a:pt x="7164" y="170088"/>
                    </a:cubicBezTo>
                    <a:cubicBezTo>
                      <a:pt x="8712" y="170088"/>
                      <a:pt x="10203" y="169629"/>
                      <a:pt x="11522" y="168597"/>
                    </a:cubicBezTo>
                    <a:lnTo>
                      <a:pt x="113027" y="90719"/>
                    </a:lnTo>
                    <a:cubicBezTo>
                      <a:pt x="114805" y="89343"/>
                      <a:pt x="115837" y="87278"/>
                      <a:pt x="115837" y="85042"/>
                    </a:cubicBezTo>
                    <a:cubicBezTo>
                      <a:pt x="115837" y="82805"/>
                      <a:pt x="114805" y="80741"/>
                      <a:pt x="113027" y="79364"/>
                    </a:cubicBezTo>
                    <a:lnTo>
                      <a:pt x="113027" y="79364"/>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95" name="Google Shape;2216;p123">
                <a:extLst>
                  <a:ext uri="{FF2B5EF4-FFF2-40B4-BE49-F238E27FC236}">
                    <a16:creationId xmlns:a16="http://schemas.microsoft.com/office/drawing/2014/main" id="{51C3C425-AB2D-51DC-F3A4-AC0C9E7C6A5C}"/>
                  </a:ext>
                </a:extLst>
              </p:cNvPr>
              <p:cNvSpPr/>
              <p:nvPr/>
            </p:nvSpPr>
            <p:spPr>
              <a:xfrm>
                <a:off x="2114002" y="4529552"/>
                <a:ext cx="283524" cy="352456"/>
              </a:xfrm>
              <a:custGeom>
                <a:avLst/>
                <a:gdLst/>
                <a:ahLst/>
                <a:cxnLst/>
                <a:rect l="l" t="t" r="r" b="b"/>
                <a:pathLst>
                  <a:path w="283524" h="352456" extrusionOk="0">
                    <a:moveTo>
                      <a:pt x="232371" y="236328"/>
                    </a:moveTo>
                    <a:lnTo>
                      <a:pt x="232371" y="7168"/>
                    </a:lnTo>
                    <a:cubicBezTo>
                      <a:pt x="232371" y="3211"/>
                      <a:pt x="229160" y="0"/>
                      <a:pt x="225203" y="0"/>
                    </a:cubicBezTo>
                    <a:lnTo>
                      <a:pt x="7168" y="0"/>
                    </a:lnTo>
                    <a:cubicBezTo>
                      <a:pt x="3211" y="0"/>
                      <a:pt x="0" y="3211"/>
                      <a:pt x="0" y="7168"/>
                    </a:cubicBezTo>
                    <a:cubicBezTo>
                      <a:pt x="0" y="11125"/>
                      <a:pt x="3211" y="14337"/>
                      <a:pt x="7168" y="14337"/>
                    </a:cubicBezTo>
                    <a:lnTo>
                      <a:pt x="218034" y="14337"/>
                    </a:lnTo>
                    <a:lnTo>
                      <a:pt x="218034" y="236328"/>
                    </a:lnTo>
                    <a:cubicBezTo>
                      <a:pt x="189246" y="239884"/>
                      <a:pt x="166881" y="264428"/>
                      <a:pt x="166881" y="294134"/>
                    </a:cubicBezTo>
                    <a:cubicBezTo>
                      <a:pt x="166881" y="326306"/>
                      <a:pt x="193031" y="352456"/>
                      <a:pt x="225203" y="352456"/>
                    </a:cubicBezTo>
                    <a:cubicBezTo>
                      <a:pt x="257375" y="352456"/>
                      <a:pt x="283525" y="326306"/>
                      <a:pt x="283525" y="294134"/>
                    </a:cubicBezTo>
                    <a:cubicBezTo>
                      <a:pt x="283525" y="264428"/>
                      <a:pt x="261159" y="239884"/>
                      <a:pt x="232371" y="236328"/>
                    </a:cubicBezTo>
                    <a:close/>
                    <a:moveTo>
                      <a:pt x="225203" y="338120"/>
                    </a:moveTo>
                    <a:cubicBezTo>
                      <a:pt x="200945" y="338120"/>
                      <a:pt x="181217" y="318392"/>
                      <a:pt x="181217" y="294134"/>
                    </a:cubicBezTo>
                    <a:cubicBezTo>
                      <a:pt x="181217" y="269876"/>
                      <a:pt x="200945" y="250149"/>
                      <a:pt x="225203" y="250149"/>
                    </a:cubicBezTo>
                    <a:cubicBezTo>
                      <a:pt x="249461" y="250149"/>
                      <a:pt x="269188" y="269876"/>
                      <a:pt x="269188" y="294134"/>
                    </a:cubicBezTo>
                    <a:cubicBezTo>
                      <a:pt x="269188" y="318392"/>
                      <a:pt x="249461" y="338120"/>
                      <a:pt x="225203" y="338120"/>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96" name="Google Shape;2217;p123">
                <a:extLst>
                  <a:ext uri="{FF2B5EF4-FFF2-40B4-BE49-F238E27FC236}">
                    <a16:creationId xmlns:a16="http://schemas.microsoft.com/office/drawing/2014/main" id="{A69A890F-53FD-A578-B9AF-4C4BF8BF0C96}"/>
                  </a:ext>
                </a:extLst>
              </p:cNvPr>
              <p:cNvSpPr/>
              <p:nvPr/>
            </p:nvSpPr>
            <p:spPr>
              <a:xfrm>
                <a:off x="1986920" y="4447722"/>
                <a:ext cx="115894" cy="170087"/>
              </a:xfrm>
              <a:custGeom>
                <a:avLst/>
                <a:gdLst/>
                <a:ahLst/>
                <a:cxnLst/>
                <a:rect l="l" t="t" r="r" b="b"/>
                <a:pathLst>
                  <a:path w="115894" h="170087" extrusionOk="0">
                    <a:moveTo>
                      <a:pt x="2867" y="90719"/>
                    </a:moveTo>
                    <a:lnTo>
                      <a:pt x="104372" y="168597"/>
                    </a:lnTo>
                    <a:cubicBezTo>
                      <a:pt x="105691" y="169571"/>
                      <a:pt x="107182" y="170088"/>
                      <a:pt x="108730" y="170088"/>
                    </a:cubicBezTo>
                    <a:cubicBezTo>
                      <a:pt x="110910" y="170088"/>
                      <a:pt x="113031" y="169113"/>
                      <a:pt x="114408" y="167278"/>
                    </a:cubicBezTo>
                    <a:cubicBezTo>
                      <a:pt x="116816" y="164124"/>
                      <a:pt x="116243" y="159650"/>
                      <a:pt x="113089" y="157242"/>
                    </a:cubicBezTo>
                    <a:lnTo>
                      <a:pt x="18982" y="85042"/>
                    </a:lnTo>
                    <a:lnTo>
                      <a:pt x="113031" y="12841"/>
                    </a:lnTo>
                    <a:cubicBezTo>
                      <a:pt x="116186" y="10433"/>
                      <a:pt x="116759" y="5960"/>
                      <a:pt x="114350" y="2806"/>
                    </a:cubicBezTo>
                    <a:cubicBezTo>
                      <a:pt x="111942" y="-348"/>
                      <a:pt x="107411" y="-922"/>
                      <a:pt x="104315" y="1487"/>
                    </a:cubicBezTo>
                    <a:lnTo>
                      <a:pt x="2810" y="79364"/>
                    </a:lnTo>
                    <a:cubicBezTo>
                      <a:pt x="1032" y="80741"/>
                      <a:pt x="0" y="82805"/>
                      <a:pt x="0" y="85042"/>
                    </a:cubicBezTo>
                    <a:cubicBezTo>
                      <a:pt x="0" y="87278"/>
                      <a:pt x="1032" y="89400"/>
                      <a:pt x="2810" y="90719"/>
                    </a:cubicBezTo>
                    <a:lnTo>
                      <a:pt x="2810" y="90719"/>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97" name="Google Shape;2218;p123">
                <a:extLst>
                  <a:ext uri="{FF2B5EF4-FFF2-40B4-BE49-F238E27FC236}">
                    <a16:creationId xmlns:a16="http://schemas.microsoft.com/office/drawing/2014/main" id="{F7D6D6E3-F925-4DF3-A121-BED4F3021861}"/>
                  </a:ext>
                </a:extLst>
              </p:cNvPr>
              <p:cNvSpPr/>
              <p:nvPr/>
            </p:nvSpPr>
            <p:spPr>
              <a:xfrm>
                <a:off x="1854219" y="476536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98" name="Google Shape;2219;p123">
                <a:extLst>
                  <a:ext uri="{FF2B5EF4-FFF2-40B4-BE49-F238E27FC236}">
                    <a16:creationId xmlns:a16="http://schemas.microsoft.com/office/drawing/2014/main" id="{423D65F6-B948-A9E9-8524-F03EF841E668}"/>
                  </a:ext>
                </a:extLst>
              </p:cNvPr>
              <p:cNvSpPr/>
              <p:nvPr/>
            </p:nvSpPr>
            <p:spPr>
              <a:xfrm>
                <a:off x="2280882" y="437517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199" name="Google Shape;2220;p123">
            <a:extLst>
              <a:ext uri="{FF2B5EF4-FFF2-40B4-BE49-F238E27FC236}">
                <a16:creationId xmlns:a16="http://schemas.microsoft.com/office/drawing/2014/main" id="{71E1250E-E15C-CC45-EB79-B1015A38B36F}"/>
              </a:ext>
            </a:extLst>
          </p:cNvPr>
          <p:cNvGrpSpPr/>
          <p:nvPr/>
        </p:nvGrpSpPr>
        <p:grpSpPr>
          <a:xfrm>
            <a:off x="5479284" y="4477550"/>
            <a:ext cx="567904" cy="567752"/>
            <a:chOff x="5479250" y="4477822"/>
            <a:chExt cx="567900" cy="567900"/>
          </a:xfrm>
        </p:grpSpPr>
        <p:sp>
          <p:nvSpPr>
            <p:cNvPr id="200" name="Google Shape;2221;p123">
              <a:extLst>
                <a:ext uri="{FF2B5EF4-FFF2-40B4-BE49-F238E27FC236}">
                  <a16:creationId xmlns:a16="http://schemas.microsoft.com/office/drawing/2014/main" id="{B7CCE162-27BE-0985-C320-C51C80101849}"/>
                </a:ext>
              </a:extLst>
            </p:cNvPr>
            <p:cNvSpPr/>
            <p:nvPr/>
          </p:nvSpPr>
          <p:spPr>
            <a:xfrm>
              <a:off x="5479250" y="4477822"/>
              <a:ext cx="567900" cy="567900"/>
            </a:xfrm>
            <a:prstGeom prst="ellipse">
              <a:avLst/>
            </a:prstGeom>
            <a:gradFill>
              <a:gsLst>
                <a:gs pos="0">
                  <a:schemeClr val="accent2"/>
                </a:gs>
                <a:gs pos="100000">
                  <a:schemeClr val="accent3"/>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pic>
          <p:nvPicPr>
            <p:cNvPr id="201" name="Google Shape;2222;p123">
              <a:extLst>
                <a:ext uri="{FF2B5EF4-FFF2-40B4-BE49-F238E27FC236}">
                  <a16:creationId xmlns:a16="http://schemas.microsoft.com/office/drawing/2014/main" id="{B7D29335-5DC8-35F4-CF1D-E09CE1AB1C69}"/>
                </a:ext>
              </a:extLst>
            </p:cNvPr>
            <p:cNvPicPr preferRelativeResize="0"/>
            <p:nvPr/>
          </p:nvPicPr>
          <p:blipFill rotWithShape="1">
            <a:blip r:embed="rId4">
              <a:alphaModFix/>
            </a:blip>
            <a:srcRect/>
            <a:stretch/>
          </p:blipFill>
          <p:spPr>
            <a:xfrm>
              <a:off x="5572130" y="4565862"/>
              <a:ext cx="382264" cy="391942"/>
            </a:xfrm>
            <a:prstGeom prst="rect">
              <a:avLst/>
            </a:prstGeom>
            <a:noFill/>
            <a:ln>
              <a:noFill/>
            </a:ln>
          </p:spPr>
        </p:pic>
      </p:grpSp>
      <p:grpSp>
        <p:nvGrpSpPr>
          <p:cNvPr id="202" name="Google Shape;2223;p123">
            <a:extLst>
              <a:ext uri="{FF2B5EF4-FFF2-40B4-BE49-F238E27FC236}">
                <a16:creationId xmlns:a16="http://schemas.microsoft.com/office/drawing/2014/main" id="{EF779639-E926-5E7C-B70B-BBFDF6AFD606}"/>
              </a:ext>
            </a:extLst>
          </p:cNvPr>
          <p:cNvGrpSpPr/>
          <p:nvPr/>
        </p:nvGrpSpPr>
        <p:grpSpPr>
          <a:xfrm>
            <a:off x="5479284" y="5427659"/>
            <a:ext cx="567904" cy="567752"/>
            <a:chOff x="5479250" y="5428179"/>
            <a:chExt cx="567900" cy="567900"/>
          </a:xfrm>
        </p:grpSpPr>
        <p:sp>
          <p:nvSpPr>
            <p:cNvPr id="203" name="Google Shape;2224;p123">
              <a:extLst>
                <a:ext uri="{FF2B5EF4-FFF2-40B4-BE49-F238E27FC236}">
                  <a16:creationId xmlns:a16="http://schemas.microsoft.com/office/drawing/2014/main" id="{7BB3963C-EF6C-9BD2-CFE7-96DD955C33AE}"/>
                </a:ext>
              </a:extLst>
            </p:cNvPr>
            <p:cNvSpPr/>
            <p:nvPr/>
          </p:nvSpPr>
          <p:spPr>
            <a:xfrm>
              <a:off x="5479250" y="5428179"/>
              <a:ext cx="567900" cy="567900"/>
            </a:xfrm>
            <a:prstGeom prst="ellipse">
              <a:avLst/>
            </a:prstGeom>
            <a:gradFill>
              <a:gsLst>
                <a:gs pos="0">
                  <a:schemeClr val="accent2"/>
                </a:gs>
                <a:gs pos="100000">
                  <a:schemeClr val="accent3"/>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204" name="Google Shape;2225;p123">
              <a:extLst>
                <a:ext uri="{FF2B5EF4-FFF2-40B4-BE49-F238E27FC236}">
                  <a16:creationId xmlns:a16="http://schemas.microsoft.com/office/drawing/2014/main" id="{0220EAB7-0022-1EF6-FC9E-9D080DC8B8E9}"/>
                </a:ext>
              </a:extLst>
            </p:cNvPr>
            <p:cNvGrpSpPr/>
            <p:nvPr/>
          </p:nvGrpSpPr>
          <p:grpSpPr>
            <a:xfrm>
              <a:off x="5553328" y="5502846"/>
              <a:ext cx="419380" cy="418627"/>
              <a:chOff x="7127525" y="722042"/>
              <a:chExt cx="598687" cy="597612"/>
            </a:xfrm>
          </p:grpSpPr>
          <p:sp>
            <p:nvSpPr>
              <p:cNvPr id="205" name="Google Shape;2226;p123">
                <a:extLst>
                  <a:ext uri="{FF2B5EF4-FFF2-40B4-BE49-F238E27FC236}">
                    <a16:creationId xmlns:a16="http://schemas.microsoft.com/office/drawing/2014/main" id="{FD82E7F3-1B10-7464-AF25-AE09A6A17829}"/>
                  </a:ext>
                </a:extLst>
              </p:cNvPr>
              <p:cNvSpPr/>
              <p:nvPr/>
            </p:nvSpPr>
            <p:spPr>
              <a:xfrm>
                <a:off x="7205318" y="799708"/>
                <a:ext cx="63246" cy="63245"/>
              </a:xfrm>
              <a:custGeom>
                <a:avLst/>
                <a:gdLst/>
                <a:ahLst/>
                <a:cxnLst/>
                <a:rect l="l" t="t" r="r" b="b"/>
                <a:pathLst>
                  <a:path w="63246" h="63245"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06" name="Google Shape;2227;p123">
                <a:extLst>
                  <a:ext uri="{FF2B5EF4-FFF2-40B4-BE49-F238E27FC236}">
                    <a16:creationId xmlns:a16="http://schemas.microsoft.com/office/drawing/2014/main" id="{BD1D4B55-1550-16ED-EEF5-60896114C3B2}"/>
                  </a:ext>
                </a:extLst>
              </p:cNvPr>
              <p:cNvSpPr/>
              <p:nvPr/>
            </p:nvSpPr>
            <p:spPr>
              <a:xfrm>
                <a:off x="7585173" y="1178931"/>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07" name="Google Shape;2228;p123">
                <a:extLst>
                  <a:ext uri="{FF2B5EF4-FFF2-40B4-BE49-F238E27FC236}">
                    <a16:creationId xmlns:a16="http://schemas.microsoft.com/office/drawing/2014/main" id="{BB212C6C-70CA-4F7E-0034-AE615A369C6A}"/>
                  </a:ext>
                </a:extLst>
              </p:cNvPr>
              <p:cNvSpPr/>
              <p:nvPr/>
            </p:nvSpPr>
            <p:spPr>
              <a:xfrm>
                <a:off x="7205318" y="1178931"/>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08" name="Google Shape;2229;p123">
                <a:extLst>
                  <a:ext uri="{FF2B5EF4-FFF2-40B4-BE49-F238E27FC236}">
                    <a16:creationId xmlns:a16="http://schemas.microsoft.com/office/drawing/2014/main" id="{3FA65522-B502-2554-9481-9FB97B19E611}"/>
                  </a:ext>
                </a:extLst>
              </p:cNvPr>
              <p:cNvSpPr/>
              <p:nvPr/>
            </p:nvSpPr>
            <p:spPr>
              <a:xfrm>
                <a:off x="7585173" y="799708"/>
                <a:ext cx="63246" cy="63245"/>
              </a:xfrm>
              <a:custGeom>
                <a:avLst/>
                <a:gdLst/>
                <a:ahLst/>
                <a:cxnLst/>
                <a:rect l="l" t="t" r="r" b="b"/>
                <a:pathLst>
                  <a:path w="63246" h="63245"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09" name="Google Shape;2230;p123">
                <a:extLst>
                  <a:ext uri="{FF2B5EF4-FFF2-40B4-BE49-F238E27FC236}">
                    <a16:creationId xmlns:a16="http://schemas.microsoft.com/office/drawing/2014/main" id="{ED36C83B-CA77-FB1D-831C-AA22ACEAC1F0}"/>
                  </a:ext>
                </a:extLst>
              </p:cNvPr>
              <p:cNvSpPr/>
              <p:nvPr/>
            </p:nvSpPr>
            <p:spPr>
              <a:xfrm>
                <a:off x="7127525" y="989636"/>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0" name="Google Shape;2231;p123">
                <a:extLst>
                  <a:ext uri="{FF2B5EF4-FFF2-40B4-BE49-F238E27FC236}">
                    <a16:creationId xmlns:a16="http://schemas.microsoft.com/office/drawing/2014/main" id="{4AA9F0FE-699C-3883-45FD-70B5DB98D648}"/>
                  </a:ext>
                </a:extLst>
              </p:cNvPr>
              <p:cNvSpPr/>
              <p:nvPr/>
            </p:nvSpPr>
            <p:spPr>
              <a:xfrm>
                <a:off x="7662966" y="989636"/>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1" name="Google Shape;2232;p123">
                <a:extLst>
                  <a:ext uri="{FF2B5EF4-FFF2-40B4-BE49-F238E27FC236}">
                    <a16:creationId xmlns:a16="http://schemas.microsoft.com/office/drawing/2014/main" id="{47D11205-43D0-18C6-D994-C2E8D61841DA}"/>
                  </a:ext>
                </a:extLst>
              </p:cNvPr>
              <p:cNvSpPr/>
              <p:nvPr/>
            </p:nvSpPr>
            <p:spPr>
              <a:xfrm>
                <a:off x="7394929" y="1256408"/>
                <a:ext cx="63245" cy="63246"/>
              </a:xfrm>
              <a:custGeom>
                <a:avLst/>
                <a:gdLst/>
                <a:ahLst/>
                <a:cxnLst/>
                <a:rect l="l" t="t" r="r" b="b"/>
                <a:pathLst>
                  <a:path w="63245"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2" name="Google Shape;2233;p123">
                <a:extLst>
                  <a:ext uri="{FF2B5EF4-FFF2-40B4-BE49-F238E27FC236}">
                    <a16:creationId xmlns:a16="http://schemas.microsoft.com/office/drawing/2014/main" id="{6B59BC66-7D1E-9C31-4E93-54ACB13BBE5A}"/>
                  </a:ext>
                </a:extLst>
              </p:cNvPr>
              <p:cNvSpPr/>
              <p:nvPr/>
            </p:nvSpPr>
            <p:spPr>
              <a:xfrm>
                <a:off x="7394929" y="722042"/>
                <a:ext cx="63245" cy="63246"/>
              </a:xfrm>
              <a:custGeom>
                <a:avLst/>
                <a:gdLst/>
                <a:ahLst/>
                <a:cxnLst/>
                <a:rect l="l" t="t" r="r" b="b"/>
                <a:pathLst>
                  <a:path w="63245"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3" name="Google Shape;2234;p123">
                <a:extLst>
                  <a:ext uri="{FF2B5EF4-FFF2-40B4-BE49-F238E27FC236}">
                    <a16:creationId xmlns:a16="http://schemas.microsoft.com/office/drawing/2014/main" id="{E4F79F14-CF79-F3F4-24F2-D915EF043A53}"/>
                  </a:ext>
                </a:extLst>
              </p:cNvPr>
              <p:cNvSpPr/>
              <p:nvPr/>
            </p:nvSpPr>
            <p:spPr>
              <a:xfrm>
                <a:off x="7268690" y="750187"/>
                <a:ext cx="112135" cy="58312"/>
              </a:xfrm>
              <a:custGeom>
                <a:avLst/>
                <a:gdLst/>
                <a:ahLst/>
                <a:cxnLst/>
                <a:rect l="l" t="t" r="r" b="b"/>
                <a:pathLst>
                  <a:path w="112135" h="58312" extrusionOk="0">
                    <a:moveTo>
                      <a:pt x="0" y="46043"/>
                    </a:moveTo>
                    <a:lnTo>
                      <a:pt x="2530" y="48320"/>
                    </a:lnTo>
                    <a:cubicBezTo>
                      <a:pt x="5487" y="51289"/>
                      <a:pt x="8019" y="54652"/>
                      <a:pt x="10056" y="58313"/>
                    </a:cubicBezTo>
                    <a:cubicBezTo>
                      <a:pt x="40607" y="36953"/>
                      <a:pt x="75439" y="22493"/>
                      <a:pt x="112135" y="15938"/>
                    </a:cubicBezTo>
                    <a:cubicBezTo>
                      <a:pt x="111002" y="11817"/>
                      <a:pt x="110428" y="7562"/>
                      <a:pt x="110428" y="3289"/>
                    </a:cubicBezTo>
                    <a:cubicBezTo>
                      <a:pt x="110363" y="2193"/>
                      <a:pt x="110363" y="1095"/>
                      <a:pt x="110428" y="0"/>
                    </a:cubicBezTo>
                    <a:cubicBezTo>
                      <a:pt x="70670" y="7005"/>
                      <a:pt x="32957" y="22729"/>
                      <a:pt x="0" y="4604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4" name="Google Shape;2235;p123">
                <a:extLst>
                  <a:ext uri="{FF2B5EF4-FFF2-40B4-BE49-F238E27FC236}">
                    <a16:creationId xmlns:a16="http://schemas.microsoft.com/office/drawing/2014/main" id="{08094081-6B3B-8283-7C66-CBB2CE7BED69}"/>
                  </a:ext>
                </a:extLst>
              </p:cNvPr>
              <p:cNvSpPr/>
              <p:nvPr/>
            </p:nvSpPr>
            <p:spPr>
              <a:xfrm>
                <a:off x="7211643" y="849926"/>
                <a:ext cx="12649" cy="10372"/>
              </a:xfrm>
              <a:custGeom>
                <a:avLst/>
                <a:gdLst/>
                <a:ahLst/>
                <a:cxnLst/>
                <a:rect l="l" t="t" r="r" b="b"/>
                <a:pathLst>
                  <a:path w="12649" h="10372" extrusionOk="0">
                    <a:moveTo>
                      <a:pt x="12270" y="10372"/>
                    </a:moveTo>
                    <a:lnTo>
                      <a:pt x="12649" y="9866"/>
                    </a:lnTo>
                    <a:lnTo>
                      <a:pt x="0" y="0"/>
                    </a:lnTo>
                    <a:lnTo>
                      <a:pt x="0" y="0"/>
                    </a:lnTo>
                    <a:cubicBezTo>
                      <a:pt x="1080" y="1589"/>
                      <a:pt x="2308" y="3071"/>
                      <a:pt x="3668" y="4427"/>
                    </a:cubicBezTo>
                    <a:cubicBezTo>
                      <a:pt x="6185" y="6872"/>
                      <a:pt x="9092" y="8882"/>
                      <a:pt x="12270" y="10372"/>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5" name="Google Shape;2236;p123">
                <a:extLst>
                  <a:ext uri="{FF2B5EF4-FFF2-40B4-BE49-F238E27FC236}">
                    <a16:creationId xmlns:a16="http://schemas.microsoft.com/office/drawing/2014/main" id="{B19C9FB3-F06F-877A-56B5-0334CFF8DA99}"/>
                  </a:ext>
                </a:extLst>
              </p:cNvPr>
              <p:cNvSpPr/>
              <p:nvPr/>
            </p:nvSpPr>
            <p:spPr>
              <a:xfrm>
                <a:off x="7256800" y="1222445"/>
                <a:ext cx="10625" cy="13344"/>
              </a:xfrm>
              <a:custGeom>
                <a:avLst/>
                <a:gdLst/>
                <a:ahLst/>
                <a:cxnLst/>
                <a:rect l="l" t="t" r="r" b="b"/>
                <a:pathLst>
                  <a:path w="10625" h="13344" extrusionOk="0">
                    <a:moveTo>
                      <a:pt x="9803" y="0"/>
                    </a:moveTo>
                    <a:lnTo>
                      <a:pt x="0" y="12649"/>
                    </a:lnTo>
                    <a:cubicBezTo>
                      <a:pt x="0" y="12649"/>
                      <a:pt x="632" y="13092"/>
                      <a:pt x="949" y="13345"/>
                    </a:cubicBezTo>
                    <a:cubicBezTo>
                      <a:pt x="2124" y="12490"/>
                      <a:pt x="3244" y="11561"/>
                      <a:pt x="4301" y="10562"/>
                    </a:cubicBezTo>
                    <a:cubicBezTo>
                      <a:pt x="6979" y="7772"/>
                      <a:pt x="9123" y="4513"/>
                      <a:pt x="10625" y="949"/>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6" name="Google Shape;2237;p123">
                <a:extLst>
                  <a:ext uri="{FF2B5EF4-FFF2-40B4-BE49-F238E27FC236}">
                    <a16:creationId xmlns:a16="http://schemas.microsoft.com/office/drawing/2014/main" id="{2859D663-A089-52D8-C9DB-69FA52E260F2}"/>
                  </a:ext>
                </a:extLst>
              </p:cNvPr>
              <p:cNvSpPr/>
              <p:nvPr/>
            </p:nvSpPr>
            <p:spPr>
              <a:xfrm>
                <a:off x="7156492" y="863144"/>
                <a:ext cx="57680" cy="112261"/>
              </a:xfrm>
              <a:custGeom>
                <a:avLst/>
                <a:gdLst/>
                <a:ahLst/>
                <a:cxnLst/>
                <a:rect l="l" t="t" r="r" b="b"/>
                <a:pathLst>
                  <a:path w="57680" h="112261" extrusionOk="0">
                    <a:moveTo>
                      <a:pt x="3099" y="110491"/>
                    </a:moveTo>
                    <a:cubicBezTo>
                      <a:pt x="7377" y="110498"/>
                      <a:pt x="11633" y="111094"/>
                      <a:pt x="15748" y="112262"/>
                    </a:cubicBezTo>
                    <a:cubicBezTo>
                      <a:pt x="22172" y="75562"/>
                      <a:pt x="36478" y="40692"/>
                      <a:pt x="57680" y="10056"/>
                    </a:cubicBezTo>
                    <a:cubicBezTo>
                      <a:pt x="54008" y="7982"/>
                      <a:pt x="50627" y="5430"/>
                      <a:pt x="47624" y="2467"/>
                    </a:cubicBezTo>
                    <a:cubicBezTo>
                      <a:pt x="46865" y="1708"/>
                      <a:pt x="46170" y="822"/>
                      <a:pt x="45411" y="0"/>
                    </a:cubicBezTo>
                    <a:cubicBezTo>
                      <a:pt x="22310" y="33077"/>
                      <a:pt x="6804" y="70850"/>
                      <a:pt x="0" y="110617"/>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7" name="Google Shape;2238;p123">
                <a:extLst>
                  <a:ext uri="{FF2B5EF4-FFF2-40B4-BE49-F238E27FC236}">
                    <a16:creationId xmlns:a16="http://schemas.microsoft.com/office/drawing/2014/main" id="{51FAFA5A-6E66-31A5-7863-EF5EC9F0F531}"/>
                  </a:ext>
                </a:extLst>
              </p:cNvPr>
              <p:cNvSpPr/>
              <p:nvPr/>
            </p:nvSpPr>
            <p:spPr>
              <a:xfrm>
                <a:off x="7456721" y="752021"/>
                <a:ext cx="1224" cy="10309"/>
              </a:xfrm>
              <a:custGeom>
                <a:avLst/>
                <a:gdLst/>
                <a:ahLst/>
                <a:cxnLst/>
                <a:rect l="l" t="t" r="r" b="b"/>
                <a:pathLst>
                  <a:path w="1224" h="10309" extrusionOk="0">
                    <a:moveTo>
                      <a:pt x="1202" y="1644"/>
                    </a:moveTo>
                    <a:cubicBezTo>
                      <a:pt x="1233" y="1097"/>
                      <a:pt x="1233" y="548"/>
                      <a:pt x="1202" y="0"/>
                    </a:cubicBezTo>
                    <a:lnTo>
                      <a:pt x="0" y="10309"/>
                    </a:lnTo>
                    <a:cubicBezTo>
                      <a:pt x="813" y="7493"/>
                      <a:pt x="1217" y="4575"/>
                      <a:pt x="1202" y="1644"/>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8" name="Google Shape;2239;p123">
                <a:extLst>
                  <a:ext uri="{FF2B5EF4-FFF2-40B4-BE49-F238E27FC236}">
                    <a16:creationId xmlns:a16="http://schemas.microsoft.com/office/drawing/2014/main" id="{128DEBE5-08C6-BCCC-69D2-7C21759EF7B5}"/>
                  </a:ext>
                </a:extLst>
              </p:cNvPr>
              <p:cNvSpPr/>
              <p:nvPr/>
            </p:nvSpPr>
            <p:spPr>
              <a:xfrm>
                <a:off x="7154342" y="1049720"/>
                <a:ext cx="15811" cy="3162"/>
              </a:xfrm>
              <a:custGeom>
                <a:avLst/>
                <a:gdLst/>
                <a:ahLst/>
                <a:cxnLst/>
                <a:rect l="l" t="t" r="r" b="b"/>
                <a:pathLst>
                  <a:path w="15811" h="3162" extrusionOk="0">
                    <a:moveTo>
                      <a:pt x="15812" y="1012"/>
                    </a:moveTo>
                    <a:lnTo>
                      <a:pt x="15812" y="0"/>
                    </a:lnTo>
                    <a:lnTo>
                      <a:pt x="0" y="1961"/>
                    </a:lnTo>
                    <a:cubicBezTo>
                      <a:pt x="0" y="1961"/>
                      <a:pt x="0" y="2403"/>
                      <a:pt x="0" y="2656"/>
                    </a:cubicBezTo>
                    <a:cubicBezTo>
                      <a:pt x="1735" y="2956"/>
                      <a:pt x="3489" y="3126"/>
                      <a:pt x="5249" y="3162"/>
                    </a:cubicBezTo>
                    <a:cubicBezTo>
                      <a:pt x="8869" y="3068"/>
                      <a:pt x="12444" y="2340"/>
                      <a:pt x="15812" y="1012"/>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9" name="Google Shape;2240;p123">
                <a:extLst>
                  <a:ext uri="{FF2B5EF4-FFF2-40B4-BE49-F238E27FC236}">
                    <a16:creationId xmlns:a16="http://schemas.microsoft.com/office/drawing/2014/main" id="{A3483145-CD13-49F1-B8C7-E9EAA2C7708F}"/>
                  </a:ext>
                </a:extLst>
              </p:cNvPr>
              <p:cNvSpPr/>
              <p:nvPr/>
            </p:nvSpPr>
            <p:spPr>
              <a:xfrm>
                <a:off x="7629256" y="851444"/>
                <a:ext cx="10625" cy="8664"/>
              </a:xfrm>
              <a:custGeom>
                <a:avLst/>
                <a:gdLst/>
                <a:ahLst/>
                <a:cxnLst/>
                <a:rect l="l" t="t" r="r" b="b"/>
                <a:pathLst>
                  <a:path w="10625" h="8664" extrusionOk="0">
                    <a:moveTo>
                      <a:pt x="0" y="8665"/>
                    </a:moveTo>
                    <a:cubicBezTo>
                      <a:pt x="3227" y="7065"/>
                      <a:pt x="6158" y="4926"/>
                      <a:pt x="8665" y="2340"/>
                    </a:cubicBezTo>
                    <a:cubicBezTo>
                      <a:pt x="9360" y="1581"/>
                      <a:pt x="9930" y="759"/>
                      <a:pt x="10625" y="0"/>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0" name="Google Shape;2241;p123">
                <a:extLst>
                  <a:ext uri="{FF2B5EF4-FFF2-40B4-BE49-F238E27FC236}">
                    <a16:creationId xmlns:a16="http://schemas.microsoft.com/office/drawing/2014/main" id="{D9E7D22E-1CC4-D216-3FFC-0AB685D45798}"/>
                  </a:ext>
                </a:extLst>
              </p:cNvPr>
              <p:cNvSpPr/>
              <p:nvPr/>
            </p:nvSpPr>
            <p:spPr>
              <a:xfrm>
                <a:off x="7472216" y="750566"/>
                <a:ext cx="111818" cy="58249"/>
              </a:xfrm>
              <a:custGeom>
                <a:avLst/>
                <a:gdLst/>
                <a:ahLst/>
                <a:cxnLst/>
                <a:rect l="l" t="t" r="r" b="b"/>
                <a:pathLst>
                  <a:path w="111818" h="58249" extrusionOk="0">
                    <a:moveTo>
                      <a:pt x="1771" y="3099"/>
                    </a:moveTo>
                    <a:cubicBezTo>
                      <a:pt x="1775" y="7378"/>
                      <a:pt x="1179" y="11635"/>
                      <a:pt x="0" y="15748"/>
                    </a:cubicBezTo>
                    <a:cubicBezTo>
                      <a:pt x="36649" y="22339"/>
                      <a:pt x="71421" y="36843"/>
                      <a:pt x="101889" y="58250"/>
                    </a:cubicBezTo>
                    <a:cubicBezTo>
                      <a:pt x="104049" y="54416"/>
                      <a:pt x="106707" y="50885"/>
                      <a:pt x="109795" y="47751"/>
                    </a:cubicBezTo>
                    <a:lnTo>
                      <a:pt x="111819" y="45917"/>
                    </a:lnTo>
                    <a:cubicBezTo>
                      <a:pt x="78910" y="22668"/>
                      <a:pt x="41264" y="6987"/>
                      <a:pt x="1581" y="0"/>
                    </a:cubicBezTo>
                    <a:cubicBezTo>
                      <a:pt x="1644" y="949"/>
                      <a:pt x="1771" y="2024"/>
                      <a:pt x="1771" y="3099"/>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1" name="Google Shape;2242;p123">
                <a:extLst>
                  <a:ext uri="{FF2B5EF4-FFF2-40B4-BE49-F238E27FC236}">
                    <a16:creationId xmlns:a16="http://schemas.microsoft.com/office/drawing/2014/main" id="{CB48B359-6A83-5A69-BDBA-0838D500557A}"/>
                  </a:ext>
                </a:extLst>
              </p:cNvPr>
              <p:cNvSpPr/>
              <p:nvPr/>
            </p:nvSpPr>
            <p:spPr>
              <a:xfrm>
                <a:off x="7638427" y="863397"/>
                <a:ext cx="57553" cy="111818"/>
              </a:xfrm>
              <a:custGeom>
                <a:avLst/>
                <a:gdLst/>
                <a:ahLst/>
                <a:cxnLst/>
                <a:rect l="l" t="t" r="r" b="b"/>
                <a:pathLst>
                  <a:path w="57553" h="111818" extrusionOk="0">
                    <a:moveTo>
                      <a:pt x="10689" y="1897"/>
                    </a:moveTo>
                    <a:cubicBezTo>
                      <a:pt x="7506" y="5029"/>
                      <a:pt x="3910" y="7710"/>
                      <a:pt x="0" y="9866"/>
                    </a:cubicBezTo>
                    <a:cubicBezTo>
                      <a:pt x="21168" y="40421"/>
                      <a:pt x="35453" y="75206"/>
                      <a:pt x="41869" y="111819"/>
                    </a:cubicBezTo>
                    <a:cubicBezTo>
                      <a:pt x="46296" y="110466"/>
                      <a:pt x="50900" y="109784"/>
                      <a:pt x="55530" y="109795"/>
                    </a:cubicBezTo>
                    <a:lnTo>
                      <a:pt x="57554" y="109795"/>
                    </a:lnTo>
                    <a:cubicBezTo>
                      <a:pt x="50749" y="70325"/>
                      <a:pt x="35329" y="32838"/>
                      <a:pt x="12396" y="0"/>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2" name="Google Shape;2243;p123">
                <a:extLst>
                  <a:ext uri="{FF2B5EF4-FFF2-40B4-BE49-F238E27FC236}">
                    <a16:creationId xmlns:a16="http://schemas.microsoft.com/office/drawing/2014/main" id="{1C8D58C9-B817-832D-A5C9-78FFA754DB6C}"/>
                  </a:ext>
                </a:extLst>
              </p:cNvPr>
              <p:cNvSpPr/>
              <p:nvPr/>
            </p:nvSpPr>
            <p:spPr>
              <a:xfrm>
                <a:off x="7156808" y="1066670"/>
                <a:ext cx="58755" cy="112451"/>
              </a:xfrm>
              <a:custGeom>
                <a:avLst/>
                <a:gdLst/>
                <a:ahLst/>
                <a:cxnLst/>
                <a:rect l="l" t="t" r="r" b="b"/>
                <a:pathLst>
                  <a:path w="58755" h="112451" extrusionOk="0">
                    <a:moveTo>
                      <a:pt x="48130" y="110428"/>
                    </a:moveTo>
                    <a:cubicBezTo>
                      <a:pt x="51295" y="107303"/>
                      <a:pt x="54870" y="104622"/>
                      <a:pt x="58756" y="102459"/>
                    </a:cubicBezTo>
                    <a:cubicBezTo>
                      <a:pt x="37017" y="71873"/>
                      <a:pt x="22231" y="36903"/>
                      <a:pt x="15432" y="0"/>
                    </a:cubicBezTo>
                    <a:cubicBezTo>
                      <a:pt x="11316" y="1170"/>
                      <a:pt x="7062" y="1787"/>
                      <a:pt x="2783" y="1834"/>
                    </a:cubicBezTo>
                    <a:lnTo>
                      <a:pt x="0" y="1834"/>
                    </a:lnTo>
                    <a:cubicBezTo>
                      <a:pt x="7107" y="41728"/>
                      <a:pt x="23056" y="79525"/>
                      <a:pt x="46676" y="112451"/>
                    </a:cubicBezTo>
                    <a:cubicBezTo>
                      <a:pt x="47245" y="111503"/>
                      <a:pt x="47751" y="111060"/>
                      <a:pt x="48130" y="110428"/>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3" name="Google Shape;2244;p123">
                <a:extLst>
                  <a:ext uri="{FF2B5EF4-FFF2-40B4-BE49-F238E27FC236}">
                    <a16:creationId xmlns:a16="http://schemas.microsoft.com/office/drawing/2014/main" id="{18D8F269-7BEA-7C9A-9A5D-ED2DEBE2D70C}"/>
                  </a:ext>
                </a:extLst>
              </p:cNvPr>
              <p:cNvSpPr/>
              <p:nvPr/>
            </p:nvSpPr>
            <p:spPr>
              <a:xfrm>
                <a:off x="7682509" y="1049910"/>
                <a:ext cx="15748" cy="2340"/>
              </a:xfrm>
              <a:custGeom>
                <a:avLst/>
                <a:gdLst/>
                <a:ahLst/>
                <a:cxnLst/>
                <a:rect l="l" t="t" r="r" b="b"/>
                <a:pathLst>
                  <a:path w="15748" h="2340" extrusionOk="0">
                    <a:moveTo>
                      <a:pt x="63" y="126"/>
                    </a:moveTo>
                    <a:cubicBezTo>
                      <a:pt x="3687" y="1575"/>
                      <a:pt x="7545" y="2327"/>
                      <a:pt x="11448" y="2340"/>
                    </a:cubicBezTo>
                    <a:cubicBezTo>
                      <a:pt x="12889" y="2248"/>
                      <a:pt x="14332" y="2058"/>
                      <a:pt x="15748" y="1771"/>
                    </a:cubicBezTo>
                    <a:cubicBezTo>
                      <a:pt x="15748" y="1771"/>
                      <a:pt x="15748" y="1771"/>
                      <a:pt x="15748" y="1771"/>
                    </a:cubicBezTo>
                    <a:lnTo>
                      <a:pt x="0" y="0"/>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4" name="Google Shape;2245;p123">
                <a:extLst>
                  <a:ext uri="{FF2B5EF4-FFF2-40B4-BE49-F238E27FC236}">
                    <a16:creationId xmlns:a16="http://schemas.microsoft.com/office/drawing/2014/main" id="{68BC5E6F-8BBD-7420-5E85-5FACEEA7AF0B}"/>
                  </a:ext>
                </a:extLst>
              </p:cNvPr>
              <p:cNvSpPr/>
              <p:nvPr/>
            </p:nvSpPr>
            <p:spPr>
              <a:xfrm>
                <a:off x="7587767" y="1223836"/>
                <a:ext cx="7905" cy="9929"/>
              </a:xfrm>
              <a:custGeom>
                <a:avLst/>
                <a:gdLst/>
                <a:ahLst/>
                <a:cxnLst/>
                <a:rect l="l" t="t" r="r" b="b"/>
                <a:pathLst>
                  <a:path w="7905" h="9929" extrusionOk="0">
                    <a:moveTo>
                      <a:pt x="5755" y="8159"/>
                    </a:moveTo>
                    <a:cubicBezTo>
                      <a:pt x="6388" y="8791"/>
                      <a:pt x="7147" y="9297"/>
                      <a:pt x="7906" y="9930"/>
                    </a:cubicBezTo>
                    <a:lnTo>
                      <a:pt x="0" y="0"/>
                    </a:lnTo>
                    <a:cubicBezTo>
                      <a:pt x="1486" y="3000"/>
                      <a:pt x="3427" y="5752"/>
                      <a:pt x="5755" y="8159"/>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5" name="Google Shape;2246;p123">
                <a:extLst>
                  <a:ext uri="{FF2B5EF4-FFF2-40B4-BE49-F238E27FC236}">
                    <a16:creationId xmlns:a16="http://schemas.microsoft.com/office/drawing/2014/main" id="{30BEBAF8-4711-27A3-7EEB-49DEE6C5663B}"/>
                  </a:ext>
                </a:extLst>
              </p:cNvPr>
              <p:cNvSpPr/>
              <p:nvPr/>
            </p:nvSpPr>
            <p:spPr>
              <a:xfrm>
                <a:off x="7637857" y="1065974"/>
                <a:ext cx="57996" cy="111249"/>
              </a:xfrm>
              <a:custGeom>
                <a:avLst/>
                <a:gdLst/>
                <a:ahLst/>
                <a:cxnLst/>
                <a:rect l="l" t="t" r="r" b="b"/>
                <a:pathLst>
                  <a:path w="57996" h="111249" extrusionOk="0">
                    <a:moveTo>
                      <a:pt x="56099" y="2087"/>
                    </a:moveTo>
                    <a:cubicBezTo>
                      <a:pt x="51425" y="2077"/>
                      <a:pt x="46777" y="1374"/>
                      <a:pt x="42312" y="0"/>
                    </a:cubicBezTo>
                    <a:cubicBezTo>
                      <a:pt x="35731" y="36542"/>
                      <a:pt x="21295" y="71220"/>
                      <a:pt x="0" y="101636"/>
                    </a:cubicBezTo>
                    <a:cubicBezTo>
                      <a:pt x="4269" y="103852"/>
                      <a:pt x="8173" y="106711"/>
                      <a:pt x="11574" y="110111"/>
                    </a:cubicBezTo>
                    <a:lnTo>
                      <a:pt x="12586" y="111250"/>
                    </a:lnTo>
                    <a:cubicBezTo>
                      <a:pt x="35529" y="78577"/>
                      <a:pt x="51033" y="41272"/>
                      <a:pt x="57997" y="1961"/>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6" name="Google Shape;2247;p123">
                <a:extLst>
                  <a:ext uri="{FF2B5EF4-FFF2-40B4-BE49-F238E27FC236}">
                    <a16:creationId xmlns:a16="http://schemas.microsoft.com/office/drawing/2014/main" id="{163A4910-6BD8-B645-BDF8-162370531D9A}"/>
                  </a:ext>
                </a:extLst>
              </p:cNvPr>
              <p:cNvSpPr/>
              <p:nvPr/>
            </p:nvSpPr>
            <p:spPr>
              <a:xfrm>
                <a:off x="7271157" y="1233007"/>
                <a:ext cx="110996" cy="56731"/>
              </a:xfrm>
              <a:custGeom>
                <a:avLst/>
                <a:gdLst/>
                <a:ahLst/>
                <a:cxnLst/>
                <a:rect l="l" t="t" r="r" b="b"/>
                <a:pathLst>
                  <a:path w="110996" h="56731" extrusionOk="0">
                    <a:moveTo>
                      <a:pt x="108846" y="55467"/>
                    </a:moveTo>
                    <a:cubicBezTo>
                      <a:pt x="108841" y="50622"/>
                      <a:pt x="109566" y="45803"/>
                      <a:pt x="110997" y="41173"/>
                    </a:cubicBezTo>
                    <a:cubicBezTo>
                      <a:pt x="74663" y="34871"/>
                      <a:pt x="40108" y="20829"/>
                      <a:pt x="9677" y="0"/>
                    </a:cubicBezTo>
                    <a:cubicBezTo>
                      <a:pt x="7483" y="4137"/>
                      <a:pt x="4668" y="7913"/>
                      <a:pt x="1328" y="11195"/>
                    </a:cubicBezTo>
                    <a:lnTo>
                      <a:pt x="0" y="12459"/>
                    </a:lnTo>
                    <a:cubicBezTo>
                      <a:pt x="32732" y="34986"/>
                      <a:pt x="69987" y="50097"/>
                      <a:pt x="109163" y="56732"/>
                    </a:cubicBezTo>
                    <a:cubicBezTo>
                      <a:pt x="109032" y="56314"/>
                      <a:pt x="108926" y="55897"/>
                      <a:pt x="108846" y="55467"/>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7" name="Google Shape;2248;p123">
                <a:extLst>
                  <a:ext uri="{FF2B5EF4-FFF2-40B4-BE49-F238E27FC236}">
                    <a16:creationId xmlns:a16="http://schemas.microsoft.com/office/drawing/2014/main" id="{0E0DEC18-1FB3-C2FE-E102-99BCDB941D03}"/>
                  </a:ext>
                </a:extLst>
              </p:cNvPr>
              <p:cNvSpPr/>
              <p:nvPr/>
            </p:nvSpPr>
            <p:spPr>
              <a:xfrm>
                <a:off x="7472659" y="1231615"/>
                <a:ext cx="110806" cy="57870"/>
              </a:xfrm>
              <a:custGeom>
                <a:avLst/>
                <a:gdLst/>
                <a:ahLst/>
                <a:cxnLst/>
                <a:rect l="l" t="t" r="r" b="b"/>
                <a:pathLst>
                  <a:path w="110806" h="57870" extrusionOk="0">
                    <a:moveTo>
                      <a:pt x="110807" y="12586"/>
                    </a:moveTo>
                    <a:lnTo>
                      <a:pt x="109669" y="11574"/>
                    </a:lnTo>
                    <a:cubicBezTo>
                      <a:pt x="106277" y="8165"/>
                      <a:pt x="103420" y="4263"/>
                      <a:pt x="101194" y="0"/>
                    </a:cubicBezTo>
                    <a:cubicBezTo>
                      <a:pt x="70911" y="21228"/>
                      <a:pt x="36387" y="35642"/>
                      <a:pt x="0" y="42248"/>
                    </a:cubicBezTo>
                    <a:cubicBezTo>
                      <a:pt x="1524" y="46966"/>
                      <a:pt x="2314" y="51900"/>
                      <a:pt x="2340" y="56858"/>
                    </a:cubicBezTo>
                    <a:cubicBezTo>
                      <a:pt x="2340" y="56858"/>
                      <a:pt x="2340" y="57554"/>
                      <a:pt x="2340" y="57870"/>
                    </a:cubicBezTo>
                    <a:cubicBezTo>
                      <a:pt x="41360" y="50850"/>
                      <a:pt x="78378" y="35394"/>
                      <a:pt x="110807" y="12586"/>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8" name="Google Shape;2249;p123">
                <a:extLst>
                  <a:ext uri="{FF2B5EF4-FFF2-40B4-BE49-F238E27FC236}">
                    <a16:creationId xmlns:a16="http://schemas.microsoft.com/office/drawing/2014/main" id="{978C4450-CFEF-9CB3-FF18-03BA9233BAF0}"/>
                  </a:ext>
                </a:extLst>
              </p:cNvPr>
              <p:cNvSpPr/>
              <p:nvPr/>
            </p:nvSpPr>
            <p:spPr>
              <a:xfrm>
                <a:off x="7456658" y="1276520"/>
                <a:ext cx="2156" cy="15495"/>
              </a:xfrm>
              <a:custGeom>
                <a:avLst/>
                <a:gdLst/>
                <a:ahLst/>
                <a:cxnLst/>
                <a:rect l="l" t="t" r="r" b="b"/>
                <a:pathLst>
                  <a:path w="2156" h="15495" extrusionOk="0">
                    <a:moveTo>
                      <a:pt x="0" y="0"/>
                    </a:moveTo>
                    <a:lnTo>
                      <a:pt x="1771" y="15495"/>
                    </a:lnTo>
                    <a:lnTo>
                      <a:pt x="1771" y="15495"/>
                    </a:lnTo>
                    <a:cubicBezTo>
                      <a:pt x="1963" y="14344"/>
                      <a:pt x="2090" y="13180"/>
                      <a:pt x="2150" y="12017"/>
                    </a:cubicBezTo>
                    <a:cubicBezTo>
                      <a:pt x="2231" y="7906"/>
                      <a:pt x="1500" y="3826"/>
                      <a:pt x="0" y="0"/>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9" name="Google Shape;2250;p123">
                <a:extLst>
                  <a:ext uri="{FF2B5EF4-FFF2-40B4-BE49-F238E27FC236}">
                    <a16:creationId xmlns:a16="http://schemas.microsoft.com/office/drawing/2014/main" id="{258EEFEB-399A-977C-5664-72E64A46B53F}"/>
                  </a:ext>
                </a:extLst>
              </p:cNvPr>
              <p:cNvSpPr/>
              <p:nvPr/>
            </p:nvSpPr>
            <p:spPr>
              <a:xfrm>
                <a:off x="7418647" y="804831"/>
                <a:ext cx="15811" cy="54265"/>
              </a:xfrm>
              <a:custGeom>
                <a:avLst/>
                <a:gdLst/>
                <a:ahLst/>
                <a:cxnLst/>
                <a:rect l="l" t="t" r="r" b="b"/>
                <a:pathLst>
                  <a:path w="15811" h="54265" extrusionOk="0">
                    <a:moveTo>
                      <a:pt x="0" y="0"/>
                    </a:moveTo>
                    <a:lnTo>
                      <a:pt x="15812" y="0"/>
                    </a:lnTo>
                    <a:lnTo>
                      <a:pt x="15812" y="54265"/>
                    </a:lnTo>
                    <a:lnTo>
                      <a:pt x="0" y="5426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0" name="Google Shape;2251;p123">
                <a:extLst>
                  <a:ext uri="{FF2B5EF4-FFF2-40B4-BE49-F238E27FC236}">
                    <a16:creationId xmlns:a16="http://schemas.microsoft.com/office/drawing/2014/main" id="{A52950E0-147F-C031-5A74-079605CDAA83}"/>
                  </a:ext>
                </a:extLst>
              </p:cNvPr>
              <p:cNvSpPr/>
              <p:nvPr/>
            </p:nvSpPr>
            <p:spPr>
              <a:xfrm>
                <a:off x="7418647" y="1180892"/>
                <a:ext cx="15811" cy="54265"/>
              </a:xfrm>
              <a:custGeom>
                <a:avLst/>
                <a:gdLst/>
                <a:ahLst/>
                <a:cxnLst/>
                <a:rect l="l" t="t" r="r" b="b"/>
                <a:pathLst>
                  <a:path w="15811" h="54265" extrusionOk="0">
                    <a:moveTo>
                      <a:pt x="0" y="0"/>
                    </a:moveTo>
                    <a:lnTo>
                      <a:pt x="15812" y="0"/>
                    </a:lnTo>
                    <a:lnTo>
                      <a:pt x="15812" y="54265"/>
                    </a:lnTo>
                    <a:lnTo>
                      <a:pt x="0" y="5426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1" name="Google Shape;2252;p123">
                <a:extLst>
                  <a:ext uri="{FF2B5EF4-FFF2-40B4-BE49-F238E27FC236}">
                    <a16:creationId xmlns:a16="http://schemas.microsoft.com/office/drawing/2014/main" id="{B72F0442-965A-A232-560E-E57BD17A674B}"/>
                  </a:ext>
                </a:extLst>
              </p:cNvPr>
              <p:cNvSpPr/>
              <p:nvPr/>
            </p:nvSpPr>
            <p:spPr>
              <a:xfrm>
                <a:off x="7582391" y="1013353"/>
                <a:ext cx="54265" cy="15811"/>
              </a:xfrm>
              <a:custGeom>
                <a:avLst/>
                <a:gdLst/>
                <a:ahLst/>
                <a:cxnLst/>
                <a:rect l="l" t="t" r="r" b="b"/>
                <a:pathLst>
                  <a:path w="54265" h="15811" extrusionOk="0">
                    <a:moveTo>
                      <a:pt x="0" y="0"/>
                    </a:moveTo>
                    <a:lnTo>
                      <a:pt x="54265" y="0"/>
                    </a:lnTo>
                    <a:lnTo>
                      <a:pt x="54265" y="15811"/>
                    </a:lnTo>
                    <a:lnTo>
                      <a:pt x="0" y="15811"/>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2" name="Google Shape;2253;p123">
                <a:extLst>
                  <a:ext uri="{FF2B5EF4-FFF2-40B4-BE49-F238E27FC236}">
                    <a16:creationId xmlns:a16="http://schemas.microsoft.com/office/drawing/2014/main" id="{1BC8EAA6-024F-CBF8-F257-92C17E1D5EE7}"/>
                  </a:ext>
                </a:extLst>
              </p:cNvPr>
              <p:cNvSpPr/>
              <p:nvPr/>
            </p:nvSpPr>
            <p:spPr>
              <a:xfrm>
                <a:off x="7215943" y="1013353"/>
                <a:ext cx="54265" cy="15811"/>
              </a:xfrm>
              <a:custGeom>
                <a:avLst/>
                <a:gdLst/>
                <a:ahLst/>
                <a:cxnLst/>
                <a:rect l="l" t="t" r="r" b="b"/>
                <a:pathLst>
                  <a:path w="54265" h="15811" extrusionOk="0">
                    <a:moveTo>
                      <a:pt x="0" y="0"/>
                    </a:moveTo>
                    <a:lnTo>
                      <a:pt x="54265" y="0"/>
                    </a:lnTo>
                    <a:lnTo>
                      <a:pt x="54265" y="15811"/>
                    </a:lnTo>
                    <a:lnTo>
                      <a:pt x="0" y="15811"/>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3" name="Google Shape;2254;p123">
                <a:extLst>
                  <a:ext uri="{FF2B5EF4-FFF2-40B4-BE49-F238E27FC236}">
                    <a16:creationId xmlns:a16="http://schemas.microsoft.com/office/drawing/2014/main" id="{BBB59B92-CD84-0ACA-A61F-0F8F2220F976}"/>
                  </a:ext>
                </a:extLst>
              </p:cNvPr>
              <p:cNvSpPr/>
              <p:nvPr/>
            </p:nvSpPr>
            <p:spPr>
              <a:xfrm rot="-2700000">
                <a:off x="7532082" y="879109"/>
                <a:ext cx="54295" cy="15820"/>
              </a:xfrm>
              <a:custGeom>
                <a:avLst/>
                <a:gdLst/>
                <a:ahLst/>
                <a:cxnLst/>
                <a:rect l="l" t="t" r="r" b="b"/>
                <a:pathLst>
                  <a:path w="54265" h="15811" extrusionOk="0">
                    <a:moveTo>
                      <a:pt x="0" y="0"/>
                    </a:moveTo>
                    <a:lnTo>
                      <a:pt x="54265" y="0"/>
                    </a:lnTo>
                    <a:lnTo>
                      <a:pt x="54265" y="15812"/>
                    </a:lnTo>
                    <a:lnTo>
                      <a:pt x="0" y="15812"/>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4" name="Google Shape;2255;p123">
                <a:extLst>
                  <a:ext uri="{FF2B5EF4-FFF2-40B4-BE49-F238E27FC236}">
                    <a16:creationId xmlns:a16="http://schemas.microsoft.com/office/drawing/2014/main" id="{86E1ABB5-1CE4-32CA-5160-FF932A4B828B}"/>
                  </a:ext>
                </a:extLst>
              </p:cNvPr>
              <p:cNvSpPr/>
              <p:nvPr/>
            </p:nvSpPr>
            <p:spPr>
              <a:xfrm rot="-2700000">
                <a:off x="7266196" y="1145018"/>
                <a:ext cx="54295" cy="15820"/>
              </a:xfrm>
              <a:custGeom>
                <a:avLst/>
                <a:gdLst/>
                <a:ahLst/>
                <a:cxnLst/>
                <a:rect l="l" t="t" r="r" b="b"/>
                <a:pathLst>
                  <a:path w="54265" h="15811" extrusionOk="0">
                    <a:moveTo>
                      <a:pt x="0" y="0"/>
                    </a:moveTo>
                    <a:lnTo>
                      <a:pt x="54265" y="0"/>
                    </a:lnTo>
                    <a:lnTo>
                      <a:pt x="54265" y="15812"/>
                    </a:lnTo>
                    <a:lnTo>
                      <a:pt x="0" y="15812"/>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5" name="Google Shape;2256;p123">
                <a:extLst>
                  <a:ext uri="{FF2B5EF4-FFF2-40B4-BE49-F238E27FC236}">
                    <a16:creationId xmlns:a16="http://schemas.microsoft.com/office/drawing/2014/main" id="{29FA5D53-DEE9-2184-85C6-B5B8765E90F8}"/>
                  </a:ext>
                </a:extLst>
              </p:cNvPr>
              <p:cNvSpPr/>
              <p:nvPr/>
            </p:nvSpPr>
            <p:spPr>
              <a:xfrm rot="-2700000">
                <a:off x="7546874" y="1123567"/>
                <a:ext cx="15820" cy="54295"/>
              </a:xfrm>
              <a:custGeom>
                <a:avLst/>
                <a:gdLst/>
                <a:ahLst/>
                <a:cxnLst/>
                <a:rect l="l" t="t" r="r" b="b"/>
                <a:pathLst>
                  <a:path w="15811" h="54265" extrusionOk="0">
                    <a:moveTo>
                      <a:pt x="0" y="0"/>
                    </a:moveTo>
                    <a:lnTo>
                      <a:pt x="15811" y="0"/>
                    </a:lnTo>
                    <a:lnTo>
                      <a:pt x="15811" y="54265"/>
                    </a:lnTo>
                    <a:lnTo>
                      <a:pt x="0" y="5426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6" name="Google Shape;2257;p123">
                <a:extLst>
                  <a:ext uri="{FF2B5EF4-FFF2-40B4-BE49-F238E27FC236}">
                    <a16:creationId xmlns:a16="http://schemas.microsoft.com/office/drawing/2014/main" id="{D05D4670-D3D5-CC55-28C5-9BB7E45E1876}"/>
                  </a:ext>
                </a:extLst>
              </p:cNvPr>
              <p:cNvSpPr/>
              <p:nvPr/>
            </p:nvSpPr>
            <p:spPr>
              <a:xfrm rot="-2700000">
                <a:off x="7287709" y="864340"/>
                <a:ext cx="15820" cy="54295"/>
              </a:xfrm>
              <a:custGeom>
                <a:avLst/>
                <a:gdLst/>
                <a:ahLst/>
                <a:cxnLst/>
                <a:rect l="l" t="t" r="r" b="b"/>
                <a:pathLst>
                  <a:path w="15811" h="54265" extrusionOk="0">
                    <a:moveTo>
                      <a:pt x="0" y="0"/>
                    </a:moveTo>
                    <a:lnTo>
                      <a:pt x="15812" y="0"/>
                    </a:lnTo>
                    <a:lnTo>
                      <a:pt x="15812" y="54265"/>
                    </a:lnTo>
                    <a:lnTo>
                      <a:pt x="0" y="5426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7" name="Google Shape;2258;p123">
                <a:extLst>
                  <a:ext uri="{FF2B5EF4-FFF2-40B4-BE49-F238E27FC236}">
                    <a16:creationId xmlns:a16="http://schemas.microsoft.com/office/drawing/2014/main" id="{495CF1EE-824E-FA5A-2FED-5970FF319D41}"/>
                  </a:ext>
                </a:extLst>
              </p:cNvPr>
              <p:cNvSpPr/>
              <p:nvPr/>
            </p:nvSpPr>
            <p:spPr>
              <a:xfrm>
                <a:off x="7360207" y="991154"/>
                <a:ext cx="45031" cy="43449"/>
              </a:xfrm>
              <a:custGeom>
                <a:avLst/>
                <a:gdLst/>
                <a:ahLst/>
                <a:cxnLst/>
                <a:rect l="l" t="t" r="r" b="b"/>
                <a:pathLst>
                  <a:path w="45031" h="43449" extrusionOk="0">
                    <a:moveTo>
                      <a:pt x="33520" y="34596"/>
                    </a:moveTo>
                    <a:lnTo>
                      <a:pt x="10878" y="34596"/>
                    </a:lnTo>
                    <a:lnTo>
                      <a:pt x="7084" y="43450"/>
                    </a:lnTo>
                    <a:lnTo>
                      <a:pt x="0" y="43450"/>
                    </a:lnTo>
                    <a:lnTo>
                      <a:pt x="18974" y="0"/>
                    </a:lnTo>
                    <a:lnTo>
                      <a:pt x="26057" y="0"/>
                    </a:lnTo>
                    <a:lnTo>
                      <a:pt x="45031" y="43450"/>
                    </a:lnTo>
                    <a:lnTo>
                      <a:pt x="37315" y="43450"/>
                    </a:lnTo>
                    <a:close/>
                    <a:moveTo>
                      <a:pt x="31054" y="28903"/>
                    </a:moveTo>
                    <a:lnTo>
                      <a:pt x="22199" y="8285"/>
                    </a:lnTo>
                    <a:lnTo>
                      <a:pt x="13345" y="28903"/>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8" name="Google Shape;2259;p123">
                <a:extLst>
                  <a:ext uri="{FF2B5EF4-FFF2-40B4-BE49-F238E27FC236}">
                    <a16:creationId xmlns:a16="http://schemas.microsoft.com/office/drawing/2014/main" id="{71DF5D39-0BA0-3F07-D503-1796F6E4DB8B}"/>
                  </a:ext>
                </a:extLst>
              </p:cNvPr>
              <p:cNvSpPr/>
              <p:nvPr/>
            </p:nvSpPr>
            <p:spPr>
              <a:xfrm>
                <a:off x="7412891" y="991026"/>
                <a:ext cx="34470" cy="43578"/>
              </a:xfrm>
              <a:custGeom>
                <a:avLst/>
                <a:gdLst/>
                <a:ahLst/>
                <a:cxnLst/>
                <a:rect l="l" t="t" r="r" b="b"/>
                <a:pathLst>
                  <a:path w="34470" h="43578" extrusionOk="0">
                    <a:moveTo>
                      <a:pt x="0" y="128"/>
                    </a:moveTo>
                    <a:lnTo>
                      <a:pt x="18278" y="128"/>
                    </a:lnTo>
                    <a:cubicBezTo>
                      <a:pt x="26102" y="-920"/>
                      <a:pt x="33295" y="4574"/>
                      <a:pt x="34343" y="12398"/>
                    </a:cubicBezTo>
                    <a:cubicBezTo>
                      <a:pt x="35391" y="20222"/>
                      <a:pt x="29897" y="27414"/>
                      <a:pt x="22073" y="28462"/>
                    </a:cubicBezTo>
                    <a:cubicBezTo>
                      <a:pt x="20814" y="28631"/>
                      <a:pt x="19537" y="28631"/>
                      <a:pt x="18278" y="28462"/>
                    </a:cubicBezTo>
                    <a:lnTo>
                      <a:pt x="6388" y="28462"/>
                    </a:lnTo>
                    <a:lnTo>
                      <a:pt x="6388" y="43578"/>
                    </a:lnTo>
                    <a:lnTo>
                      <a:pt x="63" y="43578"/>
                    </a:lnTo>
                    <a:close/>
                    <a:moveTo>
                      <a:pt x="17393" y="22707"/>
                    </a:moveTo>
                    <a:cubicBezTo>
                      <a:pt x="23717" y="22707"/>
                      <a:pt x="27891" y="19608"/>
                      <a:pt x="27891" y="14485"/>
                    </a:cubicBezTo>
                    <a:cubicBezTo>
                      <a:pt x="27891" y="9362"/>
                      <a:pt x="23654" y="6263"/>
                      <a:pt x="17393" y="6263"/>
                    </a:cubicBezTo>
                    <a:lnTo>
                      <a:pt x="6388" y="6263"/>
                    </a:lnTo>
                    <a:lnTo>
                      <a:pt x="6388" y="22707"/>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9" name="Google Shape;2260;p123">
                <a:extLst>
                  <a:ext uri="{FF2B5EF4-FFF2-40B4-BE49-F238E27FC236}">
                    <a16:creationId xmlns:a16="http://schemas.microsoft.com/office/drawing/2014/main" id="{E83BE11A-3EE8-5841-331F-35A3D7CF7CF8}"/>
                  </a:ext>
                </a:extLst>
              </p:cNvPr>
              <p:cNvSpPr/>
              <p:nvPr/>
            </p:nvSpPr>
            <p:spPr>
              <a:xfrm>
                <a:off x="7455835" y="991026"/>
                <a:ext cx="34470" cy="43578"/>
              </a:xfrm>
              <a:custGeom>
                <a:avLst/>
                <a:gdLst/>
                <a:ahLst/>
                <a:cxnLst/>
                <a:rect l="l" t="t" r="r" b="b"/>
                <a:pathLst>
                  <a:path w="34470" h="43578" extrusionOk="0">
                    <a:moveTo>
                      <a:pt x="0" y="128"/>
                    </a:moveTo>
                    <a:lnTo>
                      <a:pt x="18278" y="128"/>
                    </a:lnTo>
                    <a:cubicBezTo>
                      <a:pt x="26102" y="-920"/>
                      <a:pt x="33295" y="4574"/>
                      <a:pt x="34343" y="12398"/>
                    </a:cubicBezTo>
                    <a:cubicBezTo>
                      <a:pt x="35391" y="20222"/>
                      <a:pt x="29897" y="27414"/>
                      <a:pt x="22073" y="28462"/>
                    </a:cubicBezTo>
                    <a:cubicBezTo>
                      <a:pt x="20814" y="28631"/>
                      <a:pt x="19537" y="28631"/>
                      <a:pt x="18278" y="28462"/>
                    </a:cubicBezTo>
                    <a:lnTo>
                      <a:pt x="6388" y="28462"/>
                    </a:lnTo>
                    <a:lnTo>
                      <a:pt x="6388" y="43578"/>
                    </a:lnTo>
                    <a:lnTo>
                      <a:pt x="63" y="43578"/>
                    </a:lnTo>
                    <a:close/>
                    <a:moveTo>
                      <a:pt x="17393" y="22707"/>
                    </a:moveTo>
                    <a:cubicBezTo>
                      <a:pt x="23717" y="22707"/>
                      <a:pt x="27892" y="19608"/>
                      <a:pt x="27892" y="14485"/>
                    </a:cubicBezTo>
                    <a:cubicBezTo>
                      <a:pt x="27892" y="9362"/>
                      <a:pt x="23654" y="6263"/>
                      <a:pt x="17393" y="6263"/>
                    </a:cubicBezTo>
                    <a:lnTo>
                      <a:pt x="6388" y="6263"/>
                    </a:lnTo>
                    <a:lnTo>
                      <a:pt x="6388" y="22707"/>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40" name="Google Shape;2261;p123">
                <a:extLst>
                  <a:ext uri="{FF2B5EF4-FFF2-40B4-BE49-F238E27FC236}">
                    <a16:creationId xmlns:a16="http://schemas.microsoft.com/office/drawing/2014/main" id="{36DCC7E6-798F-F874-698A-DD8A45E55E4C}"/>
                  </a:ext>
                </a:extLst>
              </p:cNvPr>
              <p:cNvSpPr/>
              <p:nvPr/>
            </p:nvSpPr>
            <p:spPr>
              <a:xfrm>
                <a:off x="7331431" y="921900"/>
                <a:ext cx="189738" cy="189738"/>
              </a:xfrm>
              <a:custGeom>
                <a:avLst/>
                <a:gdLst/>
                <a:ahLst/>
                <a:cxnLst/>
                <a:rect l="l" t="t" r="r" b="b"/>
                <a:pathLst>
                  <a:path w="189738" h="189738" extrusionOk="0">
                    <a:moveTo>
                      <a:pt x="168551" y="189738"/>
                    </a:moveTo>
                    <a:lnTo>
                      <a:pt x="21187" y="189738"/>
                    </a:lnTo>
                    <a:cubicBezTo>
                      <a:pt x="9486" y="189738"/>
                      <a:pt x="0" y="180252"/>
                      <a:pt x="0" y="168551"/>
                    </a:cubicBezTo>
                    <a:lnTo>
                      <a:pt x="0" y="21187"/>
                    </a:lnTo>
                    <a:cubicBezTo>
                      <a:pt x="0" y="9486"/>
                      <a:pt x="9486" y="0"/>
                      <a:pt x="21187" y="0"/>
                    </a:cubicBezTo>
                    <a:lnTo>
                      <a:pt x="168551" y="0"/>
                    </a:lnTo>
                    <a:cubicBezTo>
                      <a:pt x="180252" y="0"/>
                      <a:pt x="189738" y="9486"/>
                      <a:pt x="189738" y="21187"/>
                    </a:cubicBezTo>
                    <a:lnTo>
                      <a:pt x="189738" y="168551"/>
                    </a:lnTo>
                    <a:cubicBezTo>
                      <a:pt x="189738" y="180252"/>
                      <a:pt x="180252" y="189738"/>
                      <a:pt x="168551" y="189738"/>
                    </a:cubicBezTo>
                    <a:close/>
                    <a:moveTo>
                      <a:pt x="21187" y="15938"/>
                    </a:moveTo>
                    <a:cubicBezTo>
                      <a:pt x="18219" y="15938"/>
                      <a:pt x="15812" y="18345"/>
                      <a:pt x="15812" y="21314"/>
                    </a:cubicBezTo>
                    <a:lnTo>
                      <a:pt x="15812" y="168677"/>
                    </a:lnTo>
                    <a:cubicBezTo>
                      <a:pt x="15812" y="171646"/>
                      <a:pt x="18219" y="174053"/>
                      <a:pt x="21187" y="174053"/>
                    </a:cubicBezTo>
                    <a:lnTo>
                      <a:pt x="168551" y="174053"/>
                    </a:lnTo>
                    <a:cubicBezTo>
                      <a:pt x="171519" y="174053"/>
                      <a:pt x="173927" y="171646"/>
                      <a:pt x="173927" y="168677"/>
                    </a:cubicBezTo>
                    <a:lnTo>
                      <a:pt x="173927" y="21187"/>
                    </a:lnTo>
                    <a:cubicBezTo>
                      <a:pt x="173927" y="18219"/>
                      <a:pt x="171519" y="15812"/>
                      <a:pt x="168551" y="15812"/>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241" name="Google Shape;2262;p123">
            <a:extLst>
              <a:ext uri="{FF2B5EF4-FFF2-40B4-BE49-F238E27FC236}">
                <a16:creationId xmlns:a16="http://schemas.microsoft.com/office/drawing/2014/main" id="{D5423B9C-23F0-3C4C-FF61-5959237D6DFE}"/>
              </a:ext>
            </a:extLst>
          </p:cNvPr>
          <p:cNvGrpSpPr/>
          <p:nvPr/>
        </p:nvGrpSpPr>
        <p:grpSpPr>
          <a:xfrm>
            <a:off x="8740330" y="4477550"/>
            <a:ext cx="567904" cy="567752"/>
            <a:chOff x="8740276" y="4477822"/>
            <a:chExt cx="567900" cy="567900"/>
          </a:xfrm>
        </p:grpSpPr>
        <p:sp>
          <p:nvSpPr>
            <p:cNvPr id="242" name="Google Shape;2263;p123">
              <a:extLst>
                <a:ext uri="{FF2B5EF4-FFF2-40B4-BE49-F238E27FC236}">
                  <a16:creationId xmlns:a16="http://schemas.microsoft.com/office/drawing/2014/main" id="{308DDB22-D0FE-C227-C85F-90051C80D618}"/>
                </a:ext>
              </a:extLst>
            </p:cNvPr>
            <p:cNvSpPr/>
            <p:nvPr/>
          </p:nvSpPr>
          <p:spPr>
            <a:xfrm>
              <a:off x="8740276" y="4477822"/>
              <a:ext cx="567900" cy="567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243" name="Google Shape;2264;p123">
              <a:extLst>
                <a:ext uri="{FF2B5EF4-FFF2-40B4-BE49-F238E27FC236}">
                  <a16:creationId xmlns:a16="http://schemas.microsoft.com/office/drawing/2014/main" id="{28164BFD-88F8-E700-9350-83D19838EFDE}"/>
                </a:ext>
              </a:extLst>
            </p:cNvPr>
            <p:cNvGrpSpPr/>
            <p:nvPr/>
          </p:nvGrpSpPr>
          <p:grpSpPr>
            <a:xfrm>
              <a:off x="8882400" y="4620405"/>
              <a:ext cx="283735" cy="282753"/>
              <a:chOff x="1847259" y="4474380"/>
              <a:chExt cx="603050" cy="600962"/>
            </a:xfrm>
          </p:grpSpPr>
          <p:sp>
            <p:nvSpPr>
              <p:cNvPr id="244" name="Google Shape;2265;p123">
                <a:extLst>
                  <a:ext uri="{FF2B5EF4-FFF2-40B4-BE49-F238E27FC236}">
                    <a16:creationId xmlns:a16="http://schemas.microsoft.com/office/drawing/2014/main" id="{D51E3FAC-F4C2-729D-678F-AF33BDAFDBB5}"/>
                  </a:ext>
                </a:extLst>
              </p:cNvPr>
              <p:cNvSpPr/>
              <p:nvPr/>
            </p:nvSpPr>
            <p:spPr>
              <a:xfrm>
                <a:off x="1946176" y="4474380"/>
                <a:ext cx="504133" cy="553149"/>
              </a:xfrm>
              <a:custGeom>
                <a:avLst/>
                <a:gdLst/>
                <a:ahLst/>
                <a:cxnLst/>
                <a:rect l="l" t="t" r="r" b="b"/>
                <a:pathLst>
                  <a:path w="504133" h="553149" extrusionOk="0">
                    <a:moveTo>
                      <a:pt x="482441" y="501920"/>
                    </a:moveTo>
                    <a:lnTo>
                      <a:pt x="482441" y="0"/>
                    </a:lnTo>
                    <a:lnTo>
                      <a:pt x="0" y="0"/>
                    </a:lnTo>
                    <a:lnTo>
                      <a:pt x="0" y="15812"/>
                    </a:lnTo>
                    <a:lnTo>
                      <a:pt x="466629" y="15812"/>
                    </a:lnTo>
                    <a:lnTo>
                      <a:pt x="466629" y="501920"/>
                    </a:lnTo>
                    <a:lnTo>
                      <a:pt x="444999" y="501920"/>
                    </a:lnTo>
                    <a:lnTo>
                      <a:pt x="474535" y="553150"/>
                    </a:lnTo>
                    <a:lnTo>
                      <a:pt x="504134" y="501920"/>
                    </a:lnTo>
                    <a:lnTo>
                      <a:pt x="482441" y="501920"/>
                    </a:ln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45" name="Google Shape;2266;p123">
                <a:extLst>
                  <a:ext uri="{FF2B5EF4-FFF2-40B4-BE49-F238E27FC236}">
                    <a16:creationId xmlns:a16="http://schemas.microsoft.com/office/drawing/2014/main" id="{A8423544-9349-C439-B16D-23F5A28EE60E}"/>
                  </a:ext>
                </a:extLst>
              </p:cNvPr>
              <p:cNvSpPr/>
              <p:nvPr/>
            </p:nvSpPr>
            <p:spPr>
              <a:xfrm>
                <a:off x="1847259" y="4489179"/>
                <a:ext cx="522285" cy="586163"/>
              </a:xfrm>
              <a:custGeom>
                <a:avLst/>
                <a:gdLst/>
                <a:ahLst/>
                <a:cxnLst/>
                <a:rect l="l" t="t" r="r" b="b"/>
                <a:pathLst>
                  <a:path w="522285" h="586163" extrusionOk="0">
                    <a:moveTo>
                      <a:pt x="37442" y="570352"/>
                    </a:moveTo>
                    <a:lnTo>
                      <a:pt x="37442" y="51166"/>
                    </a:lnTo>
                    <a:lnTo>
                      <a:pt x="59135" y="51166"/>
                    </a:lnTo>
                    <a:lnTo>
                      <a:pt x="29536" y="0"/>
                    </a:lnTo>
                    <a:lnTo>
                      <a:pt x="0" y="51166"/>
                    </a:lnTo>
                    <a:lnTo>
                      <a:pt x="21630" y="51166"/>
                    </a:lnTo>
                    <a:lnTo>
                      <a:pt x="21630" y="586164"/>
                    </a:lnTo>
                    <a:lnTo>
                      <a:pt x="522285" y="586164"/>
                    </a:lnTo>
                    <a:lnTo>
                      <a:pt x="522285" y="570352"/>
                    </a:lnTo>
                    <a:lnTo>
                      <a:pt x="37442" y="570352"/>
                    </a:ln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46" name="Google Shape;2267;p123">
                <a:extLst>
                  <a:ext uri="{FF2B5EF4-FFF2-40B4-BE49-F238E27FC236}">
                    <a16:creationId xmlns:a16="http://schemas.microsoft.com/office/drawing/2014/main" id="{7115CCE9-2D0B-C6B1-3E93-FBCE9910A102}"/>
                  </a:ext>
                </a:extLst>
              </p:cNvPr>
              <p:cNvSpPr/>
              <p:nvPr/>
            </p:nvSpPr>
            <p:spPr>
              <a:xfrm>
                <a:off x="2063877" y="4601125"/>
                <a:ext cx="182022" cy="357719"/>
              </a:xfrm>
              <a:custGeom>
                <a:avLst/>
                <a:gdLst/>
                <a:ahLst/>
                <a:cxnLst/>
                <a:rect l="l" t="t" r="r" b="b"/>
                <a:pathLst>
                  <a:path w="182022" h="357719" extrusionOk="0">
                    <a:moveTo>
                      <a:pt x="164819" y="0"/>
                    </a:moveTo>
                    <a:lnTo>
                      <a:pt x="2720" y="150336"/>
                    </a:lnTo>
                    <a:lnTo>
                      <a:pt x="101510" y="187714"/>
                    </a:lnTo>
                    <a:lnTo>
                      <a:pt x="0" y="357719"/>
                    </a:lnTo>
                    <a:lnTo>
                      <a:pt x="182022" y="166843"/>
                    </a:lnTo>
                    <a:lnTo>
                      <a:pt x="86900" y="132564"/>
                    </a:lnTo>
                    <a:lnTo>
                      <a:pt x="164819" y="0"/>
                    </a:ln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247" name="Google Shape;2268;p123">
            <a:extLst>
              <a:ext uri="{FF2B5EF4-FFF2-40B4-BE49-F238E27FC236}">
                <a16:creationId xmlns:a16="http://schemas.microsoft.com/office/drawing/2014/main" id="{520A4FBD-6E1C-0307-75F8-A510738D37DB}"/>
              </a:ext>
            </a:extLst>
          </p:cNvPr>
          <p:cNvGrpSpPr/>
          <p:nvPr/>
        </p:nvGrpSpPr>
        <p:grpSpPr>
          <a:xfrm>
            <a:off x="8740330" y="3537878"/>
            <a:ext cx="567904" cy="567752"/>
            <a:chOff x="8740276" y="3537905"/>
            <a:chExt cx="567900" cy="567900"/>
          </a:xfrm>
        </p:grpSpPr>
        <p:sp>
          <p:nvSpPr>
            <p:cNvPr id="248" name="Google Shape;2269;p123">
              <a:extLst>
                <a:ext uri="{FF2B5EF4-FFF2-40B4-BE49-F238E27FC236}">
                  <a16:creationId xmlns:a16="http://schemas.microsoft.com/office/drawing/2014/main" id="{EB930D79-5C8C-DCD2-A764-05D64584EAB1}"/>
                </a:ext>
              </a:extLst>
            </p:cNvPr>
            <p:cNvSpPr/>
            <p:nvPr/>
          </p:nvSpPr>
          <p:spPr>
            <a:xfrm>
              <a:off x="8740276" y="3537905"/>
              <a:ext cx="567900" cy="567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249" name="Google Shape;2270;p123">
              <a:extLst>
                <a:ext uri="{FF2B5EF4-FFF2-40B4-BE49-F238E27FC236}">
                  <a16:creationId xmlns:a16="http://schemas.microsoft.com/office/drawing/2014/main" id="{25E0EA2B-EF22-CF6E-930C-5BFD6BA60E39}"/>
                </a:ext>
              </a:extLst>
            </p:cNvPr>
            <p:cNvGrpSpPr/>
            <p:nvPr/>
          </p:nvGrpSpPr>
          <p:grpSpPr>
            <a:xfrm>
              <a:off x="8868547" y="3645159"/>
              <a:ext cx="311443" cy="365859"/>
              <a:chOff x="1893239" y="713314"/>
              <a:chExt cx="510395" cy="599572"/>
            </a:xfrm>
          </p:grpSpPr>
          <p:sp>
            <p:nvSpPr>
              <p:cNvPr id="250" name="Google Shape;2271;p123">
                <a:extLst>
                  <a:ext uri="{FF2B5EF4-FFF2-40B4-BE49-F238E27FC236}">
                    <a16:creationId xmlns:a16="http://schemas.microsoft.com/office/drawing/2014/main" id="{2F119381-0DDB-F1D2-C1CB-B89DDF5A01F3}"/>
                  </a:ext>
                </a:extLst>
              </p:cNvPr>
              <p:cNvSpPr/>
              <p:nvPr/>
            </p:nvSpPr>
            <p:spPr>
              <a:xfrm>
                <a:off x="1893239" y="713314"/>
                <a:ext cx="510395" cy="599572"/>
              </a:xfrm>
              <a:custGeom>
                <a:avLst/>
                <a:gdLst/>
                <a:ahLst/>
                <a:cxnLst/>
                <a:rect l="l" t="t" r="r" b="b"/>
                <a:pathLst>
                  <a:path w="510395" h="599572" extrusionOk="0">
                    <a:moveTo>
                      <a:pt x="254881" y="18974"/>
                    </a:moveTo>
                    <a:lnTo>
                      <a:pt x="259941" y="22136"/>
                    </a:lnTo>
                    <a:cubicBezTo>
                      <a:pt x="294726" y="43640"/>
                      <a:pt x="330777" y="63246"/>
                      <a:pt x="368092" y="79058"/>
                    </a:cubicBezTo>
                    <a:cubicBezTo>
                      <a:pt x="406039" y="96134"/>
                      <a:pt x="445884" y="110048"/>
                      <a:pt x="486362" y="120800"/>
                    </a:cubicBezTo>
                    <a:lnTo>
                      <a:pt x="493319" y="122697"/>
                    </a:lnTo>
                    <a:lnTo>
                      <a:pt x="493319" y="263736"/>
                    </a:lnTo>
                    <a:cubicBezTo>
                      <a:pt x="493319" y="356707"/>
                      <a:pt x="456636" y="436397"/>
                      <a:pt x="385168" y="501541"/>
                    </a:cubicBezTo>
                    <a:cubicBezTo>
                      <a:pt x="323820" y="557197"/>
                      <a:pt x="259941" y="579966"/>
                      <a:pt x="257411" y="581231"/>
                    </a:cubicBezTo>
                    <a:lnTo>
                      <a:pt x="253616" y="582496"/>
                    </a:lnTo>
                    <a:lnTo>
                      <a:pt x="251087" y="581863"/>
                    </a:lnTo>
                    <a:cubicBezTo>
                      <a:pt x="239702" y="577436"/>
                      <a:pt x="15179" y="488892"/>
                      <a:pt x="15179" y="263736"/>
                    </a:cubicBezTo>
                    <a:lnTo>
                      <a:pt x="15179" y="122697"/>
                    </a:lnTo>
                    <a:lnTo>
                      <a:pt x="22769" y="120800"/>
                    </a:lnTo>
                    <a:cubicBezTo>
                      <a:pt x="63246" y="110048"/>
                      <a:pt x="102459" y="96134"/>
                      <a:pt x="140406" y="79058"/>
                    </a:cubicBezTo>
                    <a:cubicBezTo>
                      <a:pt x="177721" y="62614"/>
                      <a:pt x="214404" y="43640"/>
                      <a:pt x="249189" y="21504"/>
                    </a:cubicBezTo>
                    <a:lnTo>
                      <a:pt x="254881" y="18974"/>
                    </a:lnTo>
                    <a:moveTo>
                      <a:pt x="254881" y="0"/>
                    </a:moveTo>
                    <a:lnTo>
                      <a:pt x="240967" y="8854"/>
                    </a:lnTo>
                    <a:cubicBezTo>
                      <a:pt x="207447" y="30358"/>
                      <a:pt x="171397" y="49332"/>
                      <a:pt x="134714" y="65143"/>
                    </a:cubicBezTo>
                    <a:cubicBezTo>
                      <a:pt x="97399" y="81587"/>
                      <a:pt x="58186" y="95501"/>
                      <a:pt x="18974" y="106253"/>
                    </a:cubicBezTo>
                    <a:lnTo>
                      <a:pt x="0" y="110681"/>
                    </a:lnTo>
                    <a:lnTo>
                      <a:pt x="0" y="263736"/>
                    </a:lnTo>
                    <a:cubicBezTo>
                      <a:pt x="0" y="500908"/>
                      <a:pt x="235908" y="592615"/>
                      <a:pt x="246027" y="596410"/>
                    </a:cubicBezTo>
                    <a:lnTo>
                      <a:pt x="254881" y="599572"/>
                    </a:lnTo>
                    <a:lnTo>
                      <a:pt x="263736" y="596410"/>
                    </a:lnTo>
                    <a:lnTo>
                      <a:pt x="263736" y="595777"/>
                    </a:lnTo>
                    <a:cubicBezTo>
                      <a:pt x="289667" y="586290"/>
                      <a:pt x="510395" y="495216"/>
                      <a:pt x="510395" y="263103"/>
                    </a:cubicBezTo>
                    <a:lnTo>
                      <a:pt x="510395" y="110681"/>
                    </a:lnTo>
                    <a:lnTo>
                      <a:pt x="491421" y="105621"/>
                    </a:lnTo>
                    <a:cubicBezTo>
                      <a:pt x="452209" y="94869"/>
                      <a:pt x="412996" y="81587"/>
                      <a:pt x="375681" y="64511"/>
                    </a:cubicBezTo>
                    <a:cubicBezTo>
                      <a:pt x="338999" y="48699"/>
                      <a:pt x="303581" y="29726"/>
                      <a:pt x="269428" y="8222"/>
                    </a:cubicBezTo>
                    <a:lnTo>
                      <a:pt x="254881" y="0"/>
                    </a:lnTo>
                    <a:lnTo>
                      <a:pt x="254881" y="0"/>
                    </a:lnTo>
                    <a:close/>
                  </a:path>
                </a:pathLst>
              </a:custGeom>
              <a:solidFill>
                <a:schemeClr val="lt1"/>
              </a:solidFill>
              <a:ln>
                <a:noFill/>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51" name="Google Shape;2272;p123">
                <a:extLst>
                  <a:ext uri="{FF2B5EF4-FFF2-40B4-BE49-F238E27FC236}">
                    <a16:creationId xmlns:a16="http://schemas.microsoft.com/office/drawing/2014/main" id="{4F76C8CE-7FC5-9968-AC7D-D87B4F120FCE}"/>
                  </a:ext>
                </a:extLst>
              </p:cNvPr>
              <p:cNvSpPr/>
              <p:nvPr/>
            </p:nvSpPr>
            <p:spPr>
              <a:xfrm>
                <a:off x="2030483" y="933410"/>
                <a:ext cx="244129" cy="178986"/>
              </a:xfrm>
              <a:custGeom>
                <a:avLst/>
                <a:gdLst/>
                <a:ahLst/>
                <a:cxnLst/>
                <a:rect l="l" t="t" r="r" b="b"/>
                <a:pathLst>
                  <a:path w="244129" h="178986" extrusionOk="0">
                    <a:moveTo>
                      <a:pt x="75895" y="178986"/>
                    </a:moveTo>
                    <a:lnTo>
                      <a:pt x="0" y="103091"/>
                    </a:lnTo>
                    <a:lnTo>
                      <a:pt x="11384" y="92339"/>
                    </a:lnTo>
                    <a:lnTo>
                      <a:pt x="75895" y="156850"/>
                    </a:lnTo>
                    <a:lnTo>
                      <a:pt x="232745" y="0"/>
                    </a:lnTo>
                    <a:lnTo>
                      <a:pt x="244130" y="10752"/>
                    </a:lnTo>
                    <a:close/>
                  </a:path>
                </a:pathLst>
              </a:custGeom>
              <a:solidFill>
                <a:schemeClr val="lt1"/>
              </a:solidFill>
              <a:ln>
                <a:noFill/>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252" name="Google Shape;2273;p123">
            <a:extLst>
              <a:ext uri="{FF2B5EF4-FFF2-40B4-BE49-F238E27FC236}">
                <a16:creationId xmlns:a16="http://schemas.microsoft.com/office/drawing/2014/main" id="{A36459C2-987A-F10E-F77A-9C78E1804D6F}"/>
              </a:ext>
            </a:extLst>
          </p:cNvPr>
          <p:cNvGrpSpPr/>
          <p:nvPr/>
        </p:nvGrpSpPr>
        <p:grpSpPr>
          <a:xfrm>
            <a:off x="8740330" y="5427659"/>
            <a:ext cx="567904" cy="567752"/>
            <a:chOff x="8740276" y="5428179"/>
            <a:chExt cx="567900" cy="567900"/>
          </a:xfrm>
        </p:grpSpPr>
        <p:sp>
          <p:nvSpPr>
            <p:cNvPr id="253" name="Google Shape;2274;p123">
              <a:extLst>
                <a:ext uri="{FF2B5EF4-FFF2-40B4-BE49-F238E27FC236}">
                  <a16:creationId xmlns:a16="http://schemas.microsoft.com/office/drawing/2014/main" id="{661C504C-A614-3E80-5197-D7E699458217}"/>
                </a:ext>
              </a:extLst>
            </p:cNvPr>
            <p:cNvSpPr/>
            <p:nvPr/>
          </p:nvSpPr>
          <p:spPr>
            <a:xfrm>
              <a:off x="8740276" y="5428179"/>
              <a:ext cx="567900" cy="567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254" name="Google Shape;2275;p123">
              <a:extLst>
                <a:ext uri="{FF2B5EF4-FFF2-40B4-BE49-F238E27FC236}">
                  <a16:creationId xmlns:a16="http://schemas.microsoft.com/office/drawing/2014/main" id="{8DACE74C-0D06-BBE2-3F8B-44CF14EA0EB1}"/>
                </a:ext>
              </a:extLst>
            </p:cNvPr>
            <p:cNvGrpSpPr/>
            <p:nvPr/>
          </p:nvGrpSpPr>
          <p:grpSpPr>
            <a:xfrm>
              <a:off x="8898803" y="5516183"/>
              <a:ext cx="250852" cy="365473"/>
              <a:chOff x="5912431" y="1949843"/>
              <a:chExt cx="411098" cy="598939"/>
            </a:xfrm>
          </p:grpSpPr>
          <p:sp>
            <p:nvSpPr>
              <p:cNvPr id="255" name="Google Shape;2276;p123">
                <a:extLst>
                  <a:ext uri="{FF2B5EF4-FFF2-40B4-BE49-F238E27FC236}">
                    <a16:creationId xmlns:a16="http://schemas.microsoft.com/office/drawing/2014/main" id="{697F2FA6-0EE8-BCB4-74BE-58489B918268}"/>
                  </a:ext>
                </a:extLst>
              </p:cNvPr>
              <p:cNvSpPr/>
              <p:nvPr/>
            </p:nvSpPr>
            <p:spPr>
              <a:xfrm>
                <a:off x="5958601" y="2179426"/>
                <a:ext cx="166336" cy="166336"/>
              </a:xfrm>
              <a:custGeom>
                <a:avLst/>
                <a:gdLst/>
                <a:ahLst/>
                <a:cxnLst/>
                <a:rect l="l" t="t" r="r" b="b"/>
                <a:pathLst>
                  <a:path w="166336" h="166336" extrusionOk="0">
                    <a:moveTo>
                      <a:pt x="7590" y="166337"/>
                    </a:moveTo>
                    <a:cubicBezTo>
                      <a:pt x="3162" y="166337"/>
                      <a:pt x="0" y="162542"/>
                      <a:pt x="0" y="158747"/>
                    </a:cubicBezTo>
                    <a:cubicBezTo>
                      <a:pt x="0" y="71468"/>
                      <a:pt x="71468" y="0"/>
                      <a:pt x="158747" y="0"/>
                    </a:cubicBezTo>
                    <a:cubicBezTo>
                      <a:pt x="163175" y="0"/>
                      <a:pt x="166337" y="3795"/>
                      <a:pt x="166337" y="7590"/>
                    </a:cubicBezTo>
                    <a:cubicBezTo>
                      <a:pt x="166337" y="11384"/>
                      <a:pt x="162542" y="15179"/>
                      <a:pt x="158747" y="15179"/>
                    </a:cubicBezTo>
                    <a:cubicBezTo>
                      <a:pt x="79690" y="15179"/>
                      <a:pt x="15812" y="79058"/>
                      <a:pt x="15812" y="158115"/>
                    </a:cubicBezTo>
                    <a:cubicBezTo>
                      <a:pt x="15179" y="162542"/>
                      <a:pt x="12017" y="166337"/>
                      <a:pt x="7590" y="166337"/>
                    </a:cubicBezTo>
                    <a:close/>
                  </a:path>
                </a:pathLst>
              </a:custGeom>
              <a:solidFill>
                <a:schemeClr val="lt1"/>
              </a:solidFill>
              <a:ln>
                <a:noFill/>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256" name="Google Shape;2277;p123">
                <a:extLst>
                  <a:ext uri="{FF2B5EF4-FFF2-40B4-BE49-F238E27FC236}">
                    <a16:creationId xmlns:a16="http://schemas.microsoft.com/office/drawing/2014/main" id="{4C4A3BF5-DE43-5FD6-1912-4E637A3AFB1E}"/>
                  </a:ext>
                </a:extLst>
              </p:cNvPr>
              <p:cNvGrpSpPr/>
              <p:nvPr/>
            </p:nvGrpSpPr>
            <p:grpSpPr>
              <a:xfrm>
                <a:off x="5912431" y="1949843"/>
                <a:ext cx="411098" cy="598939"/>
                <a:chOff x="5912431" y="1949843"/>
                <a:chExt cx="411098" cy="598939"/>
              </a:xfrm>
            </p:grpSpPr>
            <p:sp>
              <p:nvSpPr>
                <p:cNvPr id="257" name="Google Shape;2278;p123">
                  <a:extLst>
                    <a:ext uri="{FF2B5EF4-FFF2-40B4-BE49-F238E27FC236}">
                      <a16:creationId xmlns:a16="http://schemas.microsoft.com/office/drawing/2014/main" id="{770000B5-D72D-3D94-69CC-12D27AEC43A3}"/>
                    </a:ext>
                  </a:extLst>
                </p:cNvPr>
                <p:cNvSpPr/>
                <p:nvPr/>
              </p:nvSpPr>
              <p:spPr>
                <a:xfrm>
                  <a:off x="5912431" y="1949843"/>
                  <a:ext cx="411098" cy="598939"/>
                </a:xfrm>
                <a:custGeom>
                  <a:avLst/>
                  <a:gdLst/>
                  <a:ahLst/>
                  <a:cxnLst/>
                  <a:rect l="l" t="t" r="r" b="b"/>
                  <a:pathLst>
                    <a:path w="411098" h="598939" extrusionOk="0">
                      <a:moveTo>
                        <a:pt x="316230" y="220096"/>
                      </a:moveTo>
                      <a:lnTo>
                        <a:pt x="316230" y="104988"/>
                      </a:lnTo>
                      <a:cubicBezTo>
                        <a:pt x="316230" y="47435"/>
                        <a:pt x="270693" y="0"/>
                        <a:pt x="215036" y="0"/>
                      </a:cubicBezTo>
                      <a:lnTo>
                        <a:pt x="196063" y="0"/>
                      </a:lnTo>
                      <a:cubicBezTo>
                        <a:pt x="140406" y="0"/>
                        <a:pt x="94869" y="46802"/>
                        <a:pt x="94869" y="104988"/>
                      </a:cubicBezTo>
                      <a:lnTo>
                        <a:pt x="94869" y="220096"/>
                      </a:lnTo>
                      <a:cubicBezTo>
                        <a:pt x="37948" y="256779"/>
                        <a:pt x="0" y="320657"/>
                        <a:pt x="0" y="393390"/>
                      </a:cubicBezTo>
                      <a:cubicBezTo>
                        <a:pt x="0" y="506600"/>
                        <a:pt x="92339" y="598940"/>
                        <a:pt x="205549" y="598940"/>
                      </a:cubicBezTo>
                      <a:cubicBezTo>
                        <a:pt x="318760" y="598940"/>
                        <a:pt x="411099" y="506600"/>
                        <a:pt x="411099" y="393390"/>
                      </a:cubicBezTo>
                      <a:cubicBezTo>
                        <a:pt x="411099" y="320025"/>
                        <a:pt x="373151" y="256146"/>
                        <a:pt x="316230" y="220096"/>
                      </a:cubicBezTo>
                      <a:close/>
                      <a:moveTo>
                        <a:pt x="110680" y="104988"/>
                      </a:moveTo>
                      <a:cubicBezTo>
                        <a:pt x="110680" y="55656"/>
                        <a:pt x="149261" y="15812"/>
                        <a:pt x="196063" y="15812"/>
                      </a:cubicBezTo>
                      <a:lnTo>
                        <a:pt x="215036" y="15812"/>
                      </a:lnTo>
                      <a:cubicBezTo>
                        <a:pt x="262471" y="15812"/>
                        <a:pt x="300419" y="55656"/>
                        <a:pt x="300419" y="104988"/>
                      </a:cubicBezTo>
                      <a:lnTo>
                        <a:pt x="300419" y="211242"/>
                      </a:lnTo>
                      <a:cubicBezTo>
                        <a:pt x="271958" y="196695"/>
                        <a:pt x="239702" y="187841"/>
                        <a:pt x="205549" y="187841"/>
                      </a:cubicBezTo>
                      <a:cubicBezTo>
                        <a:pt x="171397" y="187841"/>
                        <a:pt x="139141" y="196063"/>
                        <a:pt x="110680" y="211242"/>
                      </a:cubicBezTo>
                      <a:lnTo>
                        <a:pt x="110680" y="104988"/>
                      </a:lnTo>
                      <a:close/>
                      <a:moveTo>
                        <a:pt x="205549" y="583128"/>
                      </a:moveTo>
                      <a:cubicBezTo>
                        <a:pt x="101194" y="583128"/>
                        <a:pt x="15812" y="497746"/>
                        <a:pt x="15812" y="393390"/>
                      </a:cubicBezTo>
                      <a:cubicBezTo>
                        <a:pt x="15812" y="289034"/>
                        <a:pt x="101194" y="203652"/>
                        <a:pt x="205549" y="203652"/>
                      </a:cubicBezTo>
                      <a:cubicBezTo>
                        <a:pt x="309905" y="203652"/>
                        <a:pt x="395288" y="289034"/>
                        <a:pt x="395288" y="393390"/>
                      </a:cubicBezTo>
                      <a:cubicBezTo>
                        <a:pt x="395288" y="497746"/>
                        <a:pt x="309905" y="583128"/>
                        <a:pt x="205549" y="583128"/>
                      </a:cubicBezTo>
                      <a:close/>
                    </a:path>
                  </a:pathLst>
                </a:custGeom>
                <a:solidFill>
                  <a:schemeClr val="lt1"/>
                </a:solidFill>
                <a:ln>
                  <a:noFill/>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58" name="Google Shape;2279;p123">
                  <a:extLst>
                    <a:ext uri="{FF2B5EF4-FFF2-40B4-BE49-F238E27FC236}">
                      <a16:creationId xmlns:a16="http://schemas.microsoft.com/office/drawing/2014/main" id="{BD215586-5D38-535A-FC3B-8EDF53FFA1C1}"/>
                    </a:ext>
                  </a:extLst>
                </p:cNvPr>
                <p:cNvSpPr/>
                <p:nvPr/>
              </p:nvSpPr>
              <p:spPr>
                <a:xfrm>
                  <a:off x="6084460" y="2289474"/>
                  <a:ext cx="67673" cy="106253"/>
                </a:xfrm>
                <a:custGeom>
                  <a:avLst/>
                  <a:gdLst/>
                  <a:ahLst/>
                  <a:cxnLst/>
                  <a:rect l="l" t="t" r="r" b="b"/>
                  <a:pathLst>
                    <a:path w="67673" h="106253" extrusionOk="0">
                      <a:moveTo>
                        <a:pt x="33520" y="0"/>
                      </a:moveTo>
                      <a:cubicBezTo>
                        <a:pt x="15179" y="0"/>
                        <a:pt x="0" y="15179"/>
                        <a:pt x="0" y="33520"/>
                      </a:cubicBezTo>
                      <a:cubicBezTo>
                        <a:pt x="0" y="46170"/>
                        <a:pt x="6957" y="56921"/>
                        <a:pt x="17076" y="62614"/>
                      </a:cubicBezTo>
                      <a:lnTo>
                        <a:pt x="17076" y="97399"/>
                      </a:lnTo>
                      <a:cubicBezTo>
                        <a:pt x="17076" y="102459"/>
                        <a:pt x="20871" y="106253"/>
                        <a:pt x="25931" y="106253"/>
                      </a:cubicBezTo>
                      <a:lnTo>
                        <a:pt x="41742" y="106253"/>
                      </a:lnTo>
                      <a:cubicBezTo>
                        <a:pt x="46802" y="106253"/>
                        <a:pt x="50597" y="102459"/>
                        <a:pt x="50597" y="97399"/>
                      </a:cubicBezTo>
                      <a:lnTo>
                        <a:pt x="50597" y="62614"/>
                      </a:lnTo>
                      <a:cubicBezTo>
                        <a:pt x="60716" y="56921"/>
                        <a:pt x="67673" y="46170"/>
                        <a:pt x="67673" y="33520"/>
                      </a:cubicBezTo>
                      <a:cubicBezTo>
                        <a:pt x="67041" y="15179"/>
                        <a:pt x="51862" y="0"/>
                        <a:pt x="33520" y="0"/>
                      </a:cubicBezTo>
                      <a:close/>
                    </a:path>
                  </a:pathLst>
                </a:custGeom>
                <a:solidFill>
                  <a:schemeClr val="lt1"/>
                </a:solidFill>
                <a:ln>
                  <a:noFill/>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spTree>
    <p:extLst>
      <p:ext uri="{BB962C8B-B14F-4D97-AF65-F5344CB8AC3E}">
        <p14:creationId xmlns:p14="http://schemas.microsoft.com/office/powerpoint/2010/main" val="1200643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58"/>
        <p:cNvGrpSpPr/>
        <p:nvPr/>
      </p:nvGrpSpPr>
      <p:grpSpPr>
        <a:xfrm>
          <a:off x="0" y="0"/>
          <a:ext cx="0" cy="0"/>
          <a:chOff x="0" y="0"/>
          <a:chExt cx="0" cy="0"/>
        </a:xfrm>
      </p:grpSpPr>
      <p:sp>
        <p:nvSpPr>
          <p:cNvPr id="1759" name="Google Shape;1759;p5"/>
          <p:cNvSpPr txBox="1">
            <a:spLocks noGrp="1"/>
          </p:cNvSpPr>
          <p:nvPr>
            <p:ph type="title"/>
          </p:nvPr>
        </p:nvSpPr>
        <p:spPr>
          <a:prstGeom prst="rect">
            <a:avLst/>
          </a:prstGeom>
          <a:noFill/>
          <a:ln>
            <a:noFill/>
          </a:ln>
        </p:spPr>
        <p:txBody>
          <a:bodyPr spcFirstLastPara="1" wrap="square" lIns="0" tIns="0" rIns="0" bIns="0" anchor="ctr" anchorCtr="0">
            <a:spAutoFit/>
          </a:bodyPr>
          <a:lstStyle/>
          <a:p>
            <a:pPr marL="0" lvl="0" indent="0" algn="l" rtl="0">
              <a:lnSpc>
                <a:spcPct val="90000"/>
              </a:lnSpc>
              <a:spcBef>
                <a:spcPts val="0"/>
              </a:spcBef>
              <a:spcAft>
                <a:spcPts val="0"/>
              </a:spcAft>
              <a:buClr>
                <a:schemeClr val="accent2"/>
              </a:buClr>
              <a:buSzPts val="2800"/>
              <a:buFont typeface="Arial"/>
              <a:buNone/>
            </a:pPr>
            <a:r>
              <a:rPr lang="en-US"/>
              <a:t>Modernize Infrastructure</a:t>
            </a:r>
            <a:endParaRPr/>
          </a:p>
        </p:txBody>
      </p:sp>
      <p:sp>
        <p:nvSpPr>
          <p:cNvPr id="1760" name="Google Shape;1760;p5"/>
          <p:cNvSpPr txBox="1">
            <a:spLocks noGrp="1"/>
          </p:cNvSpPr>
          <p:nvPr>
            <p:ph type="subTitle" idx="1"/>
          </p:nvPr>
        </p:nvSpPr>
        <p:spPr>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800"/>
              <a:buNone/>
            </a:pPr>
            <a:r>
              <a:rPr lang="en-US"/>
              <a:t>Infrastructure transformation and modernization</a:t>
            </a:r>
            <a:endParaRPr/>
          </a:p>
          <a:p>
            <a:pPr marL="0" lvl="0" indent="0" algn="l" rtl="0">
              <a:lnSpc>
                <a:spcPct val="100000"/>
              </a:lnSpc>
              <a:spcBef>
                <a:spcPts val="600"/>
              </a:spcBef>
              <a:spcAft>
                <a:spcPts val="600"/>
              </a:spcAft>
              <a:buSzPts val="1800"/>
              <a:buNone/>
            </a:pPr>
            <a:endParaRPr/>
          </a:p>
        </p:txBody>
      </p:sp>
      <p:sp>
        <p:nvSpPr>
          <p:cNvPr id="1761" name="Google Shape;1761;p5"/>
          <p:cNvSpPr txBox="1"/>
          <p:nvPr/>
        </p:nvSpPr>
        <p:spPr>
          <a:xfrm>
            <a:off x="1726438" y="1797746"/>
            <a:ext cx="3507509" cy="5539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accent5"/>
                </a:solidFill>
                <a:latin typeface="Arial"/>
                <a:ea typeface="Arial"/>
                <a:cs typeface="Arial"/>
                <a:sym typeface="Arial"/>
              </a:rPr>
              <a:t>Build</a:t>
            </a:r>
            <a:r>
              <a:rPr lang="en-US" sz="2000">
                <a:solidFill>
                  <a:schemeClr val="dk1"/>
                </a:solidFill>
                <a:latin typeface="Arial"/>
                <a:ea typeface="Arial"/>
                <a:cs typeface="Arial"/>
                <a:sym typeface="Arial"/>
              </a:rPr>
              <a:t> or </a:t>
            </a:r>
            <a:r>
              <a:rPr lang="en-US" sz="2000">
                <a:solidFill>
                  <a:schemeClr val="accent5"/>
                </a:solidFill>
                <a:latin typeface="Arial"/>
                <a:ea typeface="Arial"/>
                <a:cs typeface="Arial"/>
                <a:sym typeface="Arial"/>
              </a:rPr>
              <a:t>modernize</a:t>
            </a:r>
            <a:r>
              <a:rPr lang="en-US" sz="2000">
                <a:solidFill>
                  <a:schemeClr val="dk1"/>
                </a:solidFill>
                <a:latin typeface="Arial"/>
                <a:ea typeface="Arial"/>
                <a:cs typeface="Arial"/>
                <a:sym typeface="Arial"/>
              </a:rPr>
              <a:t> a </a:t>
            </a:r>
            <a:br>
              <a:rPr lang="en-US" sz="2000">
                <a:solidFill>
                  <a:schemeClr val="dk1"/>
                </a:solidFill>
                <a:latin typeface="Arial"/>
                <a:ea typeface="Arial"/>
                <a:cs typeface="Arial"/>
                <a:sym typeface="Arial"/>
              </a:rPr>
            </a:br>
            <a:r>
              <a:rPr lang="en-US" sz="2000">
                <a:solidFill>
                  <a:schemeClr val="dk1"/>
                </a:solidFill>
                <a:latin typeface="Arial"/>
                <a:ea typeface="Arial"/>
                <a:cs typeface="Arial"/>
                <a:sym typeface="Arial"/>
              </a:rPr>
              <a:t>private cloud infrastructure</a:t>
            </a:r>
            <a:endParaRPr/>
          </a:p>
        </p:txBody>
      </p:sp>
      <p:sp>
        <p:nvSpPr>
          <p:cNvPr id="1762" name="Google Shape;1762;p5"/>
          <p:cNvSpPr txBox="1"/>
          <p:nvPr/>
        </p:nvSpPr>
        <p:spPr>
          <a:xfrm>
            <a:off x="1726439" y="2999600"/>
            <a:ext cx="3464463" cy="5539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dirty="0">
                <a:solidFill>
                  <a:schemeClr val="accent5"/>
                </a:solidFill>
                <a:latin typeface="Arial"/>
                <a:ea typeface="Arial"/>
                <a:cs typeface="Arial"/>
                <a:sym typeface="Arial"/>
              </a:rPr>
              <a:t>Automate</a:t>
            </a:r>
            <a:r>
              <a:rPr lang="en-US" sz="2000" dirty="0">
                <a:solidFill>
                  <a:schemeClr val="dk1"/>
                </a:solidFill>
                <a:latin typeface="Arial"/>
                <a:ea typeface="Arial"/>
                <a:cs typeface="Arial"/>
                <a:sym typeface="Arial"/>
              </a:rPr>
              <a:t> to provide </a:t>
            </a:r>
            <a:r>
              <a:rPr lang="en-US" sz="2000" dirty="0">
                <a:solidFill>
                  <a:schemeClr val="accent5"/>
                </a:solidFill>
                <a:latin typeface="Arial"/>
                <a:ea typeface="Arial"/>
                <a:cs typeface="Arial"/>
                <a:sym typeface="Arial"/>
              </a:rPr>
              <a:t>IaaS</a:t>
            </a:r>
            <a:r>
              <a:rPr lang="en-US" sz="2000" dirty="0">
                <a:solidFill>
                  <a:schemeClr val="dk1"/>
                </a:solidFill>
                <a:latin typeface="Arial"/>
                <a:ea typeface="Arial"/>
                <a:cs typeface="Arial"/>
                <a:sym typeface="Arial"/>
              </a:rPr>
              <a:t> via a self-service catalog</a:t>
            </a:r>
            <a:endParaRPr dirty="0"/>
          </a:p>
        </p:txBody>
      </p:sp>
      <p:sp>
        <p:nvSpPr>
          <p:cNvPr id="1763" name="Google Shape;1763;p5"/>
          <p:cNvSpPr txBox="1"/>
          <p:nvPr/>
        </p:nvSpPr>
        <p:spPr>
          <a:xfrm>
            <a:off x="1726439" y="4201454"/>
            <a:ext cx="3080315" cy="5539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accent5"/>
                </a:solidFill>
                <a:latin typeface="Arial"/>
                <a:ea typeface="Arial"/>
                <a:cs typeface="Arial"/>
                <a:sym typeface="Arial"/>
              </a:rPr>
              <a:t>Extend</a:t>
            </a:r>
            <a:r>
              <a:rPr lang="en-US" sz="2000">
                <a:solidFill>
                  <a:schemeClr val="dk1"/>
                </a:solidFill>
                <a:latin typeface="Arial"/>
                <a:ea typeface="Arial"/>
                <a:cs typeface="Arial"/>
                <a:sym typeface="Arial"/>
              </a:rPr>
              <a:t> your data center into the cloud</a:t>
            </a:r>
            <a:endParaRPr/>
          </a:p>
        </p:txBody>
      </p:sp>
      <p:sp>
        <p:nvSpPr>
          <p:cNvPr id="1764" name="Google Shape;1764;p5"/>
          <p:cNvSpPr/>
          <p:nvPr/>
        </p:nvSpPr>
        <p:spPr>
          <a:xfrm>
            <a:off x="0" y="0"/>
            <a:ext cx="12188825" cy="152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1765" name="Google Shape;1765;p5"/>
          <p:cNvSpPr/>
          <p:nvPr/>
        </p:nvSpPr>
        <p:spPr>
          <a:xfrm>
            <a:off x="0"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3"/>
              </a:gs>
              <a:gs pos="49000">
                <a:schemeClr val="accent5"/>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66" name="Google Shape;1766;p5"/>
          <p:cNvSpPr/>
          <p:nvPr/>
        </p:nvSpPr>
        <p:spPr>
          <a:xfrm>
            <a:off x="4930707" y="2107512"/>
            <a:ext cx="7067668" cy="3932939"/>
          </a:xfrm>
          <a:custGeom>
            <a:avLst/>
            <a:gdLst/>
            <a:ahLst/>
            <a:cxnLst/>
            <a:rect l="l" t="t" r="r" b="b"/>
            <a:pathLst>
              <a:path w="8698270" h="4840319" extrusionOk="0">
                <a:moveTo>
                  <a:pt x="3467882" y="4840320"/>
                </a:moveTo>
                <a:lnTo>
                  <a:pt x="143181" y="4840320"/>
                </a:lnTo>
                <a:cubicBezTo>
                  <a:pt x="15927" y="4840320"/>
                  <a:pt x="-47891" y="4686396"/>
                  <a:pt x="42121" y="4596384"/>
                </a:cubicBezTo>
                <a:lnTo>
                  <a:pt x="4220071" y="418433"/>
                </a:lnTo>
                <a:cubicBezTo>
                  <a:pt x="4488010" y="150495"/>
                  <a:pt x="4851388" y="0"/>
                  <a:pt x="5230388" y="0"/>
                </a:cubicBezTo>
                <a:lnTo>
                  <a:pt x="8555089" y="0"/>
                </a:lnTo>
                <a:cubicBezTo>
                  <a:pt x="8682344" y="0"/>
                  <a:pt x="8746161" y="153924"/>
                  <a:pt x="8656150" y="243935"/>
                </a:cubicBezTo>
                <a:lnTo>
                  <a:pt x="4478199" y="4421791"/>
                </a:lnTo>
                <a:cubicBezTo>
                  <a:pt x="4210261" y="4689729"/>
                  <a:pt x="3846882" y="4840224"/>
                  <a:pt x="3467882" y="4840224"/>
                </a:cubicBezTo>
                <a:close/>
              </a:path>
            </a:pathLst>
          </a:custGeom>
          <a:gradFill>
            <a:gsLst>
              <a:gs pos="0">
                <a:schemeClr val="accent5"/>
              </a:gs>
              <a:gs pos="52999">
                <a:schemeClr val="accent5"/>
              </a:gs>
              <a:gs pos="100000">
                <a:schemeClr val="accent2"/>
              </a:gs>
            </a:gsLst>
            <a:lin ang="18900000" scaled="0"/>
          </a:gra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pic>
        <p:nvPicPr>
          <p:cNvPr id="1767" name="Google Shape;1767;p5"/>
          <p:cNvPicPr preferRelativeResize="0"/>
          <p:nvPr/>
        </p:nvPicPr>
        <p:blipFill rotWithShape="1">
          <a:blip r:embed="rId3">
            <a:alphaModFix/>
          </a:blip>
          <a:srcRect/>
          <a:stretch/>
        </p:blipFill>
        <p:spPr>
          <a:xfrm>
            <a:off x="8616820" y="2853120"/>
            <a:ext cx="2892032" cy="1134516"/>
          </a:xfrm>
          <a:prstGeom prst="rect">
            <a:avLst/>
          </a:prstGeom>
          <a:noFill/>
          <a:ln>
            <a:noFill/>
          </a:ln>
        </p:spPr>
      </p:pic>
      <p:grpSp>
        <p:nvGrpSpPr>
          <p:cNvPr id="1768" name="Google Shape;1768;p5"/>
          <p:cNvGrpSpPr/>
          <p:nvPr/>
        </p:nvGrpSpPr>
        <p:grpSpPr>
          <a:xfrm>
            <a:off x="5966224" y="4557571"/>
            <a:ext cx="4591363" cy="1482880"/>
            <a:chOff x="2244725" y="4130892"/>
            <a:chExt cx="5212079" cy="1683353"/>
          </a:xfrm>
        </p:grpSpPr>
        <p:grpSp>
          <p:nvGrpSpPr>
            <p:cNvPr id="1769" name="Google Shape;1769;p5"/>
            <p:cNvGrpSpPr/>
            <p:nvPr/>
          </p:nvGrpSpPr>
          <p:grpSpPr>
            <a:xfrm>
              <a:off x="2244725" y="4130892"/>
              <a:ext cx="1634585" cy="1683353"/>
              <a:chOff x="2244725" y="4130892"/>
              <a:chExt cx="1634585" cy="1683353"/>
            </a:xfrm>
          </p:grpSpPr>
          <p:sp>
            <p:nvSpPr>
              <p:cNvPr id="1770" name="Google Shape;1770;p5"/>
              <p:cNvSpPr/>
              <p:nvPr/>
            </p:nvSpPr>
            <p:spPr>
              <a:xfrm>
                <a:off x="2288825" y="4386733"/>
                <a:ext cx="1546383" cy="1171670"/>
              </a:xfrm>
              <a:custGeom>
                <a:avLst/>
                <a:gdLst/>
                <a:ahLst/>
                <a:cxnLst/>
                <a:rect l="l" t="t" r="r" b="b"/>
                <a:pathLst>
                  <a:path w="1546383" h="1171670" extrusionOk="0">
                    <a:moveTo>
                      <a:pt x="0" y="0"/>
                    </a:moveTo>
                    <a:lnTo>
                      <a:pt x="1546384" y="0"/>
                    </a:lnTo>
                    <a:lnTo>
                      <a:pt x="1546384" y="1171670"/>
                    </a:lnTo>
                    <a:lnTo>
                      <a:pt x="0" y="11716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71" name="Google Shape;1771;p5"/>
              <p:cNvSpPr/>
              <p:nvPr/>
            </p:nvSpPr>
            <p:spPr>
              <a:xfrm>
                <a:off x="2244725" y="4130892"/>
                <a:ext cx="1634585" cy="1683353"/>
              </a:xfrm>
              <a:custGeom>
                <a:avLst/>
                <a:gdLst/>
                <a:ahLst/>
                <a:cxnLst/>
                <a:rect l="l" t="t" r="r" b="b"/>
                <a:pathLst>
                  <a:path w="1634585" h="1683353" extrusionOk="0">
                    <a:moveTo>
                      <a:pt x="0" y="0"/>
                    </a:moveTo>
                    <a:lnTo>
                      <a:pt x="1634585" y="0"/>
                    </a:lnTo>
                    <a:cubicBezTo>
                      <a:pt x="1634585" y="0"/>
                      <a:pt x="1634585" y="489014"/>
                      <a:pt x="1634585" y="489014"/>
                    </a:cubicBezTo>
                    <a:lnTo>
                      <a:pt x="0" y="489014"/>
                    </a:lnTo>
                    <a:cubicBezTo>
                      <a:pt x="0" y="489014"/>
                      <a:pt x="0" y="0"/>
                      <a:pt x="0" y="0"/>
                    </a:cubicBezTo>
                    <a:close/>
                    <a:moveTo>
                      <a:pt x="0" y="1086231"/>
                    </a:moveTo>
                    <a:lnTo>
                      <a:pt x="1634585" y="1086231"/>
                    </a:lnTo>
                    <a:lnTo>
                      <a:pt x="1634585" y="597218"/>
                    </a:lnTo>
                    <a:lnTo>
                      <a:pt x="0" y="597218"/>
                    </a:lnTo>
                    <a:lnTo>
                      <a:pt x="0" y="1086231"/>
                    </a:lnTo>
                    <a:close/>
                    <a:moveTo>
                      <a:pt x="0" y="1683353"/>
                    </a:moveTo>
                    <a:lnTo>
                      <a:pt x="1634585" y="1683353"/>
                    </a:lnTo>
                    <a:lnTo>
                      <a:pt x="1634585" y="1194340"/>
                    </a:lnTo>
                    <a:lnTo>
                      <a:pt x="0" y="1194340"/>
                    </a:lnTo>
                    <a:lnTo>
                      <a:pt x="0" y="1683353"/>
                    </a:lnTo>
                    <a:close/>
                  </a:path>
                </a:pathLst>
              </a:custGeom>
              <a:gradFill>
                <a:gsLst>
                  <a:gs pos="0">
                    <a:schemeClr val="accent3"/>
                  </a:gs>
                  <a:gs pos="42000">
                    <a:schemeClr val="accent3"/>
                  </a:gs>
                  <a:gs pos="100000">
                    <a:schemeClr val="accent2"/>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1772" name="Google Shape;1772;p5"/>
              <p:cNvGrpSpPr/>
              <p:nvPr/>
            </p:nvGrpSpPr>
            <p:grpSpPr>
              <a:xfrm>
                <a:off x="2496375" y="4130892"/>
                <a:ext cx="201358" cy="1683352"/>
                <a:chOff x="2496375" y="4130892"/>
                <a:chExt cx="201358" cy="1683352"/>
              </a:xfrm>
            </p:grpSpPr>
            <p:sp>
              <p:nvSpPr>
                <p:cNvPr id="1773" name="Google Shape;1773;p5"/>
                <p:cNvSpPr/>
                <p:nvPr/>
              </p:nvSpPr>
              <p:spPr>
                <a:xfrm>
                  <a:off x="2496375" y="4130892"/>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74" name="Google Shape;1774;p5"/>
                <p:cNvSpPr/>
                <p:nvPr/>
              </p:nvSpPr>
              <p:spPr>
                <a:xfrm>
                  <a:off x="2496375" y="5325231"/>
                  <a:ext cx="201358" cy="489013"/>
                </a:xfrm>
                <a:custGeom>
                  <a:avLst/>
                  <a:gdLst/>
                  <a:ahLst/>
                  <a:cxnLst/>
                  <a:rect l="l" t="t" r="r" b="b"/>
                  <a:pathLst>
                    <a:path w="201358" h="489013" extrusionOk="0">
                      <a:moveTo>
                        <a:pt x="0" y="0"/>
                      </a:moveTo>
                      <a:lnTo>
                        <a:pt x="201359" y="0"/>
                      </a:lnTo>
                      <a:lnTo>
                        <a:pt x="201359" y="489013"/>
                      </a:lnTo>
                      <a:lnTo>
                        <a:pt x="0" y="489013"/>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75" name="Google Shape;1775;p5"/>
                <p:cNvSpPr/>
                <p:nvPr/>
              </p:nvSpPr>
              <p:spPr>
                <a:xfrm>
                  <a:off x="2496375" y="4728109"/>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1776" name="Google Shape;1776;p5"/>
            <p:cNvGrpSpPr/>
            <p:nvPr/>
          </p:nvGrpSpPr>
          <p:grpSpPr>
            <a:xfrm>
              <a:off x="4033520" y="4130892"/>
              <a:ext cx="1634585" cy="1683353"/>
              <a:chOff x="4033520" y="4130892"/>
              <a:chExt cx="1634585" cy="1683353"/>
            </a:xfrm>
          </p:grpSpPr>
          <p:sp>
            <p:nvSpPr>
              <p:cNvPr id="1777" name="Google Shape;1777;p5"/>
              <p:cNvSpPr/>
              <p:nvPr/>
            </p:nvSpPr>
            <p:spPr>
              <a:xfrm>
                <a:off x="4077620" y="4386733"/>
                <a:ext cx="1546383" cy="1171670"/>
              </a:xfrm>
              <a:custGeom>
                <a:avLst/>
                <a:gdLst/>
                <a:ahLst/>
                <a:cxnLst/>
                <a:rect l="l" t="t" r="r" b="b"/>
                <a:pathLst>
                  <a:path w="1546383" h="1171670" extrusionOk="0">
                    <a:moveTo>
                      <a:pt x="0" y="0"/>
                    </a:moveTo>
                    <a:lnTo>
                      <a:pt x="1546384" y="0"/>
                    </a:lnTo>
                    <a:lnTo>
                      <a:pt x="1546384" y="1171670"/>
                    </a:lnTo>
                    <a:lnTo>
                      <a:pt x="0" y="11716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78" name="Google Shape;1778;p5"/>
              <p:cNvSpPr/>
              <p:nvPr/>
            </p:nvSpPr>
            <p:spPr>
              <a:xfrm>
                <a:off x="4033520" y="4130892"/>
                <a:ext cx="1634585" cy="1683353"/>
              </a:xfrm>
              <a:custGeom>
                <a:avLst/>
                <a:gdLst/>
                <a:ahLst/>
                <a:cxnLst/>
                <a:rect l="l" t="t" r="r" b="b"/>
                <a:pathLst>
                  <a:path w="1634585" h="1683353" extrusionOk="0">
                    <a:moveTo>
                      <a:pt x="0" y="0"/>
                    </a:moveTo>
                    <a:lnTo>
                      <a:pt x="1634585" y="0"/>
                    </a:lnTo>
                    <a:cubicBezTo>
                      <a:pt x="1634585" y="0"/>
                      <a:pt x="1634585" y="489014"/>
                      <a:pt x="1634585" y="489014"/>
                    </a:cubicBezTo>
                    <a:lnTo>
                      <a:pt x="0" y="489014"/>
                    </a:lnTo>
                    <a:cubicBezTo>
                      <a:pt x="0" y="489014"/>
                      <a:pt x="0" y="0"/>
                      <a:pt x="0" y="0"/>
                    </a:cubicBezTo>
                    <a:close/>
                    <a:moveTo>
                      <a:pt x="0" y="1086231"/>
                    </a:moveTo>
                    <a:lnTo>
                      <a:pt x="1634585" y="1086231"/>
                    </a:lnTo>
                    <a:lnTo>
                      <a:pt x="1634585" y="597218"/>
                    </a:lnTo>
                    <a:lnTo>
                      <a:pt x="0" y="597218"/>
                    </a:lnTo>
                    <a:lnTo>
                      <a:pt x="0" y="1086231"/>
                    </a:lnTo>
                    <a:close/>
                    <a:moveTo>
                      <a:pt x="0" y="1683353"/>
                    </a:moveTo>
                    <a:lnTo>
                      <a:pt x="1634585" y="1683353"/>
                    </a:lnTo>
                    <a:lnTo>
                      <a:pt x="1634585" y="1194340"/>
                    </a:lnTo>
                    <a:lnTo>
                      <a:pt x="0" y="1194340"/>
                    </a:lnTo>
                    <a:lnTo>
                      <a:pt x="0" y="1683353"/>
                    </a:lnTo>
                    <a:close/>
                  </a:path>
                </a:pathLst>
              </a:custGeom>
              <a:gradFill>
                <a:gsLst>
                  <a:gs pos="0">
                    <a:schemeClr val="accent3"/>
                  </a:gs>
                  <a:gs pos="42000">
                    <a:schemeClr val="accent3"/>
                  </a:gs>
                  <a:gs pos="100000">
                    <a:schemeClr val="accent2"/>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1779" name="Google Shape;1779;p5"/>
              <p:cNvGrpSpPr/>
              <p:nvPr/>
            </p:nvGrpSpPr>
            <p:grpSpPr>
              <a:xfrm>
                <a:off x="4285170" y="4130892"/>
                <a:ext cx="201358" cy="1683352"/>
                <a:chOff x="4285170" y="4130892"/>
                <a:chExt cx="201358" cy="1683352"/>
              </a:xfrm>
            </p:grpSpPr>
            <p:sp>
              <p:nvSpPr>
                <p:cNvPr id="1780" name="Google Shape;1780;p5"/>
                <p:cNvSpPr/>
                <p:nvPr/>
              </p:nvSpPr>
              <p:spPr>
                <a:xfrm>
                  <a:off x="4285170" y="4130892"/>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1" name="Google Shape;1781;p5"/>
                <p:cNvSpPr/>
                <p:nvPr/>
              </p:nvSpPr>
              <p:spPr>
                <a:xfrm>
                  <a:off x="4285170" y="5325231"/>
                  <a:ext cx="201358" cy="489013"/>
                </a:xfrm>
                <a:custGeom>
                  <a:avLst/>
                  <a:gdLst/>
                  <a:ahLst/>
                  <a:cxnLst/>
                  <a:rect l="l" t="t" r="r" b="b"/>
                  <a:pathLst>
                    <a:path w="201358" h="489013" extrusionOk="0">
                      <a:moveTo>
                        <a:pt x="0" y="0"/>
                      </a:moveTo>
                      <a:lnTo>
                        <a:pt x="201359" y="0"/>
                      </a:lnTo>
                      <a:lnTo>
                        <a:pt x="201359" y="489013"/>
                      </a:lnTo>
                      <a:lnTo>
                        <a:pt x="0" y="489013"/>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2" name="Google Shape;1782;p5"/>
                <p:cNvSpPr/>
                <p:nvPr/>
              </p:nvSpPr>
              <p:spPr>
                <a:xfrm>
                  <a:off x="4285170" y="4728109"/>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1783" name="Google Shape;1783;p5"/>
            <p:cNvGrpSpPr/>
            <p:nvPr/>
          </p:nvGrpSpPr>
          <p:grpSpPr>
            <a:xfrm>
              <a:off x="5822219" y="4130892"/>
              <a:ext cx="1634585" cy="1683353"/>
              <a:chOff x="5822219" y="4130892"/>
              <a:chExt cx="1634585" cy="1683353"/>
            </a:xfrm>
          </p:grpSpPr>
          <p:sp>
            <p:nvSpPr>
              <p:cNvPr id="1784" name="Google Shape;1784;p5"/>
              <p:cNvSpPr/>
              <p:nvPr/>
            </p:nvSpPr>
            <p:spPr>
              <a:xfrm>
                <a:off x="5866320" y="4386733"/>
                <a:ext cx="1546383" cy="1171670"/>
              </a:xfrm>
              <a:custGeom>
                <a:avLst/>
                <a:gdLst/>
                <a:ahLst/>
                <a:cxnLst/>
                <a:rect l="l" t="t" r="r" b="b"/>
                <a:pathLst>
                  <a:path w="1546383" h="1171670" extrusionOk="0">
                    <a:moveTo>
                      <a:pt x="0" y="0"/>
                    </a:moveTo>
                    <a:lnTo>
                      <a:pt x="1546384" y="0"/>
                    </a:lnTo>
                    <a:lnTo>
                      <a:pt x="1546384" y="1171670"/>
                    </a:lnTo>
                    <a:lnTo>
                      <a:pt x="0" y="11716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5" name="Google Shape;1785;p5"/>
              <p:cNvSpPr/>
              <p:nvPr/>
            </p:nvSpPr>
            <p:spPr>
              <a:xfrm>
                <a:off x="5822219" y="4130892"/>
                <a:ext cx="1634585" cy="1683353"/>
              </a:xfrm>
              <a:custGeom>
                <a:avLst/>
                <a:gdLst/>
                <a:ahLst/>
                <a:cxnLst/>
                <a:rect l="l" t="t" r="r" b="b"/>
                <a:pathLst>
                  <a:path w="1634585" h="1683353" extrusionOk="0">
                    <a:moveTo>
                      <a:pt x="0" y="0"/>
                    </a:moveTo>
                    <a:lnTo>
                      <a:pt x="1634585" y="0"/>
                    </a:lnTo>
                    <a:cubicBezTo>
                      <a:pt x="1634585" y="0"/>
                      <a:pt x="1634585" y="489014"/>
                      <a:pt x="1634585" y="489014"/>
                    </a:cubicBezTo>
                    <a:lnTo>
                      <a:pt x="0" y="489014"/>
                    </a:lnTo>
                    <a:cubicBezTo>
                      <a:pt x="0" y="489014"/>
                      <a:pt x="0" y="0"/>
                      <a:pt x="0" y="0"/>
                    </a:cubicBezTo>
                    <a:close/>
                    <a:moveTo>
                      <a:pt x="0" y="1086231"/>
                    </a:moveTo>
                    <a:lnTo>
                      <a:pt x="1634585" y="1086231"/>
                    </a:lnTo>
                    <a:lnTo>
                      <a:pt x="1634585" y="597218"/>
                    </a:lnTo>
                    <a:lnTo>
                      <a:pt x="0" y="597218"/>
                    </a:lnTo>
                    <a:lnTo>
                      <a:pt x="0" y="1086231"/>
                    </a:lnTo>
                    <a:close/>
                    <a:moveTo>
                      <a:pt x="0" y="1683353"/>
                    </a:moveTo>
                    <a:lnTo>
                      <a:pt x="1634585" y="1683353"/>
                    </a:lnTo>
                    <a:lnTo>
                      <a:pt x="1634585" y="1194340"/>
                    </a:lnTo>
                    <a:lnTo>
                      <a:pt x="0" y="1194340"/>
                    </a:lnTo>
                    <a:lnTo>
                      <a:pt x="0" y="1683353"/>
                    </a:lnTo>
                    <a:close/>
                  </a:path>
                </a:pathLst>
              </a:custGeom>
              <a:gradFill>
                <a:gsLst>
                  <a:gs pos="0">
                    <a:schemeClr val="accent3"/>
                  </a:gs>
                  <a:gs pos="42000">
                    <a:schemeClr val="accent3"/>
                  </a:gs>
                  <a:gs pos="100000">
                    <a:schemeClr val="accent2"/>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1786" name="Google Shape;1786;p5"/>
              <p:cNvGrpSpPr/>
              <p:nvPr/>
            </p:nvGrpSpPr>
            <p:grpSpPr>
              <a:xfrm>
                <a:off x="6073965" y="4130892"/>
                <a:ext cx="201358" cy="1683352"/>
                <a:chOff x="6073965" y="4130892"/>
                <a:chExt cx="201358" cy="1683352"/>
              </a:xfrm>
            </p:grpSpPr>
            <p:sp>
              <p:nvSpPr>
                <p:cNvPr id="1787" name="Google Shape;1787;p5"/>
                <p:cNvSpPr/>
                <p:nvPr/>
              </p:nvSpPr>
              <p:spPr>
                <a:xfrm>
                  <a:off x="6073965" y="4130892"/>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8" name="Google Shape;1788;p5"/>
                <p:cNvSpPr/>
                <p:nvPr/>
              </p:nvSpPr>
              <p:spPr>
                <a:xfrm>
                  <a:off x="6073965" y="5325231"/>
                  <a:ext cx="201358" cy="489013"/>
                </a:xfrm>
                <a:custGeom>
                  <a:avLst/>
                  <a:gdLst/>
                  <a:ahLst/>
                  <a:cxnLst/>
                  <a:rect l="l" t="t" r="r" b="b"/>
                  <a:pathLst>
                    <a:path w="201358" h="489013" extrusionOk="0">
                      <a:moveTo>
                        <a:pt x="0" y="0"/>
                      </a:moveTo>
                      <a:lnTo>
                        <a:pt x="201359" y="0"/>
                      </a:lnTo>
                      <a:lnTo>
                        <a:pt x="201359" y="489013"/>
                      </a:lnTo>
                      <a:lnTo>
                        <a:pt x="0" y="489013"/>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9" name="Google Shape;1789;p5"/>
                <p:cNvSpPr/>
                <p:nvPr/>
              </p:nvSpPr>
              <p:spPr>
                <a:xfrm>
                  <a:off x="6073965" y="4728109"/>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pic>
        <p:nvPicPr>
          <p:cNvPr id="1790" name="Google Shape;1790;p5"/>
          <p:cNvPicPr preferRelativeResize="0"/>
          <p:nvPr/>
        </p:nvPicPr>
        <p:blipFill rotWithShape="1">
          <a:blip r:embed="rId4">
            <a:alphaModFix/>
          </a:blip>
          <a:srcRect/>
          <a:stretch/>
        </p:blipFill>
        <p:spPr>
          <a:xfrm>
            <a:off x="5233948" y="5392722"/>
            <a:ext cx="1627562" cy="665821"/>
          </a:xfrm>
          <a:prstGeom prst="rect">
            <a:avLst/>
          </a:prstGeom>
          <a:noFill/>
          <a:ln>
            <a:noFill/>
          </a:ln>
        </p:spPr>
      </p:pic>
      <p:grpSp>
        <p:nvGrpSpPr>
          <p:cNvPr id="1791" name="Google Shape;1791;p5"/>
          <p:cNvGrpSpPr/>
          <p:nvPr/>
        </p:nvGrpSpPr>
        <p:grpSpPr>
          <a:xfrm>
            <a:off x="8925770" y="2315331"/>
            <a:ext cx="1447097" cy="557185"/>
            <a:chOff x="3640242" y="1177275"/>
            <a:chExt cx="2915109" cy="1122424"/>
          </a:xfrm>
        </p:grpSpPr>
        <p:sp>
          <p:nvSpPr>
            <p:cNvPr id="1792" name="Google Shape;1792;p5"/>
            <p:cNvSpPr/>
            <p:nvPr/>
          </p:nvSpPr>
          <p:spPr>
            <a:xfrm>
              <a:off x="4764703" y="1177275"/>
              <a:ext cx="1790648" cy="633985"/>
            </a:xfrm>
            <a:custGeom>
              <a:avLst/>
              <a:gdLst/>
              <a:ahLst/>
              <a:cxnLst/>
              <a:rect l="l" t="t" r="r" b="b"/>
              <a:pathLst>
                <a:path w="1790648" h="633985" extrusionOk="0">
                  <a:moveTo>
                    <a:pt x="1390669" y="295609"/>
                  </a:moveTo>
                  <a:cubicBezTo>
                    <a:pt x="1320856" y="295609"/>
                    <a:pt x="1255179" y="313238"/>
                    <a:pt x="1197839" y="344294"/>
                  </a:cubicBezTo>
                  <a:cubicBezTo>
                    <a:pt x="1092641" y="139881"/>
                    <a:pt x="879701" y="0"/>
                    <a:pt x="633985" y="0"/>
                  </a:cubicBezTo>
                  <a:cubicBezTo>
                    <a:pt x="283836" y="0"/>
                    <a:pt x="0" y="283836"/>
                    <a:pt x="0" y="633985"/>
                  </a:cubicBezTo>
                  <a:lnTo>
                    <a:pt x="1790648" y="633985"/>
                  </a:lnTo>
                  <a:cubicBezTo>
                    <a:pt x="1758574" y="441982"/>
                    <a:pt x="1591772" y="295609"/>
                    <a:pt x="1390669" y="295609"/>
                  </a:cubicBezTo>
                  <a:close/>
                </a:path>
              </a:pathLst>
            </a:custGeom>
            <a:no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3" name="Google Shape;1793;p5"/>
            <p:cNvSpPr/>
            <p:nvPr/>
          </p:nvSpPr>
          <p:spPr>
            <a:xfrm>
              <a:off x="5302464" y="2047556"/>
              <a:ext cx="114807" cy="114807"/>
            </a:xfrm>
            <a:custGeom>
              <a:avLst/>
              <a:gdLst/>
              <a:ahLst/>
              <a:cxnLst/>
              <a:rect l="l" t="t" r="r" b="b"/>
              <a:pathLst>
                <a:path w="114807" h="114807" extrusionOk="0">
                  <a:moveTo>
                    <a:pt x="114807" y="57404"/>
                  </a:moveTo>
                  <a:cubicBezTo>
                    <a:pt x="114807" y="89107"/>
                    <a:pt x="89107" y="114807"/>
                    <a:pt x="57404" y="114807"/>
                  </a:cubicBezTo>
                  <a:cubicBezTo>
                    <a:pt x="25700" y="114807"/>
                    <a:pt x="0" y="89107"/>
                    <a:pt x="0" y="57404"/>
                  </a:cubicBezTo>
                  <a:cubicBezTo>
                    <a:pt x="0" y="25700"/>
                    <a:pt x="25700" y="0"/>
                    <a:pt x="57404" y="0"/>
                  </a:cubicBezTo>
                  <a:cubicBezTo>
                    <a:pt x="89107" y="0"/>
                    <a:pt x="114807" y="25700"/>
                    <a:pt x="114807" y="57404"/>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4" name="Google Shape;1794;p5"/>
            <p:cNvSpPr/>
            <p:nvPr/>
          </p:nvSpPr>
          <p:spPr>
            <a:xfrm>
              <a:off x="3949756" y="1376594"/>
              <a:ext cx="114807" cy="114807"/>
            </a:xfrm>
            <a:custGeom>
              <a:avLst/>
              <a:gdLst/>
              <a:ahLst/>
              <a:cxnLst/>
              <a:rect l="l" t="t" r="r" b="b"/>
              <a:pathLst>
                <a:path w="114807" h="114807" extrusionOk="0">
                  <a:moveTo>
                    <a:pt x="114807" y="57404"/>
                  </a:moveTo>
                  <a:cubicBezTo>
                    <a:pt x="114807" y="89107"/>
                    <a:pt x="89107" y="114807"/>
                    <a:pt x="57404" y="114807"/>
                  </a:cubicBezTo>
                  <a:cubicBezTo>
                    <a:pt x="25701" y="114807"/>
                    <a:pt x="0" y="89107"/>
                    <a:pt x="0" y="57404"/>
                  </a:cubicBezTo>
                  <a:cubicBezTo>
                    <a:pt x="0" y="25700"/>
                    <a:pt x="25701" y="0"/>
                    <a:pt x="57404" y="0"/>
                  </a:cubicBezTo>
                  <a:cubicBezTo>
                    <a:pt x="89107" y="0"/>
                    <a:pt x="114807" y="25700"/>
                    <a:pt x="114807" y="57404"/>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1795" name="Google Shape;1795;p5"/>
            <p:cNvGrpSpPr/>
            <p:nvPr/>
          </p:nvGrpSpPr>
          <p:grpSpPr>
            <a:xfrm>
              <a:off x="3640242" y="1369787"/>
              <a:ext cx="1583244" cy="929912"/>
              <a:chOff x="3640242" y="1369787"/>
              <a:chExt cx="1583244" cy="929912"/>
            </a:xfrm>
          </p:grpSpPr>
          <p:sp>
            <p:nvSpPr>
              <p:cNvPr id="1796" name="Google Shape;1796;p5"/>
              <p:cNvSpPr/>
              <p:nvPr/>
            </p:nvSpPr>
            <p:spPr>
              <a:xfrm>
                <a:off x="3640242" y="2047556"/>
                <a:ext cx="252143" cy="252143"/>
              </a:xfrm>
              <a:custGeom>
                <a:avLst/>
                <a:gdLst/>
                <a:ahLst/>
                <a:cxnLst/>
                <a:rect l="l" t="t" r="r" b="b"/>
                <a:pathLst>
                  <a:path w="252143" h="252143" extrusionOk="0">
                    <a:moveTo>
                      <a:pt x="252143" y="126071"/>
                    </a:moveTo>
                    <a:cubicBezTo>
                      <a:pt x="252143" y="195699"/>
                      <a:pt x="195699" y="252143"/>
                      <a:pt x="126072" y="252143"/>
                    </a:cubicBezTo>
                    <a:cubicBezTo>
                      <a:pt x="56444" y="252143"/>
                      <a:pt x="0" y="195699"/>
                      <a:pt x="0" y="126071"/>
                    </a:cubicBezTo>
                    <a:cubicBezTo>
                      <a:pt x="0" y="56444"/>
                      <a:pt x="56444" y="0"/>
                      <a:pt x="126072" y="0"/>
                    </a:cubicBezTo>
                    <a:cubicBezTo>
                      <a:pt x="195699" y="0"/>
                      <a:pt x="252143" y="56444"/>
                      <a:pt x="252143" y="12607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7" name="Google Shape;1797;p5"/>
              <p:cNvSpPr/>
              <p:nvPr/>
            </p:nvSpPr>
            <p:spPr>
              <a:xfrm>
                <a:off x="4288674" y="1369787"/>
                <a:ext cx="305982" cy="305982"/>
              </a:xfrm>
              <a:custGeom>
                <a:avLst/>
                <a:gdLst/>
                <a:ahLst/>
                <a:cxnLst/>
                <a:rect l="l" t="t" r="r" b="b"/>
                <a:pathLst>
                  <a:path w="305982" h="305982" extrusionOk="0">
                    <a:moveTo>
                      <a:pt x="305983" y="152991"/>
                    </a:moveTo>
                    <a:cubicBezTo>
                      <a:pt x="305983" y="237486"/>
                      <a:pt x="237486" y="305983"/>
                      <a:pt x="152991" y="305983"/>
                    </a:cubicBezTo>
                    <a:cubicBezTo>
                      <a:pt x="68497" y="305983"/>
                      <a:pt x="0" y="237486"/>
                      <a:pt x="0" y="152991"/>
                    </a:cubicBezTo>
                    <a:cubicBezTo>
                      <a:pt x="0" y="68497"/>
                      <a:pt x="68496" y="0"/>
                      <a:pt x="152991" y="0"/>
                    </a:cubicBezTo>
                    <a:cubicBezTo>
                      <a:pt x="237486" y="0"/>
                      <a:pt x="305983" y="68497"/>
                      <a:pt x="305983" y="15299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8" name="Google Shape;1798;p5"/>
              <p:cNvSpPr/>
              <p:nvPr/>
            </p:nvSpPr>
            <p:spPr>
              <a:xfrm>
                <a:off x="4596820" y="1522778"/>
                <a:ext cx="432054" cy="6364"/>
              </a:xfrm>
              <a:custGeom>
                <a:avLst/>
                <a:gdLst/>
                <a:ahLst/>
                <a:cxnLst/>
                <a:rect l="l" t="t" r="r" b="b"/>
                <a:pathLst>
                  <a:path w="432054" h="6364" extrusionOk="0">
                    <a:moveTo>
                      <a:pt x="432054" y="0"/>
                    </a:moveTo>
                    <a:lnTo>
                      <a:pt x="0" y="0"/>
                    </a:lnTo>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9" name="Google Shape;1799;p5"/>
              <p:cNvSpPr/>
              <p:nvPr/>
            </p:nvSpPr>
            <p:spPr>
              <a:xfrm>
                <a:off x="5028874" y="1425472"/>
                <a:ext cx="194612" cy="194612"/>
              </a:xfrm>
              <a:custGeom>
                <a:avLst/>
                <a:gdLst/>
                <a:ahLst/>
                <a:cxnLst/>
                <a:rect l="l" t="t" r="r" b="b"/>
                <a:pathLst>
                  <a:path w="194612" h="194612" extrusionOk="0">
                    <a:moveTo>
                      <a:pt x="194612" y="97306"/>
                    </a:moveTo>
                    <a:cubicBezTo>
                      <a:pt x="194612" y="151047"/>
                      <a:pt x="151047" y="194612"/>
                      <a:pt x="97306" y="194612"/>
                    </a:cubicBezTo>
                    <a:cubicBezTo>
                      <a:pt x="43565" y="194612"/>
                      <a:pt x="0" y="151047"/>
                      <a:pt x="0" y="97306"/>
                    </a:cubicBezTo>
                    <a:cubicBezTo>
                      <a:pt x="0" y="43565"/>
                      <a:pt x="43566" y="0"/>
                      <a:pt x="97306" y="0"/>
                    </a:cubicBezTo>
                    <a:cubicBezTo>
                      <a:pt x="151047" y="0"/>
                      <a:pt x="194612" y="43565"/>
                      <a:pt x="194612" y="97306"/>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0" name="Google Shape;1800;p5"/>
              <p:cNvSpPr/>
              <p:nvPr/>
            </p:nvSpPr>
            <p:spPr>
              <a:xfrm>
                <a:off x="3857319" y="1620020"/>
                <a:ext cx="466356" cy="466356"/>
              </a:xfrm>
              <a:custGeom>
                <a:avLst/>
                <a:gdLst/>
                <a:ahLst/>
                <a:cxnLst/>
                <a:rect l="l" t="t" r="r" b="b"/>
                <a:pathLst>
                  <a:path w="466356" h="466356" extrusionOk="0">
                    <a:moveTo>
                      <a:pt x="466356" y="0"/>
                    </a:moveTo>
                    <a:lnTo>
                      <a:pt x="0" y="466356"/>
                    </a:lnTo>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1801" name="Google Shape;1801;p5"/>
          <p:cNvGrpSpPr/>
          <p:nvPr/>
        </p:nvGrpSpPr>
        <p:grpSpPr>
          <a:xfrm>
            <a:off x="8128703" y="3559168"/>
            <a:ext cx="1437234" cy="1402664"/>
            <a:chOff x="3040750" y="2725962"/>
            <a:chExt cx="1090095" cy="1063875"/>
          </a:xfrm>
        </p:grpSpPr>
        <p:sp>
          <p:nvSpPr>
            <p:cNvPr id="1802" name="Google Shape;1802;p5"/>
            <p:cNvSpPr/>
            <p:nvPr/>
          </p:nvSpPr>
          <p:spPr>
            <a:xfrm>
              <a:off x="3067033" y="3718815"/>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3" name="Google Shape;1803;p5"/>
            <p:cNvSpPr/>
            <p:nvPr/>
          </p:nvSpPr>
          <p:spPr>
            <a:xfrm>
              <a:off x="3040750" y="357543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4" name="Google Shape;1804;p5"/>
            <p:cNvSpPr/>
            <p:nvPr/>
          </p:nvSpPr>
          <p:spPr>
            <a:xfrm>
              <a:off x="3177322" y="360846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5" name="Google Shape;1805;p5"/>
            <p:cNvSpPr/>
            <p:nvPr/>
          </p:nvSpPr>
          <p:spPr>
            <a:xfrm>
              <a:off x="3287611" y="349817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6" name="Google Shape;1806;p5"/>
            <p:cNvSpPr/>
            <p:nvPr/>
          </p:nvSpPr>
          <p:spPr>
            <a:xfrm>
              <a:off x="3431184" y="3515866"/>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7" name="Google Shape;1807;p5"/>
            <p:cNvSpPr/>
            <p:nvPr/>
          </p:nvSpPr>
          <p:spPr>
            <a:xfrm>
              <a:off x="3397963" y="3387885"/>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8" name="Google Shape;1808;p5"/>
            <p:cNvSpPr/>
            <p:nvPr/>
          </p:nvSpPr>
          <p:spPr>
            <a:xfrm>
              <a:off x="3508252" y="327753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9" name="Google Shape;1809;p5"/>
            <p:cNvSpPr/>
            <p:nvPr/>
          </p:nvSpPr>
          <p:spPr>
            <a:xfrm>
              <a:off x="3618604" y="316724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0" name="Google Shape;1810;p5"/>
            <p:cNvSpPr/>
            <p:nvPr/>
          </p:nvSpPr>
          <p:spPr>
            <a:xfrm>
              <a:off x="3460013" y="314293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1" name="Google Shape;1811;p5"/>
            <p:cNvSpPr/>
            <p:nvPr/>
          </p:nvSpPr>
          <p:spPr>
            <a:xfrm>
              <a:off x="3728893" y="305689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2" name="Google Shape;1812;p5"/>
            <p:cNvSpPr/>
            <p:nvPr/>
          </p:nvSpPr>
          <p:spPr>
            <a:xfrm>
              <a:off x="3839182" y="294660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3" name="Google Shape;1813;p5"/>
            <p:cNvSpPr/>
            <p:nvPr/>
          </p:nvSpPr>
          <p:spPr>
            <a:xfrm>
              <a:off x="3857065" y="307674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4" name="Google Shape;1814;p5"/>
            <p:cNvSpPr/>
            <p:nvPr/>
          </p:nvSpPr>
          <p:spPr>
            <a:xfrm>
              <a:off x="3949534" y="283631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5" name="Google Shape;1815;p5"/>
            <p:cNvSpPr/>
            <p:nvPr/>
          </p:nvSpPr>
          <p:spPr>
            <a:xfrm>
              <a:off x="3969517" y="295105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6" name="Google Shape;1816;p5"/>
            <p:cNvSpPr/>
            <p:nvPr/>
          </p:nvSpPr>
          <p:spPr>
            <a:xfrm>
              <a:off x="4059823" y="272596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817" name="Google Shape;1817;p5"/>
          <p:cNvGrpSpPr/>
          <p:nvPr/>
        </p:nvGrpSpPr>
        <p:grpSpPr>
          <a:xfrm>
            <a:off x="7407915" y="2996837"/>
            <a:ext cx="1266988" cy="1280160"/>
            <a:chOff x="2251864" y="2357930"/>
            <a:chExt cx="960969" cy="970960"/>
          </a:xfrm>
        </p:grpSpPr>
        <p:sp>
          <p:nvSpPr>
            <p:cNvPr id="1818" name="Google Shape;1818;p5"/>
            <p:cNvSpPr/>
            <p:nvPr/>
          </p:nvSpPr>
          <p:spPr>
            <a:xfrm>
              <a:off x="2251864" y="3257868"/>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9" name="Google Shape;1819;p5"/>
            <p:cNvSpPr/>
            <p:nvPr/>
          </p:nvSpPr>
          <p:spPr>
            <a:xfrm>
              <a:off x="2363108" y="314662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0" name="Google Shape;1820;p5"/>
            <p:cNvSpPr/>
            <p:nvPr/>
          </p:nvSpPr>
          <p:spPr>
            <a:xfrm>
              <a:off x="2504771" y="3165144"/>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1" name="Google Shape;1821;p5"/>
            <p:cNvSpPr/>
            <p:nvPr/>
          </p:nvSpPr>
          <p:spPr>
            <a:xfrm>
              <a:off x="2474351" y="3035381"/>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2" name="Google Shape;1822;p5"/>
            <p:cNvSpPr/>
            <p:nvPr/>
          </p:nvSpPr>
          <p:spPr>
            <a:xfrm>
              <a:off x="2585594" y="2924138"/>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3" name="Google Shape;1823;p5"/>
            <p:cNvSpPr/>
            <p:nvPr/>
          </p:nvSpPr>
          <p:spPr>
            <a:xfrm>
              <a:off x="2618687" y="3043209"/>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4" name="Google Shape;1824;p5"/>
            <p:cNvSpPr/>
            <p:nvPr/>
          </p:nvSpPr>
          <p:spPr>
            <a:xfrm>
              <a:off x="2696838" y="281289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5" name="Google Shape;1825;p5"/>
            <p:cNvSpPr/>
            <p:nvPr/>
          </p:nvSpPr>
          <p:spPr>
            <a:xfrm>
              <a:off x="2670236" y="268211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6" name="Google Shape;1826;p5"/>
            <p:cNvSpPr/>
            <p:nvPr/>
          </p:nvSpPr>
          <p:spPr>
            <a:xfrm>
              <a:off x="2808081" y="270165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7" name="Google Shape;1827;p5"/>
            <p:cNvSpPr/>
            <p:nvPr/>
          </p:nvSpPr>
          <p:spPr>
            <a:xfrm>
              <a:off x="2919324" y="259040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8" name="Google Shape;1828;p5"/>
            <p:cNvSpPr/>
            <p:nvPr/>
          </p:nvSpPr>
          <p:spPr>
            <a:xfrm>
              <a:off x="3030568" y="247916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9" name="Google Shape;1829;p5"/>
            <p:cNvSpPr/>
            <p:nvPr/>
          </p:nvSpPr>
          <p:spPr>
            <a:xfrm>
              <a:off x="3063024" y="260695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30" name="Google Shape;1830;p5"/>
            <p:cNvSpPr/>
            <p:nvPr/>
          </p:nvSpPr>
          <p:spPr>
            <a:xfrm>
              <a:off x="3141811" y="236792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31" name="Google Shape;1831;p5"/>
            <p:cNvSpPr/>
            <p:nvPr/>
          </p:nvSpPr>
          <p:spPr>
            <a:xfrm>
              <a:off x="2996838" y="2357930"/>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832" name="Google Shape;1832;p5"/>
          <p:cNvGrpSpPr/>
          <p:nvPr/>
        </p:nvGrpSpPr>
        <p:grpSpPr>
          <a:xfrm>
            <a:off x="10602605" y="1870925"/>
            <a:ext cx="659869" cy="659869"/>
            <a:chOff x="-396256" y="3115798"/>
            <a:chExt cx="601858" cy="601858"/>
          </a:xfrm>
        </p:grpSpPr>
        <p:sp>
          <p:nvSpPr>
            <p:cNvPr id="1833" name="Google Shape;1833;p5"/>
            <p:cNvSpPr/>
            <p:nvPr/>
          </p:nvSpPr>
          <p:spPr>
            <a:xfrm>
              <a:off x="-396256" y="3115798"/>
              <a:ext cx="601858" cy="601858"/>
            </a:xfrm>
            <a:prstGeom prst="roundRect">
              <a:avLst>
                <a:gd name="adj" fmla="val 9912"/>
              </a:avLst>
            </a:prstGeom>
            <a:gradFill>
              <a:gsLst>
                <a:gs pos="0">
                  <a:schemeClr val="accent6"/>
                </a:gs>
                <a:gs pos="100000">
                  <a:srgbClr val="D58B3F"/>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34" name="Google Shape;1834;p5"/>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862"/>
                  </a:srgbClr>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835" name="Google Shape;1835;p5"/>
          <p:cNvGrpSpPr/>
          <p:nvPr/>
        </p:nvGrpSpPr>
        <p:grpSpPr>
          <a:xfrm>
            <a:off x="11083178" y="1261750"/>
            <a:ext cx="487024" cy="487024"/>
            <a:chOff x="42069" y="2560177"/>
            <a:chExt cx="444208" cy="444208"/>
          </a:xfrm>
        </p:grpSpPr>
        <p:sp>
          <p:nvSpPr>
            <p:cNvPr id="1836" name="Google Shape;1836;p5"/>
            <p:cNvSpPr/>
            <p:nvPr/>
          </p:nvSpPr>
          <p:spPr>
            <a:xfrm>
              <a:off x="42069" y="2560177"/>
              <a:ext cx="444208" cy="444208"/>
            </a:xfrm>
            <a:prstGeom prst="roundRect">
              <a:avLst>
                <a:gd name="adj" fmla="val 9912"/>
              </a:avLst>
            </a:prstGeom>
            <a:gradFill>
              <a:gsLst>
                <a:gs pos="0">
                  <a:schemeClr val="accent6"/>
                </a:gs>
                <a:gs pos="100000">
                  <a:srgbClr val="D58B3F"/>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37" name="Google Shape;1837;p5"/>
            <p:cNvSpPr/>
            <p:nvPr/>
          </p:nvSpPr>
          <p:spPr>
            <a:xfrm>
              <a:off x="42069" y="2560178"/>
              <a:ext cx="345644" cy="345644"/>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862"/>
                  </a:srgbClr>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838" name="Google Shape;1838;p5"/>
          <p:cNvGrpSpPr/>
          <p:nvPr/>
        </p:nvGrpSpPr>
        <p:grpSpPr>
          <a:xfrm>
            <a:off x="579815" y="2820551"/>
            <a:ext cx="912101" cy="912097"/>
            <a:chOff x="579815" y="2820551"/>
            <a:chExt cx="912101" cy="912097"/>
          </a:xfrm>
        </p:grpSpPr>
        <p:sp>
          <p:nvSpPr>
            <p:cNvPr id="1839" name="Google Shape;1839;p5"/>
            <p:cNvSpPr/>
            <p:nvPr/>
          </p:nvSpPr>
          <p:spPr>
            <a:xfrm>
              <a:off x="579815" y="2820551"/>
              <a:ext cx="912101" cy="912097"/>
            </a:xfrm>
            <a:prstGeom prst="ellipse">
              <a:avLst/>
            </a:prstGeom>
            <a:gradFill>
              <a:gsLst>
                <a:gs pos="0">
                  <a:schemeClr val="accent5"/>
                </a:gs>
                <a:gs pos="29000">
                  <a:schemeClr val="accent5"/>
                </a:gs>
                <a:gs pos="100000">
                  <a:schemeClr val="accent2"/>
                </a:gs>
              </a:gsLst>
              <a:lin ang="8100000" scaled="0"/>
            </a:gra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1840" name="Google Shape;1840;p5" descr="Integrate Automate&#10;"/>
            <p:cNvSpPr/>
            <p:nvPr/>
          </p:nvSpPr>
          <p:spPr>
            <a:xfrm>
              <a:off x="750942" y="2992309"/>
              <a:ext cx="569846" cy="568581"/>
            </a:xfrm>
            <a:custGeom>
              <a:avLst/>
              <a:gdLst/>
              <a:ahLst/>
              <a:cxnLst/>
              <a:rect l="l" t="t" r="r" b="b"/>
              <a:pathLst>
                <a:path w="569846" h="568581" extrusionOk="0">
                  <a:moveTo>
                    <a:pt x="15812" y="284607"/>
                  </a:moveTo>
                  <a:cubicBezTo>
                    <a:pt x="15812" y="136611"/>
                    <a:pt x="136611" y="15811"/>
                    <a:pt x="284607" y="15811"/>
                  </a:cubicBezTo>
                  <a:cubicBezTo>
                    <a:pt x="380741" y="15811"/>
                    <a:pt x="468653" y="66408"/>
                    <a:pt x="516720" y="149261"/>
                  </a:cubicBezTo>
                  <a:lnTo>
                    <a:pt x="471183" y="141039"/>
                  </a:lnTo>
                  <a:lnTo>
                    <a:pt x="468653" y="156850"/>
                  </a:lnTo>
                  <a:lnTo>
                    <a:pt x="538856" y="169499"/>
                  </a:lnTo>
                  <a:lnTo>
                    <a:pt x="553403" y="99929"/>
                  </a:lnTo>
                  <a:lnTo>
                    <a:pt x="537591" y="96134"/>
                  </a:lnTo>
                  <a:lnTo>
                    <a:pt x="528737" y="137876"/>
                  </a:lnTo>
                  <a:cubicBezTo>
                    <a:pt x="477507" y="52494"/>
                    <a:pt x="385801" y="0"/>
                    <a:pt x="284607" y="0"/>
                  </a:cubicBezTo>
                  <a:cubicBezTo>
                    <a:pt x="127757" y="0"/>
                    <a:pt x="0" y="127757"/>
                    <a:pt x="0" y="284607"/>
                  </a:cubicBezTo>
                  <a:cubicBezTo>
                    <a:pt x="0" y="340896"/>
                    <a:pt x="16444" y="395920"/>
                    <a:pt x="48067" y="442722"/>
                  </a:cubicBezTo>
                  <a:lnTo>
                    <a:pt x="61349" y="433868"/>
                  </a:lnTo>
                  <a:cubicBezTo>
                    <a:pt x="31623" y="389595"/>
                    <a:pt x="15812" y="337734"/>
                    <a:pt x="15812" y="284607"/>
                  </a:cubicBezTo>
                  <a:close/>
                  <a:moveTo>
                    <a:pt x="551505" y="185311"/>
                  </a:moveTo>
                  <a:lnTo>
                    <a:pt x="536959" y="191003"/>
                  </a:lnTo>
                  <a:cubicBezTo>
                    <a:pt x="548343" y="220729"/>
                    <a:pt x="554035" y="252352"/>
                    <a:pt x="554035" y="284607"/>
                  </a:cubicBezTo>
                  <a:cubicBezTo>
                    <a:pt x="554035" y="432603"/>
                    <a:pt x="433235" y="553403"/>
                    <a:pt x="285239" y="553403"/>
                  </a:cubicBezTo>
                  <a:cubicBezTo>
                    <a:pt x="213139" y="553403"/>
                    <a:pt x="144201" y="524309"/>
                    <a:pt x="94237" y="473080"/>
                  </a:cubicBezTo>
                  <a:lnTo>
                    <a:pt x="141039" y="481302"/>
                  </a:lnTo>
                  <a:lnTo>
                    <a:pt x="143568" y="465491"/>
                  </a:lnTo>
                  <a:lnTo>
                    <a:pt x="73365" y="452841"/>
                  </a:lnTo>
                  <a:lnTo>
                    <a:pt x="58819" y="522412"/>
                  </a:lnTo>
                  <a:lnTo>
                    <a:pt x="73998" y="525574"/>
                  </a:lnTo>
                  <a:lnTo>
                    <a:pt x="82852" y="483832"/>
                  </a:lnTo>
                  <a:cubicBezTo>
                    <a:pt x="135979" y="537591"/>
                    <a:pt x="208712" y="568582"/>
                    <a:pt x="285239" y="568582"/>
                  </a:cubicBezTo>
                  <a:cubicBezTo>
                    <a:pt x="442090" y="568582"/>
                    <a:pt x="569846" y="440825"/>
                    <a:pt x="569846" y="283975"/>
                  </a:cubicBezTo>
                  <a:cubicBezTo>
                    <a:pt x="569214" y="250454"/>
                    <a:pt x="563522" y="216934"/>
                    <a:pt x="551505" y="185311"/>
                  </a:cubicBezTo>
                  <a:close/>
                  <a:moveTo>
                    <a:pt x="287769" y="174559"/>
                  </a:moveTo>
                  <a:cubicBezTo>
                    <a:pt x="226421" y="174559"/>
                    <a:pt x="176456" y="224523"/>
                    <a:pt x="176456" y="285872"/>
                  </a:cubicBezTo>
                  <a:cubicBezTo>
                    <a:pt x="176456" y="290299"/>
                    <a:pt x="180251" y="293461"/>
                    <a:pt x="184046" y="293461"/>
                  </a:cubicBezTo>
                  <a:cubicBezTo>
                    <a:pt x="187841" y="293461"/>
                    <a:pt x="191635" y="289667"/>
                    <a:pt x="191635" y="285872"/>
                  </a:cubicBezTo>
                  <a:cubicBezTo>
                    <a:pt x="191635" y="233378"/>
                    <a:pt x="234643" y="190370"/>
                    <a:pt x="287137" y="190370"/>
                  </a:cubicBezTo>
                  <a:cubicBezTo>
                    <a:pt x="339631" y="190370"/>
                    <a:pt x="382638" y="233378"/>
                    <a:pt x="382638" y="285872"/>
                  </a:cubicBezTo>
                  <a:cubicBezTo>
                    <a:pt x="382638" y="338366"/>
                    <a:pt x="340264" y="381373"/>
                    <a:pt x="287769" y="381373"/>
                  </a:cubicBezTo>
                  <a:cubicBezTo>
                    <a:pt x="283342" y="381373"/>
                    <a:pt x="280180" y="385168"/>
                    <a:pt x="280180" y="388963"/>
                  </a:cubicBezTo>
                  <a:cubicBezTo>
                    <a:pt x="280180" y="392758"/>
                    <a:pt x="283975" y="396552"/>
                    <a:pt x="287769" y="396552"/>
                  </a:cubicBezTo>
                  <a:cubicBezTo>
                    <a:pt x="349118" y="396552"/>
                    <a:pt x="399082" y="346588"/>
                    <a:pt x="399082" y="285239"/>
                  </a:cubicBezTo>
                  <a:cubicBezTo>
                    <a:pt x="399082" y="223891"/>
                    <a:pt x="349118" y="174559"/>
                    <a:pt x="287769" y="174559"/>
                  </a:cubicBezTo>
                  <a:close/>
                  <a:moveTo>
                    <a:pt x="439560" y="331409"/>
                  </a:moveTo>
                  <a:cubicBezTo>
                    <a:pt x="443987" y="330777"/>
                    <a:pt x="449047" y="329512"/>
                    <a:pt x="454739" y="327614"/>
                  </a:cubicBezTo>
                  <a:cubicBezTo>
                    <a:pt x="465491" y="324452"/>
                    <a:pt x="469918" y="323187"/>
                    <a:pt x="471815" y="323187"/>
                  </a:cubicBezTo>
                  <a:lnTo>
                    <a:pt x="478140" y="321922"/>
                  </a:lnTo>
                  <a:lnTo>
                    <a:pt x="478140" y="251719"/>
                  </a:lnTo>
                  <a:lnTo>
                    <a:pt x="471815" y="250454"/>
                  </a:lnTo>
                  <a:cubicBezTo>
                    <a:pt x="468653" y="249822"/>
                    <a:pt x="462961" y="248557"/>
                    <a:pt x="454739" y="246027"/>
                  </a:cubicBezTo>
                  <a:cubicBezTo>
                    <a:pt x="449047" y="244130"/>
                    <a:pt x="443354" y="242865"/>
                    <a:pt x="438927" y="242232"/>
                  </a:cubicBezTo>
                  <a:cubicBezTo>
                    <a:pt x="437662" y="237805"/>
                    <a:pt x="434500" y="229583"/>
                    <a:pt x="428175" y="212507"/>
                  </a:cubicBezTo>
                  <a:cubicBezTo>
                    <a:pt x="432603" y="205550"/>
                    <a:pt x="438295" y="195430"/>
                    <a:pt x="445884" y="182148"/>
                  </a:cubicBezTo>
                  <a:lnTo>
                    <a:pt x="449047" y="176456"/>
                  </a:lnTo>
                  <a:lnTo>
                    <a:pt x="443987" y="172029"/>
                  </a:lnTo>
                  <a:cubicBezTo>
                    <a:pt x="440192" y="168867"/>
                    <a:pt x="433235" y="162542"/>
                    <a:pt x="424381" y="153055"/>
                  </a:cubicBezTo>
                  <a:cubicBezTo>
                    <a:pt x="415526" y="143568"/>
                    <a:pt x="407937" y="137244"/>
                    <a:pt x="400980" y="132817"/>
                  </a:cubicBezTo>
                  <a:lnTo>
                    <a:pt x="397817" y="130919"/>
                  </a:lnTo>
                  <a:lnTo>
                    <a:pt x="394023" y="132184"/>
                  </a:lnTo>
                  <a:cubicBezTo>
                    <a:pt x="390228" y="133449"/>
                    <a:pt x="384536" y="136611"/>
                    <a:pt x="376314" y="142304"/>
                  </a:cubicBezTo>
                  <a:cubicBezTo>
                    <a:pt x="371887" y="144833"/>
                    <a:pt x="368092" y="147363"/>
                    <a:pt x="364929" y="148628"/>
                  </a:cubicBezTo>
                  <a:cubicBezTo>
                    <a:pt x="361135" y="146098"/>
                    <a:pt x="356075" y="143568"/>
                    <a:pt x="349750" y="141671"/>
                  </a:cubicBezTo>
                  <a:cubicBezTo>
                    <a:pt x="342793" y="139141"/>
                    <a:pt x="338366" y="137244"/>
                    <a:pt x="335204" y="135979"/>
                  </a:cubicBezTo>
                  <a:cubicBezTo>
                    <a:pt x="330777" y="118270"/>
                    <a:pt x="326982" y="106886"/>
                    <a:pt x="325084" y="101826"/>
                  </a:cubicBezTo>
                  <a:lnTo>
                    <a:pt x="321922" y="96134"/>
                  </a:lnTo>
                  <a:lnTo>
                    <a:pt x="254881" y="96134"/>
                  </a:lnTo>
                  <a:lnTo>
                    <a:pt x="252984" y="101826"/>
                  </a:lnTo>
                  <a:cubicBezTo>
                    <a:pt x="251719" y="106886"/>
                    <a:pt x="249822" y="113210"/>
                    <a:pt x="247292" y="121432"/>
                  </a:cubicBezTo>
                  <a:cubicBezTo>
                    <a:pt x="245394" y="127757"/>
                    <a:pt x="244130" y="132817"/>
                    <a:pt x="243497" y="136611"/>
                  </a:cubicBezTo>
                  <a:cubicBezTo>
                    <a:pt x="238437" y="137876"/>
                    <a:pt x="230215" y="141039"/>
                    <a:pt x="213771" y="147996"/>
                  </a:cubicBezTo>
                  <a:cubicBezTo>
                    <a:pt x="206182" y="142936"/>
                    <a:pt x="195430" y="136611"/>
                    <a:pt x="182781" y="130919"/>
                  </a:cubicBezTo>
                  <a:lnTo>
                    <a:pt x="178354" y="127757"/>
                  </a:lnTo>
                  <a:lnTo>
                    <a:pt x="174559" y="131552"/>
                  </a:lnTo>
                  <a:cubicBezTo>
                    <a:pt x="142304" y="163175"/>
                    <a:pt x="135346" y="171397"/>
                    <a:pt x="132817" y="174559"/>
                  </a:cubicBezTo>
                  <a:lnTo>
                    <a:pt x="129022" y="179619"/>
                  </a:lnTo>
                  <a:lnTo>
                    <a:pt x="133449" y="184046"/>
                  </a:lnTo>
                  <a:cubicBezTo>
                    <a:pt x="135979" y="186576"/>
                    <a:pt x="140406" y="193533"/>
                    <a:pt x="149261" y="209977"/>
                  </a:cubicBezTo>
                  <a:cubicBezTo>
                    <a:pt x="146731" y="213771"/>
                    <a:pt x="144833" y="218831"/>
                    <a:pt x="141671" y="225156"/>
                  </a:cubicBezTo>
                  <a:cubicBezTo>
                    <a:pt x="139141" y="231480"/>
                    <a:pt x="136611" y="236540"/>
                    <a:pt x="135346" y="239702"/>
                  </a:cubicBezTo>
                  <a:cubicBezTo>
                    <a:pt x="130919" y="240335"/>
                    <a:pt x="125860" y="241600"/>
                    <a:pt x="120800" y="243497"/>
                  </a:cubicBezTo>
                  <a:cubicBezTo>
                    <a:pt x="112578" y="246027"/>
                    <a:pt x="106886" y="247292"/>
                    <a:pt x="103723" y="247924"/>
                  </a:cubicBezTo>
                  <a:lnTo>
                    <a:pt x="97399" y="249189"/>
                  </a:lnTo>
                  <a:lnTo>
                    <a:pt x="97399" y="319392"/>
                  </a:lnTo>
                  <a:lnTo>
                    <a:pt x="103723" y="320657"/>
                  </a:lnTo>
                  <a:cubicBezTo>
                    <a:pt x="106886" y="321290"/>
                    <a:pt x="112578" y="322555"/>
                    <a:pt x="121432" y="325084"/>
                  </a:cubicBezTo>
                  <a:cubicBezTo>
                    <a:pt x="126492" y="326349"/>
                    <a:pt x="131552" y="327614"/>
                    <a:pt x="135346" y="328247"/>
                  </a:cubicBezTo>
                  <a:cubicBezTo>
                    <a:pt x="136611" y="333306"/>
                    <a:pt x="138509" y="338999"/>
                    <a:pt x="141039" y="344691"/>
                  </a:cubicBezTo>
                  <a:cubicBezTo>
                    <a:pt x="144201" y="352280"/>
                    <a:pt x="146098" y="356707"/>
                    <a:pt x="147363" y="359237"/>
                  </a:cubicBezTo>
                  <a:cubicBezTo>
                    <a:pt x="134082" y="382006"/>
                    <a:pt x="131552" y="388330"/>
                    <a:pt x="130919" y="390860"/>
                  </a:cubicBezTo>
                  <a:lnTo>
                    <a:pt x="129654" y="395288"/>
                  </a:lnTo>
                  <a:lnTo>
                    <a:pt x="132817" y="398450"/>
                  </a:lnTo>
                  <a:cubicBezTo>
                    <a:pt x="163175" y="429440"/>
                    <a:pt x="171397" y="435765"/>
                    <a:pt x="174559" y="438295"/>
                  </a:cubicBezTo>
                  <a:lnTo>
                    <a:pt x="178354" y="440825"/>
                  </a:lnTo>
                  <a:lnTo>
                    <a:pt x="182148" y="438927"/>
                  </a:lnTo>
                  <a:cubicBezTo>
                    <a:pt x="185311" y="437662"/>
                    <a:pt x="191003" y="434500"/>
                    <a:pt x="199225" y="429440"/>
                  </a:cubicBezTo>
                  <a:cubicBezTo>
                    <a:pt x="204285" y="426278"/>
                    <a:pt x="208079" y="424381"/>
                    <a:pt x="211874" y="423116"/>
                  </a:cubicBezTo>
                  <a:cubicBezTo>
                    <a:pt x="215669" y="425013"/>
                    <a:pt x="223891" y="428808"/>
                    <a:pt x="240967" y="436397"/>
                  </a:cubicBezTo>
                  <a:cubicBezTo>
                    <a:pt x="241600" y="438927"/>
                    <a:pt x="242865" y="443987"/>
                    <a:pt x="244762" y="450944"/>
                  </a:cubicBezTo>
                  <a:cubicBezTo>
                    <a:pt x="246659" y="459798"/>
                    <a:pt x="248557" y="466123"/>
                    <a:pt x="251087" y="471183"/>
                  </a:cubicBezTo>
                  <a:lnTo>
                    <a:pt x="252984" y="475610"/>
                  </a:lnTo>
                  <a:lnTo>
                    <a:pt x="318760" y="475610"/>
                  </a:lnTo>
                  <a:lnTo>
                    <a:pt x="320657" y="471183"/>
                  </a:lnTo>
                  <a:cubicBezTo>
                    <a:pt x="322555" y="467388"/>
                    <a:pt x="324452" y="460431"/>
                    <a:pt x="326982" y="449679"/>
                  </a:cubicBezTo>
                  <a:cubicBezTo>
                    <a:pt x="328247" y="442722"/>
                    <a:pt x="330144" y="438295"/>
                    <a:pt x="331409" y="435765"/>
                  </a:cubicBezTo>
                  <a:cubicBezTo>
                    <a:pt x="340896" y="433868"/>
                    <a:pt x="351015" y="429440"/>
                    <a:pt x="361135" y="424381"/>
                  </a:cubicBezTo>
                  <a:cubicBezTo>
                    <a:pt x="371254" y="430705"/>
                    <a:pt x="381373" y="436397"/>
                    <a:pt x="391493" y="441457"/>
                  </a:cubicBezTo>
                  <a:lnTo>
                    <a:pt x="396552" y="443987"/>
                  </a:lnTo>
                  <a:lnTo>
                    <a:pt x="400347" y="440192"/>
                  </a:lnTo>
                  <a:cubicBezTo>
                    <a:pt x="432603" y="408569"/>
                    <a:pt x="438927" y="400347"/>
                    <a:pt x="441457" y="397185"/>
                  </a:cubicBezTo>
                  <a:lnTo>
                    <a:pt x="444619" y="392125"/>
                  </a:lnTo>
                  <a:lnTo>
                    <a:pt x="440825" y="387698"/>
                  </a:lnTo>
                  <a:cubicBezTo>
                    <a:pt x="438295" y="384536"/>
                    <a:pt x="435133" y="379476"/>
                    <a:pt x="431338" y="373151"/>
                  </a:cubicBezTo>
                  <a:cubicBezTo>
                    <a:pt x="428808" y="368092"/>
                    <a:pt x="426278" y="364297"/>
                    <a:pt x="424381" y="361135"/>
                  </a:cubicBezTo>
                  <a:cubicBezTo>
                    <a:pt x="426911" y="357340"/>
                    <a:pt x="429440" y="352280"/>
                    <a:pt x="431970" y="345323"/>
                  </a:cubicBezTo>
                  <a:cubicBezTo>
                    <a:pt x="436397" y="338366"/>
                    <a:pt x="438295" y="333939"/>
                    <a:pt x="439560" y="331409"/>
                  </a:cubicBezTo>
                  <a:close/>
                  <a:moveTo>
                    <a:pt x="429440" y="316862"/>
                  </a:moveTo>
                  <a:lnTo>
                    <a:pt x="427543" y="320025"/>
                  </a:lnTo>
                  <a:cubicBezTo>
                    <a:pt x="425646" y="323820"/>
                    <a:pt x="422483" y="330144"/>
                    <a:pt x="418689" y="340263"/>
                  </a:cubicBezTo>
                  <a:cubicBezTo>
                    <a:pt x="415526" y="349750"/>
                    <a:pt x="412364" y="353545"/>
                    <a:pt x="411099" y="355443"/>
                  </a:cubicBezTo>
                  <a:lnTo>
                    <a:pt x="406672" y="359870"/>
                  </a:lnTo>
                  <a:lnTo>
                    <a:pt x="409834" y="364929"/>
                  </a:lnTo>
                  <a:cubicBezTo>
                    <a:pt x="410467" y="366194"/>
                    <a:pt x="412364" y="369357"/>
                    <a:pt x="419321" y="380741"/>
                  </a:cubicBezTo>
                  <a:cubicBezTo>
                    <a:pt x="421851" y="385168"/>
                    <a:pt x="423748" y="388963"/>
                    <a:pt x="426278" y="392125"/>
                  </a:cubicBezTo>
                  <a:cubicBezTo>
                    <a:pt x="421851" y="397185"/>
                    <a:pt x="412996" y="406672"/>
                    <a:pt x="394655" y="425013"/>
                  </a:cubicBezTo>
                  <a:cubicBezTo>
                    <a:pt x="385168" y="420586"/>
                    <a:pt x="376314" y="414894"/>
                    <a:pt x="367459" y="408569"/>
                  </a:cubicBezTo>
                  <a:lnTo>
                    <a:pt x="363032" y="406039"/>
                  </a:lnTo>
                  <a:lnTo>
                    <a:pt x="358605" y="408569"/>
                  </a:lnTo>
                  <a:cubicBezTo>
                    <a:pt x="347221" y="415526"/>
                    <a:pt x="335836" y="419953"/>
                    <a:pt x="325717" y="421851"/>
                  </a:cubicBezTo>
                  <a:lnTo>
                    <a:pt x="322555" y="422483"/>
                  </a:lnTo>
                  <a:lnTo>
                    <a:pt x="320657" y="425013"/>
                  </a:lnTo>
                  <a:cubicBezTo>
                    <a:pt x="317495" y="429440"/>
                    <a:pt x="315598" y="436397"/>
                    <a:pt x="313068" y="446517"/>
                  </a:cubicBezTo>
                  <a:cubicBezTo>
                    <a:pt x="311803" y="452841"/>
                    <a:pt x="310538" y="457269"/>
                    <a:pt x="309273" y="459798"/>
                  </a:cubicBezTo>
                  <a:lnTo>
                    <a:pt x="263736" y="459798"/>
                  </a:lnTo>
                  <a:cubicBezTo>
                    <a:pt x="263103" y="457269"/>
                    <a:pt x="261838" y="452841"/>
                    <a:pt x="260574" y="447782"/>
                  </a:cubicBezTo>
                  <a:cubicBezTo>
                    <a:pt x="258676" y="438295"/>
                    <a:pt x="256779" y="431970"/>
                    <a:pt x="254881" y="428175"/>
                  </a:cubicBezTo>
                  <a:lnTo>
                    <a:pt x="254249" y="425013"/>
                  </a:lnTo>
                  <a:lnTo>
                    <a:pt x="251087" y="423748"/>
                  </a:lnTo>
                  <a:cubicBezTo>
                    <a:pt x="223891" y="411731"/>
                    <a:pt x="218199" y="409202"/>
                    <a:pt x="217566" y="408569"/>
                  </a:cubicBezTo>
                  <a:lnTo>
                    <a:pt x="214404" y="406672"/>
                  </a:lnTo>
                  <a:lnTo>
                    <a:pt x="210609" y="407937"/>
                  </a:lnTo>
                  <a:cubicBezTo>
                    <a:pt x="204917" y="409834"/>
                    <a:pt x="198592" y="412364"/>
                    <a:pt x="191635" y="417424"/>
                  </a:cubicBezTo>
                  <a:cubicBezTo>
                    <a:pt x="186576" y="420586"/>
                    <a:pt x="182781" y="422483"/>
                    <a:pt x="180884" y="423748"/>
                  </a:cubicBezTo>
                  <a:cubicBezTo>
                    <a:pt x="176456" y="419953"/>
                    <a:pt x="166969" y="411099"/>
                    <a:pt x="148628" y="392758"/>
                  </a:cubicBezTo>
                  <a:cubicBezTo>
                    <a:pt x="150525" y="388963"/>
                    <a:pt x="154953" y="380741"/>
                    <a:pt x="163807" y="365562"/>
                  </a:cubicBezTo>
                  <a:lnTo>
                    <a:pt x="165705" y="362400"/>
                  </a:lnTo>
                  <a:lnTo>
                    <a:pt x="164440" y="359237"/>
                  </a:lnTo>
                  <a:cubicBezTo>
                    <a:pt x="163807" y="357340"/>
                    <a:pt x="162542" y="354178"/>
                    <a:pt x="156218" y="340263"/>
                  </a:cubicBezTo>
                  <a:cubicBezTo>
                    <a:pt x="153055" y="333306"/>
                    <a:pt x="151158" y="327614"/>
                    <a:pt x="150525" y="322555"/>
                  </a:cubicBezTo>
                  <a:lnTo>
                    <a:pt x="149893" y="316862"/>
                  </a:lnTo>
                  <a:lnTo>
                    <a:pt x="144201" y="316230"/>
                  </a:lnTo>
                  <a:cubicBezTo>
                    <a:pt x="139774" y="315598"/>
                    <a:pt x="133449" y="314333"/>
                    <a:pt x="126492" y="312435"/>
                  </a:cubicBezTo>
                  <a:cubicBezTo>
                    <a:pt x="121432" y="311170"/>
                    <a:pt x="117638" y="309905"/>
                    <a:pt x="113843" y="309273"/>
                  </a:cubicBezTo>
                  <a:lnTo>
                    <a:pt x="113843" y="264368"/>
                  </a:lnTo>
                  <a:cubicBezTo>
                    <a:pt x="117005" y="263736"/>
                    <a:pt x="120800" y="262471"/>
                    <a:pt x="125227" y="261206"/>
                  </a:cubicBezTo>
                  <a:cubicBezTo>
                    <a:pt x="131552" y="259309"/>
                    <a:pt x="137244" y="258044"/>
                    <a:pt x="141671" y="257411"/>
                  </a:cubicBezTo>
                  <a:lnTo>
                    <a:pt x="145466" y="256779"/>
                  </a:lnTo>
                  <a:lnTo>
                    <a:pt x="147363" y="253616"/>
                  </a:lnTo>
                  <a:cubicBezTo>
                    <a:pt x="149261" y="250454"/>
                    <a:pt x="151790" y="244130"/>
                    <a:pt x="156218" y="234010"/>
                  </a:cubicBezTo>
                  <a:cubicBezTo>
                    <a:pt x="159380" y="226421"/>
                    <a:pt x="161910" y="220729"/>
                    <a:pt x="164440" y="217566"/>
                  </a:cubicBezTo>
                  <a:lnTo>
                    <a:pt x="166969" y="213771"/>
                  </a:lnTo>
                  <a:lnTo>
                    <a:pt x="164440" y="209344"/>
                  </a:lnTo>
                  <a:cubicBezTo>
                    <a:pt x="157483" y="196695"/>
                    <a:pt x="152423" y="187841"/>
                    <a:pt x="147996" y="181516"/>
                  </a:cubicBezTo>
                  <a:cubicBezTo>
                    <a:pt x="152423" y="176456"/>
                    <a:pt x="161277" y="166969"/>
                    <a:pt x="180251" y="149261"/>
                  </a:cubicBezTo>
                  <a:cubicBezTo>
                    <a:pt x="191635" y="154953"/>
                    <a:pt x="201122" y="160645"/>
                    <a:pt x="207447" y="165072"/>
                  </a:cubicBezTo>
                  <a:lnTo>
                    <a:pt x="211874" y="165705"/>
                  </a:lnTo>
                  <a:lnTo>
                    <a:pt x="216301" y="163807"/>
                  </a:lnTo>
                  <a:cubicBezTo>
                    <a:pt x="243497" y="151790"/>
                    <a:pt x="249189" y="150525"/>
                    <a:pt x="250454" y="150525"/>
                  </a:cubicBezTo>
                  <a:lnTo>
                    <a:pt x="256146" y="150525"/>
                  </a:lnTo>
                  <a:lnTo>
                    <a:pt x="258044" y="145466"/>
                  </a:lnTo>
                  <a:cubicBezTo>
                    <a:pt x="258676" y="142936"/>
                    <a:pt x="260574" y="136611"/>
                    <a:pt x="263736" y="125860"/>
                  </a:cubicBezTo>
                  <a:cubicBezTo>
                    <a:pt x="265001" y="120800"/>
                    <a:pt x="266266" y="116373"/>
                    <a:pt x="267531" y="112578"/>
                  </a:cubicBezTo>
                  <a:lnTo>
                    <a:pt x="311803" y="112578"/>
                  </a:lnTo>
                  <a:cubicBezTo>
                    <a:pt x="313700" y="118902"/>
                    <a:pt x="316862" y="129022"/>
                    <a:pt x="320657" y="143568"/>
                  </a:cubicBezTo>
                  <a:lnTo>
                    <a:pt x="321290" y="147363"/>
                  </a:lnTo>
                  <a:lnTo>
                    <a:pt x="324452" y="148628"/>
                  </a:lnTo>
                  <a:cubicBezTo>
                    <a:pt x="326982" y="149893"/>
                    <a:pt x="332674" y="152423"/>
                    <a:pt x="342793" y="156218"/>
                  </a:cubicBezTo>
                  <a:cubicBezTo>
                    <a:pt x="351648" y="159380"/>
                    <a:pt x="355443" y="161910"/>
                    <a:pt x="357972" y="163807"/>
                  </a:cubicBezTo>
                  <a:lnTo>
                    <a:pt x="361135" y="166337"/>
                  </a:lnTo>
                  <a:lnTo>
                    <a:pt x="364929" y="165072"/>
                  </a:lnTo>
                  <a:cubicBezTo>
                    <a:pt x="370622" y="163175"/>
                    <a:pt x="376946" y="160645"/>
                    <a:pt x="383903" y="155585"/>
                  </a:cubicBezTo>
                  <a:cubicBezTo>
                    <a:pt x="388963" y="152423"/>
                    <a:pt x="392758" y="149893"/>
                    <a:pt x="395288" y="148628"/>
                  </a:cubicBezTo>
                  <a:cubicBezTo>
                    <a:pt x="399715" y="151790"/>
                    <a:pt x="405407" y="156850"/>
                    <a:pt x="411731" y="163807"/>
                  </a:cubicBezTo>
                  <a:cubicBezTo>
                    <a:pt x="418689" y="170764"/>
                    <a:pt x="423748" y="175824"/>
                    <a:pt x="428175" y="179619"/>
                  </a:cubicBezTo>
                  <a:cubicBezTo>
                    <a:pt x="421218" y="191635"/>
                    <a:pt x="416159" y="201122"/>
                    <a:pt x="412364" y="206814"/>
                  </a:cubicBezTo>
                  <a:lnTo>
                    <a:pt x="409834" y="209977"/>
                  </a:lnTo>
                  <a:lnTo>
                    <a:pt x="411099" y="213771"/>
                  </a:lnTo>
                  <a:cubicBezTo>
                    <a:pt x="426278" y="258044"/>
                    <a:pt x="426911" y="259309"/>
                    <a:pt x="433868" y="257411"/>
                  </a:cubicBezTo>
                  <a:cubicBezTo>
                    <a:pt x="438295" y="258044"/>
                    <a:pt x="443354" y="259309"/>
                    <a:pt x="449047" y="261206"/>
                  </a:cubicBezTo>
                  <a:cubicBezTo>
                    <a:pt x="454106" y="262471"/>
                    <a:pt x="457901" y="263736"/>
                    <a:pt x="461696" y="264368"/>
                  </a:cubicBezTo>
                  <a:lnTo>
                    <a:pt x="461696" y="309905"/>
                  </a:lnTo>
                  <a:cubicBezTo>
                    <a:pt x="458534" y="310538"/>
                    <a:pt x="454739" y="311803"/>
                    <a:pt x="450312" y="313068"/>
                  </a:cubicBezTo>
                  <a:cubicBezTo>
                    <a:pt x="443987" y="314965"/>
                    <a:pt x="438295" y="316230"/>
                    <a:pt x="433868" y="316862"/>
                  </a:cubicBezTo>
                  <a:lnTo>
                    <a:pt x="429440" y="3168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841" name="Google Shape;1841;p5"/>
          <p:cNvGrpSpPr/>
          <p:nvPr/>
        </p:nvGrpSpPr>
        <p:grpSpPr>
          <a:xfrm>
            <a:off x="579815" y="4022405"/>
            <a:ext cx="912101" cy="912097"/>
            <a:chOff x="579815" y="4022405"/>
            <a:chExt cx="912101" cy="912097"/>
          </a:xfrm>
        </p:grpSpPr>
        <p:sp>
          <p:nvSpPr>
            <p:cNvPr id="1842" name="Google Shape;1842;p5"/>
            <p:cNvSpPr/>
            <p:nvPr/>
          </p:nvSpPr>
          <p:spPr>
            <a:xfrm>
              <a:off x="579815" y="4022405"/>
              <a:ext cx="912101" cy="912097"/>
            </a:xfrm>
            <a:prstGeom prst="ellipse">
              <a:avLst/>
            </a:prstGeom>
            <a:gradFill>
              <a:gsLst>
                <a:gs pos="0">
                  <a:schemeClr val="accent5"/>
                </a:gs>
                <a:gs pos="29000">
                  <a:schemeClr val="accent5"/>
                </a:gs>
                <a:gs pos="100000">
                  <a:schemeClr val="accent2"/>
                </a:gs>
              </a:gsLst>
              <a:lin ang="8100000" scaled="0"/>
            </a:gra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grpSp>
          <p:nvGrpSpPr>
            <p:cNvPr id="1843" name="Google Shape;1843;p5"/>
            <p:cNvGrpSpPr/>
            <p:nvPr/>
          </p:nvGrpSpPr>
          <p:grpSpPr>
            <a:xfrm>
              <a:off x="796959" y="4287668"/>
              <a:ext cx="534401" cy="408147"/>
              <a:chOff x="1838171" y="5616069"/>
              <a:chExt cx="652849" cy="498611"/>
            </a:xfrm>
          </p:grpSpPr>
          <p:sp>
            <p:nvSpPr>
              <p:cNvPr id="1844" name="Google Shape;1844;p5"/>
              <p:cNvSpPr/>
              <p:nvPr/>
            </p:nvSpPr>
            <p:spPr>
              <a:xfrm>
                <a:off x="1838171" y="5625544"/>
                <a:ext cx="246435" cy="336419"/>
              </a:xfrm>
              <a:custGeom>
                <a:avLst/>
                <a:gdLst/>
                <a:ahLst/>
                <a:cxnLst/>
                <a:rect l="l" t="t" r="r" b="b"/>
                <a:pathLst>
                  <a:path w="246435" h="336419" extrusionOk="0">
                    <a:moveTo>
                      <a:pt x="17291" y="61280"/>
                    </a:moveTo>
                    <a:lnTo>
                      <a:pt x="57130" y="61280"/>
                    </a:lnTo>
                    <a:lnTo>
                      <a:pt x="57130" y="315808"/>
                    </a:lnTo>
                    <a:lnTo>
                      <a:pt x="74422" y="315808"/>
                    </a:lnTo>
                    <a:lnTo>
                      <a:pt x="74422" y="17291"/>
                    </a:lnTo>
                    <a:lnTo>
                      <a:pt x="229144" y="17291"/>
                    </a:lnTo>
                    <a:lnTo>
                      <a:pt x="229144" y="222158"/>
                    </a:lnTo>
                    <a:lnTo>
                      <a:pt x="246435" y="222158"/>
                    </a:lnTo>
                    <a:lnTo>
                      <a:pt x="246435" y="0"/>
                    </a:lnTo>
                    <a:lnTo>
                      <a:pt x="57130" y="0"/>
                    </a:lnTo>
                    <a:lnTo>
                      <a:pt x="57130" y="43989"/>
                    </a:lnTo>
                    <a:lnTo>
                      <a:pt x="0" y="43989"/>
                    </a:lnTo>
                    <a:lnTo>
                      <a:pt x="0" y="336419"/>
                    </a:lnTo>
                    <a:lnTo>
                      <a:pt x="17291" y="336419"/>
                    </a:lnTo>
                    <a:lnTo>
                      <a:pt x="17291" y="6128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5" name="Google Shape;1845;p5"/>
              <p:cNvSpPr/>
              <p:nvPr/>
            </p:nvSpPr>
            <p:spPr>
              <a:xfrm>
                <a:off x="195167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6" name="Google Shape;1846;p5"/>
              <p:cNvSpPr/>
              <p:nvPr/>
            </p:nvSpPr>
            <p:spPr>
              <a:xfrm>
                <a:off x="195167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7" name="Google Shape;1847;p5"/>
              <p:cNvSpPr/>
              <p:nvPr/>
            </p:nvSpPr>
            <p:spPr>
              <a:xfrm>
                <a:off x="195167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8" name="Google Shape;1848;p5"/>
              <p:cNvSpPr/>
              <p:nvPr/>
            </p:nvSpPr>
            <p:spPr>
              <a:xfrm>
                <a:off x="200638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9" name="Google Shape;1849;p5"/>
              <p:cNvSpPr/>
              <p:nvPr/>
            </p:nvSpPr>
            <p:spPr>
              <a:xfrm>
                <a:off x="200638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0" name="Google Shape;1850;p5"/>
              <p:cNvSpPr/>
              <p:nvPr/>
            </p:nvSpPr>
            <p:spPr>
              <a:xfrm>
                <a:off x="200638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1" name="Google Shape;1851;p5"/>
              <p:cNvSpPr/>
              <p:nvPr/>
            </p:nvSpPr>
            <p:spPr>
              <a:xfrm>
                <a:off x="1847627" y="5830135"/>
                <a:ext cx="497694" cy="284545"/>
              </a:xfrm>
              <a:custGeom>
                <a:avLst/>
                <a:gdLst/>
                <a:ahLst/>
                <a:cxnLst/>
                <a:rect l="l" t="t" r="r" b="b"/>
                <a:pathLst>
                  <a:path w="497694" h="284545" extrusionOk="0">
                    <a:moveTo>
                      <a:pt x="428635" y="106653"/>
                    </a:moveTo>
                    <a:cubicBezTo>
                      <a:pt x="423309" y="47793"/>
                      <a:pt x="378974" y="1383"/>
                      <a:pt x="323919" y="0"/>
                    </a:cubicBezTo>
                    <a:cubicBezTo>
                      <a:pt x="323020" y="0"/>
                      <a:pt x="322121" y="0"/>
                      <a:pt x="321291" y="0"/>
                    </a:cubicBezTo>
                    <a:cubicBezTo>
                      <a:pt x="276748" y="0"/>
                      <a:pt x="238292" y="29879"/>
                      <a:pt x="221693" y="72693"/>
                    </a:cubicBezTo>
                    <a:cubicBezTo>
                      <a:pt x="210350" y="67229"/>
                      <a:pt x="197831" y="64185"/>
                      <a:pt x="184551" y="63770"/>
                    </a:cubicBezTo>
                    <a:cubicBezTo>
                      <a:pt x="183790" y="63770"/>
                      <a:pt x="183030" y="63770"/>
                      <a:pt x="182269" y="63770"/>
                    </a:cubicBezTo>
                    <a:cubicBezTo>
                      <a:pt x="138487" y="63770"/>
                      <a:pt x="101691" y="94895"/>
                      <a:pt x="92700" y="136947"/>
                    </a:cubicBezTo>
                    <a:cubicBezTo>
                      <a:pt x="86959" y="135356"/>
                      <a:pt x="80873" y="134526"/>
                      <a:pt x="74717" y="134388"/>
                    </a:cubicBezTo>
                    <a:cubicBezTo>
                      <a:pt x="74094" y="134388"/>
                      <a:pt x="73541" y="134388"/>
                      <a:pt x="72919" y="134388"/>
                    </a:cubicBezTo>
                    <a:cubicBezTo>
                      <a:pt x="33425" y="134388"/>
                      <a:pt x="918" y="166065"/>
                      <a:pt x="19" y="205974"/>
                    </a:cubicBezTo>
                    <a:cubicBezTo>
                      <a:pt x="-950" y="246435"/>
                      <a:pt x="35915" y="283439"/>
                      <a:pt x="76169" y="284545"/>
                    </a:cubicBezTo>
                    <a:cubicBezTo>
                      <a:pt x="77207" y="284545"/>
                      <a:pt x="80112" y="284545"/>
                      <a:pt x="84746" y="284545"/>
                    </a:cubicBezTo>
                    <a:cubicBezTo>
                      <a:pt x="133162" y="284545"/>
                      <a:pt x="363620" y="283577"/>
                      <a:pt x="411551" y="283577"/>
                    </a:cubicBezTo>
                    <a:cubicBezTo>
                      <a:pt x="416116" y="283577"/>
                      <a:pt x="419021" y="283577"/>
                      <a:pt x="419989" y="283577"/>
                    </a:cubicBezTo>
                    <a:cubicBezTo>
                      <a:pt x="420543" y="283577"/>
                      <a:pt x="421165" y="283577"/>
                      <a:pt x="421718" y="283577"/>
                    </a:cubicBezTo>
                    <a:cubicBezTo>
                      <a:pt x="462664" y="283577"/>
                      <a:pt x="496624" y="244983"/>
                      <a:pt x="497662" y="196913"/>
                    </a:cubicBezTo>
                    <a:cubicBezTo>
                      <a:pt x="498837" y="149604"/>
                      <a:pt x="468266" y="110526"/>
                      <a:pt x="428704" y="106722"/>
                    </a:cubicBezTo>
                    <a:close/>
                    <a:moveTo>
                      <a:pt x="421649" y="266217"/>
                    </a:moveTo>
                    <a:lnTo>
                      <a:pt x="420266" y="266217"/>
                    </a:lnTo>
                    <a:cubicBezTo>
                      <a:pt x="419298" y="266217"/>
                      <a:pt x="416254" y="266217"/>
                      <a:pt x="411482" y="266217"/>
                    </a:cubicBezTo>
                    <a:cubicBezTo>
                      <a:pt x="387551" y="266217"/>
                      <a:pt x="316933" y="266493"/>
                      <a:pt x="248736" y="266701"/>
                    </a:cubicBezTo>
                    <a:cubicBezTo>
                      <a:pt x="179986" y="266977"/>
                      <a:pt x="108954" y="267185"/>
                      <a:pt x="84677" y="267185"/>
                    </a:cubicBezTo>
                    <a:cubicBezTo>
                      <a:pt x="80250" y="267185"/>
                      <a:pt x="77414" y="267185"/>
                      <a:pt x="76584" y="267185"/>
                    </a:cubicBezTo>
                    <a:cubicBezTo>
                      <a:pt x="45322" y="266355"/>
                      <a:pt x="16480" y="236752"/>
                      <a:pt x="17241" y="206320"/>
                    </a:cubicBezTo>
                    <a:cubicBezTo>
                      <a:pt x="17932" y="176164"/>
                      <a:pt x="42901" y="151679"/>
                      <a:pt x="72850" y="151679"/>
                    </a:cubicBezTo>
                    <a:lnTo>
                      <a:pt x="74302" y="151679"/>
                    </a:lnTo>
                    <a:cubicBezTo>
                      <a:pt x="79144" y="151817"/>
                      <a:pt x="83708" y="152440"/>
                      <a:pt x="87997" y="153616"/>
                    </a:cubicBezTo>
                    <a:lnTo>
                      <a:pt x="105703" y="158526"/>
                    </a:lnTo>
                    <a:lnTo>
                      <a:pt x="109576" y="140613"/>
                    </a:lnTo>
                    <a:cubicBezTo>
                      <a:pt x="116977" y="106168"/>
                      <a:pt x="147548" y="81131"/>
                      <a:pt x="182269" y="81131"/>
                    </a:cubicBezTo>
                    <a:cubicBezTo>
                      <a:pt x="182891" y="81131"/>
                      <a:pt x="183514" y="81131"/>
                      <a:pt x="184067" y="81131"/>
                    </a:cubicBezTo>
                    <a:cubicBezTo>
                      <a:pt x="194857" y="81407"/>
                      <a:pt x="204955" y="83828"/>
                      <a:pt x="214154" y="88324"/>
                    </a:cubicBezTo>
                    <a:lnTo>
                      <a:pt x="231030" y="96485"/>
                    </a:lnTo>
                    <a:lnTo>
                      <a:pt x="237808" y="78987"/>
                    </a:lnTo>
                    <a:cubicBezTo>
                      <a:pt x="252333" y="41568"/>
                      <a:pt x="285048" y="17360"/>
                      <a:pt x="321221" y="17360"/>
                    </a:cubicBezTo>
                    <a:cubicBezTo>
                      <a:pt x="321982" y="17360"/>
                      <a:pt x="322674" y="17360"/>
                      <a:pt x="323435" y="17360"/>
                    </a:cubicBezTo>
                    <a:cubicBezTo>
                      <a:pt x="368945" y="18467"/>
                      <a:pt x="406779" y="57545"/>
                      <a:pt x="411344" y="108243"/>
                    </a:cubicBezTo>
                    <a:lnTo>
                      <a:pt x="412658" y="122491"/>
                    </a:lnTo>
                    <a:lnTo>
                      <a:pt x="426906" y="123875"/>
                    </a:lnTo>
                    <a:cubicBezTo>
                      <a:pt x="457753" y="126849"/>
                      <a:pt x="481200" y="158665"/>
                      <a:pt x="480232" y="196429"/>
                    </a:cubicBezTo>
                    <a:cubicBezTo>
                      <a:pt x="479402" y="234885"/>
                      <a:pt x="453050" y="266217"/>
                      <a:pt x="421580" y="26621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2" name="Google Shape;1852;p5"/>
              <p:cNvSpPr/>
              <p:nvPr/>
            </p:nvSpPr>
            <p:spPr>
              <a:xfrm>
                <a:off x="2257934" y="5625959"/>
                <a:ext cx="233086" cy="231080"/>
              </a:xfrm>
              <a:custGeom>
                <a:avLst/>
                <a:gdLst/>
                <a:ahLst/>
                <a:cxnLst/>
                <a:rect l="l" t="t" r="r" b="b"/>
                <a:pathLst>
                  <a:path w="233086" h="231080" extrusionOk="0">
                    <a:moveTo>
                      <a:pt x="179760" y="14041"/>
                    </a:moveTo>
                    <a:lnTo>
                      <a:pt x="194285" y="28704"/>
                    </a:lnTo>
                    <a:lnTo>
                      <a:pt x="0" y="221259"/>
                    </a:lnTo>
                    <a:lnTo>
                      <a:pt x="9683" y="231081"/>
                    </a:lnTo>
                    <a:lnTo>
                      <a:pt x="204037" y="38525"/>
                    </a:lnTo>
                    <a:lnTo>
                      <a:pt x="218562" y="53257"/>
                    </a:lnTo>
                    <a:lnTo>
                      <a:pt x="233086" y="0"/>
                    </a:lnTo>
                    <a:lnTo>
                      <a:pt x="179760" y="1404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3" name="Google Shape;1853;p5"/>
              <p:cNvSpPr/>
              <p:nvPr/>
            </p:nvSpPr>
            <p:spPr>
              <a:xfrm>
                <a:off x="2115177" y="5616069"/>
                <a:ext cx="203068" cy="201339"/>
              </a:xfrm>
              <a:custGeom>
                <a:avLst/>
                <a:gdLst/>
                <a:ahLst/>
                <a:cxnLst/>
                <a:rect l="l" t="t" r="r" b="b"/>
                <a:pathLst>
                  <a:path w="203068" h="201339" extrusionOk="0">
                    <a:moveTo>
                      <a:pt x="9752" y="201340"/>
                    </a:moveTo>
                    <a:lnTo>
                      <a:pt x="174019" y="38525"/>
                    </a:lnTo>
                    <a:lnTo>
                      <a:pt x="188544" y="53257"/>
                    </a:lnTo>
                    <a:lnTo>
                      <a:pt x="203069" y="0"/>
                    </a:lnTo>
                    <a:lnTo>
                      <a:pt x="149742" y="14041"/>
                    </a:lnTo>
                    <a:lnTo>
                      <a:pt x="164267" y="28704"/>
                    </a:lnTo>
                    <a:lnTo>
                      <a:pt x="0" y="191518"/>
                    </a:lnTo>
                    <a:lnTo>
                      <a:pt x="9752" y="20134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1854" name="Google Shape;1854;p5"/>
          <p:cNvGrpSpPr/>
          <p:nvPr/>
        </p:nvGrpSpPr>
        <p:grpSpPr>
          <a:xfrm>
            <a:off x="579815" y="1618697"/>
            <a:ext cx="912101" cy="912097"/>
            <a:chOff x="579815" y="1618697"/>
            <a:chExt cx="912101" cy="912097"/>
          </a:xfrm>
        </p:grpSpPr>
        <p:sp>
          <p:nvSpPr>
            <p:cNvPr id="1855" name="Google Shape;1855;p5"/>
            <p:cNvSpPr/>
            <p:nvPr/>
          </p:nvSpPr>
          <p:spPr>
            <a:xfrm>
              <a:off x="579815" y="1618697"/>
              <a:ext cx="912101" cy="912097"/>
            </a:xfrm>
            <a:prstGeom prst="ellipse">
              <a:avLst/>
            </a:prstGeom>
            <a:gradFill>
              <a:gsLst>
                <a:gs pos="0">
                  <a:schemeClr val="accent5"/>
                </a:gs>
                <a:gs pos="29000">
                  <a:schemeClr val="accent5"/>
                </a:gs>
                <a:gs pos="100000">
                  <a:schemeClr val="accent2"/>
                </a:gs>
              </a:gsLst>
              <a:lin ang="8100000" scaled="0"/>
            </a:gra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grpSp>
          <p:nvGrpSpPr>
            <p:cNvPr id="1856" name="Google Shape;1856;p5"/>
            <p:cNvGrpSpPr/>
            <p:nvPr/>
          </p:nvGrpSpPr>
          <p:grpSpPr>
            <a:xfrm>
              <a:off x="776872" y="1817781"/>
              <a:ext cx="517986" cy="513930"/>
              <a:chOff x="9761462" y="4416832"/>
              <a:chExt cx="607146" cy="602392"/>
            </a:xfrm>
          </p:grpSpPr>
          <p:sp>
            <p:nvSpPr>
              <p:cNvPr id="1857" name="Google Shape;1857;p5"/>
              <p:cNvSpPr/>
              <p:nvPr/>
            </p:nvSpPr>
            <p:spPr>
              <a:xfrm>
                <a:off x="10208505" y="4860134"/>
                <a:ext cx="90315" cy="91771"/>
              </a:xfrm>
              <a:custGeom>
                <a:avLst/>
                <a:gdLst/>
                <a:ahLst/>
                <a:cxnLst/>
                <a:rect l="l" t="t" r="r" b="b"/>
                <a:pathLst>
                  <a:path w="90315" h="91771" extrusionOk="0">
                    <a:moveTo>
                      <a:pt x="90315" y="45886"/>
                    </a:moveTo>
                    <a:cubicBezTo>
                      <a:pt x="90315" y="71227"/>
                      <a:pt x="70098" y="91771"/>
                      <a:pt x="45158" y="91771"/>
                    </a:cubicBezTo>
                    <a:cubicBezTo>
                      <a:pt x="20218" y="91771"/>
                      <a:pt x="0" y="71227"/>
                      <a:pt x="0" y="45886"/>
                    </a:cubicBezTo>
                    <a:cubicBezTo>
                      <a:pt x="0" y="20544"/>
                      <a:pt x="20218" y="0"/>
                      <a:pt x="45158" y="0"/>
                    </a:cubicBezTo>
                    <a:cubicBezTo>
                      <a:pt x="70098" y="0"/>
                      <a:pt x="90315" y="20544"/>
                      <a:pt x="90315" y="4588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8" name="Google Shape;1858;p5"/>
              <p:cNvSpPr/>
              <p:nvPr/>
            </p:nvSpPr>
            <p:spPr>
              <a:xfrm>
                <a:off x="9761462" y="4416832"/>
                <a:ext cx="607146" cy="602392"/>
              </a:xfrm>
              <a:custGeom>
                <a:avLst/>
                <a:gdLst/>
                <a:ahLst/>
                <a:cxnLst/>
                <a:rect l="l" t="t" r="r" b="b"/>
                <a:pathLst>
                  <a:path w="607146" h="602392" extrusionOk="0">
                    <a:moveTo>
                      <a:pt x="492643" y="586536"/>
                    </a:moveTo>
                    <a:cubicBezTo>
                      <a:pt x="438998" y="587391"/>
                      <a:pt x="394819" y="544502"/>
                      <a:pt x="393967" y="490744"/>
                    </a:cubicBezTo>
                    <a:cubicBezTo>
                      <a:pt x="393116" y="436987"/>
                      <a:pt x="435914" y="392717"/>
                      <a:pt x="489559" y="391864"/>
                    </a:cubicBezTo>
                    <a:cubicBezTo>
                      <a:pt x="536467" y="391117"/>
                      <a:pt x="577203" y="424069"/>
                      <a:pt x="586374" y="470174"/>
                    </a:cubicBezTo>
                    <a:lnTo>
                      <a:pt x="602312" y="470174"/>
                    </a:lnTo>
                    <a:cubicBezTo>
                      <a:pt x="594033" y="419208"/>
                      <a:pt x="552104" y="380489"/>
                      <a:pt x="500739" y="376375"/>
                    </a:cubicBezTo>
                    <a:lnTo>
                      <a:pt x="500739" y="226233"/>
                    </a:lnTo>
                    <a:cubicBezTo>
                      <a:pt x="562954" y="222677"/>
                      <a:pt x="610508" y="169256"/>
                      <a:pt x="606960" y="106912"/>
                    </a:cubicBezTo>
                    <a:cubicBezTo>
                      <a:pt x="603412" y="44569"/>
                      <a:pt x="550104" y="-3088"/>
                      <a:pt x="487891" y="468"/>
                    </a:cubicBezTo>
                    <a:cubicBezTo>
                      <a:pt x="431580" y="3685"/>
                      <a:pt x="386291" y="48078"/>
                      <a:pt x="381836" y="104420"/>
                    </a:cubicBezTo>
                    <a:lnTo>
                      <a:pt x="158451" y="104420"/>
                    </a:lnTo>
                    <a:cubicBezTo>
                      <a:pt x="153487" y="79571"/>
                      <a:pt x="129361" y="63460"/>
                      <a:pt x="104564" y="68434"/>
                    </a:cubicBezTo>
                    <a:cubicBezTo>
                      <a:pt x="79767" y="73408"/>
                      <a:pt x="63689" y="97585"/>
                      <a:pt x="68653" y="122434"/>
                    </a:cubicBezTo>
                    <a:cubicBezTo>
                      <a:pt x="73616" y="147283"/>
                      <a:pt x="97743" y="163394"/>
                      <a:pt x="122540" y="158420"/>
                    </a:cubicBezTo>
                    <a:cubicBezTo>
                      <a:pt x="141447" y="154627"/>
                      <a:pt x="155957" y="139371"/>
                      <a:pt x="158831" y="120265"/>
                    </a:cubicBezTo>
                    <a:lnTo>
                      <a:pt x="381520" y="120265"/>
                    </a:lnTo>
                    <a:cubicBezTo>
                      <a:pt x="384524" y="176534"/>
                      <a:pt x="428674" y="221861"/>
                      <a:pt x="484737" y="226233"/>
                    </a:cubicBezTo>
                    <a:lnTo>
                      <a:pt x="484737" y="376438"/>
                    </a:lnTo>
                    <a:cubicBezTo>
                      <a:pt x="428810" y="380765"/>
                      <a:pt x="384713" y="425903"/>
                      <a:pt x="381583" y="482026"/>
                    </a:cubicBezTo>
                    <a:lnTo>
                      <a:pt x="225429" y="482026"/>
                    </a:lnTo>
                    <a:cubicBezTo>
                      <a:pt x="222299" y="425903"/>
                      <a:pt x="178202" y="380765"/>
                      <a:pt x="122275" y="376438"/>
                    </a:cubicBezTo>
                    <a:lnTo>
                      <a:pt x="122275" y="226296"/>
                    </a:lnTo>
                    <a:cubicBezTo>
                      <a:pt x="171430" y="222469"/>
                      <a:pt x="212308" y="186884"/>
                      <a:pt x="222962" y="138645"/>
                    </a:cubicBezTo>
                    <a:lnTo>
                      <a:pt x="206645" y="138645"/>
                    </a:lnTo>
                    <a:cubicBezTo>
                      <a:pt x="192044" y="189615"/>
                      <a:pt x="138974" y="219074"/>
                      <a:pt x="88109" y="204443"/>
                    </a:cubicBezTo>
                    <a:cubicBezTo>
                      <a:pt x="37245" y="189811"/>
                      <a:pt x="7847" y="136631"/>
                      <a:pt x="22448" y="85660"/>
                    </a:cubicBezTo>
                    <a:cubicBezTo>
                      <a:pt x="34221" y="44560"/>
                      <a:pt x="71698" y="16214"/>
                      <a:pt x="114369" y="16135"/>
                    </a:cubicBezTo>
                    <a:cubicBezTo>
                      <a:pt x="157866" y="16434"/>
                      <a:pt x="195728" y="46001"/>
                      <a:pt x="206645" y="88196"/>
                    </a:cubicBezTo>
                    <a:lnTo>
                      <a:pt x="222899" y="88196"/>
                    </a:lnTo>
                    <a:cubicBezTo>
                      <a:pt x="210088" y="28015"/>
                      <a:pt x="151017" y="-10363"/>
                      <a:pt x="90962" y="2475"/>
                    </a:cubicBezTo>
                    <a:cubicBezTo>
                      <a:pt x="38878" y="13609"/>
                      <a:pt x="1986" y="60189"/>
                      <a:pt x="2993" y="113547"/>
                    </a:cubicBezTo>
                    <a:cubicBezTo>
                      <a:pt x="2682" y="172477"/>
                      <a:pt x="47832" y="221649"/>
                      <a:pt x="106463" y="226233"/>
                    </a:cubicBezTo>
                    <a:lnTo>
                      <a:pt x="106463" y="376438"/>
                    </a:lnTo>
                    <a:cubicBezTo>
                      <a:pt x="44248" y="379964"/>
                      <a:pt x="-3335" y="433363"/>
                      <a:pt x="183" y="495708"/>
                    </a:cubicBezTo>
                    <a:cubicBezTo>
                      <a:pt x="3702" y="558053"/>
                      <a:pt x="56989" y="605733"/>
                      <a:pt x="119205" y="602209"/>
                    </a:cubicBezTo>
                    <a:cubicBezTo>
                      <a:pt x="175803" y="599002"/>
                      <a:pt x="221239" y="554210"/>
                      <a:pt x="225366" y="497553"/>
                    </a:cubicBezTo>
                    <a:lnTo>
                      <a:pt x="381646" y="497553"/>
                    </a:lnTo>
                    <a:cubicBezTo>
                      <a:pt x="385360" y="558941"/>
                      <a:pt x="438031" y="605688"/>
                      <a:pt x="499290" y="601968"/>
                    </a:cubicBezTo>
                    <a:cubicBezTo>
                      <a:pt x="551933" y="598768"/>
                      <a:pt x="595083" y="558928"/>
                      <a:pt x="602565" y="506616"/>
                    </a:cubicBezTo>
                    <a:lnTo>
                      <a:pt x="586563" y="506616"/>
                    </a:lnTo>
                    <a:cubicBezTo>
                      <a:pt x="578670" y="552515"/>
                      <a:pt x="539120" y="586168"/>
                      <a:pt x="492643" y="586536"/>
                    </a:cubicBezTo>
                    <a:close/>
                    <a:moveTo>
                      <a:pt x="397015" y="113484"/>
                    </a:moveTo>
                    <a:cubicBezTo>
                      <a:pt x="397818" y="60566"/>
                      <a:pt x="441279" y="18320"/>
                      <a:pt x="494086" y="19125"/>
                    </a:cubicBezTo>
                    <a:cubicBezTo>
                      <a:pt x="546894" y="19930"/>
                      <a:pt x="589055" y="63481"/>
                      <a:pt x="588252" y="116399"/>
                    </a:cubicBezTo>
                    <a:cubicBezTo>
                      <a:pt x="587455" y="168744"/>
                      <a:pt x="544886" y="210762"/>
                      <a:pt x="492643" y="210768"/>
                    </a:cubicBezTo>
                    <a:cubicBezTo>
                      <a:pt x="439464" y="210280"/>
                      <a:pt x="396700" y="166775"/>
                      <a:pt x="397015" y="113484"/>
                    </a:cubicBezTo>
                    <a:close/>
                    <a:moveTo>
                      <a:pt x="114369" y="586536"/>
                    </a:moveTo>
                    <a:cubicBezTo>
                      <a:pt x="60725" y="587480"/>
                      <a:pt x="16473" y="544670"/>
                      <a:pt x="15530" y="490914"/>
                    </a:cubicBezTo>
                    <a:cubicBezTo>
                      <a:pt x="14587" y="437158"/>
                      <a:pt x="57310" y="392814"/>
                      <a:pt x="110954" y="391869"/>
                    </a:cubicBezTo>
                    <a:cubicBezTo>
                      <a:pt x="164598" y="390924"/>
                      <a:pt x="208849" y="433735"/>
                      <a:pt x="209792" y="487491"/>
                    </a:cubicBezTo>
                    <a:cubicBezTo>
                      <a:pt x="209802" y="488057"/>
                      <a:pt x="209807" y="488622"/>
                      <a:pt x="209807" y="489187"/>
                    </a:cubicBezTo>
                    <a:cubicBezTo>
                      <a:pt x="210193" y="542444"/>
                      <a:pt x="167513" y="585978"/>
                      <a:pt x="114369" y="58653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1859" name="Google Shape;1859;p5"/>
          <p:cNvSpPr/>
          <p:nvPr/>
        </p:nvSpPr>
        <p:spPr>
          <a:xfrm>
            <a:off x="0"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3"/>
              </a:gs>
              <a:gs pos="49000">
                <a:schemeClr val="accent5"/>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0" name="Google Shape;1860;p5"/>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2024 Broadcom.  </a:t>
            </a:r>
            <a:endParaRPr/>
          </a:p>
        </p:txBody>
      </p:sp>
      <p:sp>
        <p:nvSpPr>
          <p:cNvPr id="1861" name="Google Shape;1861;p5"/>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All Rights Reserved. The term “Broadcom” refers to Broadcom Inc. and/or its subsidiaries.</a:t>
            </a:r>
            <a:endParaRPr/>
          </a:p>
        </p:txBody>
      </p:sp>
      <p:grpSp>
        <p:nvGrpSpPr>
          <p:cNvPr id="1862" name="Google Shape;1862;p5"/>
          <p:cNvGrpSpPr/>
          <p:nvPr/>
        </p:nvGrpSpPr>
        <p:grpSpPr>
          <a:xfrm>
            <a:off x="265625" y="6323271"/>
            <a:ext cx="1249222" cy="369649"/>
            <a:chOff x="265625" y="6323271"/>
            <a:chExt cx="1249222" cy="369649"/>
          </a:xfrm>
        </p:grpSpPr>
        <p:grpSp>
          <p:nvGrpSpPr>
            <p:cNvPr id="1863" name="Google Shape;1863;p5"/>
            <p:cNvGrpSpPr/>
            <p:nvPr/>
          </p:nvGrpSpPr>
          <p:grpSpPr>
            <a:xfrm>
              <a:off x="745455" y="6594444"/>
              <a:ext cx="722663" cy="98476"/>
              <a:chOff x="745455" y="6594444"/>
              <a:chExt cx="722663" cy="98476"/>
            </a:xfrm>
          </p:grpSpPr>
          <p:sp>
            <p:nvSpPr>
              <p:cNvPr id="1864" name="Google Shape;1864;p5"/>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5" name="Google Shape;1865;p5"/>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6" name="Google Shape;1866;p5"/>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7" name="Google Shape;1867;p5"/>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8" name="Google Shape;1868;p5"/>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9" name="Google Shape;1869;p5"/>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0" name="Google Shape;1870;p5"/>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1" name="Google Shape;1871;p5"/>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2" name="Google Shape;1872;p5"/>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3" name="Google Shape;1873;p5"/>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874" name="Google Shape;1874;p5"/>
            <p:cNvGrpSpPr/>
            <p:nvPr/>
          </p:nvGrpSpPr>
          <p:grpSpPr>
            <a:xfrm>
              <a:off x="265625" y="6323271"/>
              <a:ext cx="1249222" cy="190348"/>
              <a:chOff x="265625" y="6323271"/>
              <a:chExt cx="1249222" cy="190348"/>
            </a:xfrm>
          </p:grpSpPr>
          <p:sp>
            <p:nvSpPr>
              <p:cNvPr id="1875" name="Google Shape;1875;p5"/>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6" name="Google Shape;1876;p5"/>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7" name="Google Shape;1877;p5"/>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8" name="Google Shape;1878;p5"/>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9" name="Google Shape;1879;p5"/>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80" name="Google Shape;1880;p5"/>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81" name="Google Shape;1881;p5"/>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1882" name="Google Shape;1882;p5"/>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10</a:t>
            </a:fld>
            <a:endParaRPr sz="800">
              <a:solidFill>
                <a:schemeClr val="dk2"/>
              </a:solidFill>
              <a:latin typeface="Arial"/>
              <a:ea typeface="Arial"/>
              <a:cs typeface="Arial"/>
              <a:sym typeface="Arial"/>
            </a:endParaRPr>
          </a:p>
        </p:txBody>
      </p:sp>
      <p:grpSp>
        <p:nvGrpSpPr>
          <p:cNvPr id="6" name="Google Shape;1856;p5">
            <a:extLst>
              <a:ext uri="{FF2B5EF4-FFF2-40B4-BE49-F238E27FC236}">
                <a16:creationId xmlns:a16="http://schemas.microsoft.com/office/drawing/2014/main" id="{A62C6669-A1A7-C611-8F48-B7B07FAF69C2}"/>
              </a:ext>
            </a:extLst>
          </p:cNvPr>
          <p:cNvGrpSpPr/>
          <p:nvPr/>
        </p:nvGrpSpPr>
        <p:grpSpPr>
          <a:xfrm>
            <a:off x="-164384" y="678736"/>
            <a:ext cx="517986" cy="513930"/>
            <a:chOff x="9761462" y="4416832"/>
            <a:chExt cx="607146" cy="602392"/>
          </a:xfrm>
        </p:grpSpPr>
        <p:sp>
          <p:nvSpPr>
            <p:cNvPr id="7" name="Google Shape;1857;p5">
              <a:extLst>
                <a:ext uri="{FF2B5EF4-FFF2-40B4-BE49-F238E27FC236}">
                  <a16:creationId xmlns:a16="http://schemas.microsoft.com/office/drawing/2014/main" id="{C51CA19B-62D9-F963-E3C7-716501C47A1E}"/>
                </a:ext>
              </a:extLst>
            </p:cNvPr>
            <p:cNvSpPr/>
            <p:nvPr/>
          </p:nvSpPr>
          <p:spPr>
            <a:xfrm>
              <a:off x="10208505" y="4860134"/>
              <a:ext cx="90315" cy="91771"/>
            </a:xfrm>
            <a:custGeom>
              <a:avLst/>
              <a:gdLst/>
              <a:ahLst/>
              <a:cxnLst/>
              <a:rect l="l" t="t" r="r" b="b"/>
              <a:pathLst>
                <a:path w="90315" h="91771" extrusionOk="0">
                  <a:moveTo>
                    <a:pt x="90315" y="45886"/>
                  </a:moveTo>
                  <a:cubicBezTo>
                    <a:pt x="90315" y="71227"/>
                    <a:pt x="70098" y="91771"/>
                    <a:pt x="45158" y="91771"/>
                  </a:cubicBezTo>
                  <a:cubicBezTo>
                    <a:pt x="20218" y="91771"/>
                    <a:pt x="0" y="71227"/>
                    <a:pt x="0" y="45886"/>
                  </a:cubicBezTo>
                  <a:cubicBezTo>
                    <a:pt x="0" y="20544"/>
                    <a:pt x="20218" y="0"/>
                    <a:pt x="45158" y="0"/>
                  </a:cubicBezTo>
                  <a:cubicBezTo>
                    <a:pt x="70098" y="0"/>
                    <a:pt x="90315" y="20544"/>
                    <a:pt x="90315" y="4588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 name="Google Shape;1858;p5">
              <a:extLst>
                <a:ext uri="{FF2B5EF4-FFF2-40B4-BE49-F238E27FC236}">
                  <a16:creationId xmlns:a16="http://schemas.microsoft.com/office/drawing/2014/main" id="{B512FD93-1587-5508-5581-9A7A22BE4150}"/>
                </a:ext>
              </a:extLst>
            </p:cNvPr>
            <p:cNvSpPr/>
            <p:nvPr/>
          </p:nvSpPr>
          <p:spPr>
            <a:xfrm>
              <a:off x="9761462" y="4416832"/>
              <a:ext cx="607146" cy="602392"/>
            </a:xfrm>
            <a:custGeom>
              <a:avLst/>
              <a:gdLst/>
              <a:ahLst/>
              <a:cxnLst/>
              <a:rect l="l" t="t" r="r" b="b"/>
              <a:pathLst>
                <a:path w="607146" h="602392" extrusionOk="0">
                  <a:moveTo>
                    <a:pt x="492643" y="586536"/>
                  </a:moveTo>
                  <a:cubicBezTo>
                    <a:pt x="438998" y="587391"/>
                    <a:pt x="394819" y="544502"/>
                    <a:pt x="393967" y="490744"/>
                  </a:cubicBezTo>
                  <a:cubicBezTo>
                    <a:pt x="393116" y="436987"/>
                    <a:pt x="435914" y="392717"/>
                    <a:pt x="489559" y="391864"/>
                  </a:cubicBezTo>
                  <a:cubicBezTo>
                    <a:pt x="536467" y="391117"/>
                    <a:pt x="577203" y="424069"/>
                    <a:pt x="586374" y="470174"/>
                  </a:cubicBezTo>
                  <a:lnTo>
                    <a:pt x="602312" y="470174"/>
                  </a:lnTo>
                  <a:cubicBezTo>
                    <a:pt x="594033" y="419208"/>
                    <a:pt x="552104" y="380489"/>
                    <a:pt x="500739" y="376375"/>
                  </a:cubicBezTo>
                  <a:lnTo>
                    <a:pt x="500739" y="226233"/>
                  </a:lnTo>
                  <a:cubicBezTo>
                    <a:pt x="562954" y="222677"/>
                    <a:pt x="610508" y="169256"/>
                    <a:pt x="606960" y="106912"/>
                  </a:cubicBezTo>
                  <a:cubicBezTo>
                    <a:pt x="603412" y="44569"/>
                    <a:pt x="550104" y="-3088"/>
                    <a:pt x="487891" y="468"/>
                  </a:cubicBezTo>
                  <a:cubicBezTo>
                    <a:pt x="431580" y="3685"/>
                    <a:pt x="386291" y="48078"/>
                    <a:pt x="381836" y="104420"/>
                  </a:cubicBezTo>
                  <a:lnTo>
                    <a:pt x="158451" y="104420"/>
                  </a:lnTo>
                  <a:cubicBezTo>
                    <a:pt x="153487" y="79571"/>
                    <a:pt x="129361" y="63460"/>
                    <a:pt x="104564" y="68434"/>
                  </a:cubicBezTo>
                  <a:cubicBezTo>
                    <a:pt x="79767" y="73408"/>
                    <a:pt x="63689" y="97585"/>
                    <a:pt x="68653" y="122434"/>
                  </a:cubicBezTo>
                  <a:cubicBezTo>
                    <a:pt x="73616" y="147283"/>
                    <a:pt x="97743" y="163394"/>
                    <a:pt x="122540" y="158420"/>
                  </a:cubicBezTo>
                  <a:cubicBezTo>
                    <a:pt x="141447" y="154627"/>
                    <a:pt x="155957" y="139371"/>
                    <a:pt x="158831" y="120265"/>
                  </a:cubicBezTo>
                  <a:lnTo>
                    <a:pt x="381520" y="120265"/>
                  </a:lnTo>
                  <a:cubicBezTo>
                    <a:pt x="384524" y="176534"/>
                    <a:pt x="428674" y="221861"/>
                    <a:pt x="484737" y="226233"/>
                  </a:cubicBezTo>
                  <a:lnTo>
                    <a:pt x="484737" y="376438"/>
                  </a:lnTo>
                  <a:cubicBezTo>
                    <a:pt x="428810" y="380765"/>
                    <a:pt x="384713" y="425903"/>
                    <a:pt x="381583" y="482026"/>
                  </a:cubicBezTo>
                  <a:lnTo>
                    <a:pt x="225429" y="482026"/>
                  </a:lnTo>
                  <a:cubicBezTo>
                    <a:pt x="222299" y="425903"/>
                    <a:pt x="178202" y="380765"/>
                    <a:pt x="122275" y="376438"/>
                  </a:cubicBezTo>
                  <a:lnTo>
                    <a:pt x="122275" y="226296"/>
                  </a:lnTo>
                  <a:cubicBezTo>
                    <a:pt x="171430" y="222469"/>
                    <a:pt x="212308" y="186884"/>
                    <a:pt x="222962" y="138645"/>
                  </a:cubicBezTo>
                  <a:lnTo>
                    <a:pt x="206645" y="138645"/>
                  </a:lnTo>
                  <a:cubicBezTo>
                    <a:pt x="192044" y="189615"/>
                    <a:pt x="138974" y="219074"/>
                    <a:pt x="88109" y="204443"/>
                  </a:cubicBezTo>
                  <a:cubicBezTo>
                    <a:pt x="37245" y="189811"/>
                    <a:pt x="7847" y="136631"/>
                    <a:pt x="22448" y="85660"/>
                  </a:cubicBezTo>
                  <a:cubicBezTo>
                    <a:pt x="34221" y="44560"/>
                    <a:pt x="71698" y="16214"/>
                    <a:pt x="114369" y="16135"/>
                  </a:cubicBezTo>
                  <a:cubicBezTo>
                    <a:pt x="157866" y="16434"/>
                    <a:pt x="195728" y="46001"/>
                    <a:pt x="206645" y="88196"/>
                  </a:cubicBezTo>
                  <a:lnTo>
                    <a:pt x="222899" y="88196"/>
                  </a:lnTo>
                  <a:cubicBezTo>
                    <a:pt x="210088" y="28015"/>
                    <a:pt x="151017" y="-10363"/>
                    <a:pt x="90962" y="2475"/>
                  </a:cubicBezTo>
                  <a:cubicBezTo>
                    <a:pt x="38878" y="13609"/>
                    <a:pt x="1986" y="60189"/>
                    <a:pt x="2993" y="113547"/>
                  </a:cubicBezTo>
                  <a:cubicBezTo>
                    <a:pt x="2682" y="172477"/>
                    <a:pt x="47832" y="221649"/>
                    <a:pt x="106463" y="226233"/>
                  </a:cubicBezTo>
                  <a:lnTo>
                    <a:pt x="106463" y="376438"/>
                  </a:lnTo>
                  <a:cubicBezTo>
                    <a:pt x="44248" y="379964"/>
                    <a:pt x="-3335" y="433363"/>
                    <a:pt x="183" y="495708"/>
                  </a:cubicBezTo>
                  <a:cubicBezTo>
                    <a:pt x="3702" y="558053"/>
                    <a:pt x="56989" y="605733"/>
                    <a:pt x="119205" y="602209"/>
                  </a:cubicBezTo>
                  <a:cubicBezTo>
                    <a:pt x="175803" y="599002"/>
                    <a:pt x="221239" y="554210"/>
                    <a:pt x="225366" y="497553"/>
                  </a:cubicBezTo>
                  <a:lnTo>
                    <a:pt x="381646" y="497553"/>
                  </a:lnTo>
                  <a:cubicBezTo>
                    <a:pt x="385360" y="558941"/>
                    <a:pt x="438031" y="605688"/>
                    <a:pt x="499290" y="601968"/>
                  </a:cubicBezTo>
                  <a:cubicBezTo>
                    <a:pt x="551933" y="598768"/>
                    <a:pt x="595083" y="558928"/>
                    <a:pt x="602565" y="506616"/>
                  </a:cubicBezTo>
                  <a:lnTo>
                    <a:pt x="586563" y="506616"/>
                  </a:lnTo>
                  <a:cubicBezTo>
                    <a:pt x="578670" y="552515"/>
                    <a:pt x="539120" y="586168"/>
                    <a:pt x="492643" y="586536"/>
                  </a:cubicBezTo>
                  <a:close/>
                  <a:moveTo>
                    <a:pt x="397015" y="113484"/>
                  </a:moveTo>
                  <a:cubicBezTo>
                    <a:pt x="397818" y="60566"/>
                    <a:pt x="441279" y="18320"/>
                    <a:pt x="494086" y="19125"/>
                  </a:cubicBezTo>
                  <a:cubicBezTo>
                    <a:pt x="546894" y="19930"/>
                    <a:pt x="589055" y="63481"/>
                    <a:pt x="588252" y="116399"/>
                  </a:cubicBezTo>
                  <a:cubicBezTo>
                    <a:pt x="587455" y="168744"/>
                    <a:pt x="544886" y="210762"/>
                    <a:pt x="492643" y="210768"/>
                  </a:cubicBezTo>
                  <a:cubicBezTo>
                    <a:pt x="439464" y="210280"/>
                    <a:pt x="396700" y="166775"/>
                    <a:pt x="397015" y="113484"/>
                  </a:cubicBezTo>
                  <a:close/>
                  <a:moveTo>
                    <a:pt x="114369" y="586536"/>
                  </a:moveTo>
                  <a:cubicBezTo>
                    <a:pt x="60725" y="587480"/>
                    <a:pt x="16473" y="544670"/>
                    <a:pt x="15530" y="490914"/>
                  </a:cubicBezTo>
                  <a:cubicBezTo>
                    <a:pt x="14587" y="437158"/>
                    <a:pt x="57310" y="392814"/>
                    <a:pt x="110954" y="391869"/>
                  </a:cubicBezTo>
                  <a:cubicBezTo>
                    <a:pt x="164598" y="390924"/>
                    <a:pt x="208849" y="433735"/>
                    <a:pt x="209792" y="487491"/>
                  </a:cubicBezTo>
                  <a:cubicBezTo>
                    <a:pt x="209802" y="488057"/>
                    <a:pt x="209807" y="488622"/>
                    <a:pt x="209807" y="489187"/>
                  </a:cubicBezTo>
                  <a:cubicBezTo>
                    <a:pt x="210193" y="542444"/>
                    <a:pt x="167513" y="585978"/>
                    <a:pt x="114369" y="58653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66"/>
                                        </p:tgtEl>
                                        <p:attrNameLst>
                                          <p:attrName>style.visibility</p:attrName>
                                        </p:attrNameLst>
                                      </p:cBhvr>
                                      <p:to>
                                        <p:strVal val="visible"/>
                                      </p:to>
                                    </p:set>
                                    <p:animEffect transition="in" filter="fade">
                                      <p:cBhvr>
                                        <p:cTn id="7" dur="250"/>
                                        <p:tgtEl>
                                          <p:spTgt spid="1766"/>
                                        </p:tgtEl>
                                      </p:cBhvr>
                                    </p:animEffect>
                                  </p:childTnLst>
                                </p:cTn>
                              </p:par>
                              <p:par>
                                <p:cTn id="8" presetID="10" presetClass="entr" presetSubtype="0" fill="hold" nodeType="withEffect">
                                  <p:stCondLst>
                                    <p:cond delay="250"/>
                                  </p:stCondLst>
                                  <p:childTnLst>
                                    <p:set>
                                      <p:cBhvr>
                                        <p:cTn id="9" dur="1" fill="hold">
                                          <p:stCondLst>
                                            <p:cond delay="0"/>
                                          </p:stCondLst>
                                        </p:cTn>
                                        <p:tgtEl>
                                          <p:spTgt spid="1768"/>
                                        </p:tgtEl>
                                        <p:attrNameLst>
                                          <p:attrName>style.visibility</p:attrName>
                                        </p:attrNameLst>
                                      </p:cBhvr>
                                      <p:to>
                                        <p:strVal val="visible"/>
                                      </p:to>
                                    </p:set>
                                    <p:animEffect transition="in" filter="fade">
                                      <p:cBhvr>
                                        <p:cTn id="10" dur="250"/>
                                        <p:tgtEl>
                                          <p:spTgt spid="1768"/>
                                        </p:tgtEl>
                                      </p:cBhvr>
                                    </p:animEffect>
                                  </p:childTnLst>
                                </p:cTn>
                              </p:par>
                            </p:childTnLst>
                          </p:cTn>
                        </p:par>
                        <p:par>
                          <p:cTn id="11" fill="hold">
                            <p:stCondLst>
                              <p:cond delay="250"/>
                            </p:stCondLst>
                            <p:childTnLst>
                              <p:par>
                                <p:cTn id="12" presetID="10" presetClass="entr" presetSubtype="0" fill="hold" nodeType="afterEffect">
                                  <p:stCondLst>
                                    <p:cond delay="500"/>
                                  </p:stCondLst>
                                  <p:childTnLst>
                                    <p:set>
                                      <p:cBhvr>
                                        <p:cTn id="13" dur="1" fill="hold">
                                          <p:stCondLst>
                                            <p:cond delay="0"/>
                                          </p:stCondLst>
                                        </p:cTn>
                                        <p:tgtEl>
                                          <p:spTgt spid="1817"/>
                                        </p:tgtEl>
                                        <p:attrNameLst>
                                          <p:attrName>style.visibility</p:attrName>
                                        </p:attrNameLst>
                                      </p:cBhvr>
                                      <p:to>
                                        <p:strVal val="visible"/>
                                      </p:to>
                                    </p:set>
                                    <p:animEffect transition="in" filter="fade">
                                      <p:cBhvr>
                                        <p:cTn id="14" dur="500"/>
                                        <p:tgtEl>
                                          <p:spTgt spid="1817"/>
                                        </p:tgtEl>
                                      </p:cBhvr>
                                    </p:animEffect>
                                  </p:childTnLst>
                                </p:cTn>
                              </p:par>
                              <p:par>
                                <p:cTn id="15" presetID="10" presetClass="entr" presetSubtype="0" fill="hold" nodeType="withEffect">
                                  <p:stCondLst>
                                    <p:cond delay="250"/>
                                  </p:stCondLst>
                                  <p:childTnLst>
                                    <p:set>
                                      <p:cBhvr>
                                        <p:cTn id="16" dur="1" fill="hold">
                                          <p:stCondLst>
                                            <p:cond delay="0"/>
                                          </p:stCondLst>
                                        </p:cTn>
                                        <p:tgtEl>
                                          <p:spTgt spid="1801"/>
                                        </p:tgtEl>
                                        <p:attrNameLst>
                                          <p:attrName>style.visibility</p:attrName>
                                        </p:attrNameLst>
                                      </p:cBhvr>
                                      <p:to>
                                        <p:strVal val="visible"/>
                                      </p:to>
                                    </p:set>
                                    <p:animEffect transition="in" filter="fade">
                                      <p:cBhvr>
                                        <p:cTn id="17" dur="500"/>
                                        <p:tgtEl>
                                          <p:spTgt spid="1801"/>
                                        </p:tgtEl>
                                      </p:cBhvr>
                                    </p:animEffect>
                                  </p:childTnLst>
                                </p:cTn>
                              </p:par>
                              <p:par>
                                <p:cTn id="18" presetID="10" presetClass="entr" presetSubtype="0" fill="hold" nodeType="withEffect">
                                  <p:stCondLst>
                                    <p:cond delay="0"/>
                                  </p:stCondLst>
                                  <p:childTnLst>
                                    <p:set>
                                      <p:cBhvr>
                                        <p:cTn id="19" dur="1" fill="hold">
                                          <p:stCondLst>
                                            <p:cond delay="0"/>
                                          </p:stCondLst>
                                        </p:cTn>
                                        <p:tgtEl>
                                          <p:spTgt spid="1767"/>
                                        </p:tgtEl>
                                        <p:attrNameLst>
                                          <p:attrName>style.visibility</p:attrName>
                                        </p:attrNameLst>
                                      </p:cBhvr>
                                      <p:to>
                                        <p:strVal val="visible"/>
                                      </p:to>
                                    </p:set>
                                    <p:animEffect transition="in" filter="fade">
                                      <p:cBhvr>
                                        <p:cTn id="20" dur="250"/>
                                        <p:tgtEl>
                                          <p:spTgt spid="1767"/>
                                        </p:tgtEl>
                                      </p:cBhvr>
                                    </p:animEffect>
                                  </p:childTnLst>
                                </p:cTn>
                              </p:par>
                              <p:par>
                                <p:cTn id="21" presetID="10" presetClass="entr" presetSubtype="0" fill="hold" nodeType="withEffect">
                                  <p:stCondLst>
                                    <p:cond delay="100"/>
                                  </p:stCondLst>
                                  <p:childTnLst>
                                    <p:set>
                                      <p:cBhvr>
                                        <p:cTn id="22" dur="1" fill="hold">
                                          <p:stCondLst>
                                            <p:cond delay="0"/>
                                          </p:stCondLst>
                                        </p:cTn>
                                        <p:tgtEl>
                                          <p:spTgt spid="1832"/>
                                        </p:tgtEl>
                                        <p:attrNameLst>
                                          <p:attrName>style.visibility</p:attrName>
                                        </p:attrNameLst>
                                      </p:cBhvr>
                                      <p:to>
                                        <p:strVal val="visible"/>
                                      </p:to>
                                    </p:set>
                                    <p:animEffect transition="in" filter="fade">
                                      <p:cBhvr>
                                        <p:cTn id="23" dur="250"/>
                                        <p:tgtEl>
                                          <p:spTgt spid="1832"/>
                                        </p:tgtEl>
                                      </p:cBhvr>
                                    </p:animEffect>
                                  </p:childTnLst>
                                </p:cTn>
                              </p:par>
                            </p:childTnLst>
                          </p:cTn>
                        </p:par>
                        <p:par>
                          <p:cTn id="24" fill="hold">
                            <p:stCondLst>
                              <p:cond delay="750"/>
                            </p:stCondLst>
                            <p:childTnLst>
                              <p:par>
                                <p:cTn id="25" presetID="10" presetClass="entr" presetSubtype="0" fill="hold" nodeType="afterEffect">
                                  <p:stCondLst>
                                    <p:cond delay="250"/>
                                  </p:stCondLst>
                                  <p:childTnLst>
                                    <p:set>
                                      <p:cBhvr>
                                        <p:cTn id="26" dur="1" fill="hold">
                                          <p:stCondLst>
                                            <p:cond delay="0"/>
                                          </p:stCondLst>
                                        </p:cTn>
                                        <p:tgtEl>
                                          <p:spTgt spid="1835"/>
                                        </p:tgtEl>
                                        <p:attrNameLst>
                                          <p:attrName>style.visibility</p:attrName>
                                        </p:attrNameLst>
                                      </p:cBhvr>
                                      <p:to>
                                        <p:strVal val="visible"/>
                                      </p:to>
                                    </p:set>
                                    <p:animEffect transition="in" filter="fade">
                                      <p:cBhvr>
                                        <p:cTn id="27" dur="250"/>
                                        <p:tgtEl>
                                          <p:spTgt spid="1835"/>
                                        </p:tgtEl>
                                      </p:cBhvr>
                                    </p:animEffect>
                                  </p:childTnLst>
                                </p:cTn>
                              </p:par>
                            </p:childTnLst>
                          </p:cTn>
                        </p:par>
                        <p:par>
                          <p:cTn id="28" fill="hold">
                            <p:stCondLst>
                              <p:cond delay="1000"/>
                            </p:stCondLst>
                            <p:childTnLst>
                              <p:par>
                                <p:cTn id="29" presetID="10" presetClass="entr" presetSubtype="0" fill="hold" nodeType="afterEffect">
                                  <p:stCondLst>
                                    <p:cond delay="0"/>
                                  </p:stCondLst>
                                  <p:childTnLst>
                                    <p:set>
                                      <p:cBhvr>
                                        <p:cTn id="30" dur="1" fill="hold">
                                          <p:stCondLst>
                                            <p:cond delay="0"/>
                                          </p:stCondLst>
                                        </p:cTn>
                                        <p:tgtEl>
                                          <p:spTgt spid="1791"/>
                                        </p:tgtEl>
                                        <p:attrNameLst>
                                          <p:attrName>style.visibility</p:attrName>
                                        </p:attrNameLst>
                                      </p:cBhvr>
                                      <p:to>
                                        <p:strVal val="visible"/>
                                      </p:to>
                                    </p:set>
                                    <p:animEffect transition="in" filter="fade">
                                      <p:cBhvr>
                                        <p:cTn id="31" dur="250"/>
                                        <p:tgtEl>
                                          <p:spTgt spid="1791"/>
                                        </p:tgtEl>
                                      </p:cBhvr>
                                    </p:animEffect>
                                  </p:childTnLst>
                                </p:cTn>
                              </p:par>
                              <p:par>
                                <p:cTn id="32" presetID="10" presetClass="entr" presetSubtype="0" fill="hold" nodeType="withEffect">
                                  <p:stCondLst>
                                    <p:cond delay="250"/>
                                  </p:stCondLst>
                                  <p:childTnLst>
                                    <p:set>
                                      <p:cBhvr>
                                        <p:cTn id="33" dur="1" fill="hold">
                                          <p:stCondLst>
                                            <p:cond delay="0"/>
                                          </p:stCondLst>
                                        </p:cTn>
                                        <p:tgtEl>
                                          <p:spTgt spid="1790"/>
                                        </p:tgtEl>
                                        <p:attrNameLst>
                                          <p:attrName>style.visibility</p:attrName>
                                        </p:attrNameLst>
                                      </p:cBhvr>
                                      <p:to>
                                        <p:strVal val="visible"/>
                                      </p:to>
                                    </p:set>
                                    <p:animEffect transition="in" filter="fade">
                                      <p:cBhvr>
                                        <p:cTn id="34" dur="250"/>
                                        <p:tgtEl>
                                          <p:spTgt spid="1790"/>
                                        </p:tgtEl>
                                      </p:cBhvr>
                                    </p:animEffect>
                                  </p:childTnLst>
                                </p:cTn>
                              </p:par>
                            </p:childTnLst>
                          </p:cTn>
                        </p:par>
                        <p:par>
                          <p:cTn id="35" fill="hold">
                            <p:stCondLst>
                              <p:cond delay="1250"/>
                            </p:stCondLst>
                            <p:childTnLst>
                              <p:par>
                                <p:cTn id="36" presetID="10" presetClass="entr" presetSubtype="0" fill="hold" nodeType="afterEffect">
                                  <p:stCondLst>
                                    <p:cond delay="100"/>
                                  </p:stCondLst>
                                  <p:childTnLst>
                                    <p:set>
                                      <p:cBhvr>
                                        <p:cTn id="37" dur="1" fill="hold">
                                          <p:stCondLst>
                                            <p:cond delay="0"/>
                                          </p:stCondLst>
                                        </p:cTn>
                                        <p:tgtEl>
                                          <p:spTgt spid="1854"/>
                                        </p:tgtEl>
                                        <p:attrNameLst>
                                          <p:attrName>style.visibility</p:attrName>
                                        </p:attrNameLst>
                                      </p:cBhvr>
                                      <p:to>
                                        <p:strVal val="visible"/>
                                      </p:to>
                                    </p:set>
                                    <p:animEffect transition="in" filter="fade">
                                      <p:cBhvr>
                                        <p:cTn id="38" dur="750"/>
                                        <p:tgtEl>
                                          <p:spTgt spid="1854"/>
                                        </p:tgtEl>
                                      </p:cBhvr>
                                    </p:animEffect>
                                  </p:childTnLst>
                                </p:cTn>
                              </p:par>
                              <p:par>
                                <p:cTn id="39" presetID="10" presetClass="entr" presetSubtype="0" fill="hold" nodeType="withEffect">
                                  <p:stCondLst>
                                    <p:cond delay="200"/>
                                  </p:stCondLst>
                                  <p:childTnLst>
                                    <p:set>
                                      <p:cBhvr>
                                        <p:cTn id="40" dur="1" fill="hold">
                                          <p:stCondLst>
                                            <p:cond delay="0"/>
                                          </p:stCondLst>
                                        </p:cTn>
                                        <p:tgtEl>
                                          <p:spTgt spid="1838"/>
                                        </p:tgtEl>
                                        <p:attrNameLst>
                                          <p:attrName>style.visibility</p:attrName>
                                        </p:attrNameLst>
                                      </p:cBhvr>
                                      <p:to>
                                        <p:strVal val="visible"/>
                                      </p:to>
                                    </p:set>
                                    <p:animEffect transition="in" filter="fade">
                                      <p:cBhvr>
                                        <p:cTn id="41" dur="750"/>
                                        <p:tgtEl>
                                          <p:spTgt spid="1838"/>
                                        </p:tgtEl>
                                      </p:cBhvr>
                                    </p:animEffect>
                                  </p:childTnLst>
                                </p:cTn>
                              </p:par>
                              <p:par>
                                <p:cTn id="42" presetID="10" presetClass="entr" presetSubtype="0" fill="hold" nodeType="withEffect">
                                  <p:stCondLst>
                                    <p:cond delay="300"/>
                                  </p:stCondLst>
                                  <p:childTnLst>
                                    <p:set>
                                      <p:cBhvr>
                                        <p:cTn id="43" dur="1" fill="hold">
                                          <p:stCondLst>
                                            <p:cond delay="0"/>
                                          </p:stCondLst>
                                        </p:cTn>
                                        <p:tgtEl>
                                          <p:spTgt spid="1841"/>
                                        </p:tgtEl>
                                        <p:attrNameLst>
                                          <p:attrName>style.visibility</p:attrName>
                                        </p:attrNameLst>
                                      </p:cBhvr>
                                      <p:to>
                                        <p:strVal val="visible"/>
                                      </p:to>
                                    </p:set>
                                    <p:animEffect transition="in" filter="fade">
                                      <p:cBhvr>
                                        <p:cTn id="44" dur="750"/>
                                        <p:tgtEl>
                                          <p:spTgt spid="1841"/>
                                        </p:tgtEl>
                                      </p:cBhvr>
                                    </p:animEffect>
                                  </p:childTnLst>
                                </p:cTn>
                              </p:par>
                              <p:par>
                                <p:cTn id="45" presetID="10" presetClass="entr" presetSubtype="0" fill="hold" nodeType="withEffect">
                                  <p:stCondLst>
                                    <p:cond delay="100"/>
                                  </p:stCondLst>
                                  <p:childTnLst>
                                    <p:set>
                                      <p:cBhvr>
                                        <p:cTn id="46" dur="1" fill="hold">
                                          <p:stCondLst>
                                            <p:cond delay="0"/>
                                          </p:stCondLst>
                                        </p:cTn>
                                        <p:tgtEl>
                                          <p:spTgt spid="1761"/>
                                        </p:tgtEl>
                                        <p:attrNameLst>
                                          <p:attrName>style.visibility</p:attrName>
                                        </p:attrNameLst>
                                      </p:cBhvr>
                                      <p:to>
                                        <p:strVal val="visible"/>
                                      </p:to>
                                    </p:set>
                                    <p:animEffect transition="in" filter="fade">
                                      <p:cBhvr>
                                        <p:cTn id="47" dur="250"/>
                                        <p:tgtEl>
                                          <p:spTgt spid="1761"/>
                                        </p:tgtEl>
                                      </p:cBhvr>
                                    </p:animEffect>
                                  </p:childTnLst>
                                </p:cTn>
                              </p:par>
                            </p:childTnLst>
                          </p:cTn>
                        </p:par>
                        <p:par>
                          <p:cTn id="48" fill="hold">
                            <p:stCondLst>
                              <p:cond delay="2000"/>
                            </p:stCondLst>
                            <p:childTnLst>
                              <p:par>
                                <p:cTn id="49" presetID="10" presetClass="entr" presetSubtype="0" fill="hold" nodeType="afterEffect">
                                  <p:stCondLst>
                                    <p:cond delay="200"/>
                                  </p:stCondLst>
                                  <p:childTnLst>
                                    <p:set>
                                      <p:cBhvr>
                                        <p:cTn id="50" dur="1" fill="hold">
                                          <p:stCondLst>
                                            <p:cond delay="0"/>
                                          </p:stCondLst>
                                        </p:cTn>
                                        <p:tgtEl>
                                          <p:spTgt spid="1762"/>
                                        </p:tgtEl>
                                        <p:attrNameLst>
                                          <p:attrName>style.visibility</p:attrName>
                                        </p:attrNameLst>
                                      </p:cBhvr>
                                      <p:to>
                                        <p:strVal val="visible"/>
                                      </p:to>
                                    </p:set>
                                    <p:animEffect transition="in" filter="fade">
                                      <p:cBhvr>
                                        <p:cTn id="51" dur="250"/>
                                        <p:tgtEl>
                                          <p:spTgt spid="1762"/>
                                        </p:tgtEl>
                                      </p:cBhvr>
                                    </p:animEffect>
                                  </p:childTnLst>
                                </p:cTn>
                              </p:par>
                            </p:childTnLst>
                          </p:cTn>
                        </p:par>
                        <p:par>
                          <p:cTn id="52" fill="hold">
                            <p:stCondLst>
                              <p:cond delay="2250"/>
                            </p:stCondLst>
                            <p:childTnLst>
                              <p:par>
                                <p:cTn id="53" presetID="10" presetClass="entr" presetSubtype="0" fill="hold" nodeType="afterEffect">
                                  <p:stCondLst>
                                    <p:cond delay="300"/>
                                  </p:stCondLst>
                                  <p:childTnLst>
                                    <p:set>
                                      <p:cBhvr>
                                        <p:cTn id="54" dur="1" fill="hold">
                                          <p:stCondLst>
                                            <p:cond delay="0"/>
                                          </p:stCondLst>
                                        </p:cTn>
                                        <p:tgtEl>
                                          <p:spTgt spid="1763"/>
                                        </p:tgtEl>
                                        <p:attrNameLst>
                                          <p:attrName>style.visibility</p:attrName>
                                        </p:attrNameLst>
                                      </p:cBhvr>
                                      <p:to>
                                        <p:strVal val="visible"/>
                                      </p:to>
                                    </p:set>
                                    <p:animEffect transition="in" filter="fade">
                                      <p:cBhvr>
                                        <p:cTn id="55" dur="250"/>
                                        <p:tgtEl>
                                          <p:spTgt spid="1763"/>
                                        </p:tgtEl>
                                      </p:cBhvr>
                                    </p:animEffect>
                                  </p:childTnLst>
                                </p:cTn>
                              </p:par>
                            </p:childTnLst>
                          </p:cTn>
                        </p:par>
                        <p:par>
                          <p:cTn id="56" fill="hold">
                            <p:stCondLst>
                              <p:cond delay="2500"/>
                            </p:stCondLst>
                            <p:childTnLst>
                              <p:par>
                                <p:cTn id="57" presetID="10" presetClass="entr" presetSubtype="0" fill="hold" nodeType="afterEffect">
                                  <p:stCondLst>
                                    <p:cond delay="300"/>
                                  </p:stCondLst>
                                  <p:childTnLst>
                                    <p:set>
                                      <p:cBhvr>
                                        <p:cTn id="58" dur="1" fill="hold">
                                          <p:stCondLst>
                                            <p:cond delay="0"/>
                                          </p:stCondLst>
                                        </p:cTn>
                                        <p:tgtEl>
                                          <p:spTgt spid="1859"/>
                                        </p:tgtEl>
                                        <p:attrNameLst>
                                          <p:attrName>style.visibility</p:attrName>
                                        </p:attrNameLst>
                                      </p:cBhvr>
                                      <p:to>
                                        <p:strVal val="visible"/>
                                      </p:to>
                                    </p:set>
                                    <p:animEffect transition="in" filter="fade">
                                      <p:cBhvr>
                                        <p:cTn id="59" dur="500"/>
                                        <p:tgtEl>
                                          <p:spTgt spid="1859"/>
                                        </p:tgtEl>
                                      </p:cBhvr>
                                    </p:animEffect>
                                  </p:childTnLst>
                                </p:cTn>
                              </p:par>
                              <p:par>
                                <p:cTn id="60" presetID="10" presetClass="entr" presetSubtype="0" fill="hold" nodeType="withEffect">
                                  <p:stCondLst>
                                    <p:cond delay="750"/>
                                  </p:stCondLst>
                                  <p:childTnLst>
                                    <p:set>
                                      <p:cBhvr>
                                        <p:cTn id="61" dur="1" fill="hold">
                                          <p:stCondLst>
                                            <p:cond delay="0"/>
                                          </p:stCondLst>
                                        </p:cTn>
                                        <p:tgtEl>
                                          <p:spTgt spid="1765"/>
                                        </p:tgtEl>
                                        <p:attrNameLst>
                                          <p:attrName>style.visibility</p:attrName>
                                        </p:attrNameLst>
                                      </p:cBhvr>
                                      <p:to>
                                        <p:strVal val="visible"/>
                                      </p:to>
                                    </p:set>
                                    <p:animEffect transition="in" filter="fade">
                                      <p:cBhvr>
                                        <p:cTn id="62" dur="600"/>
                                        <p:tgtEl>
                                          <p:spTgt spid="1765"/>
                                        </p:tgtEl>
                                      </p:cBhvr>
                                    </p:animEffect>
                                  </p:childTnLst>
                                </p:cTn>
                              </p:par>
                              <p:par>
                                <p:cTn id="63" presetID="10" presetClass="exit" presetSubtype="0" fill="hold" nodeType="withEffect">
                                  <p:stCondLst>
                                    <p:cond delay="1250"/>
                                  </p:stCondLst>
                                  <p:childTnLst>
                                    <p:animEffect transition="out" filter="fade">
                                      <p:cBhvr>
                                        <p:cTn id="64" dur="500"/>
                                        <p:tgtEl>
                                          <p:spTgt spid="1765"/>
                                        </p:tgtEl>
                                      </p:cBhvr>
                                    </p:animEffect>
                                    <p:set>
                                      <p:cBhvr>
                                        <p:cTn id="65" dur="1" fill="hold">
                                          <p:stCondLst>
                                            <p:cond delay="500"/>
                                          </p:stCondLst>
                                        </p:cTn>
                                        <p:tgtEl>
                                          <p:spTgt spid="176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666"/>
        <p:cNvGrpSpPr/>
        <p:nvPr/>
      </p:nvGrpSpPr>
      <p:grpSpPr>
        <a:xfrm>
          <a:off x="0" y="0"/>
          <a:ext cx="0" cy="0"/>
          <a:chOff x="0" y="0"/>
          <a:chExt cx="0" cy="0"/>
        </a:xfrm>
      </p:grpSpPr>
      <p:sp>
        <p:nvSpPr>
          <p:cNvPr id="3667" name="Google Shape;3667;p14"/>
          <p:cNvSpPr/>
          <p:nvPr/>
        </p:nvSpPr>
        <p:spPr>
          <a:xfrm>
            <a:off x="4930706" y="2107512"/>
            <a:ext cx="7067668" cy="3932939"/>
          </a:xfrm>
          <a:custGeom>
            <a:avLst/>
            <a:gdLst/>
            <a:ahLst/>
            <a:cxnLst/>
            <a:rect l="l" t="t" r="r" b="b"/>
            <a:pathLst>
              <a:path w="8698270" h="4840319" extrusionOk="0">
                <a:moveTo>
                  <a:pt x="3467882" y="4840320"/>
                </a:moveTo>
                <a:lnTo>
                  <a:pt x="143181" y="4840320"/>
                </a:lnTo>
                <a:cubicBezTo>
                  <a:pt x="15927" y="4840320"/>
                  <a:pt x="-47891" y="4686396"/>
                  <a:pt x="42121" y="4596384"/>
                </a:cubicBezTo>
                <a:lnTo>
                  <a:pt x="4220071" y="418433"/>
                </a:lnTo>
                <a:cubicBezTo>
                  <a:pt x="4488010" y="150495"/>
                  <a:pt x="4851388" y="0"/>
                  <a:pt x="5230388" y="0"/>
                </a:cubicBezTo>
                <a:lnTo>
                  <a:pt x="8555089" y="0"/>
                </a:lnTo>
                <a:cubicBezTo>
                  <a:pt x="8682344" y="0"/>
                  <a:pt x="8746161" y="153924"/>
                  <a:pt x="8656150" y="243935"/>
                </a:cubicBezTo>
                <a:lnTo>
                  <a:pt x="4478199" y="4421791"/>
                </a:lnTo>
                <a:cubicBezTo>
                  <a:pt x="4210261" y="4689729"/>
                  <a:pt x="3846882" y="4840224"/>
                  <a:pt x="3467882" y="4840224"/>
                </a:cubicBezTo>
                <a:close/>
              </a:path>
            </a:pathLst>
          </a:custGeom>
          <a:gradFill>
            <a:gsLst>
              <a:gs pos="0">
                <a:schemeClr val="accent3"/>
              </a:gs>
              <a:gs pos="70000">
                <a:schemeClr val="accent3"/>
              </a:gs>
              <a:gs pos="100000">
                <a:schemeClr val="accent2"/>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68" name="Google Shape;3668;p14"/>
          <p:cNvSpPr txBox="1">
            <a:spLocks noGrp="1"/>
          </p:cNvSpPr>
          <p:nvPr>
            <p:ph type="title"/>
          </p:nvPr>
        </p:nvSpPr>
        <p:spPr>
          <a:prstGeom prst="rect">
            <a:avLst/>
          </a:prstGeom>
          <a:noFill/>
          <a:ln>
            <a:noFill/>
          </a:ln>
        </p:spPr>
        <p:txBody>
          <a:bodyPr spcFirstLastPara="1" wrap="square" lIns="0" tIns="0" rIns="0" bIns="0" anchor="ctr" anchorCtr="0">
            <a:spAutoFit/>
          </a:bodyPr>
          <a:lstStyle/>
          <a:p>
            <a:pPr marL="0" lvl="0" indent="0" algn="l" rtl="0">
              <a:lnSpc>
                <a:spcPct val="90000"/>
              </a:lnSpc>
              <a:spcBef>
                <a:spcPts val="0"/>
              </a:spcBef>
              <a:spcAft>
                <a:spcPts val="0"/>
              </a:spcAft>
              <a:buClr>
                <a:schemeClr val="accent2"/>
              </a:buClr>
              <a:buSzPts val="2800"/>
              <a:buFont typeface="Arial"/>
              <a:buNone/>
            </a:pPr>
            <a:r>
              <a:rPr lang="en-US"/>
              <a:t>Cloud Experience for Developers</a:t>
            </a:r>
            <a:endParaRPr/>
          </a:p>
        </p:txBody>
      </p:sp>
      <p:sp>
        <p:nvSpPr>
          <p:cNvPr id="3669" name="Google Shape;3669;p14"/>
          <p:cNvSpPr txBox="1">
            <a:spLocks noGrp="1"/>
          </p:cNvSpPr>
          <p:nvPr>
            <p:ph type="subTitle" idx="1"/>
          </p:nvPr>
        </p:nvSpPr>
        <p:spPr>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800"/>
              <a:buNone/>
            </a:pPr>
            <a:r>
              <a:rPr lang="en-US"/>
              <a:t>Modern application support and Private AI</a:t>
            </a:r>
            <a:endParaRPr/>
          </a:p>
          <a:p>
            <a:pPr marL="0" lvl="0" indent="0" algn="l" rtl="0">
              <a:lnSpc>
                <a:spcPct val="100000"/>
              </a:lnSpc>
              <a:spcBef>
                <a:spcPts val="600"/>
              </a:spcBef>
              <a:spcAft>
                <a:spcPts val="600"/>
              </a:spcAft>
              <a:buSzPts val="1800"/>
              <a:buNone/>
            </a:pPr>
            <a:endParaRPr/>
          </a:p>
        </p:txBody>
      </p:sp>
      <p:sp>
        <p:nvSpPr>
          <p:cNvPr id="3670" name="Google Shape;3670;p14"/>
          <p:cNvSpPr txBox="1"/>
          <p:nvPr/>
        </p:nvSpPr>
        <p:spPr>
          <a:xfrm>
            <a:off x="1726438" y="1797746"/>
            <a:ext cx="2749659" cy="5539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dirty="0">
                <a:solidFill>
                  <a:schemeClr val="dk1"/>
                </a:solidFill>
                <a:latin typeface="Arial"/>
                <a:ea typeface="Arial"/>
                <a:cs typeface="Arial"/>
                <a:sym typeface="Arial"/>
              </a:rPr>
              <a:t>Deliver </a:t>
            </a:r>
            <a:r>
              <a:rPr lang="en-US" sz="2000" dirty="0">
                <a:solidFill>
                  <a:schemeClr val="accent3"/>
                </a:solidFill>
                <a:latin typeface="Arial"/>
                <a:ea typeface="Arial"/>
                <a:cs typeface="Arial"/>
                <a:sym typeface="Arial"/>
              </a:rPr>
              <a:t>Infrastructure-as-Code</a:t>
            </a:r>
            <a:endParaRPr dirty="0"/>
          </a:p>
        </p:txBody>
      </p:sp>
      <p:sp>
        <p:nvSpPr>
          <p:cNvPr id="3671" name="Google Shape;3671;p14"/>
          <p:cNvSpPr txBox="1"/>
          <p:nvPr/>
        </p:nvSpPr>
        <p:spPr>
          <a:xfrm>
            <a:off x="1726439" y="2861100"/>
            <a:ext cx="3464463" cy="830997"/>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dk1"/>
                </a:solidFill>
                <a:latin typeface="Arial"/>
                <a:ea typeface="Arial"/>
                <a:cs typeface="Arial"/>
                <a:sym typeface="Arial"/>
              </a:rPr>
              <a:t>Run business critical and </a:t>
            </a:r>
            <a:r>
              <a:rPr lang="en-US" sz="2000">
                <a:solidFill>
                  <a:schemeClr val="accent3"/>
                </a:solidFill>
                <a:latin typeface="Arial"/>
                <a:ea typeface="Arial"/>
                <a:cs typeface="Arial"/>
                <a:sym typeface="Arial"/>
              </a:rPr>
              <a:t>modern workloads </a:t>
            </a:r>
            <a:r>
              <a:rPr lang="en-US" sz="2000">
                <a:solidFill>
                  <a:schemeClr val="dk1"/>
                </a:solidFill>
                <a:latin typeface="Arial"/>
                <a:ea typeface="Arial"/>
                <a:cs typeface="Arial"/>
                <a:sym typeface="Arial"/>
              </a:rPr>
              <a:t>in production</a:t>
            </a:r>
            <a:endParaRPr/>
          </a:p>
        </p:txBody>
      </p:sp>
      <p:sp>
        <p:nvSpPr>
          <p:cNvPr id="3672" name="Google Shape;3672;p14"/>
          <p:cNvSpPr txBox="1"/>
          <p:nvPr/>
        </p:nvSpPr>
        <p:spPr>
          <a:xfrm>
            <a:off x="1726439" y="4062954"/>
            <a:ext cx="3380798" cy="830997"/>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dk1"/>
                </a:solidFill>
                <a:latin typeface="Arial"/>
                <a:ea typeface="Arial"/>
                <a:cs typeface="Arial"/>
                <a:sym typeface="Arial"/>
              </a:rPr>
              <a:t>Implement </a:t>
            </a:r>
            <a:r>
              <a:rPr lang="en-US" sz="2000">
                <a:solidFill>
                  <a:schemeClr val="accent3"/>
                </a:solidFill>
                <a:latin typeface="Arial"/>
                <a:ea typeface="Arial"/>
                <a:cs typeface="Arial"/>
                <a:sym typeface="Arial"/>
              </a:rPr>
              <a:t>Private AI </a:t>
            </a:r>
            <a:br>
              <a:rPr lang="en-US" sz="2000">
                <a:solidFill>
                  <a:schemeClr val="dk1"/>
                </a:solidFill>
                <a:latin typeface="Arial"/>
                <a:ea typeface="Arial"/>
                <a:cs typeface="Arial"/>
                <a:sym typeface="Arial"/>
              </a:rPr>
            </a:br>
            <a:r>
              <a:rPr lang="en-US" sz="2000">
                <a:solidFill>
                  <a:schemeClr val="dk1"/>
                </a:solidFill>
                <a:latin typeface="Arial"/>
                <a:ea typeface="Arial"/>
                <a:cs typeface="Arial"/>
                <a:sym typeface="Arial"/>
              </a:rPr>
              <a:t>with NVIDIA (Private AI Foundation with NVIDIA)</a:t>
            </a:r>
            <a:endParaRPr/>
          </a:p>
        </p:txBody>
      </p:sp>
      <p:sp>
        <p:nvSpPr>
          <p:cNvPr id="3673" name="Google Shape;3673;p14"/>
          <p:cNvSpPr/>
          <p:nvPr/>
        </p:nvSpPr>
        <p:spPr>
          <a:xfrm>
            <a:off x="0" y="0"/>
            <a:ext cx="12188825" cy="152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pic>
        <p:nvPicPr>
          <p:cNvPr id="3674" name="Google Shape;3674;p14"/>
          <p:cNvPicPr preferRelativeResize="0"/>
          <p:nvPr/>
        </p:nvPicPr>
        <p:blipFill rotWithShape="1">
          <a:blip r:embed="rId3">
            <a:alphaModFix/>
          </a:blip>
          <a:srcRect/>
          <a:stretch/>
        </p:blipFill>
        <p:spPr>
          <a:xfrm>
            <a:off x="8824463" y="2369183"/>
            <a:ext cx="3042236" cy="1193440"/>
          </a:xfrm>
          <a:prstGeom prst="rect">
            <a:avLst/>
          </a:prstGeom>
          <a:noFill/>
          <a:ln>
            <a:noFill/>
          </a:ln>
        </p:spPr>
      </p:pic>
      <p:grpSp>
        <p:nvGrpSpPr>
          <p:cNvPr id="3675" name="Google Shape;3675;p14"/>
          <p:cNvGrpSpPr/>
          <p:nvPr/>
        </p:nvGrpSpPr>
        <p:grpSpPr>
          <a:xfrm>
            <a:off x="6022889" y="4458329"/>
            <a:ext cx="1266988" cy="1280160"/>
            <a:chOff x="2251864" y="2357930"/>
            <a:chExt cx="960969" cy="970960"/>
          </a:xfrm>
        </p:grpSpPr>
        <p:sp>
          <p:nvSpPr>
            <p:cNvPr id="3676" name="Google Shape;3676;p14"/>
            <p:cNvSpPr/>
            <p:nvPr/>
          </p:nvSpPr>
          <p:spPr>
            <a:xfrm>
              <a:off x="2251864" y="3257868"/>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77" name="Google Shape;3677;p14"/>
            <p:cNvSpPr/>
            <p:nvPr/>
          </p:nvSpPr>
          <p:spPr>
            <a:xfrm>
              <a:off x="2363108" y="314662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78" name="Google Shape;3678;p14"/>
            <p:cNvSpPr/>
            <p:nvPr/>
          </p:nvSpPr>
          <p:spPr>
            <a:xfrm>
              <a:off x="2504771" y="3165144"/>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79" name="Google Shape;3679;p14"/>
            <p:cNvSpPr/>
            <p:nvPr/>
          </p:nvSpPr>
          <p:spPr>
            <a:xfrm>
              <a:off x="2474351" y="3035381"/>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0" name="Google Shape;3680;p14"/>
            <p:cNvSpPr/>
            <p:nvPr/>
          </p:nvSpPr>
          <p:spPr>
            <a:xfrm>
              <a:off x="2585594" y="2924138"/>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1" name="Google Shape;3681;p14"/>
            <p:cNvSpPr/>
            <p:nvPr/>
          </p:nvSpPr>
          <p:spPr>
            <a:xfrm>
              <a:off x="2618687" y="3043209"/>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2" name="Google Shape;3682;p14"/>
            <p:cNvSpPr/>
            <p:nvPr/>
          </p:nvSpPr>
          <p:spPr>
            <a:xfrm>
              <a:off x="2696838" y="281289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3" name="Google Shape;3683;p14"/>
            <p:cNvSpPr/>
            <p:nvPr/>
          </p:nvSpPr>
          <p:spPr>
            <a:xfrm>
              <a:off x="2670236" y="268211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4" name="Google Shape;3684;p14"/>
            <p:cNvSpPr/>
            <p:nvPr/>
          </p:nvSpPr>
          <p:spPr>
            <a:xfrm>
              <a:off x="2808081" y="270165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5" name="Google Shape;3685;p14"/>
            <p:cNvSpPr/>
            <p:nvPr/>
          </p:nvSpPr>
          <p:spPr>
            <a:xfrm>
              <a:off x="2919324" y="259040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6" name="Google Shape;3686;p14"/>
            <p:cNvSpPr/>
            <p:nvPr/>
          </p:nvSpPr>
          <p:spPr>
            <a:xfrm>
              <a:off x="3030568" y="247916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7" name="Google Shape;3687;p14"/>
            <p:cNvSpPr/>
            <p:nvPr/>
          </p:nvSpPr>
          <p:spPr>
            <a:xfrm>
              <a:off x="3063024" y="260695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8" name="Google Shape;3688;p14"/>
            <p:cNvSpPr/>
            <p:nvPr/>
          </p:nvSpPr>
          <p:spPr>
            <a:xfrm>
              <a:off x="3141811" y="236792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9" name="Google Shape;3689;p14"/>
            <p:cNvSpPr/>
            <p:nvPr/>
          </p:nvSpPr>
          <p:spPr>
            <a:xfrm>
              <a:off x="2996838" y="2357930"/>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690" name="Google Shape;3690;p14"/>
          <p:cNvGrpSpPr/>
          <p:nvPr/>
        </p:nvGrpSpPr>
        <p:grpSpPr>
          <a:xfrm>
            <a:off x="7099794" y="3439249"/>
            <a:ext cx="3327833" cy="2602031"/>
            <a:chOff x="7099794" y="3439249"/>
            <a:chExt cx="3327833" cy="2602031"/>
          </a:xfrm>
        </p:grpSpPr>
        <p:grpSp>
          <p:nvGrpSpPr>
            <p:cNvPr id="3691" name="Google Shape;3691;p14"/>
            <p:cNvGrpSpPr/>
            <p:nvPr/>
          </p:nvGrpSpPr>
          <p:grpSpPr>
            <a:xfrm>
              <a:off x="7831949" y="5717323"/>
              <a:ext cx="1858111" cy="323957"/>
              <a:chOff x="5493826" y="4735334"/>
              <a:chExt cx="1401453" cy="244341"/>
            </a:xfrm>
          </p:grpSpPr>
          <p:sp>
            <p:nvSpPr>
              <p:cNvPr id="3692" name="Google Shape;3692;p14"/>
              <p:cNvSpPr/>
              <p:nvPr/>
            </p:nvSpPr>
            <p:spPr>
              <a:xfrm>
                <a:off x="6008728" y="4735334"/>
                <a:ext cx="375746" cy="225876"/>
              </a:xfrm>
              <a:custGeom>
                <a:avLst/>
                <a:gdLst/>
                <a:ahLst/>
                <a:cxnLst/>
                <a:rect l="l" t="t" r="r" b="b"/>
                <a:pathLst>
                  <a:path w="375746" h="225876" extrusionOk="0">
                    <a:moveTo>
                      <a:pt x="0" y="0"/>
                    </a:moveTo>
                    <a:lnTo>
                      <a:pt x="375746" y="0"/>
                    </a:lnTo>
                    <a:lnTo>
                      <a:pt x="375746" y="225876"/>
                    </a:lnTo>
                    <a:lnTo>
                      <a:pt x="0" y="225876"/>
                    </a:lnTo>
                    <a:close/>
                  </a:path>
                </a:pathLst>
              </a:custGeom>
              <a:gradFill>
                <a:gsLst>
                  <a:gs pos="0">
                    <a:schemeClr val="accent2"/>
                  </a:gs>
                  <a:gs pos="22000">
                    <a:schemeClr val="accent2"/>
                  </a:gs>
                  <a:gs pos="100000">
                    <a:schemeClr val="dk2"/>
                  </a:gs>
                </a:gsLst>
                <a:lin ang="16200000" scaled="0"/>
              </a:gra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3693" name="Google Shape;3693;p14"/>
              <p:cNvSpPr/>
              <p:nvPr/>
            </p:nvSpPr>
            <p:spPr>
              <a:xfrm>
                <a:off x="5493826" y="4904867"/>
                <a:ext cx="1401453" cy="74808"/>
              </a:xfrm>
              <a:custGeom>
                <a:avLst/>
                <a:gdLst/>
                <a:ahLst/>
                <a:cxnLst/>
                <a:rect l="l" t="t" r="r" b="b"/>
                <a:pathLst>
                  <a:path w="1401453" h="74808" extrusionOk="0">
                    <a:moveTo>
                      <a:pt x="1401454" y="10273"/>
                    </a:moveTo>
                    <a:lnTo>
                      <a:pt x="696095" y="0"/>
                    </a:lnTo>
                    <a:lnTo>
                      <a:pt x="0" y="10273"/>
                    </a:lnTo>
                    <a:lnTo>
                      <a:pt x="0" y="74809"/>
                    </a:lnTo>
                    <a:lnTo>
                      <a:pt x="1401454" y="74809"/>
                    </a:lnTo>
                    <a:lnTo>
                      <a:pt x="1401454" y="10273"/>
                    </a:lnTo>
                    <a:close/>
                  </a:path>
                </a:pathLst>
              </a:custGeom>
              <a:gradFill>
                <a:gsLst>
                  <a:gs pos="0">
                    <a:schemeClr val="accent2"/>
                  </a:gs>
                  <a:gs pos="22000">
                    <a:schemeClr val="accent2"/>
                  </a:gs>
                  <a:gs pos="100000">
                    <a:schemeClr val="dk2"/>
                  </a:gs>
                </a:gsLst>
                <a:lin ang="8100000" scaled="0"/>
              </a:gra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grpSp>
        <p:sp>
          <p:nvSpPr>
            <p:cNvPr id="3694" name="Google Shape;3694;p14"/>
            <p:cNvSpPr/>
            <p:nvPr/>
          </p:nvSpPr>
          <p:spPr>
            <a:xfrm>
              <a:off x="7099794" y="3439249"/>
              <a:ext cx="3327833" cy="2288688"/>
            </a:xfrm>
            <a:prstGeom prst="roundRect">
              <a:avLst>
                <a:gd name="adj" fmla="val 2649"/>
              </a:avLst>
            </a:prstGeom>
            <a:gradFill>
              <a:gsLst>
                <a:gs pos="0">
                  <a:schemeClr val="accent1"/>
                </a:gs>
                <a:gs pos="15000">
                  <a:schemeClr val="accent1"/>
                </a:gs>
                <a:gs pos="100000">
                  <a:schemeClr val="accent2"/>
                </a:gs>
              </a:gsLst>
              <a:lin ang="81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95" name="Google Shape;3695;p14"/>
            <p:cNvSpPr/>
            <p:nvPr/>
          </p:nvSpPr>
          <p:spPr>
            <a:xfrm>
              <a:off x="8991888" y="3536080"/>
              <a:ext cx="1344062" cy="1301771"/>
            </a:xfrm>
            <a:prstGeom prst="roundRect">
              <a:avLst>
                <a:gd name="adj" fmla="val 4797"/>
              </a:avLst>
            </a:prstGeom>
            <a:solidFill>
              <a:schemeClr val="dk2">
                <a:alpha val="4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96" name="Google Shape;3696;p14"/>
            <p:cNvSpPr/>
            <p:nvPr/>
          </p:nvSpPr>
          <p:spPr>
            <a:xfrm>
              <a:off x="8991889" y="4892852"/>
              <a:ext cx="1343962" cy="717604"/>
            </a:xfrm>
            <a:prstGeom prst="roundRect">
              <a:avLst>
                <a:gd name="adj" fmla="val 8447"/>
              </a:avLst>
            </a:prstGeom>
            <a:solidFill>
              <a:schemeClr val="dk2">
                <a:alpha val="4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97" name="Google Shape;3697;p14"/>
            <p:cNvSpPr/>
            <p:nvPr/>
          </p:nvSpPr>
          <p:spPr>
            <a:xfrm>
              <a:off x="7191472" y="3536080"/>
              <a:ext cx="1742258" cy="2074375"/>
            </a:xfrm>
            <a:prstGeom prst="roundRect">
              <a:avLst>
                <a:gd name="adj" fmla="val 3526"/>
              </a:avLst>
            </a:prstGeom>
            <a:solidFill>
              <a:schemeClr val="dk2">
                <a:alpha val="4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698" name="Google Shape;3698;p14"/>
          <p:cNvGrpSpPr/>
          <p:nvPr/>
        </p:nvGrpSpPr>
        <p:grpSpPr>
          <a:xfrm>
            <a:off x="9261335" y="3770594"/>
            <a:ext cx="808034" cy="808030"/>
            <a:chOff x="9261335" y="3770594"/>
            <a:chExt cx="808034" cy="808030"/>
          </a:xfrm>
        </p:grpSpPr>
        <p:sp>
          <p:nvSpPr>
            <p:cNvPr id="3699" name="Google Shape;3699;p14"/>
            <p:cNvSpPr/>
            <p:nvPr/>
          </p:nvSpPr>
          <p:spPr>
            <a:xfrm>
              <a:off x="9261335" y="3770594"/>
              <a:ext cx="808034" cy="808030"/>
            </a:xfrm>
            <a:custGeom>
              <a:avLst/>
              <a:gdLst/>
              <a:ahLst/>
              <a:cxnLst/>
              <a:rect l="l" t="t" r="r" b="b"/>
              <a:pathLst>
                <a:path w="960200" h="960200" extrusionOk="0">
                  <a:moveTo>
                    <a:pt x="960200" y="480100"/>
                  </a:moveTo>
                  <a:cubicBezTo>
                    <a:pt x="960200" y="745252"/>
                    <a:pt x="745252" y="960200"/>
                    <a:pt x="480100" y="960200"/>
                  </a:cubicBezTo>
                  <a:cubicBezTo>
                    <a:pt x="214948" y="960200"/>
                    <a:pt x="0" y="745252"/>
                    <a:pt x="0" y="480100"/>
                  </a:cubicBezTo>
                  <a:cubicBezTo>
                    <a:pt x="0" y="214948"/>
                    <a:pt x="214948" y="0"/>
                    <a:pt x="480100" y="0"/>
                  </a:cubicBezTo>
                  <a:cubicBezTo>
                    <a:pt x="745252" y="0"/>
                    <a:pt x="960200" y="214948"/>
                    <a:pt x="960200" y="480100"/>
                  </a:cubicBezTo>
                  <a:close/>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00" name="Google Shape;3700;p14"/>
            <p:cNvSpPr/>
            <p:nvPr/>
          </p:nvSpPr>
          <p:spPr>
            <a:xfrm>
              <a:off x="9665352" y="3770673"/>
              <a:ext cx="7939" cy="79627"/>
            </a:xfrm>
            <a:custGeom>
              <a:avLst/>
              <a:gdLst/>
              <a:ahLst/>
              <a:cxnLst/>
              <a:rect l="l" t="t" r="r" b="b"/>
              <a:pathLst>
                <a:path w="9434" h="94623" extrusionOk="0">
                  <a:moveTo>
                    <a:pt x="0" y="0"/>
                  </a:moveTo>
                  <a:lnTo>
                    <a:pt x="0" y="94624"/>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01" name="Google Shape;3701;p14"/>
            <p:cNvSpPr/>
            <p:nvPr/>
          </p:nvSpPr>
          <p:spPr>
            <a:xfrm>
              <a:off x="9527372" y="3794966"/>
              <a:ext cx="27230" cy="74864"/>
            </a:xfrm>
            <a:custGeom>
              <a:avLst/>
              <a:gdLst/>
              <a:ahLst/>
              <a:cxnLst/>
              <a:rect l="l" t="t" r="r" b="b"/>
              <a:pathLst>
                <a:path w="32358" h="88963" extrusionOk="0">
                  <a:moveTo>
                    <a:pt x="0" y="0"/>
                  </a:moveTo>
                  <a:lnTo>
                    <a:pt x="32359" y="88963"/>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02" name="Google Shape;3702;p14"/>
            <p:cNvSpPr/>
            <p:nvPr/>
          </p:nvSpPr>
          <p:spPr>
            <a:xfrm>
              <a:off x="9405984" y="3865068"/>
              <a:ext cx="51206" cy="60971"/>
            </a:xfrm>
            <a:custGeom>
              <a:avLst/>
              <a:gdLst/>
              <a:ahLst/>
              <a:cxnLst/>
              <a:rect l="l" t="t" r="r" b="b"/>
              <a:pathLst>
                <a:path w="60849" h="72453" extrusionOk="0">
                  <a:moveTo>
                    <a:pt x="0" y="0"/>
                  </a:moveTo>
                  <a:lnTo>
                    <a:pt x="60850" y="72454"/>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3703" name="Google Shape;3703;p14"/>
            <p:cNvGrpSpPr/>
            <p:nvPr/>
          </p:nvGrpSpPr>
          <p:grpSpPr>
            <a:xfrm>
              <a:off x="9315876" y="3972403"/>
              <a:ext cx="698952" cy="403459"/>
              <a:chOff x="4098256" y="828402"/>
              <a:chExt cx="830576" cy="479439"/>
            </a:xfrm>
          </p:grpSpPr>
          <p:sp>
            <p:nvSpPr>
              <p:cNvPr id="3704" name="Google Shape;3704;p14"/>
              <p:cNvSpPr/>
              <p:nvPr/>
            </p:nvSpPr>
            <p:spPr>
              <a:xfrm>
                <a:off x="4098256" y="828402"/>
                <a:ext cx="81982" cy="47359"/>
              </a:xfrm>
              <a:custGeom>
                <a:avLst/>
                <a:gdLst/>
                <a:ahLst/>
                <a:cxnLst/>
                <a:rect l="l" t="t" r="r" b="b"/>
                <a:pathLst>
                  <a:path w="81982" h="47359" extrusionOk="0">
                    <a:moveTo>
                      <a:pt x="0" y="0"/>
                    </a:moveTo>
                    <a:lnTo>
                      <a:pt x="81982" y="47359"/>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05" name="Google Shape;3705;p14"/>
              <p:cNvSpPr/>
              <p:nvPr/>
            </p:nvSpPr>
            <p:spPr>
              <a:xfrm>
                <a:off x="4846850" y="1260577"/>
                <a:ext cx="81982" cy="47264"/>
              </a:xfrm>
              <a:custGeom>
                <a:avLst/>
                <a:gdLst/>
                <a:ahLst/>
                <a:cxnLst/>
                <a:rect l="l" t="t" r="r" b="b"/>
                <a:pathLst>
                  <a:path w="81982" h="47264" extrusionOk="0">
                    <a:moveTo>
                      <a:pt x="0" y="0"/>
                    </a:moveTo>
                    <a:lnTo>
                      <a:pt x="81982" y="47265"/>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706" name="Google Shape;3706;p14"/>
            <p:cNvGrpSpPr/>
            <p:nvPr/>
          </p:nvGrpSpPr>
          <p:grpSpPr>
            <a:xfrm>
              <a:off x="9268004" y="4104110"/>
              <a:ext cx="794696" cy="140123"/>
              <a:chOff x="4041369" y="984913"/>
              <a:chExt cx="944350" cy="166511"/>
            </a:xfrm>
          </p:grpSpPr>
          <p:sp>
            <p:nvSpPr>
              <p:cNvPr id="3707" name="Google Shape;3707;p14"/>
              <p:cNvSpPr/>
              <p:nvPr/>
            </p:nvSpPr>
            <p:spPr>
              <a:xfrm>
                <a:off x="4041369" y="984913"/>
                <a:ext cx="93208" cy="16415"/>
              </a:xfrm>
              <a:custGeom>
                <a:avLst/>
                <a:gdLst/>
                <a:ahLst/>
                <a:cxnLst/>
                <a:rect l="l" t="t" r="r" b="b"/>
                <a:pathLst>
                  <a:path w="93208" h="16415" extrusionOk="0">
                    <a:moveTo>
                      <a:pt x="0" y="0"/>
                    </a:moveTo>
                    <a:lnTo>
                      <a:pt x="93209" y="16415"/>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08" name="Google Shape;3708;p14"/>
              <p:cNvSpPr/>
              <p:nvPr/>
            </p:nvSpPr>
            <p:spPr>
              <a:xfrm>
                <a:off x="4892511" y="1135009"/>
                <a:ext cx="93208" cy="16415"/>
              </a:xfrm>
              <a:custGeom>
                <a:avLst/>
                <a:gdLst/>
                <a:ahLst/>
                <a:cxnLst/>
                <a:rect l="l" t="t" r="r" b="b"/>
                <a:pathLst>
                  <a:path w="93208" h="16415" extrusionOk="0">
                    <a:moveTo>
                      <a:pt x="0" y="0"/>
                    </a:moveTo>
                    <a:lnTo>
                      <a:pt x="93208" y="16415"/>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709" name="Google Shape;3709;p14"/>
            <p:cNvGrpSpPr/>
            <p:nvPr/>
          </p:nvGrpSpPr>
          <p:grpSpPr>
            <a:xfrm>
              <a:off x="9268004" y="4104110"/>
              <a:ext cx="794696" cy="140123"/>
              <a:chOff x="4041369" y="984913"/>
              <a:chExt cx="944350" cy="166511"/>
            </a:xfrm>
          </p:grpSpPr>
          <p:sp>
            <p:nvSpPr>
              <p:cNvPr id="3710" name="Google Shape;3710;p14"/>
              <p:cNvSpPr/>
              <p:nvPr/>
            </p:nvSpPr>
            <p:spPr>
              <a:xfrm>
                <a:off x="4041369" y="1135009"/>
                <a:ext cx="93208" cy="16415"/>
              </a:xfrm>
              <a:custGeom>
                <a:avLst/>
                <a:gdLst/>
                <a:ahLst/>
                <a:cxnLst/>
                <a:rect l="l" t="t" r="r" b="b"/>
                <a:pathLst>
                  <a:path w="93208" h="16415" extrusionOk="0">
                    <a:moveTo>
                      <a:pt x="0" y="16415"/>
                    </a:moveTo>
                    <a:lnTo>
                      <a:pt x="93209"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11" name="Google Shape;3711;p14"/>
              <p:cNvSpPr/>
              <p:nvPr/>
            </p:nvSpPr>
            <p:spPr>
              <a:xfrm>
                <a:off x="4892511" y="984913"/>
                <a:ext cx="93208" cy="16415"/>
              </a:xfrm>
              <a:custGeom>
                <a:avLst/>
                <a:gdLst/>
                <a:ahLst/>
                <a:cxnLst/>
                <a:rect l="l" t="t" r="r" b="b"/>
                <a:pathLst>
                  <a:path w="93208" h="16415" extrusionOk="0">
                    <a:moveTo>
                      <a:pt x="0" y="16415"/>
                    </a:moveTo>
                    <a:lnTo>
                      <a:pt x="93208"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712" name="Google Shape;3712;p14"/>
            <p:cNvGrpSpPr/>
            <p:nvPr/>
          </p:nvGrpSpPr>
          <p:grpSpPr>
            <a:xfrm>
              <a:off x="9315876" y="3972403"/>
              <a:ext cx="698952" cy="403459"/>
              <a:chOff x="4098256" y="828402"/>
              <a:chExt cx="830576" cy="479439"/>
            </a:xfrm>
          </p:grpSpPr>
          <p:sp>
            <p:nvSpPr>
              <p:cNvPr id="3713" name="Google Shape;3713;p14"/>
              <p:cNvSpPr/>
              <p:nvPr/>
            </p:nvSpPr>
            <p:spPr>
              <a:xfrm>
                <a:off x="4098256" y="1260577"/>
                <a:ext cx="81982" cy="47264"/>
              </a:xfrm>
              <a:custGeom>
                <a:avLst/>
                <a:gdLst/>
                <a:ahLst/>
                <a:cxnLst/>
                <a:rect l="l" t="t" r="r" b="b"/>
                <a:pathLst>
                  <a:path w="81982" h="47264" extrusionOk="0">
                    <a:moveTo>
                      <a:pt x="0" y="47265"/>
                    </a:moveTo>
                    <a:lnTo>
                      <a:pt x="81982"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14" name="Google Shape;3714;p14"/>
              <p:cNvSpPr/>
              <p:nvPr/>
            </p:nvSpPr>
            <p:spPr>
              <a:xfrm>
                <a:off x="4846850" y="828402"/>
                <a:ext cx="81982" cy="47359"/>
              </a:xfrm>
              <a:custGeom>
                <a:avLst/>
                <a:gdLst/>
                <a:ahLst/>
                <a:cxnLst/>
                <a:rect l="l" t="t" r="r" b="b"/>
                <a:pathLst>
                  <a:path w="81982" h="47359" extrusionOk="0">
                    <a:moveTo>
                      <a:pt x="0" y="47359"/>
                    </a:moveTo>
                    <a:lnTo>
                      <a:pt x="81982"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715" name="Google Shape;3715;p14"/>
            <p:cNvSpPr/>
            <p:nvPr/>
          </p:nvSpPr>
          <p:spPr>
            <a:xfrm>
              <a:off x="9873513" y="3865068"/>
              <a:ext cx="51206" cy="60971"/>
            </a:xfrm>
            <a:custGeom>
              <a:avLst/>
              <a:gdLst/>
              <a:ahLst/>
              <a:cxnLst/>
              <a:rect l="l" t="t" r="r" b="b"/>
              <a:pathLst>
                <a:path w="60849" h="72453" extrusionOk="0">
                  <a:moveTo>
                    <a:pt x="0" y="72454"/>
                  </a:moveTo>
                  <a:lnTo>
                    <a:pt x="60850"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16" name="Google Shape;3716;p14"/>
            <p:cNvSpPr/>
            <p:nvPr/>
          </p:nvSpPr>
          <p:spPr>
            <a:xfrm>
              <a:off x="9776101" y="3794966"/>
              <a:ext cx="27230" cy="74864"/>
            </a:xfrm>
            <a:custGeom>
              <a:avLst/>
              <a:gdLst/>
              <a:ahLst/>
              <a:cxnLst/>
              <a:rect l="l" t="t" r="r" b="b"/>
              <a:pathLst>
                <a:path w="32358" h="88963" extrusionOk="0">
                  <a:moveTo>
                    <a:pt x="0" y="88963"/>
                  </a:moveTo>
                  <a:lnTo>
                    <a:pt x="32359"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717" name="Google Shape;3717;p14"/>
          <p:cNvSpPr/>
          <p:nvPr/>
        </p:nvSpPr>
        <p:spPr>
          <a:xfrm>
            <a:off x="9187541" y="5028021"/>
            <a:ext cx="887010" cy="414870"/>
          </a:xfrm>
          <a:custGeom>
            <a:avLst/>
            <a:gdLst/>
            <a:ahLst/>
            <a:cxnLst/>
            <a:rect l="l" t="t" r="r" b="b"/>
            <a:pathLst>
              <a:path w="603945" h="282476" extrusionOk="0">
                <a:moveTo>
                  <a:pt x="0" y="263129"/>
                </a:moveTo>
                <a:lnTo>
                  <a:pt x="177553" y="263129"/>
                </a:lnTo>
                <a:lnTo>
                  <a:pt x="177553" y="282476"/>
                </a:lnTo>
                <a:lnTo>
                  <a:pt x="0" y="282476"/>
                </a:lnTo>
                <a:close/>
                <a:moveTo>
                  <a:pt x="459433" y="40482"/>
                </a:moveTo>
                <a:lnTo>
                  <a:pt x="603945" y="101501"/>
                </a:lnTo>
                <a:lnTo>
                  <a:pt x="603945" y="126504"/>
                </a:lnTo>
                <a:lnTo>
                  <a:pt x="459433" y="188268"/>
                </a:lnTo>
                <a:lnTo>
                  <a:pt x="459433" y="161628"/>
                </a:lnTo>
                <a:lnTo>
                  <a:pt x="573882" y="114152"/>
                </a:lnTo>
                <a:lnTo>
                  <a:pt x="459433" y="67122"/>
                </a:lnTo>
                <a:close/>
                <a:moveTo>
                  <a:pt x="337245" y="40482"/>
                </a:moveTo>
                <a:lnTo>
                  <a:pt x="337245" y="67122"/>
                </a:lnTo>
                <a:lnTo>
                  <a:pt x="222647" y="114152"/>
                </a:lnTo>
                <a:lnTo>
                  <a:pt x="337245" y="161628"/>
                </a:lnTo>
                <a:lnTo>
                  <a:pt x="337245" y="188268"/>
                </a:lnTo>
                <a:lnTo>
                  <a:pt x="192733" y="126504"/>
                </a:lnTo>
                <a:lnTo>
                  <a:pt x="192733" y="101501"/>
                </a:lnTo>
                <a:close/>
                <a:moveTo>
                  <a:pt x="420291" y="0"/>
                </a:moveTo>
                <a:lnTo>
                  <a:pt x="441722" y="0"/>
                </a:lnTo>
                <a:lnTo>
                  <a:pt x="378619" y="225624"/>
                </a:lnTo>
                <a:lnTo>
                  <a:pt x="357039" y="225624"/>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None/>
            </a:pPr>
            <a:endParaRPr sz="2400">
              <a:solidFill>
                <a:schemeClr val="accent6"/>
              </a:solidFill>
              <a:latin typeface="Arial"/>
              <a:ea typeface="Arial"/>
              <a:cs typeface="Arial"/>
              <a:sym typeface="Arial"/>
            </a:endParaRPr>
          </a:p>
        </p:txBody>
      </p:sp>
      <p:grpSp>
        <p:nvGrpSpPr>
          <p:cNvPr id="3718" name="Google Shape;3718;p14"/>
          <p:cNvGrpSpPr/>
          <p:nvPr/>
        </p:nvGrpSpPr>
        <p:grpSpPr>
          <a:xfrm>
            <a:off x="7494699" y="3681858"/>
            <a:ext cx="1165288" cy="1165284"/>
            <a:chOff x="6443823" y="2047452"/>
            <a:chExt cx="566712" cy="566710"/>
          </a:xfrm>
        </p:grpSpPr>
        <p:grpSp>
          <p:nvGrpSpPr>
            <p:cNvPr id="3719" name="Google Shape;3719;p14"/>
            <p:cNvGrpSpPr/>
            <p:nvPr/>
          </p:nvGrpSpPr>
          <p:grpSpPr>
            <a:xfrm>
              <a:off x="6443823" y="2047452"/>
              <a:ext cx="566712" cy="566710"/>
              <a:chOff x="-396256" y="3115798"/>
              <a:chExt cx="601858" cy="601858"/>
            </a:xfrm>
          </p:grpSpPr>
          <p:sp>
            <p:nvSpPr>
              <p:cNvPr id="3720" name="Google Shape;3720;p14"/>
              <p:cNvSpPr/>
              <p:nvPr/>
            </p:nvSpPr>
            <p:spPr>
              <a:xfrm>
                <a:off x="-396256" y="3115798"/>
                <a:ext cx="601858" cy="601858"/>
              </a:xfrm>
              <a:prstGeom prst="roundRect">
                <a:avLst>
                  <a:gd name="adj" fmla="val 9912"/>
                </a:avLst>
              </a:prstGeom>
              <a:gradFill>
                <a:gsLst>
                  <a:gs pos="0">
                    <a:schemeClr val="accent6"/>
                  </a:gs>
                  <a:gs pos="100000">
                    <a:srgbClr val="D58B3F"/>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21" name="Google Shape;3721;p14"/>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862"/>
                    </a:srgbClr>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722" name="Google Shape;3722;p14"/>
            <p:cNvGrpSpPr/>
            <p:nvPr/>
          </p:nvGrpSpPr>
          <p:grpSpPr>
            <a:xfrm>
              <a:off x="6551426" y="2142244"/>
              <a:ext cx="351505" cy="377126"/>
              <a:chOff x="7986227" y="2894842"/>
              <a:chExt cx="960388" cy="1030389"/>
            </a:xfrm>
          </p:grpSpPr>
          <p:grpSp>
            <p:nvGrpSpPr>
              <p:cNvPr id="3723" name="Google Shape;3723;p14"/>
              <p:cNvGrpSpPr/>
              <p:nvPr/>
            </p:nvGrpSpPr>
            <p:grpSpPr>
              <a:xfrm>
                <a:off x="7986227" y="2894842"/>
                <a:ext cx="498307" cy="1030389"/>
                <a:chOff x="7986227" y="2894842"/>
                <a:chExt cx="498307" cy="1030389"/>
              </a:xfrm>
            </p:grpSpPr>
            <p:sp>
              <p:nvSpPr>
                <p:cNvPr id="3724" name="Google Shape;3724;p14"/>
                <p:cNvSpPr/>
                <p:nvPr/>
              </p:nvSpPr>
              <p:spPr>
                <a:xfrm>
                  <a:off x="8063020" y="2894842"/>
                  <a:ext cx="421514" cy="1030389"/>
                </a:xfrm>
                <a:custGeom>
                  <a:avLst/>
                  <a:gdLst/>
                  <a:ahLst/>
                  <a:cxnLst/>
                  <a:rect l="l" t="t" r="r" b="b"/>
                  <a:pathLst>
                    <a:path w="421514" h="1030389" extrusionOk="0">
                      <a:moveTo>
                        <a:pt x="25378" y="366042"/>
                      </a:moveTo>
                      <a:cubicBezTo>
                        <a:pt x="9340" y="342363"/>
                        <a:pt x="0" y="313683"/>
                        <a:pt x="0" y="282928"/>
                      </a:cubicBezTo>
                      <a:cubicBezTo>
                        <a:pt x="0" y="200852"/>
                        <a:pt x="66510" y="134247"/>
                        <a:pt x="148681" y="134247"/>
                      </a:cubicBezTo>
                      <a:cubicBezTo>
                        <a:pt x="155002" y="134247"/>
                        <a:pt x="161323" y="134624"/>
                        <a:pt x="167455" y="135379"/>
                      </a:cubicBezTo>
                      <a:cubicBezTo>
                        <a:pt x="174153" y="59529"/>
                        <a:pt x="237928" y="0"/>
                        <a:pt x="315476" y="0"/>
                      </a:cubicBezTo>
                      <a:cubicBezTo>
                        <a:pt x="356986" y="0"/>
                        <a:pt x="394533" y="17076"/>
                        <a:pt x="421514" y="44529"/>
                      </a:cubicBezTo>
                      <a:lnTo>
                        <a:pt x="421514" y="959540"/>
                      </a:lnTo>
                      <a:cubicBezTo>
                        <a:pt x="396420" y="1001993"/>
                        <a:pt x="350193" y="1030390"/>
                        <a:pt x="297268" y="1030390"/>
                      </a:cubicBezTo>
                      <a:cubicBezTo>
                        <a:pt x="217550" y="1030390"/>
                        <a:pt x="153021" y="965766"/>
                        <a:pt x="153021" y="886143"/>
                      </a:cubicBezTo>
                      <a:cubicBezTo>
                        <a:pt x="153021" y="806425"/>
                        <a:pt x="217644" y="741896"/>
                        <a:pt x="297268" y="741896"/>
                      </a:cubicBez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25" name="Google Shape;3725;p14"/>
                <p:cNvSpPr/>
                <p:nvPr/>
              </p:nvSpPr>
              <p:spPr>
                <a:xfrm>
                  <a:off x="8304627" y="3102391"/>
                  <a:ext cx="179719" cy="63585"/>
                </a:xfrm>
                <a:custGeom>
                  <a:avLst/>
                  <a:gdLst/>
                  <a:ahLst/>
                  <a:cxnLst/>
                  <a:rect l="l" t="t" r="r" b="b"/>
                  <a:pathLst>
                    <a:path w="179719" h="63585" extrusionOk="0">
                      <a:moveTo>
                        <a:pt x="0" y="0"/>
                      </a:moveTo>
                      <a:cubicBezTo>
                        <a:pt x="23962" y="38208"/>
                        <a:pt x="66510" y="63586"/>
                        <a:pt x="115001" y="63586"/>
                      </a:cubicBezTo>
                      <a:cubicBezTo>
                        <a:pt x="138398" y="63586"/>
                        <a:pt x="160473" y="57642"/>
                        <a:pt x="179719" y="47170"/>
                      </a:cubicBez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26" name="Google Shape;3726;p14"/>
                <p:cNvSpPr/>
                <p:nvPr/>
              </p:nvSpPr>
              <p:spPr>
                <a:xfrm>
                  <a:off x="8206513" y="3331262"/>
                  <a:ext cx="153775" cy="70189"/>
                </a:xfrm>
                <a:custGeom>
                  <a:avLst/>
                  <a:gdLst/>
                  <a:ahLst/>
                  <a:cxnLst/>
                  <a:rect l="l" t="t" r="r" b="b"/>
                  <a:pathLst>
                    <a:path w="153775" h="70189" extrusionOk="0">
                      <a:moveTo>
                        <a:pt x="153775" y="189"/>
                      </a:moveTo>
                      <a:cubicBezTo>
                        <a:pt x="150945" y="94"/>
                        <a:pt x="148210" y="0"/>
                        <a:pt x="145379" y="0"/>
                      </a:cubicBezTo>
                      <a:cubicBezTo>
                        <a:pt x="86510" y="0"/>
                        <a:pt x="33962" y="27453"/>
                        <a:pt x="0" y="70189"/>
                      </a:cubicBez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27" name="Google Shape;3727;p14"/>
                <p:cNvSpPr/>
                <p:nvPr/>
              </p:nvSpPr>
              <p:spPr>
                <a:xfrm>
                  <a:off x="7986227" y="3251544"/>
                  <a:ext cx="297078" cy="529628"/>
                </a:xfrm>
                <a:custGeom>
                  <a:avLst/>
                  <a:gdLst/>
                  <a:ahLst/>
                  <a:cxnLst/>
                  <a:rect l="l" t="t" r="r" b="b"/>
                  <a:pathLst>
                    <a:path w="297078" h="529628" extrusionOk="0">
                      <a:moveTo>
                        <a:pt x="297079" y="94435"/>
                      </a:moveTo>
                      <a:cubicBezTo>
                        <a:pt x="273588" y="38963"/>
                        <a:pt x="218682" y="0"/>
                        <a:pt x="154624" y="0"/>
                      </a:cubicBezTo>
                      <a:cubicBezTo>
                        <a:pt x="69246" y="0"/>
                        <a:pt x="0" y="69246"/>
                        <a:pt x="0" y="154624"/>
                      </a:cubicBezTo>
                      <a:cubicBezTo>
                        <a:pt x="0" y="218587"/>
                        <a:pt x="38868" y="273588"/>
                        <a:pt x="94341" y="297079"/>
                      </a:cubicBezTo>
                      <a:cubicBezTo>
                        <a:pt x="78019" y="320947"/>
                        <a:pt x="68491" y="349815"/>
                        <a:pt x="68491" y="380948"/>
                      </a:cubicBezTo>
                      <a:cubicBezTo>
                        <a:pt x="68491" y="463024"/>
                        <a:pt x="135002" y="529629"/>
                        <a:pt x="217172" y="529629"/>
                      </a:cubicBezTo>
                      <a:cubicBezTo>
                        <a:pt x="221417" y="529629"/>
                        <a:pt x="225757" y="529440"/>
                        <a:pt x="229908" y="529063"/>
                      </a:cubicBez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28" name="Google Shape;3728;p14"/>
                <p:cNvSpPr/>
                <p:nvPr/>
              </p:nvSpPr>
              <p:spPr>
                <a:xfrm>
                  <a:off x="8271042" y="3561737"/>
                  <a:ext cx="15523" cy="105850"/>
                </a:xfrm>
                <a:custGeom>
                  <a:avLst/>
                  <a:gdLst/>
                  <a:ahLst/>
                  <a:cxnLst/>
                  <a:rect l="l" t="t" r="r" b="b"/>
                  <a:pathLst>
                    <a:path w="15523" h="105850" extrusionOk="0">
                      <a:moveTo>
                        <a:pt x="0" y="105850"/>
                      </a:moveTo>
                      <a:cubicBezTo>
                        <a:pt x="18585" y="72548"/>
                        <a:pt x="20095" y="33585"/>
                        <a:pt x="6604" y="0"/>
                      </a:cubicBez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729" name="Google Shape;3729;p14"/>
              <p:cNvSpPr/>
              <p:nvPr/>
            </p:nvSpPr>
            <p:spPr>
              <a:xfrm>
                <a:off x="8484346" y="2905596"/>
                <a:ext cx="462269" cy="1008974"/>
              </a:xfrm>
              <a:custGeom>
                <a:avLst/>
                <a:gdLst/>
                <a:ahLst/>
                <a:cxnLst/>
                <a:rect l="l" t="t" r="r" b="b"/>
                <a:pathLst>
                  <a:path w="462269" h="1008974" extrusionOk="0">
                    <a:moveTo>
                      <a:pt x="462270" y="504534"/>
                    </a:moveTo>
                    <a:cubicBezTo>
                      <a:pt x="462270" y="535290"/>
                      <a:pt x="437364" y="560195"/>
                      <a:pt x="406608" y="560195"/>
                    </a:cubicBezTo>
                    <a:cubicBezTo>
                      <a:pt x="375853" y="560195"/>
                      <a:pt x="350948" y="535290"/>
                      <a:pt x="350948" y="504534"/>
                    </a:cubicBezTo>
                    <a:cubicBezTo>
                      <a:pt x="350948" y="473779"/>
                      <a:pt x="375853" y="448873"/>
                      <a:pt x="406608" y="448873"/>
                    </a:cubicBezTo>
                    <a:cubicBezTo>
                      <a:pt x="437364" y="448873"/>
                      <a:pt x="462270" y="473779"/>
                      <a:pt x="462270" y="504534"/>
                    </a:cubicBezTo>
                    <a:close/>
                    <a:moveTo>
                      <a:pt x="351042" y="504534"/>
                    </a:moveTo>
                    <a:lnTo>
                      <a:pt x="0" y="504534"/>
                    </a:lnTo>
                    <a:moveTo>
                      <a:pt x="180285" y="55661"/>
                    </a:moveTo>
                    <a:cubicBezTo>
                      <a:pt x="180285" y="86416"/>
                      <a:pt x="155379" y="111322"/>
                      <a:pt x="124624" y="111322"/>
                    </a:cubicBezTo>
                    <a:cubicBezTo>
                      <a:pt x="93869" y="111322"/>
                      <a:pt x="68963" y="86416"/>
                      <a:pt x="68963" y="55661"/>
                    </a:cubicBezTo>
                    <a:cubicBezTo>
                      <a:pt x="68963" y="24906"/>
                      <a:pt x="93869" y="0"/>
                      <a:pt x="124624" y="0"/>
                    </a:cubicBezTo>
                    <a:cubicBezTo>
                      <a:pt x="155379" y="0"/>
                      <a:pt x="180285" y="24906"/>
                      <a:pt x="180285" y="55661"/>
                    </a:cubicBezTo>
                    <a:close/>
                    <a:moveTo>
                      <a:pt x="359815" y="185568"/>
                    </a:moveTo>
                    <a:cubicBezTo>
                      <a:pt x="381514" y="207267"/>
                      <a:pt x="381514" y="242456"/>
                      <a:pt x="359815" y="264249"/>
                    </a:cubicBezTo>
                    <a:cubicBezTo>
                      <a:pt x="338117" y="285947"/>
                      <a:pt x="302928" y="285947"/>
                      <a:pt x="281135" y="264249"/>
                    </a:cubicBezTo>
                    <a:cubicBezTo>
                      <a:pt x="259437" y="242550"/>
                      <a:pt x="259437" y="207361"/>
                      <a:pt x="281135" y="185568"/>
                    </a:cubicBezTo>
                    <a:cubicBezTo>
                      <a:pt x="302834" y="163870"/>
                      <a:pt x="338023" y="163870"/>
                      <a:pt x="359815" y="185568"/>
                    </a:cubicBezTo>
                    <a:close/>
                    <a:moveTo>
                      <a:pt x="281135" y="264154"/>
                    </a:moveTo>
                    <a:lnTo>
                      <a:pt x="193776" y="351514"/>
                    </a:lnTo>
                    <a:lnTo>
                      <a:pt x="283" y="351514"/>
                    </a:lnTo>
                    <a:moveTo>
                      <a:pt x="124624" y="1008974"/>
                    </a:moveTo>
                    <a:cubicBezTo>
                      <a:pt x="93869" y="1008974"/>
                      <a:pt x="68963" y="984068"/>
                      <a:pt x="68963" y="953313"/>
                    </a:cubicBezTo>
                    <a:cubicBezTo>
                      <a:pt x="68963" y="922558"/>
                      <a:pt x="93869" y="897653"/>
                      <a:pt x="124624" y="897653"/>
                    </a:cubicBezTo>
                    <a:cubicBezTo>
                      <a:pt x="155379" y="897653"/>
                      <a:pt x="180285" y="922558"/>
                      <a:pt x="180285" y="953313"/>
                    </a:cubicBezTo>
                    <a:cubicBezTo>
                      <a:pt x="180285" y="984068"/>
                      <a:pt x="155379" y="1008974"/>
                      <a:pt x="124624" y="1008974"/>
                    </a:cubicBezTo>
                    <a:close/>
                    <a:moveTo>
                      <a:pt x="281135" y="823501"/>
                    </a:moveTo>
                    <a:cubicBezTo>
                      <a:pt x="259437" y="801802"/>
                      <a:pt x="259437" y="766613"/>
                      <a:pt x="281135" y="744820"/>
                    </a:cubicBezTo>
                    <a:cubicBezTo>
                      <a:pt x="302834" y="723122"/>
                      <a:pt x="338023" y="723122"/>
                      <a:pt x="359815" y="744820"/>
                    </a:cubicBezTo>
                    <a:cubicBezTo>
                      <a:pt x="381608" y="766519"/>
                      <a:pt x="381514" y="801708"/>
                      <a:pt x="359815" y="823501"/>
                    </a:cubicBezTo>
                    <a:cubicBezTo>
                      <a:pt x="338117" y="845199"/>
                      <a:pt x="302928" y="845199"/>
                      <a:pt x="281135" y="823501"/>
                    </a:cubicBezTo>
                    <a:close/>
                    <a:moveTo>
                      <a:pt x="188" y="657461"/>
                    </a:moveTo>
                    <a:lnTo>
                      <a:pt x="193681" y="657461"/>
                    </a:lnTo>
                    <a:lnTo>
                      <a:pt x="281041" y="744820"/>
                    </a:lnTo>
                    <a:moveTo>
                      <a:pt x="124624" y="111228"/>
                    </a:moveTo>
                    <a:lnTo>
                      <a:pt x="124624" y="351514"/>
                    </a:lnTo>
                    <a:moveTo>
                      <a:pt x="124624" y="897747"/>
                    </a:moveTo>
                    <a:lnTo>
                      <a:pt x="124624" y="657461"/>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3730" name="Google Shape;3730;p14"/>
          <p:cNvGrpSpPr/>
          <p:nvPr/>
        </p:nvGrpSpPr>
        <p:grpSpPr>
          <a:xfrm>
            <a:off x="7494697" y="5028021"/>
            <a:ext cx="1165286" cy="367410"/>
            <a:chOff x="7320983" y="2710198"/>
            <a:chExt cx="482734" cy="199468"/>
          </a:xfrm>
        </p:grpSpPr>
        <p:sp>
          <p:nvSpPr>
            <p:cNvPr id="3731" name="Google Shape;3731;p14"/>
            <p:cNvSpPr/>
            <p:nvPr/>
          </p:nvSpPr>
          <p:spPr>
            <a:xfrm>
              <a:off x="7320983" y="2710198"/>
              <a:ext cx="431331" cy="27718"/>
            </a:xfrm>
            <a:custGeom>
              <a:avLst/>
              <a:gdLst/>
              <a:ahLst/>
              <a:cxnLst/>
              <a:rect l="l" t="t" r="r" b="b"/>
              <a:pathLst>
                <a:path w="602882" h="38507" extrusionOk="0">
                  <a:moveTo>
                    <a:pt x="0" y="0"/>
                  </a:moveTo>
                  <a:lnTo>
                    <a:pt x="602883" y="0"/>
                  </a:lnTo>
                  <a:lnTo>
                    <a:pt x="602883" y="38507"/>
                  </a:lnTo>
                  <a:lnTo>
                    <a:pt x="0" y="385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32" name="Google Shape;3732;p14"/>
            <p:cNvSpPr/>
            <p:nvPr/>
          </p:nvSpPr>
          <p:spPr>
            <a:xfrm>
              <a:off x="7320983" y="2767448"/>
              <a:ext cx="482734" cy="27718"/>
            </a:xfrm>
            <a:custGeom>
              <a:avLst/>
              <a:gdLst/>
              <a:ahLst/>
              <a:cxnLst/>
              <a:rect l="l" t="t" r="r" b="b"/>
              <a:pathLst>
                <a:path w="674729" h="38507" extrusionOk="0">
                  <a:moveTo>
                    <a:pt x="0" y="0"/>
                  </a:moveTo>
                  <a:lnTo>
                    <a:pt x="674730" y="0"/>
                  </a:lnTo>
                  <a:lnTo>
                    <a:pt x="674730" y="38507"/>
                  </a:lnTo>
                  <a:lnTo>
                    <a:pt x="0" y="385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33" name="Google Shape;3733;p14"/>
            <p:cNvSpPr/>
            <p:nvPr/>
          </p:nvSpPr>
          <p:spPr>
            <a:xfrm>
              <a:off x="7320983" y="2824698"/>
              <a:ext cx="359458" cy="27718"/>
            </a:xfrm>
            <a:custGeom>
              <a:avLst/>
              <a:gdLst/>
              <a:ahLst/>
              <a:cxnLst/>
              <a:rect l="l" t="t" r="r" b="b"/>
              <a:pathLst>
                <a:path w="502423" h="38507" extrusionOk="0">
                  <a:moveTo>
                    <a:pt x="0" y="0"/>
                  </a:moveTo>
                  <a:lnTo>
                    <a:pt x="502423" y="0"/>
                  </a:lnTo>
                  <a:lnTo>
                    <a:pt x="502423" y="38507"/>
                  </a:lnTo>
                  <a:lnTo>
                    <a:pt x="0" y="385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34" name="Google Shape;3734;p14"/>
            <p:cNvSpPr/>
            <p:nvPr/>
          </p:nvSpPr>
          <p:spPr>
            <a:xfrm>
              <a:off x="7320983" y="2881948"/>
              <a:ext cx="426507" cy="27718"/>
            </a:xfrm>
            <a:custGeom>
              <a:avLst/>
              <a:gdLst/>
              <a:ahLst/>
              <a:cxnLst/>
              <a:rect l="l" t="t" r="r" b="b"/>
              <a:pathLst>
                <a:path w="596139" h="38507" extrusionOk="0">
                  <a:moveTo>
                    <a:pt x="0" y="0"/>
                  </a:moveTo>
                  <a:lnTo>
                    <a:pt x="596140" y="0"/>
                  </a:lnTo>
                  <a:lnTo>
                    <a:pt x="596140" y="38507"/>
                  </a:lnTo>
                  <a:lnTo>
                    <a:pt x="0" y="385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735" name="Google Shape;3735;p14"/>
          <p:cNvGrpSpPr/>
          <p:nvPr/>
        </p:nvGrpSpPr>
        <p:grpSpPr>
          <a:xfrm>
            <a:off x="9410941" y="3921680"/>
            <a:ext cx="505858" cy="505858"/>
            <a:chOff x="9410941" y="3921680"/>
            <a:chExt cx="505858" cy="505858"/>
          </a:xfrm>
        </p:grpSpPr>
        <p:sp>
          <p:nvSpPr>
            <p:cNvPr id="3736" name="Google Shape;3736;p14"/>
            <p:cNvSpPr/>
            <p:nvPr/>
          </p:nvSpPr>
          <p:spPr>
            <a:xfrm>
              <a:off x="9410941" y="3921680"/>
              <a:ext cx="505858" cy="505858"/>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nvGrpSpPr>
            <p:cNvPr id="3737" name="Google Shape;3737;p14"/>
            <p:cNvGrpSpPr/>
            <p:nvPr/>
          </p:nvGrpSpPr>
          <p:grpSpPr>
            <a:xfrm>
              <a:off x="9614013" y="3997410"/>
              <a:ext cx="227506" cy="227055"/>
              <a:chOff x="9614013" y="3997410"/>
              <a:chExt cx="227506" cy="227055"/>
            </a:xfrm>
          </p:grpSpPr>
          <p:sp>
            <p:nvSpPr>
              <p:cNvPr id="3738" name="Google Shape;3738;p14"/>
              <p:cNvSpPr/>
              <p:nvPr/>
            </p:nvSpPr>
            <p:spPr>
              <a:xfrm>
                <a:off x="9614013" y="4124752"/>
                <a:ext cx="99713" cy="99713"/>
              </a:xfrm>
              <a:custGeom>
                <a:avLst/>
                <a:gdLst/>
                <a:ahLst/>
                <a:cxnLst/>
                <a:rect l="l" t="t" r="r" b="b"/>
                <a:pathLst>
                  <a:path w="118491" h="118491" extrusionOk="0">
                    <a:moveTo>
                      <a:pt x="118492" y="59246"/>
                    </a:moveTo>
                    <a:cubicBezTo>
                      <a:pt x="118492" y="91967"/>
                      <a:pt x="91967" y="118492"/>
                      <a:pt x="59246" y="118492"/>
                    </a:cubicBezTo>
                    <a:cubicBezTo>
                      <a:pt x="26525" y="118492"/>
                      <a:pt x="0" y="91967"/>
                      <a:pt x="0" y="59246"/>
                    </a:cubicBezTo>
                    <a:cubicBezTo>
                      <a:pt x="0" y="26525"/>
                      <a:pt x="26525" y="0"/>
                      <a:pt x="59246" y="0"/>
                    </a:cubicBezTo>
                    <a:cubicBezTo>
                      <a:pt x="91967" y="0"/>
                      <a:pt x="118492" y="26525"/>
                      <a:pt x="118492" y="59246"/>
                    </a:cubicBezTo>
                    <a:close/>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39" name="Google Shape;3739;p14"/>
              <p:cNvSpPr/>
              <p:nvPr/>
            </p:nvSpPr>
            <p:spPr>
              <a:xfrm>
                <a:off x="9700046" y="3997410"/>
                <a:ext cx="141473" cy="141473"/>
              </a:xfrm>
              <a:custGeom>
                <a:avLst/>
                <a:gdLst/>
                <a:ahLst/>
                <a:cxnLst/>
                <a:rect l="l" t="t" r="r" b="b"/>
                <a:pathLst>
                  <a:path w="168115" h="168115" extrusionOk="0">
                    <a:moveTo>
                      <a:pt x="0" y="168115"/>
                    </a:moveTo>
                    <a:lnTo>
                      <a:pt x="168115"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3740" name="Google Shape;3740;p14"/>
          <p:cNvSpPr/>
          <p:nvPr/>
        </p:nvSpPr>
        <p:spPr>
          <a:xfrm>
            <a:off x="0"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3"/>
              </a:gs>
              <a:gs pos="49000">
                <a:schemeClr val="accent3"/>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41" name="Google Shape;3741;p14"/>
          <p:cNvSpPr/>
          <p:nvPr/>
        </p:nvSpPr>
        <p:spPr>
          <a:xfrm>
            <a:off x="0"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2"/>
              </a:gs>
              <a:gs pos="32000">
                <a:schemeClr val="accent3"/>
              </a:gs>
              <a:gs pos="100000">
                <a:schemeClr val="accent3"/>
              </a:gs>
            </a:gsLst>
            <a:lin ang="18899963"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3742" name="Google Shape;3742;p14"/>
          <p:cNvGrpSpPr/>
          <p:nvPr/>
        </p:nvGrpSpPr>
        <p:grpSpPr>
          <a:xfrm>
            <a:off x="579815" y="1618697"/>
            <a:ext cx="912101" cy="912097"/>
            <a:chOff x="579815" y="1618697"/>
            <a:chExt cx="912101" cy="912097"/>
          </a:xfrm>
        </p:grpSpPr>
        <p:sp>
          <p:nvSpPr>
            <p:cNvPr id="3743" name="Google Shape;3743;p14"/>
            <p:cNvSpPr/>
            <p:nvPr/>
          </p:nvSpPr>
          <p:spPr>
            <a:xfrm>
              <a:off x="579815" y="1618697"/>
              <a:ext cx="912101" cy="912097"/>
            </a:xfrm>
            <a:prstGeom prst="ellipse">
              <a:avLst/>
            </a:prstGeom>
            <a:gradFill>
              <a:gsLst>
                <a:gs pos="0">
                  <a:schemeClr val="accent2"/>
                </a:gs>
                <a:gs pos="70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nvGrpSpPr>
            <p:cNvPr id="3744" name="Google Shape;3744;p14"/>
            <p:cNvGrpSpPr/>
            <p:nvPr/>
          </p:nvGrpSpPr>
          <p:grpSpPr>
            <a:xfrm>
              <a:off x="799900" y="1854621"/>
              <a:ext cx="471930" cy="440248"/>
              <a:chOff x="1854219" y="4375174"/>
              <a:chExt cx="543307" cy="506834"/>
            </a:xfrm>
          </p:grpSpPr>
          <p:sp>
            <p:nvSpPr>
              <p:cNvPr id="3745" name="Google Shape;3745;p14"/>
              <p:cNvSpPr/>
              <p:nvPr/>
            </p:nvSpPr>
            <p:spPr>
              <a:xfrm>
                <a:off x="1854219" y="4375174"/>
                <a:ext cx="283524" cy="352456"/>
              </a:xfrm>
              <a:custGeom>
                <a:avLst/>
                <a:gdLst/>
                <a:ahLst/>
                <a:cxnLst/>
                <a:rect l="l" t="t" r="r" b="b"/>
                <a:pathLst>
                  <a:path w="283524" h="352456" extrusionOk="0">
                    <a:moveTo>
                      <a:pt x="276356" y="338120"/>
                    </a:moveTo>
                    <a:lnTo>
                      <a:pt x="65491" y="338120"/>
                    </a:lnTo>
                    <a:lnTo>
                      <a:pt x="65491" y="116128"/>
                    </a:lnTo>
                    <a:cubicBezTo>
                      <a:pt x="94279" y="112573"/>
                      <a:pt x="116644" y="88028"/>
                      <a:pt x="116644" y="58322"/>
                    </a:cubicBezTo>
                    <a:cubicBezTo>
                      <a:pt x="116644" y="26150"/>
                      <a:pt x="90494" y="0"/>
                      <a:pt x="58322" y="0"/>
                    </a:cubicBezTo>
                    <a:cubicBezTo>
                      <a:pt x="26150" y="0"/>
                      <a:pt x="0" y="26150"/>
                      <a:pt x="0" y="58322"/>
                    </a:cubicBezTo>
                    <a:cubicBezTo>
                      <a:pt x="0" y="88028"/>
                      <a:pt x="22365" y="112573"/>
                      <a:pt x="51154" y="116128"/>
                    </a:cubicBezTo>
                    <a:lnTo>
                      <a:pt x="51154" y="345288"/>
                    </a:lnTo>
                    <a:cubicBezTo>
                      <a:pt x="51154" y="349245"/>
                      <a:pt x="54365" y="352456"/>
                      <a:pt x="58322" y="352456"/>
                    </a:cubicBezTo>
                    <a:lnTo>
                      <a:pt x="276356" y="352456"/>
                    </a:lnTo>
                    <a:cubicBezTo>
                      <a:pt x="280313" y="352456"/>
                      <a:pt x="283525" y="349245"/>
                      <a:pt x="283525" y="345288"/>
                    </a:cubicBezTo>
                    <a:cubicBezTo>
                      <a:pt x="283525" y="341331"/>
                      <a:pt x="280313" y="338120"/>
                      <a:pt x="276356" y="338120"/>
                    </a:cubicBezTo>
                    <a:close/>
                    <a:moveTo>
                      <a:pt x="14337" y="58322"/>
                    </a:moveTo>
                    <a:cubicBezTo>
                      <a:pt x="14337" y="34064"/>
                      <a:pt x="34064" y="14337"/>
                      <a:pt x="58322" y="14337"/>
                    </a:cubicBezTo>
                    <a:cubicBezTo>
                      <a:pt x="82580" y="14337"/>
                      <a:pt x="102308" y="34064"/>
                      <a:pt x="102308" y="58322"/>
                    </a:cubicBezTo>
                    <a:cubicBezTo>
                      <a:pt x="102308" y="82580"/>
                      <a:pt x="82580" y="102308"/>
                      <a:pt x="58322" y="102308"/>
                    </a:cubicBezTo>
                    <a:cubicBezTo>
                      <a:pt x="34064" y="102308"/>
                      <a:pt x="14337" y="82580"/>
                      <a:pt x="14337" y="583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46" name="Google Shape;3746;p14"/>
              <p:cNvSpPr/>
              <p:nvPr/>
            </p:nvSpPr>
            <p:spPr>
              <a:xfrm>
                <a:off x="2148873" y="4639319"/>
                <a:ext cx="115837" cy="170087"/>
              </a:xfrm>
              <a:custGeom>
                <a:avLst/>
                <a:gdLst/>
                <a:ahLst/>
                <a:cxnLst/>
                <a:rect l="l" t="t" r="r" b="b"/>
                <a:pathLst>
                  <a:path w="115837" h="170087" extrusionOk="0">
                    <a:moveTo>
                      <a:pt x="113027" y="79364"/>
                    </a:moveTo>
                    <a:lnTo>
                      <a:pt x="11522" y="1487"/>
                    </a:lnTo>
                    <a:cubicBezTo>
                      <a:pt x="8368" y="-922"/>
                      <a:pt x="3895" y="-348"/>
                      <a:pt x="1487" y="2806"/>
                    </a:cubicBezTo>
                    <a:cubicBezTo>
                      <a:pt x="-922" y="5960"/>
                      <a:pt x="-348" y="10433"/>
                      <a:pt x="2806" y="12841"/>
                    </a:cubicBezTo>
                    <a:lnTo>
                      <a:pt x="96855" y="85042"/>
                    </a:lnTo>
                    <a:lnTo>
                      <a:pt x="2806" y="157242"/>
                    </a:lnTo>
                    <a:cubicBezTo>
                      <a:pt x="-348" y="159650"/>
                      <a:pt x="-922" y="164181"/>
                      <a:pt x="1487" y="167278"/>
                    </a:cubicBezTo>
                    <a:cubicBezTo>
                      <a:pt x="2920" y="169113"/>
                      <a:pt x="5042" y="170088"/>
                      <a:pt x="7164" y="170088"/>
                    </a:cubicBezTo>
                    <a:cubicBezTo>
                      <a:pt x="8712" y="170088"/>
                      <a:pt x="10203" y="169629"/>
                      <a:pt x="11522" y="168597"/>
                    </a:cubicBezTo>
                    <a:lnTo>
                      <a:pt x="113027" y="90719"/>
                    </a:lnTo>
                    <a:cubicBezTo>
                      <a:pt x="114805" y="89343"/>
                      <a:pt x="115837" y="87278"/>
                      <a:pt x="115837" y="85042"/>
                    </a:cubicBezTo>
                    <a:cubicBezTo>
                      <a:pt x="115837" y="82805"/>
                      <a:pt x="114805" y="80741"/>
                      <a:pt x="113027" y="79364"/>
                    </a:cubicBezTo>
                    <a:lnTo>
                      <a:pt x="113027" y="7936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47" name="Google Shape;3747;p14"/>
              <p:cNvSpPr/>
              <p:nvPr/>
            </p:nvSpPr>
            <p:spPr>
              <a:xfrm>
                <a:off x="2114002" y="4529552"/>
                <a:ext cx="283524" cy="352456"/>
              </a:xfrm>
              <a:custGeom>
                <a:avLst/>
                <a:gdLst/>
                <a:ahLst/>
                <a:cxnLst/>
                <a:rect l="l" t="t" r="r" b="b"/>
                <a:pathLst>
                  <a:path w="283524" h="352456" extrusionOk="0">
                    <a:moveTo>
                      <a:pt x="232371" y="236328"/>
                    </a:moveTo>
                    <a:lnTo>
                      <a:pt x="232371" y="7168"/>
                    </a:lnTo>
                    <a:cubicBezTo>
                      <a:pt x="232371" y="3211"/>
                      <a:pt x="229160" y="0"/>
                      <a:pt x="225203" y="0"/>
                    </a:cubicBezTo>
                    <a:lnTo>
                      <a:pt x="7168" y="0"/>
                    </a:lnTo>
                    <a:cubicBezTo>
                      <a:pt x="3211" y="0"/>
                      <a:pt x="0" y="3211"/>
                      <a:pt x="0" y="7168"/>
                    </a:cubicBezTo>
                    <a:cubicBezTo>
                      <a:pt x="0" y="11125"/>
                      <a:pt x="3211" y="14337"/>
                      <a:pt x="7168" y="14337"/>
                    </a:cubicBezTo>
                    <a:lnTo>
                      <a:pt x="218034" y="14337"/>
                    </a:lnTo>
                    <a:lnTo>
                      <a:pt x="218034" y="236328"/>
                    </a:lnTo>
                    <a:cubicBezTo>
                      <a:pt x="189246" y="239884"/>
                      <a:pt x="166881" y="264428"/>
                      <a:pt x="166881" y="294134"/>
                    </a:cubicBezTo>
                    <a:cubicBezTo>
                      <a:pt x="166881" y="326306"/>
                      <a:pt x="193031" y="352456"/>
                      <a:pt x="225203" y="352456"/>
                    </a:cubicBezTo>
                    <a:cubicBezTo>
                      <a:pt x="257375" y="352456"/>
                      <a:pt x="283525" y="326306"/>
                      <a:pt x="283525" y="294134"/>
                    </a:cubicBezTo>
                    <a:cubicBezTo>
                      <a:pt x="283525" y="264428"/>
                      <a:pt x="261159" y="239884"/>
                      <a:pt x="232371" y="236328"/>
                    </a:cubicBezTo>
                    <a:close/>
                    <a:moveTo>
                      <a:pt x="225203" y="338120"/>
                    </a:moveTo>
                    <a:cubicBezTo>
                      <a:pt x="200945" y="338120"/>
                      <a:pt x="181217" y="318392"/>
                      <a:pt x="181217" y="294134"/>
                    </a:cubicBezTo>
                    <a:cubicBezTo>
                      <a:pt x="181217" y="269876"/>
                      <a:pt x="200945" y="250149"/>
                      <a:pt x="225203" y="250149"/>
                    </a:cubicBezTo>
                    <a:cubicBezTo>
                      <a:pt x="249461" y="250149"/>
                      <a:pt x="269188" y="269876"/>
                      <a:pt x="269188" y="294134"/>
                    </a:cubicBezTo>
                    <a:cubicBezTo>
                      <a:pt x="269188" y="318392"/>
                      <a:pt x="249461" y="338120"/>
                      <a:pt x="225203" y="33812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48" name="Google Shape;3748;p14"/>
              <p:cNvSpPr/>
              <p:nvPr/>
            </p:nvSpPr>
            <p:spPr>
              <a:xfrm>
                <a:off x="1986920" y="4447722"/>
                <a:ext cx="115894" cy="170087"/>
              </a:xfrm>
              <a:custGeom>
                <a:avLst/>
                <a:gdLst/>
                <a:ahLst/>
                <a:cxnLst/>
                <a:rect l="l" t="t" r="r" b="b"/>
                <a:pathLst>
                  <a:path w="115894" h="170087" extrusionOk="0">
                    <a:moveTo>
                      <a:pt x="2867" y="90719"/>
                    </a:moveTo>
                    <a:lnTo>
                      <a:pt x="104372" y="168597"/>
                    </a:lnTo>
                    <a:cubicBezTo>
                      <a:pt x="105691" y="169571"/>
                      <a:pt x="107182" y="170088"/>
                      <a:pt x="108730" y="170088"/>
                    </a:cubicBezTo>
                    <a:cubicBezTo>
                      <a:pt x="110910" y="170088"/>
                      <a:pt x="113031" y="169113"/>
                      <a:pt x="114408" y="167278"/>
                    </a:cubicBezTo>
                    <a:cubicBezTo>
                      <a:pt x="116816" y="164124"/>
                      <a:pt x="116243" y="159650"/>
                      <a:pt x="113089" y="157242"/>
                    </a:cubicBezTo>
                    <a:lnTo>
                      <a:pt x="18982" y="85042"/>
                    </a:lnTo>
                    <a:lnTo>
                      <a:pt x="113031" y="12841"/>
                    </a:lnTo>
                    <a:cubicBezTo>
                      <a:pt x="116186" y="10433"/>
                      <a:pt x="116759" y="5960"/>
                      <a:pt x="114350" y="2806"/>
                    </a:cubicBezTo>
                    <a:cubicBezTo>
                      <a:pt x="111942" y="-348"/>
                      <a:pt x="107411" y="-922"/>
                      <a:pt x="104315" y="1487"/>
                    </a:cubicBezTo>
                    <a:lnTo>
                      <a:pt x="2810" y="79364"/>
                    </a:lnTo>
                    <a:cubicBezTo>
                      <a:pt x="1032" y="80741"/>
                      <a:pt x="0" y="82805"/>
                      <a:pt x="0" y="85042"/>
                    </a:cubicBezTo>
                    <a:cubicBezTo>
                      <a:pt x="0" y="87278"/>
                      <a:pt x="1032" y="89400"/>
                      <a:pt x="2810" y="90719"/>
                    </a:cubicBezTo>
                    <a:lnTo>
                      <a:pt x="2810" y="9071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49" name="Google Shape;3749;p14"/>
              <p:cNvSpPr/>
              <p:nvPr/>
            </p:nvSpPr>
            <p:spPr>
              <a:xfrm>
                <a:off x="1854219" y="476536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0" name="Google Shape;3750;p14"/>
              <p:cNvSpPr/>
              <p:nvPr/>
            </p:nvSpPr>
            <p:spPr>
              <a:xfrm>
                <a:off x="2280882" y="437517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3751" name="Google Shape;3751;p14"/>
          <p:cNvGrpSpPr/>
          <p:nvPr/>
        </p:nvGrpSpPr>
        <p:grpSpPr>
          <a:xfrm>
            <a:off x="579815" y="2820551"/>
            <a:ext cx="912101" cy="912097"/>
            <a:chOff x="579815" y="2820551"/>
            <a:chExt cx="912101" cy="912097"/>
          </a:xfrm>
        </p:grpSpPr>
        <p:sp>
          <p:nvSpPr>
            <p:cNvPr id="3752" name="Google Shape;3752;p14"/>
            <p:cNvSpPr/>
            <p:nvPr/>
          </p:nvSpPr>
          <p:spPr>
            <a:xfrm>
              <a:off x="579815" y="2820551"/>
              <a:ext cx="912101" cy="912097"/>
            </a:xfrm>
            <a:prstGeom prst="ellipse">
              <a:avLst/>
            </a:prstGeom>
            <a:gradFill>
              <a:gsLst>
                <a:gs pos="0">
                  <a:schemeClr val="accent2"/>
                </a:gs>
                <a:gs pos="70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3753" name="Google Shape;3753;p14"/>
            <p:cNvGrpSpPr/>
            <p:nvPr/>
          </p:nvGrpSpPr>
          <p:grpSpPr>
            <a:xfrm>
              <a:off x="732457" y="2973737"/>
              <a:ext cx="606818" cy="605726"/>
              <a:chOff x="7127525" y="722042"/>
              <a:chExt cx="598687" cy="597612"/>
            </a:xfrm>
          </p:grpSpPr>
          <p:sp>
            <p:nvSpPr>
              <p:cNvPr id="3754" name="Google Shape;3754;p14"/>
              <p:cNvSpPr/>
              <p:nvPr/>
            </p:nvSpPr>
            <p:spPr>
              <a:xfrm>
                <a:off x="7205318" y="799708"/>
                <a:ext cx="63246" cy="63245"/>
              </a:xfrm>
              <a:custGeom>
                <a:avLst/>
                <a:gdLst/>
                <a:ahLst/>
                <a:cxnLst/>
                <a:rect l="l" t="t" r="r" b="b"/>
                <a:pathLst>
                  <a:path w="63246" h="63245"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5" name="Google Shape;3755;p14"/>
              <p:cNvSpPr/>
              <p:nvPr/>
            </p:nvSpPr>
            <p:spPr>
              <a:xfrm>
                <a:off x="7585173" y="1178931"/>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6" name="Google Shape;3756;p14"/>
              <p:cNvSpPr/>
              <p:nvPr/>
            </p:nvSpPr>
            <p:spPr>
              <a:xfrm>
                <a:off x="7205318" y="1178931"/>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7" name="Google Shape;3757;p14"/>
              <p:cNvSpPr/>
              <p:nvPr/>
            </p:nvSpPr>
            <p:spPr>
              <a:xfrm>
                <a:off x="7585173" y="799708"/>
                <a:ext cx="63246" cy="63245"/>
              </a:xfrm>
              <a:custGeom>
                <a:avLst/>
                <a:gdLst/>
                <a:ahLst/>
                <a:cxnLst/>
                <a:rect l="l" t="t" r="r" b="b"/>
                <a:pathLst>
                  <a:path w="63246" h="63245"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8" name="Google Shape;3758;p14"/>
              <p:cNvSpPr/>
              <p:nvPr/>
            </p:nvSpPr>
            <p:spPr>
              <a:xfrm>
                <a:off x="7127525" y="989636"/>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9" name="Google Shape;3759;p14"/>
              <p:cNvSpPr/>
              <p:nvPr/>
            </p:nvSpPr>
            <p:spPr>
              <a:xfrm>
                <a:off x="7662966" y="989636"/>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0" name="Google Shape;3760;p14"/>
              <p:cNvSpPr/>
              <p:nvPr/>
            </p:nvSpPr>
            <p:spPr>
              <a:xfrm>
                <a:off x="7394929" y="1256408"/>
                <a:ext cx="63245" cy="63246"/>
              </a:xfrm>
              <a:custGeom>
                <a:avLst/>
                <a:gdLst/>
                <a:ahLst/>
                <a:cxnLst/>
                <a:rect l="l" t="t" r="r" b="b"/>
                <a:pathLst>
                  <a:path w="63245"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1" name="Google Shape;3761;p14"/>
              <p:cNvSpPr/>
              <p:nvPr/>
            </p:nvSpPr>
            <p:spPr>
              <a:xfrm>
                <a:off x="7394929" y="722042"/>
                <a:ext cx="63245" cy="63246"/>
              </a:xfrm>
              <a:custGeom>
                <a:avLst/>
                <a:gdLst/>
                <a:ahLst/>
                <a:cxnLst/>
                <a:rect l="l" t="t" r="r" b="b"/>
                <a:pathLst>
                  <a:path w="63245"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2" name="Google Shape;3762;p14"/>
              <p:cNvSpPr/>
              <p:nvPr/>
            </p:nvSpPr>
            <p:spPr>
              <a:xfrm>
                <a:off x="7268690" y="750187"/>
                <a:ext cx="112135" cy="58312"/>
              </a:xfrm>
              <a:custGeom>
                <a:avLst/>
                <a:gdLst/>
                <a:ahLst/>
                <a:cxnLst/>
                <a:rect l="l" t="t" r="r" b="b"/>
                <a:pathLst>
                  <a:path w="112135" h="58312" extrusionOk="0">
                    <a:moveTo>
                      <a:pt x="0" y="46043"/>
                    </a:moveTo>
                    <a:lnTo>
                      <a:pt x="2530" y="48320"/>
                    </a:lnTo>
                    <a:cubicBezTo>
                      <a:pt x="5487" y="51289"/>
                      <a:pt x="8019" y="54652"/>
                      <a:pt x="10056" y="58313"/>
                    </a:cubicBezTo>
                    <a:cubicBezTo>
                      <a:pt x="40607" y="36953"/>
                      <a:pt x="75439" y="22493"/>
                      <a:pt x="112135" y="15938"/>
                    </a:cubicBezTo>
                    <a:cubicBezTo>
                      <a:pt x="111002" y="11817"/>
                      <a:pt x="110428" y="7562"/>
                      <a:pt x="110428" y="3289"/>
                    </a:cubicBezTo>
                    <a:cubicBezTo>
                      <a:pt x="110363" y="2193"/>
                      <a:pt x="110363" y="1095"/>
                      <a:pt x="110428" y="0"/>
                    </a:cubicBezTo>
                    <a:cubicBezTo>
                      <a:pt x="70670" y="7005"/>
                      <a:pt x="32957" y="22729"/>
                      <a:pt x="0" y="4604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3" name="Google Shape;3763;p14"/>
              <p:cNvSpPr/>
              <p:nvPr/>
            </p:nvSpPr>
            <p:spPr>
              <a:xfrm>
                <a:off x="7211643" y="849926"/>
                <a:ext cx="12649" cy="10372"/>
              </a:xfrm>
              <a:custGeom>
                <a:avLst/>
                <a:gdLst/>
                <a:ahLst/>
                <a:cxnLst/>
                <a:rect l="l" t="t" r="r" b="b"/>
                <a:pathLst>
                  <a:path w="12649" h="10372" extrusionOk="0">
                    <a:moveTo>
                      <a:pt x="12270" y="10372"/>
                    </a:moveTo>
                    <a:lnTo>
                      <a:pt x="12649" y="9866"/>
                    </a:lnTo>
                    <a:lnTo>
                      <a:pt x="0" y="0"/>
                    </a:lnTo>
                    <a:lnTo>
                      <a:pt x="0" y="0"/>
                    </a:lnTo>
                    <a:cubicBezTo>
                      <a:pt x="1080" y="1589"/>
                      <a:pt x="2308" y="3071"/>
                      <a:pt x="3668" y="4427"/>
                    </a:cubicBezTo>
                    <a:cubicBezTo>
                      <a:pt x="6185" y="6872"/>
                      <a:pt x="9092" y="8882"/>
                      <a:pt x="12270" y="1037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4" name="Google Shape;3764;p14"/>
              <p:cNvSpPr/>
              <p:nvPr/>
            </p:nvSpPr>
            <p:spPr>
              <a:xfrm>
                <a:off x="7256800" y="1222445"/>
                <a:ext cx="10625" cy="13344"/>
              </a:xfrm>
              <a:custGeom>
                <a:avLst/>
                <a:gdLst/>
                <a:ahLst/>
                <a:cxnLst/>
                <a:rect l="l" t="t" r="r" b="b"/>
                <a:pathLst>
                  <a:path w="10625" h="13344" extrusionOk="0">
                    <a:moveTo>
                      <a:pt x="9803" y="0"/>
                    </a:moveTo>
                    <a:lnTo>
                      <a:pt x="0" y="12649"/>
                    </a:lnTo>
                    <a:cubicBezTo>
                      <a:pt x="0" y="12649"/>
                      <a:pt x="632" y="13092"/>
                      <a:pt x="949" y="13345"/>
                    </a:cubicBezTo>
                    <a:cubicBezTo>
                      <a:pt x="2124" y="12490"/>
                      <a:pt x="3244" y="11561"/>
                      <a:pt x="4301" y="10562"/>
                    </a:cubicBezTo>
                    <a:cubicBezTo>
                      <a:pt x="6979" y="7772"/>
                      <a:pt x="9123" y="4513"/>
                      <a:pt x="10625" y="9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5" name="Google Shape;3765;p14"/>
              <p:cNvSpPr/>
              <p:nvPr/>
            </p:nvSpPr>
            <p:spPr>
              <a:xfrm>
                <a:off x="7156492" y="863144"/>
                <a:ext cx="57680" cy="112261"/>
              </a:xfrm>
              <a:custGeom>
                <a:avLst/>
                <a:gdLst/>
                <a:ahLst/>
                <a:cxnLst/>
                <a:rect l="l" t="t" r="r" b="b"/>
                <a:pathLst>
                  <a:path w="57680" h="112261" extrusionOk="0">
                    <a:moveTo>
                      <a:pt x="3099" y="110491"/>
                    </a:moveTo>
                    <a:cubicBezTo>
                      <a:pt x="7377" y="110498"/>
                      <a:pt x="11633" y="111094"/>
                      <a:pt x="15748" y="112262"/>
                    </a:cubicBezTo>
                    <a:cubicBezTo>
                      <a:pt x="22172" y="75562"/>
                      <a:pt x="36478" y="40692"/>
                      <a:pt x="57680" y="10056"/>
                    </a:cubicBezTo>
                    <a:cubicBezTo>
                      <a:pt x="54008" y="7982"/>
                      <a:pt x="50627" y="5430"/>
                      <a:pt x="47624" y="2467"/>
                    </a:cubicBezTo>
                    <a:cubicBezTo>
                      <a:pt x="46865" y="1708"/>
                      <a:pt x="46170" y="822"/>
                      <a:pt x="45411" y="0"/>
                    </a:cubicBezTo>
                    <a:cubicBezTo>
                      <a:pt x="22310" y="33077"/>
                      <a:pt x="6804" y="70850"/>
                      <a:pt x="0" y="11061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6" name="Google Shape;3766;p14"/>
              <p:cNvSpPr/>
              <p:nvPr/>
            </p:nvSpPr>
            <p:spPr>
              <a:xfrm>
                <a:off x="7456721" y="752021"/>
                <a:ext cx="1224" cy="10309"/>
              </a:xfrm>
              <a:custGeom>
                <a:avLst/>
                <a:gdLst/>
                <a:ahLst/>
                <a:cxnLst/>
                <a:rect l="l" t="t" r="r" b="b"/>
                <a:pathLst>
                  <a:path w="1224" h="10309" extrusionOk="0">
                    <a:moveTo>
                      <a:pt x="1202" y="1644"/>
                    </a:moveTo>
                    <a:cubicBezTo>
                      <a:pt x="1233" y="1097"/>
                      <a:pt x="1233" y="548"/>
                      <a:pt x="1202" y="0"/>
                    </a:cubicBezTo>
                    <a:lnTo>
                      <a:pt x="0" y="10309"/>
                    </a:lnTo>
                    <a:cubicBezTo>
                      <a:pt x="813" y="7493"/>
                      <a:pt x="1217" y="4575"/>
                      <a:pt x="1202" y="164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7" name="Google Shape;3767;p14"/>
              <p:cNvSpPr/>
              <p:nvPr/>
            </p:nvSpPr>
            <p:spPr>
              <a:xfrm>
                <a:off x="7154342" y="1049720"/>
                <a:ext cx="15811" cy="3162"/>
              </a:xfrm>
              <a:custGeom>
                <a:avLst/>
                <a:gdLst/>
                <a:ahLst/>
                <a:cxnLst/>
                <a:rect l="l" t="t" r="r" b="b"/>
                <a:pathLst>
                  <a:path w="15811" h="3162" extrusionOk="0">
                    <a:moveTo>
                      <a:pt x="15812" y="1012"/>
                    </a:moveTo>
                    <a:lnTo>
                      <a:pt x="15812" y="0"/>
                    </a:lnTo>
                    <a:lnTo>
                      <a:pt x="0" y="1961"/>
                    </a:lnTo>
                    <a:cubicBezTo>
                      <a:pt x="0" y="1961"/>
                      <a:pt x="0" y="2403"/>
                      <a:pt x="0" y="2656"/>
                    </a:cubicBezTo>
                    <a:cubicBezTo>
                      <a:pt x="1735" y="2956"/>
                      <a:pt x="3489" y="3126"/>
                      <a:pt x="5249" y="3162"/>
                    </a:cubicBezTo>
                    <a:cubicBezTo>
                      <a:pt x="8869" y="3068"/>
                      <a:pt x="12444" y="2340"/>
                      <a:pt x="15812" y="101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8" name="Google Shape;3768;p14"/>
              <p:cNvSpPr/>
              <p:nvPr/>
            </p:nvSpPr>
            <p:spPr>
              <a:xfrm>
                <a:off x="7629256" y="851444"/>
                <a:ext cx="10625" cy="8664"/>
              </a:xfrm>
              <a:custGeom>
                <a:avLst/>
                <a:gdLst/>
                <a:ahLst/>
                <a:cxnLst/>
                <a:rect l="l" t="t" r="r" b="b"/>
                <a:pathLst>
                  <a:path w="10625" h="8664" extrusionOk="0">
                    <a:moveTo>
                      <a:pt x="0" y="8665"/>
                    </a:moveTo>
                    <a:cubicBezTo>
                      <a:pt x="3227" y="7065"/>
                      <a:pt x="6158" y="4926"/>
                      <a:pt x="8665" y="2340"/>
                    </a:cubicBezTo>
                    <a:cubicBezTo>
                      <a:pt x="9360" y="1581"/>
                      <a:pt x="9930" y="759"/>
                      <a:pt x="1062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9" name="Google Shape;3769;p14"/>
              <p:cNvSpPr/>
              <p:nvPr/>
            </p:nvSpPr>
            <p:spPr>
              <a:xfrm>
                <a:off x="7472216" y="750566"/>
                <a:ext cx="111818" cy="58249"/>
              </a:xfrm>
              <a:custGeom>
                <a:avLst/>
                <a:gdLst/>
                <a:ahLst/>
                <a:cxnLst/>
                <a:rect l="l" t="t" r="r" b="b"/>
                <a:pathLst>
                  <a:path w="111818" h="58249" extrusionOk="0">
                    <a:moveTo>
                      <a:pt x="1771" y="3099"/>
                    </a:moveTo>
                    <a:cubicBezTo>
                      <a:pt x="1775" y="7378"/>
                      <a:pt x="1179" y="11635"/>
                      <a:pt x="0" y="15748"/>
                    </a:cubicBezTo>
                    <a:cubicBezTo>
                      <a:pt x="36649" y="22339"/>
                      <a:pt x="71421" y="36843"/>
                      <a:pt x="101889" y="58250"/>
                    </a:cubicBezTo>
                    <a:cubicBezTo>
                      <a:pt x="104049" y="54416"/>
                      <a:pt x="106707" y="50885"/>
                      <a:pt x="109795" y="47751"/>
                    </a:cubicBezTo>
                    <a:lnTo>
                      <a:pt x="111819" y="45917"/>
                    </a:lnTo>
                    <a:cubicBezTo>
                      <a:pt x="78910" y="22668"/>
                      <a:pt x="41264" y="6987"/>
                      <a:pt x="1581" y="0"/>
                    </a:cubicBezTo>
                    <a:cubicBezTo>
                      <a:pt x="1644" y="949"/>
                      <a:pt x="1771" y="2024"/>
                      <a:pt x="1771" y="30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0" name="Google Shape;3770;p14"/>
              <p:cNvSpPr/>
              <p:nvPr/>
            </p:nvSpPr>
            <p:spPr>
              <a:xfrm>
                <a:off x="7638427" y="863397"/>
                <a:ext cx="57553" cy="111818"/>
              </a:xfrm>
              <a:custGeom>
                <a:avLst/>
                <a:gdLst/>
                <a:ahLst/>
                <a:cxnLst/>
                <a:rect l="l" t="t" r="r" b="b"/>
                <a:pathLst>
                  <a:path w="57553" h="111818" extrusionOk="0">
                    <a:moveTo>
                      <a:pt x="10689" y="1897"/>
                    </a:moveTo>
                    <a:cubicBezTo>
                      <a:pt x="7506" y="5029"/>
                      <a:pt x="3910" y="7710"/>
                      <a:pt x="0" y="9866"/>
                    </a:cubicBezTo>
                    <a:cubicBezTo>
                      <a:pt x="21168" y="40421"/>
                      <a:pt x="35453" y="75206"/>
                      <a:pt x="41869" y="111819"/>
                    </a:cubicBezTo>
                    <a:cubicBezTo>
                      <a:pt x="46296" y="110466"/>
                      <a:pt x="50900" y="109784"/>
                      <a:pt x="55530" y="109795"/>
                    </a:cubicBezTo>
                    <a:lnTo>
                      <a:pt x="57554" y="109795"/>
                    </a:lnTo>
                    <a:cubicBezTo>
                      <a:pt x="50749" y="70325"/>
                      <a:pt x="35329" y="32838"/>
                      <a:pt x="12396"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1" name="Google Shape;3771;p14"/>
              <p:cNvSpPr/>
              <p:nvPr/>
            </p:nvSpPr>
            <p:spPr>
              <a:xfrm>
                <a:off x="7156808" y="1066670"/>
                <a:ext cx="58755" cy="112451"/>
              </a:xfrm>
              <a:custGeom>
                <a:avLst/>
                <a:gdLst/>
                <a:ahLst/>
                <a:cxnLst/>
                <a:rect l="l" t="t" r="r" b="b"/>
                <a:pathLst>
                  <a:path w="58755" h="112451" extrusionOk="0">
                    <a:moveTo>
                      <a:pt x="48130" y="110428"/>
                    </a:moveTo>
                    <a:cubicBezTo>
                      <a:pt x="51295" y="107303"/>
                      <a:pt x="54870" y="104622"/>
                      <a:pt x="58756" y="102459"/>
                    </a:cubicBezTo>
                    <a:cubicBezTo>
                      <a:pt x="37017" y="71873"/>
                      <a:pt x="22231" y="36903"/>
                      <a:pt x="15432" y="0"/>
                    </a:cubicBezTo>
                    <a:cubicBezTo>
                      <a:pt x="11316" y="1170"/>
                      <a:pt x="7062" y="1787"/>
                      <a:pt x="2783" y="1834"/>
                    </a:cubicBezTo>
                    <a:lnTo>
                      <a:pt x="0" y="1834"/>
                    </a:lnTo>
                    <a:cubicBezTo>
                      <a:pt x="7107" y="41728"/>
                      <a:pt x="23056" y="79525"/>
                      <a:pt x="46676" y="112451"/>
                    </a:cubicBezTo>
                    <a:cubicBezTo>
                      <a:pt x="47245" y="111503"/>
                      <a:pt x="47751" y="111060"/>
                      <a:pt x="48130" y="11042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2" name="Google Shape;3772;p14"/>
              <p:cNvSpPr/>
              <p:nvPr/>
            </p:nvSpPr>
            <p:spPr>
              <a:xfrm>
                <a:off x="7682509" y="1049910"/>
                <a:ext cx="15748" cy="2340"/>
              </a:xfrm>
              <a:custGeom>
                <a:avLst/>
                <a:gdLst/>
                <a:ahLst/>
                <a:cxnLst/>
                <a:rect l="l" t="t" r="r" b="b"/>
                <a:pathLst>
                  <a:path w="15748" h="2340" extrusionOk="0">
                    <a:moveTo>
                      <a:pt x="63" y="126"/>
                    </a:moveTo>
                    <a:cubicBezTo>
                      <a:pt x="3687" y="1575"/>
                      <a:pt x="7545" y="2327"/>
                      <a:pt x="11448" y="2340"/>
                    </a:cubicBezTo>
                    <a:cubicBezTo>
                      <a:pt x="12889" y="2248"/>
                      <a:pt x="14332" y="2058"/>
                      <a:pt x="15748" y="1771"/>
                    </a:cubicBezTo>
                    <a:cubicBezTo>
                      <a:pt x="15748" y="1771"/>
                      <a:pt x="15748" y="1771"/>
                      <a:pt x="15748" y="1771"/>
                    </a:cubicBez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3" name="Google Shape;3773;p14"/>
              <p:cNvSpPr/>
              <p:nvPr/>
            </p:nvSpPr>
            <p:spPr>
              <a:xfrm>
                <a:off x="7587767" y="1223836"/>
                <a:ext cx="7905" cy="9929"/>
              </a:xfrm>
              <a:custGeom>
                <a:avLst/>
                <a:gdLst/>
                <a:ahLst/>
                <a:cxnLst/>
                <a:rect l="l" t="t" r="r" b="b"/>
                <a:pathLst>
                  <a:path w="7905" h="9929" extrusionOk="0">
                    <a:moveTo>
                      <a:pt x="5755" y="8159"/>
                    </a:moveTo>
                    <a:cubicBezTo>
                      <a:pt x="6388" y="8791"/>
                      <a:pt x="7147" y="9297"/>
                      <a:pt x="7906" y="9930"/>
                    </a:cubicBezTo>
                    <a:lnTo>
                      <a:pt x="0" y="0"/>
                    </a:lnTo>
                    <a:cubicBezTo>
                      <a:pt x="1486" y="3000"/>
                      <a:pt x="3427" y="5752"/>
                      <a:pt x="5755" y="815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4" name="Google Shape;3774;p14"/>
              <p:cNvSpPr/>
              <p:nvPr/>
            </p:nvSpPr>
            <p:spPr>
              <a:xfrm>
                <a:off x="7637857" y="1065974"/>
                <a:ext cx="57996" cy="111249"/>
              </a:xfrm>
              <a:custGeom>
                <a:avLst/>
                <a:gdLst/>
                <a:ahLst/>
                <a:cxnLst/>
                <a:rect l="l" t="t" r="r" b="b"/>
                <a:pathLst>
                  <a:path w="57996" h="111249" extrusionOk="0">
                    <a:moveTo>
                      <a:pt x="56099" y="2087"/>
                    </a:moveTo>
                    <a:cubicBezTo>
                      <a:pt x="51425" y="2077"/>
                      <a:pt x="46777" y="1374"/>
                      <a:pt x="42312" y="0"/>
                    </a:cubicBezTo>
                    <a:cubicBezTo>
                      <a:pt x="35731" y="36542"/>
                      <a:pt x="21295" y="71220"/>
                      <a:pt x="0" y="101636"/>
                    </a:cubicBezTo>
                    <a:cubicBezTo>
                      <a:pt x="4269" y="103852"/>
                      <a:pt x="8173" y="106711"/>
                      <a:pt x="11574" y="110111"/>
                    </a:cubicBezTo>
                    <a:lnTo>
                      <a:pt x="12586" y="111250"/>
                    </a:lnTo>
                    <a:cubicBezTo>
                      <a:pt x="35529" y="78577"/>
                      <a:pt x="51033" y="41272"/>
                      <a:pt x="57997" y="196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5" name="Google Shape;3775;p14"/>
              <p:cNvSpPr/>
              <p:nvPr/>
            </p:nvSpPr>
            <p:spPr>
              <a:xfrm>
                <a:off x="7271157" y="1233007"/>
                <a:ext cx="110996" cy="56731"/>
              </a:xfrm>
              <a:custGeom>
                <a:avLst/>
                <a:gdLst/>
                <a:ahLst/>
                <a:cxnLst/>
                <a:rect l="l" t="t" r="r" b="b"/>
                <a:pathLst>
                  <a:path w="110996" h="56731" extrusionOk="0">
                    <a:moveTo>
                      <a:pt x="108846" y="55467"/>
                    </a:moveTo>
                    <a:cubicBezTo>
                      <a:pt x="108841" y="50622"/>
                      <a:pt x="109566" y="45803"/>
                      <a:pt x="110997" y="41173"/>
                    </a:cubicBezTo>
                    <a:cubicBezTo>
                      <a:pt x="74663" y="34871"/>
                      <a:pt x="40108" y="20829"/>
                      <a:pt x="9677" y="0"/>
                    </a:cubicBezTo>
                    <a:cubicBezTo>
                      <a:pt x="7483" y="4137"/>
                      <a:pt x="4668" y="7913"/>
                      <a:pt x="1328" y="11195"/>
                    </a:cubicBezTo>
                    <a:lnTo>
                      <a:pt x="0" y="12459"/>
                    </a:lnTo>
                    <a:cubicBezTo>
                      <a:pt x="32732" y="34986"/>
                      <a:pt x="69987" y="50097"/>
                      <a:pt x="109163" y="56732"/>
                    </a:cubicBezTo>
                    <a:cubicBezTo>
                      <a:pt x="109032" y="56314"/>
                      <a:pt x="108926" y="55897"/>
                      <a:pt x="108846" y="5546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6" name="Google Shape;3776;p14"/>
              <p:cNvSpPr/>
              <p:nvPr/>
            </p:nvSpPr>
            <p:spPr>
              <a:xfrm>
                <a:off x="7472659" y="1231615"/>
                <a:ext cx="110806" cy="57870"/>
              </a:xfrm>
              <a:custGeom>
                <a:avLst/>
                <a:gdLst/>
                <a:ahLst/>
                <a:cxnLst/>
                <a:rect l="l" t="t" r="r" b="b"/>
                <a:pathLst>
                  <a:path w="110806" h="57870" extrusionOk="0">
                    <a:moveTo>
                      <a:pt x="110807" y="12586"/>
                    </a:moveTo>
                    <a:lnTo>
                      <a:pt x="109669" y="11574"/>
                    </a:lnTo>
                    <a:cubicBezTo>
                      <a:pt x="106277" y="8165"/>
                      <a:pt x="103420" y="4263"/>
                      <a:pt x="101194" y="0"/>
                    </a:cubicBezTo>
                    <a:cubicBezTo>
                      <a:pt x="70911" y="21228"/>
                      <a:pt x="36387" y="35642"/>
                      <a:pt x="0" y="42248"/>
                    </a:cubicBezTo>
                    <a:cubicBezTo>
                      <a:pt x="1524" y="46966"/>
                      <a:pt x="2314" y="51900"/>
                      <a:pt x="2340" y="56858"/>
                    </a:cubicBezTo>
                    <a:cubicBezTo>
                      <a:pt x="2340" y="56858"/>
                      <a:pt x="2340" y="57554"/>
                      <a:pt x="2340" y="57870"/>
                    </a:cubicBezTo>
                    <a:cubicBezTo>
                      <a:pt x="41360" y="50850"/>
                      <a:pt x="78378" y="35394"/>
                      <a:pt x="110807" y="1258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7" name="Google Shape;3777;p14"/>
              <p:cNvSpPr/>
              <p:nvPr/>
            </p:nvSpPr>
            <p:spPr>
              <a:xfrm>
                <a:off x="7456658" y="1276520"/>
                <a:ext cx="2156" cy="15495"/>
              </a:xfrm>
              <a:custGeom>
                <a:avLst/>
                <a:gdLst/>
                <a:ahLst/>
                <a:cxnLst/>
                <a:rect l="l" t="t" r="r" b="b"/>
                <a:pathLst>
                  <a:path w="2156" h="15495" extrusionOk="0">
                    <a:moveTo>
                      <a:pt x="0" y="0"/>
                    </a:moveTo>
                    <a:lnTo>
                      <a:pt x="1771" y="15495"/>
                    </a:lnTo>
                    <a:lnTo>
                      <a:pt x="1771" y="15495"/>
                    </a:lnTo>
                    <a:cubicBezTo>
                      <a:pt x="1963" y="14344"/>
                      <a:pt x="2090" y="13180"/>
                      <a:pt x="2150" y="12017"/>
                    </a:cubicBezTo>
                    <a:cubicBezTo>
                      <a:pt x="2231" y="7906"/>
                      <a:pt x="1500" y="3826"/>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8" name="Google Shape;3778;p14"/>
              <p:cNvSpPr/>
              <p:nvPr/>
            </p:nvSpPr>
            <p:spPr>
              <a:xfrm>
                <a:off x="7418647" y="804831"/>
                <a:ext cx="15811" cy="54265"/>
              </a:xfrm>
              <a:custGeom>
                <a:avLst/>
                <a:gdLst/>
                <a:ahLst/>
                <a:cxnLst/>
                <a:rect l="l" t="t" r="r" b="b"/>
                <a:pathLst>
                  <a:path w="15811" h="54265" extrusionOk="0">
                    <a:moveTo>
                      <a:pt x="0" y="0"/>
                    </a:moveTo>
                    <a:lnTo>
                      <a:pt x="15812" y="0"/>
                    </a:lnTo>
                    <a:lnTo>
                      <a:pt x="15812" y="54265"/>
                    </a:lnTo>
                    <a:lnTo>
                      <a:pt x="0" y="5426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9" name="Google Shape;3779;p14"/>
              <p:cNvSpPr/>
              <p:nvPr/>
            </p:nvSpPr>
            <p:spPr>
              <a:xfrm>
                <a:off x="7418647" y="1180892"/>
                <a:ext cx="15811" cy="54265"/>
              </a:xfrm>
              <a:custGeom>
                <a:avLst/>
                <a:gdLst/>
                <a:ahLst/>
                <a:cxnLst/>
                <a:rect l="l" t="t" r="r" b="b"/>
                <a:pathLst>
                  <a:path w="15811" h="54265" extrusionOk="0">
                    <a:moveTo>
                      <a:pt x="0" y="0"/>
                    </a:moveTo>
                    <a:lnTo>
                      <a:pt x="15812" y="0"/>
                    </a:lnTo>
                    <a:lnTo>
                      <a:pt x="15812" y="54265"/>
                    </a:lnTo>
                    <a:lnTo>
                      <a:pt x="0" y="5426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0" name="Google Shape;3780;p14"/>
              <p:cNvSpPr/>
              <p:nvPr/>
            </p:nvSpPr>
            <p:spPr>
              <a:xfrm>
                <a:off x="7582391" y="1013353"/>
                <a:ext cx="54265" cy="15811"/>
              </a:xfrm>
              <a:custGeom>
                <a:avLst/>
                <a:gdLst/>
                <a:ahLst/>
                <a:cxnLst/>
                <a:rect l="l" t="t" r="r" b="b"/>
                <a:pathLst>
                  <a:path w="54265" h="15811" extrusionOk="0">
                    <a:moveTo>
                      <a:pt x="0" y="0"/>
                    </a:moveTo>
                    <a:lnTo>
                      <a:pt x="54265" y="0"/>
                    </a:lnTo>
                    <a:lnTo>
                      <a:pt x="54265" y="15811"/>
                    </a:lnTo>
                    <a:lnTo>
                      <a:pt x="0" y="1581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1" name="Google Shape;3781;p14"/>
              <p:cNvSpPr/>
              <p:nvPr/>
            </p:nvSpPr>
            <p:spPr>
              <a:xfrm>
                <a:off x="7215943" y="1013353"/>
                <a:ext cx="54265" cy="15811"/>
              </a:xfrm>
              <a:custGeom>
                <a:avLst/>
                <a:gdLst/>
                <a:ahLst/>
                <a:cxnLst/>
                <a:rect l="l" t="t" r="r" b="b"/>
                <a:pathLst>
                  <a:path w="54265" h="15811" extrusionOk="0">
                    <a:moveTo>
                      <a:pt x="0" y="0"/>
                    </a:moveTo>
                    <a:lnTo>
                      <a:pt x="54265" y="0"/>
                    </a:lnTo>
                    <a:lnTo>
                      <a:pt x="54265" y="15811"/>
                    </a:lnTo>
                    <a:lnTo>
                      <a:pt x="0" y="1581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2" name="Google Shape;3782;p14"/>
              <p:cNvSpPr/>
              <p:nvPr/>
            </p:nvSpPr>
            <p:spPr>
              <a:xfrm rot="-2700000">
                <a:off x="7532083" y="879121"/>
                <a:ext cx="54265" cy="15811"/>
              </a:xfrm>
              <a:custGeom>
                <a:avLst/>
                <a:gdLst/>
                <a:ahLst/>
                <a:cxnLst/>
                <a:rect l="l" t="t" r="r" b="b"/>
                <a:pathLst>
                  <a:path w="54265" h="15811" extrusionOk="0">
                    <a:moveTo>
                      <a:pt x="0" y="0"/>
                    </a:moveTo>
                    <a:lnTo>
                      <a:pt x="54265" y="0"/>
                    </a:lnTo>
                    <a:lnTo>
                      <a:pt x="54265" y="15812"/>
                    </a:lnTo>
                    <a:lnTo>
                      <a:pt x="0" y="1581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3" name="Google Shape;3783;p14"/>
              <p:cNvSpPr/>
              <p:nvPr/>
            </p:nvSpPr>
            <p:spPr>
              <a:xfrm rot="-2700000">
                <a:off x="7266197" y="1145030"/>
                <a:ext cx="54265" cy="15811"/>
              </a:xfrm>
              <a:custGeom>
                <a:avLst/>
                <a:gdLst/>
                <a:ahLst/>
                <a:cxnLst/>
                <a:rect l="l" t="t" r="r" b="b"/>
                <a:pathLst>
                  <a:path w="54265" h="15811" extrusionOk="0">
                    <a:moveTo>
                      <a:pt x="0" y="0"/>
                    </a:moveTo>
                    <a:lnTo>
                      <a:pt x="54265" y="0"/>
                    </a:lnTo>
                    <a:lnTo>
                      <a:pt x="54265" y="15812"/>
                    </a:lnTo>
                    <a:lnTo>
                      <a:pt x="0" y="1581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4" name="Google Shape;3784;p14"/>
              <p:cNvSpPr/>
              <p:nvPr/>
            </p:nvSpPr>
            <p:spPr>
              <a:xfrm rot="-2700000">
                <a:off x="7546865" y="1123575"/>
                <a:ext cx="15811" cy="54265"/>
              </a:xfrm>
              <a:custGeom>
                <a:avLst/>
                <a:gdLst/>
                <a:ahLst/>
                <a:cxnLst/>
                <a:rect l="l" t="t" r="r" b="b"/>
                <a:pathLst>
                  <a:path w="15811" h="54265" extrusionOk="0">
                    <a:moveTo>
                      <a:pt x="0" y="0"/>
                    </a:moveTo>
                    <a:lnTo>
                      <a:pt x="15811" y="0"/>
                    </a:lnTo>
                    <a:lnTo>
                      <a:pt x="15811" y="54265"/>
                    </a:lnTo>
                    <a:lnTo>
                      <a:pt x="0" y="5426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5" name="Google Shape;3785;p14"/>
              <p:cNvSpPr/>
              <p:nvPr/>
            </p:nvSpPr>
            <p:spPr>
              <a:xfrm rot="-2700000">
                <a:off x="7287700" y="864348"/>
                <a:ext cx="15811" cy="54265"/>
              </a:xfrm>
              <a:custGeom>
                <a:avLst/>
                <a:gdLst/>
                <a:ahLst/>
                <a:cxnLst/>
                <a:rect l="l" t="t" r="r" b="b"/>
                <a:pathLst>
                  <a:path w="15811" h="54265" extrusionOk="0">
                    <a:moveTo>
                      <a:pt x="0" y="0"/>
                    </a:moveTo>
                    <a:lnTo>
                      <a:pt x="15812" y="0"/>
                    </a:lnTo>
                    <a:lnTo>
                      <a:pt x="15812" y="54265"/>
                    </a:lnTo>
                    <a:lnTo>
                      <a:pt x="0" y="5426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6" name="Google Shape;3786;p14"/>
              <p:cNvSpPr/>
              <p:nvPr/>
            </p:nvSpPr>
            <p:spPr>
              <a:xfrm>
                <a:off x="7360207" y="991154"/>
                <a:ext cx="45031" cy="43449"/>
              </a:xfrm>
              <a:custGeom>
                <a:avLst/>
                <a:gdLst/>
                <a:ahLst/>
                <a:cxnLst/>
                <a:rect l="l" t="t" r="r" b="b"/>
                <a:pathLst>
                  <a:path w="45031" h="43449" extrusionOk="0">
                    <a:moveTo>
                      <a:pt x="33520" y="34596"/>
                    </a:moveTo>
                    <a:lnTo>
                      <a:pt x="10878" y="34596"/>
                    </a:lnTo>
                    <a:lnTo>
                      <a:pt x="7084" y="43450"/>
                    </a:lnTo>
                    <a:lnTo>
                      <a:pt x="0" y="43450"/>
                    </a:lnTo>
                    <a:lnTo>
                      <a:pt x="18974" y="0"/>
                    </a:lnTo>
                    <a:lnTo>
                      <a:pt x="26057" y="0"/>
                    </a:lnTo>
                    <a:lnTo>
                      <a:pt x="45031" y="43450"/>
                    </a:lnTo>
                    <a:lnTo>
                      <a:pt x="37315" y="43450"/>
                    </a:lnTo>
                    <a:close/>
                    <a:moveTo>
                      <a:pt x="31054" y="28903"/>
                    </a:moveTo>
                    <a:lnTo>
                      <a:pt x="22199" y="8285"/>
                    </a:lnTo>
                    <a:lnTo>
                      <a:pt x="13345" y="2890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7" name="Google Shape;3787;p14"/>
              <p:cNvSpPr/>
              <p:nvPr/>
            </p:nvSpPr>
            <p:spPr>
              <a:xfrm>
                <a:off x="7412891" y="991026"/>
                <a:ext cx="34470" cy="43578"/>
              </a:xfrm>
              <a:custGeom>
                <a:avLst/>
                <a:gdLst/>
                <a:ahLst/>
                <a:cxnLst/>
                <a:rect l="l" t="t" r="r" b="b"/>
                <a:pathLst>
                  <a:path w="34470" h="43578" extrusionOk="0">
                    <a:moveTo>
                      <a:pt x="0" y="128"/>
                    </a:moveTo>
                    <a:lnTo>
                      <a:pt x="18278" y="128"/>
                    </a:lnTo>
                    <a:cubicBezTo>
                      <a:pt x="26102" y="-920"/>
                      <a:pt x="33295" y="4574"/>
                      <a:pt x="34343" y="12398"/>
                    </a:cubicBezTo>
                    <a:cubicBezTo>
                      <a:pt x="35391" y="20222"/>
                      <a:pt x="29897" y="27414"/>
                      <a:pt x="22073" y="28462"/>
                    </a:cubicBezTo>
                    <a:cubicBezTo>
                      <a:pt x="20814" y="28631"/>
                      <a:pt x="19537" y="28631"/>
                      <a:pt x="18278" y="28462"/>
                    </a:cubicBezTo>
                    <a:lnTo>
                      <a:pt x="6388" y="28462"/>
                    </a:lnTo>
                    <a:lnTo>
                      <a:pt x="6388" y="43578"/>
                    </a:lnTo>
                    <a:lnTo>
                      <a:pt x="63" y="43578"/>
                    </a:lnTo>
                    <a:close/>
                    <a:moveTo>
                      <a:pt x="17393" y="22707"/>
                    </a:moveTo>
                    <a:cubicBezTo>
                      <a:pt x="23717" y="22707"/>
                      <a:pt x="27891" y="19608"/>
                      <a:pt x="27891" y="14485"/>
                    </a:cubicBezTo>
                    <a:cubicBezTo>
                      <a:pt x="27891" y="9362"/>
                      <a:pt x="23654" y="6263"/>
                      <a:pt x="17393" y="6263"/>
                    </a:cubicBezTo>
                    <a:lnTo>
                      <a:pt x="6388" y="6263"/>
                    </a:lnTo>
                    <a:lnTo>
                      <a:pt x="6388" y="227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8" name="Google Shape;3788;p14"/>
              <p:cNvSpPr/>
              <p:nvPr/>
            </p:nvSpPr>
            <p:spPr>
              <a:xfrm>
                <a:off x="7455835" y="991026"/>
                <a:ext cx="34470" cy="43578"/>
              </a:xfrm>
              <a:custGeom>
                <a:avLst/>
                <a:gdLst/>
                <a:ahLst/>
                <a:cxnLst/>
                <a:rect l="l" t="t" r="r" b="b"/>
                <a:pathLst>
                  <a:path w="34470" h="43578" extrusionOk="0">
                    <a:moveTo>
                      <a:pt x="0" y="128"/>
                    </a:moveTo>
                    <a:lnTo>
                      <a:pt x="18278" y="128"/>
                    </a:lnTo>
                    <a:cubicBezTo>
                      <a:pt x="26102" y="-920"/>
                      <a:pt x="33295" y="4574"/>
                      <a:pt x="34343" y="12398"/>
                    </a:cubicBezTo>
                    <a:cubicBezTo>
                      <a:pt x="35391" y="20222"/>
                      <a:pt x="29897" y="27414"/>
                      <a:pt x="22073" y="28462"/>
                    </a:cubicBezTo>
                    <a:cubicBezTo>
                      <a:pt x="20814" y="28631"/>
                      <a:pt x="19537" y="28631"/>
                      <a:pt x="18278" y="28462"/>
                    </a:cubicBezTo>
                    <a:lnTo>
                      <a:pt x="6388" y="28462"/>
                    </a:lnTo>
                    <a:lnTo>
                      <a:pt x="6388" y="43578"/>
                    </a:lnTo>
                    <a:lnTo>
                      <a:pt x="63" y="43578"/>
                    </a:lnTo>
                    <a:close/>
                    <a:moveTo>
                      <a:pt x="17393" y="22707"/>
                    </a:moveTo>
                    <a:cubicBezTo>
                      <a:pt x="23717" y="22707"/>
                      <a:pt x="27892" y="19608"/>
                      <a:pt x="27892" y="14485"/>
                    </a:cubicBezTo>
                    <a:cubicBezTo>
                      <a:pt x="27892" y="9362"/>
                      <a:pt x="23654" y="6263"/>
                      <a:pt x="17393" y="6263"/>
                    </a:cubicBezTo>
                    <a:lnTo>
                      <a:pt x="6388" y="6263"/>
                    </a:lnTo>
                    <a:lnTo>
                      <a:pt x="6388" y="227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9" name="Google Shape;3789;p14"/>
              <p:cNvSpPr/>
              <p:nvPr/>
            </p:nvSpPr>
            <p:spPr>
              <a:xfrm>
                <a:off x="7331431" y="921900"/>
                <a:ext cx="189738" cy="189738"/>
              </a:xfrm>
              <a:custGeom>
                <a:avLst/>
                <a:gdLst/>
                <a:ahLst/>
                <a:cxnLst/>
                <a:rect l="l" t="t" r="r" b="b"/>
                <a:pathLst>
                  <a:path w="189738" h="189738" extrusionOk="0">
                    <a:moveTo>
                      <a:pt x="168551" y="189738"/>
                    </a:moveTo>
                    <a:lnTo>
                      <a:pt x="21187" y="189738"/>
                    </a:lnTo>
                    <a:cubicBezTo>
                      <a:pt x="9486" y="189738"/>
                      <a:pt x="0" y="180252"/>
                      <a:pt x="0" y="168551"/>
                    </a:cubicBezTo>
                    <a:lnTo>
                      <a:pt x="0" y="21187"/>
                    </a:lnTo>
                    <a:cubicBezTo>
                      <a:pt x="0" y="9486"/>
                      <a:pt x="9486" y="0"/>
                      <a:pt x="21187" y="0"/>
                    </a:cubicBezTo>
                    <a:lnTo>
                      <a:pt x="168551" y="0"/>
                    </a:lnTo>
                    <a:cubicBezTo>
                      <a:pt x="180252" y="0"/>
                      <a:pt x="189738" y="9486"/>
                      <a:pt x="189738" y="21187"/>
                    </a:cubicBezTo>
                    <a:lnTo>
                      <a:pt x="189738" y="168551"/>
                    </a:lnTo>
                    <a:cubicBezTo>
                      <a:pt x="189738" y="180252"/>
                      <a:pt x="180252" y="189738"/>
                      <a:pt x="168551" y="189738"/>
                    </a:cubicBezTo>
                    <a:close/>
                    <a:moveTo>
                      <a:pt x="21187" y="15938"/>
                    </a:moveTo>
                    <a:cubicBezTo>
                      <a:pt x="18219" y="15938"/>
                      <a:pt x="15812" y="18345"/>
                      <a:pt x="15812" y="21314"/>
                    </a:cubicBezTo>
                    <a:lnTo>
                      <a:pt x="15812" y="168677"/>
                    </a:lnTo>
                    <a:cubicBezTo>
                      <a:pt x="15812" y="171646"/>
                      <a:pt x="18219" y="174053"/>
                      <a:pt x="21187" y="174053"/>
                    </a:cubicBezTo>
                    <a:lnTo>
                      <a:pt x="168551" y="174053"/>
                    </a:lnTo>
                    <a:cubicBezTo>
                      <a:pt x="171519" y="174053"/>
                      <a:pt x="173927" y="171646"/>
                      <a:pt x="173927" y="168677"/>
                    </a:cubicBezTo>
                    <a:lnTo>
                      <a:pt x="173927" y="21187"/>
                    </a:lnTo>
                    <a:cubicBezTo>
                      <a:pt x="173927" y="18219"/>
                      <a:pt x="171519" y="15812"/>
                      <a:pt x="168551" y="1581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3790" name="Google Shape;3790;p14"/>
          <p:cNvGrpSpPr/>
          <p:nvPr/>
        </p:nvGrpSpPr>
        <p:grpSpPr>
          <a:xfrm>
            <a:off x="579815" y="4022405"/>
            <a:ext cx="912101" cy="912097"/>
            <a:chOff x="579815" y="4022405"/>
            <a:chExt cx="912101" cy="912097"/>
          </a:xfrm>
        </p:grpSpPr>
        <p:sp>
          <p:nvSpPr>
            <p:cNvPr id="3791" name="Google Shape;3791;p14"/>
            <p:cNvSpPr/>
            <p:nvPr/>
          </p:nvSpPr>
          <p:spPr>
            <a:xfrm>
              <a:off x="579815" y="4022405"/>
              <a:ext cx="912101" cy="912097"/>
            </a:xfrm>
            <a:prstGeom prst="ellipse">
              <a:avLst/>
            </a:prstGeom>
            <a:gradFill>
              <a:gsLst>
                <a:gs pos="0">
                  <a:schemeClr val="accent2"/>
                </a:gs>
                <a:gs pos="70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3792" name="Google Shape;3792;p14"/>
            <p:cNvPicPr preferRelativeResize="0"/>
            <p:nvPr/>
          </p:nvPicPr>
          <p:blipFill rotWithShape="1">
            <a:blip r:embed="rId4">
              <a:alphaModFix/>
            </a:blip>
            <a:srcRect/>
            <a:stretch/>
          </p:blipFill>
          <p:spPr>
            <a:xfrm>
              <a:off x="775202" y="4211191"/>
              <a:ext cx="521327" cy="534525"/>
            </a:xfrm>
            <a:prstGeom prst="rect">
              <a:avLst/>
            </a:prstGeom>
            <a:noFill/>
            <a:ln>
              <a:noFill/>
            </a:ln>
          </p:spPr>
        </p:pic>
      </p:grpSp>
      <p:sp>
        <p:nvSpPr>
          <p:cNvPr id="3793" name="Google Shape;3793;p14"/>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2024 Broadcom.  </a:t>
            </a:r>
            <a:endParaRPr/>
          </a:p>
        </p:txBody>
      </p:sp>
      <p:sp>
        <p:nvSpPr>
          <p:cNvPr id="3794" name="Google Shape;3794;p14"/>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All Rights Reserved. The term “Broadcom” refers to Broadcom Inc. and/or its subsidiaries.</a:t>
            </a:r>
            <a:endParaRPr/>
          </a:p>
        </p:txBody>
      </p:sp>
      <p:grpSp>
        <p:nvGrpSpPr>
          <p:cNvPr id="3795" name="Google Shape;3795;p14"/>
          <p:cNvGrpSpPr/>
          <p:nvPr/>
        </p:nvGrpSpPr>
        <p:grpSpPr>
          <a:xfrm>
            <a:off x="265625" y="6323271"/>
            <a:ext cx="1249222" cy="369649"/>
            <a:chOff x="265625" y="6323271"/>
            <a:chExt cx="1249222" cy="369649"/>
          </a:xfrm>
        </p:grpSpPr>
        <p:grpSp>
          <p:nvGrpSpPr>
            <p:cNvPr id="3796" name="Google Shape;3796;p14"/>
            <p:cNvGrpSpPr/>
            <p:nvPr/>
          </p:nvGrpSpPr>
          <p:grpSpPr>
            <a:xfrm>
              <a:off x="745455" y="6594444"/>
              <a:ext cx="722663" cy="98476"/>
              <a:chOff x="745455" y="6594444"/>
              <a:chExt cx="722663" cy="98476"/>
            </a:xfrm>
          </p:grpSpPr>
          <p:sp>
            <p:nvSpPr>
              <p:cNvPr id="3797" name="Google Shape;3797;p14"/>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98" name="Google Shape;3798;p14"/>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99" name="Google Shape;3799;p14"/>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0" name="Google Shape;3800;p14"/>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1" name="Google Shape;3801;p14"/>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2" name="Google Shape;3802;p14"/>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3" name="Google Shape;3803;p14"/>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4" name="Google Shape;3804;p14"/>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5" name="Google Shape;3805;p14"/>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6" name="Google Shape;3806;p14"/>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807" name="Google Shape;3807;p14"/>
            <p:cNvGrpSpPr/>
            <p:nvPr/>
          </p:nvGrpSpPr>
          <p:grpSpPr>
            <a:xfrm>
              <a:off x="265625" y="6323271"/>
              <a:ext cx="1249222" cy="190348"/>
              <a:chOff x="265625" y="6323271"/>
              <a:chExt cx="1249222" cy="190348"/>
            </a:xfrm>
          </p:grpSpPr>
          <p:sp>
            <p:nvSpPr>
              <p:cNvPr id="3808" name="Google Shape;3808;p14"/>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9" name="Google Shape;3809;p14"/>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10" name="Google Shape;3810;p14"/>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11" name="Google Shape;3811;p14"/>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12" name="Google Shape;3812;p14"/>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13" name="Google Shape;3813;p14"/>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14" name="Google Shape;3814;p14"/>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3815" name="Google Shape;3815;p14"/>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11</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67"/>
                                        </p:tgtEl>
                                        <p:attrNameLst>
                                          <p:attrName>style.visibility</p:attrName>
                                        </p:attrNameLst>
                                      </p:cBhvr>
                                      <p:to>
                                        <p:strVal val="visible"/>
                                      </p:to>
                                    </p:set>
                                    <p:animEffect transition="in" filter="fade">
                                      <p:cBhvr>
                                        <p:cTn id="7" dur="250"/>
                                        <p:tgtEl>
                                          <p:spTgt spid="3667"/>
                                        </p:tgtEl>
                                      </p:cBhvr>
                                    </p:animEffect>
                                  </p:childTnLst>
                                </p:cTn>
                              </p:par>
                              <p:par>
                                <p:cTn id="8" presetID="10" presetClass="entr" presetSubtype="0" fill="hold" nodeType="withEffect">
                                  <p:stCondLst>
                                    <p:cond delay="250"/>
                                  </p:stCondLst>
                                  <p:childTnLst>
                                    <p:set>
                                      <p:cBhvr>
                                        <p:cTn id="9" dur="1" fill="hold">
                                          <p:stCondLst>
                                            <p:cond delay="0"/>
                                          </p:stCondLst>
                                        </p:cTn>
                                        <p:tgtEl>
                                          <p:spTgt spid="3674"/>
                                        </p:tgtEl>
                                        <p:attrNameLst>
                                          <p:attrName>style.visibility</p:attrName>
                                        </p:attrNameLst>
                                      </p:cBhvr>
                                      <p:to>
                                        <p:strVal val="visible"/>
                                      </p:to>
                                    </p:set>
                                    <p:animEffect transition="in" filter="fade">
                                      <p:cBhvr>
                                        <p:cTn id="10" dur="250"/>
                                        <p:tgtEl>
                                          <p:spTgt spid="3674"/>
                                        </p:tgtEl>
                                      </p:cBhvr>
                                    </p:animEffect>
                                  </p:childTnLst>
                                </p:cTn>
                              </p:par>
                            </p:childTnLst>
                          </p:cTn>
                        </p:par>
                        <p:par>
                          <p:cTn id="11" fill="hold">
                            <p:stCondLst>
                              <p:cond delay="250"/>
                            </p:stCondLst>
                            <p:childTnLst>
                              <p:par>
                                <p:cTn id="12" presetID="10" presetClass="entr" presetSubtype="0" fill="hold" nodeType="afterEffect">
                                  <p:stCondLst>
                                    <p:cond delay="250"/>
                                  </p:stCondLst>
                                  <p:childTnLst>
                                    <p:set>
                                      <p:cBhvr>
                                        <p:cTn id="13" dur="1" fill="hold">
                                          <p:stCondLst>
                                            <p:cond delay="0"/>
                                          </p:stCondLst>
                                        </p:cTn>
                                        <p:tgtEl>
                                          <p:spTgt spid="3690"/>
                                        </p:tgtEl>
                                        <p:attrNameLst>
                                          <p:attrName>style.visibility</p:attrName>
                                        </p:attrNameLst>
                                      </p:cBhvr>
                                      <p:to>
                                        <p:strVal val="visible"/>
                                      </p:to>
                                    </p:set>
                                    <p:animEffect transition="in" filter="fade">
                                      <p:cBhvr>
                                        <p:cTn id="14" dur="500"/>
                                        <p:tgtEl>
                                          <p:spTgt spid="3690"/>
                                        </p:tgtEl>
                                      </p:cBhvr>
                                    </p:animEffect>
                                  </p:childTnLst>
                                </p:cTn>
                              </p:par>
                              <p:par>
                                <p:cTn id="15" presetID="10" presetClass="entr" presetSubtype="0" fill="hold" nodeType="withEffect">
                                  <p:stCondLst>
                                    <p:cond delay="500"/>
                                  </p:stCondLst>
                                  <p:childTnLst>
                                    <p:set>
                                      <p:cBhvr>
                                        <p:cTn id="16" dur="1" fill="hold">
                                          <p:stCondLst>
                                            <p:cond delay="0"/>
                                          </p:stCondLst>
                                        </p:cTn>
                                        <p:tgtEl>
                                          <p:spTgt spid="3717"/>
                                        </p:tgtEl>
                                        <p:attrNameLst>
                                          <p:attrName>style.visibility</p:attrName>
                                        </p:attrNameLst>
                                      </p:cBhvr>
                                      <p:to>
                                        <p:strVal val="visible"/>
                                      </p:to>
                                    </p:set>
                                    <p:animEffect transition="in" filter="fade">
                                      <p:cBhvr>
                                        <p:cTn id="17" dur="500"/>
                                        <p:tgtEl>
                                          <p:spTgt spid="3717"/>
                                        </p:tgtEl>
                                      </p:cBhvr>
                                    </p:animEffect>
                                  </p:childTnLst>
                                </p:cTn>
                              </p:par>
                              <p:par>
                                <p:cTn id="18" presetID="10" presetClass="entr" presetSubtype="0" fill="hold" nodeType="withEffect">
                                  <p:stCondLst>
                                    <p:cond delay="250"/>
                                  </p:stCondLst>
                                  <p:childTnLst>
                                    <p:set>
                                      <p:cBhvr>
                                        <p:cTn id="19" dur="1" fill="hold">
                                          <p:stCondLst>
                                            <p:cond delay="0"/>
                                          </p:stCondLst>
                                        </p:cTn>
                                        <p:tgtEl>
                                          <p:spTgt spid="3730"/>
                                        </p:tgtEl>
                                        <p:attrNameLst>
                                          <p:attrName>style.visibility</p:attrName>
                                        </p:attrNameLst>
                                      </p:cBhvr>
                                      <p:to>
                                        <p:strVal val="visible"/>
                                      </p:to>
                                    </p:set>
                                    <p:animEffect transition="in" filter="fade">
                                      <p:cBhvr>
                                        <p:cTn id="20" dur="500"/>
                                        <p:tgtEl>
                                          <p:spTgt spid="3730"/>
                                        </p:tgtEl>
                                      </p:cBhvr>
                                    </p:animEffect>
                                  </p:childTnLst>
                                </p:cTn>
                              </p:par>
                              <p:par>
                                <p:cTn id="21" presetID="10" presetClass="entr" presetSubtype="0" fill="hold" nodeType="withEffect">
                                  <p:stCondLst>
                                    <p:cond delay="250"/>
                                  </p:stCondLst>
                                  <p:childTnLst>
                                    <p:set>
                                      <p:cBhvr>
                                        <p:cTn id="22" dur="1" fill="hold">
                                          <p:stCondLst>
                                            <p:cond delay="0"/>
                                          </p:stCondLst>
                                        </p:cTn>
                                        <p:tgtEl>
                                          <p:spTgt spid="3718"/>
                                        </p:tgtEl>
                                        <p:attrNameLst>
                                          <p:attrName>style.visibility</p:attrName>
                                        </p:attrNameLst>
                                      </p:cBhvr>
                                      <p:to>
                                        <p:strVal val="visible"/>
                                      </p:to>
                                    </p:set>
                                    <p:animEffect transition="in" filter="fade">
                                      <p:cBhvr>
                                        <p:cTn id="23" dur="750"/>
                                        <p:tgtEl>
                                          <p:spTgt spid="3718"/>
                                        </p:tgtEl>
                                      </p:cBhvr>
                                    </p:animEffect>
                                  </p:childTnLst>
                                </p:cTn>
                              </p:par>
                              <p:par>
                                <p:cTn id="24" presetID="10" presetClass="entr" presetSubtype="0" fill="hold" nodeType="withEffect">
                                  <p:stCondLst>
                                    <p:cond delay="500"/>
                                  </p:stCondLst>
                                  <p:childTnLst>
                                    <p:set>
                                      <p:cBhvr>
                                        <p:cTn id="25" dur="1" fill="hold">
                                          <p:stCondLst>
                                            <p:cond delay="0"/>
                                          </p:stCondLst>
                                        </p:cTn>
                                        <p:tgtEl>
                                          <p:spTgt spid="3698"/>
                                        </p:tgtEl>
                                        <p:attrNameLst>
                                          <p:attrName>style.visibility</p:attrName>
                                        </p:attrNameLst>
                                      </p:cBhvr>
                                      <p:to>
                                        <p:strVal val="visible"/>
                                      </p:to>
                                    </p:set>
                                    <p:animEffect transition="in" filter="fade">
                                      <p:cBhvr>
                                        <p:cTn id="26" dur="500"/>
                                        <p:tgtEl>
                                          <p:spTgt spid="3698"/>
                                        </p:tgtEl>
                                      </p:cBhvr>
                                    </p:animEffect>
                                  </p:childTnLst>
                                </p:cTn>
                              </p:par>
                              <p:par>
                                <p:cTn id="27" presetID="10" presetClass="entr" presetSubtype="0" fill="hold" nodeType="withEffect">
                                  <p:stCondLst>
                                    <p:cond delay="500"/>
                                  </p:stCondLst>
                                  <p:childTnLst>
                                    <p:set>
                                      <p:cBhvr>
                                        <p:cTn id="28" dur="1" fill="hold">
                                          <p:stCondLst>
                                            <p:cond delay="0"/>
                                          </p:stCondLst>
                                        </p:cTn>
                                        <p:tgtEl>
                                          <p:spTgt spid="3735"/>
                                        </p:tgtEl>
                                        <p:attrNameLst>
                                          <p:attrName>style.visibility</p:attrName>
                                        </p:attrNameLst>
                                      </p:cBhvr>
                                      <p:to>
                                        <p:strVal val="visible"/>
                                      </p:to>
                                    </p:set>
                                    <p:animEffect transition="in" filter="fade">
                                      <p:cBhvr>
                                        <p:cTn id="29" dur="500"/>
                                        <p:tgtEl>
                                          <p:spTgt spid="3735"/>
                                        </p:tgtEl>
                                      </p:cBhvr>
                                    </p:animEffect>
                                  </p:childTnLst>
                                </p:cTn>
                              </p:par>
                              <p:par>
                                <p:cTn id="30" presetID="8" presetClass="emph" presetSubtype="0" fill="hold" nodeType="withEffect">
                                  <p:stCondLst>
                                    <p:cond delay="500"/>
                                  </p:stCondLst>
                                  <p:childTnLst>
                                    <p:animRot by="-21600000">
                                      <p:cBhvr>
                                        <p:cTn id="31" dur="750" fill="hold"/>
                                        <p:tgtEl>
                                          <p:spTgt spid="3735"/>
                                        </p:tgtEl>
                                        <p:attrNameLst>
                                          <p:attrName>r</p:attrName>
                                        </p:attrNameLst>
                                      </p:cBhvr>
                                    </p:animRot>
                                  </p:childTnLst>
                                </p:cTn>
                              </p:par>
                              <p:par>
                                <p:cTn id="32" presetID="10" presetClass="entr" presetSubtype="0" fill="hold" nodeType="withEffect">
                                  <p:stCondLst>
                                    <p:cond delay="750"/>
                                  </p:stCondLst>
                                  <p:childTnLst>
                                    <p:set>
                                      <p:cBhvr>
                                        <p:cTn id="33" dur="1" fill="hold">
                                          <p:stCondLst>
                                            <p:cond delay="0"/>
                                          </p:stCondLst>
                                        </p:cTn>
                                        <p:tgtEl>
                                          <p:spTgt spid="3675"/>
                                        </p:tgtEl>
                                        <p:attrNameLst>
                                          <p:attrName>style.visibility</p:attrName>
                                        </p:attrNameLst>
                                      </p:cBhvr>
                                      <p:to>
                                        <p:strVal val="visible"/>
                                      </p:to>
                                    </p:set>
                                    <p:animEffect transition="in" filter="fade">
                                      <p:cBhvr>
                                        <p:cTn id="34" dur="500"/>
                                        <p:tgtEl>
                                          <p:spTgt spid="3675"/>
                                        </p:tgtEl>
                                      </p:cBhvr>
                                    </p:animEffect>
                                  </p:childTnLst>
                                </p:cTn>
                              </p:par>
                              <p:par>
                                <p:cTn id="35" presetID="10" presetClass="entr" presetSubtype="0" fill="hold" nodeType="withEffect">
                                  <p:stCondLst>
                                    <p:cond delay="100"/>
                                  </p:stCondLst>
                                  <p:childTnLst>
                                    <p:set>
                                      <p:cBhvr>
                                        <p:cTn id="36" dur="1" fill="hold">
                                          <p:stCondLst>
                                            <p:cond delay="0"/>
                                          </p:stCondLst>
                                        </p:cTn>
                                        <p:tgtEl>
                                          <p:spTgt spid="3742"/>
                                        </p:tgtEl>
                                        <p:attrNameLst>
                                          <p:attrName>style.visibility</p:attrName>
                                        </p:attrNameLst>
                                      </p:cBhvr>
                                      <p:to>
                                        <p:strVal val="visible"/>
                                      </p:to>
                                    </p:set>
                                    <p:animEffect transition="in" filter="fade">
                                      <p:cBhvr>
                                        <p:cTn id="37" dur="750"/>
                                        <p:tgtEl>
                                          <p:spTgt spid="3742"/>
                                        </p:tgtEl>
                                      </p:cBhvr>
                                    </p:animEffect>
                                  </p:childTnLst>
                                </p:cTn>
                              </p:par>
                              <p:par>
                                <p:cTn id="38" presetID="10" presetClass="entr" presetSubtype="0" fill="hold" nodeType="withEffect">
                                  <p:stCondLst>
                                    <p:cond delay="200"/>
                                  </p:stCondLst>
                                  <p:childTnLst>
                                    <p:set>
                                      <p:cBhvr>
                                        <p:cTn id="39" dur="1" fill="hold">
                                          <p:stCondLst>
                                            <p:cond delay="0"/>
                                          </p:stCondLst>
                                        </p:cTn>
                                        <p:tgtEl>
                                          <p:spTgt spid="3751"/>
                                        </p:tgtEl>
                                        <p:attrNameLst>
                                          <p:attrName>style.visibility</p:attrName>
                                        </p:attrNameLst>
                                      </p:cBhvr>
                                      <p:to>
                                        <p:strVal val="visible"/>
                                      </p:to>
                                    </p:set>
                                    <p:animEffect transition="in" filter="fade">
                                      <p:cBhvr>
                                        <p:cTn id="40" dur="750"/>
                                        <p:tgtEl>
                                          <p:spTgt spid="3751"/>
                                        </p:tgtEl>
                                      </p:cBhvr>
                                    </p:animEffect>
                                  </p:childTnLst>
                                </p:cTn>
                              </p:par>
                              <p:par>
                                <p:cTn id="41" presetID="10" presetClass="entr" presetSubtype="0" fill="hold" nodeType="withEffect">
                                  <p:stCondLst>
                                    <p:cond delay="300"/>
                                  </p:stCondLst>
                                  <p:childTnLst>
                                    <p:set>
                                      <p:cBhvr>
                                        <p:cTn id="42" dur="1" fill="hold">
                                          <p:stCondLst>
                                            <p:cond delay="0"/>
                                          </p:stCondLst>
                                        </p:cTn>
                                        <p:tgtEl>
                                          <p:spTgt spid="3790"/>
                                        </p:tgtEl>
                                        <p:attrNameLst>
                                          <p:attrName>style.visibility</p:attrName>
                                        </p:attrNameLst>
                                      </p:cBhvr>
                                      <p:to>
                                        <p:strVal val="visible"/>
                                      </p:to>
                                    </p:set>
                                    <p:animEffect transition="in" filter="fade">
                                      <p:cBhvr>
                                        <p:cTn id="43" dur="750"/>
                                        <p:tgtEl>
                                          <p:spTgt spid="3790"/>
                                        </p:tgtEl>
                                      </p:cBhvr>
                                    </p:animEffect>
                                  </p:childTnLst>
                                </p:cTn>
                              </p:par>
                              <p:par>
                                <p:cTn id="44" presetID="10" presetClass="entr" presetSubtype="0" fill="hold" nodeType="withEffect">
                                  <p:stCondLst>
                                    <p:cond delay="100"/>
                                  </p:stCondLst>
                                  <p:childTnLst>
                                    <p:set>
                                      <p:cBhvr>
                                        <p:cTn id="45" dur="1" fill="hold">
                                          <p:stCondLst>
                                            <p:cond delay="0"/>
                                          </p:stCondLst>
                                        </p:cTn>
                                        <p:tgtEl>
                                          <p:spTgt spid="3670"/>
                                        </p:tgtEl>
                                        <p:attrNameLst>
                                          <p:attrName>style.visibility</p:attrName>
                                        </p:attrNameLst>
                                      </p:cBhvr>
                                      <p:to>
                                        <p:strVal val="visible"/>
                                      </p:to>
                                    </p:set>
                                    <p:animEffect transition="in" filter="fade">
                                      <p:cBhvr>
                                        <p:cTn id="46" dur="250"/>
                                        <p:tgtEl>
                                          <p:spTgt spid="3670"/>
                                        </p:tgtEl>
                                      </p:cBhvr>
                                    </p:animEffect>
                                  </p:childTnLst>
                                </p:cTn>
                              </p:par>
                            </p:childTnLst>
                          </p:cTn>
                        </p:par>
                        <p:par>
                          <p:cTn id="47" fill="hold">
                            <p:stCondLst>
                              <p:cond delay="1000"/>
                            </p:stCondLst>
                            <p:childTnLst>
                              <p:par>
                                <p:cTn id="48" presetID="10" presetClass="entr" presetSubtype="0" fill="hold" nodeType="afterEffect">
                                  <p:stCondLst>
                                    <p:cond delay="200"/>
                                  </p:stCondLst>
                                  <p:childTnLst>
                                    <p:set>
                                      <p:cBhvr>
                                        <p:cTn id="49" dur="1" fill="hold">
                                          <p:stCondLst>
                                            <p:cond delay="0"/>
                                          </p:stCondLst>
                                        </p:cTn>
                                        <p:tgtEl>
                                          <p:spTgt spid="3671"/>
                                        </p:tgtEl>
                                        <p:attrNameLst>
                                          <p:attrName>style.visibility</p:attrName>
                                        </p:attrNameLst>
                                      </p:cBhvr>
                                      <p:to>
                                        <p:strVal val="visible"/>
                                      </p:to>
                                    </p:set>
                                    <p:animEffect transition="in" filter="fade">
                                      <p:cBhvr>
                                        <p:cTn id="50" dur="250"/>
                                        <p:tgtEl>
                                          <p:spTgt spid="3671"/>
                                        </p:tgtEl>
                                      </p:cBhvr>
                                    </p:animEffect>
                                  </p:childTnLst>
                                </p:cTn>
                              </p:par>
                            </p:childTnLst>
                          </p:cTn>
                        </p:par>
                        <p:par>
                          <p:cTn id="51" fill="hold">
                            <p:stCondLst>
                              <p:cond delay="1250"/>
                            </p:stCondLst>
                            <p:childTnLst>
                              <p:par>
                                <p:cTn id="52" presetID="10" presetClass="entr" presetSubtype="0" fill="hold" nodeType="afterEffect">
                                  <p:stCondLst>
                                    <p:cond delay="300"/>
                                  </p:stCondLst>
                                  <p:childTnLst>
                                    <p:set>
                                      <p:cBhvr>
                                        <p:cTn id="53" dur="1" fill="hold">
                                          <p:stCondLst>
                                            <p:cond delay="0"/>
                                          </p:stCondLst>
                                        </p:cTn>
                                        <p:tgtEl>
                                          <p:spTgt spid="3672"/>
                                        </p:tgtEl>
                                        <p:attrNameLst>
                                          <p:attrName>style.visibility</p:attrName>
                                        </p:attrNameLst>
                                      </p:cBhvr>
                                      <p:to>
                                        <p:strVal val="visible"/>
                                      </p:to>
                                    </p:set>
                                    <p:animEffect transition="in" filter="fade">
                                      <p:cBhvr>
                                        <p:cTn id="54" dur="250"/>
                                        <p:tgtEl>
                                          <p:spTgt spid="3672"/>
                                        </p:tgtEl>
                                      </p:cBhvr>
                                    </p:animEffect>
                                  </p:childTnLst>
                                </p:cTn>
                              </p:par>
                            </p:childTnLst>
                          </p:cTn>
                        </p:par>
                        <p:par>
                          <p:cTn id="55" fill="hold">
                            <p:stCondLst>
                              <p:cond delay="1500"/>
                            </p:stCondLst>
                            <p:childTnLst>
                              <p:par>
                                <p:cTn id="56" presetID="10" presetClass="entr" presetSubtype="0" fill="hold" nodeType="afterEffect">
                                  <p:stCondLst>
                                    <p:cond delay="300"/>
                                  </p:stCondLst>
                                  <p:childTnLst>
                                    <p:set>
                                      <p:cBhvr>
                                        <p:cTn id="57" dur="1" fill="hold">
                                          <p:stCondLst>
                                            <p:cond delay="0"/>
                                          </p:stCondLst>
                                        </p:cTn>
                                        <p:tgtEl>
                                          <p:spTgt spid="3741"/>
                                        </p:tgtEl>
                                        <p:attrNameLst>
                                          <p:attrName>style.visibility</p:attrName>
                                        </p:attrNameLst>
                                      </p:cBhvr>
                                      <p:to>
                                        <p:strVal val="visible"/>
                                      </p:to>
                                    </p:set>
                                    <p:animEffect transition="in" filter="fade">
                                      <p:cBhvr>
                                        <p:cTn id="58" dur="500"/>
                                        <p:tgtEl>
                                          <p:spTgt spid="3741"/>
                                        </p:tgtEl>
                                      </p:cBhvr>
                                    </p:animEffect>
                                  </p:childTnLst>
                                </p:cTn>
                              </p:par>
                              <p:par>
                                <p:cTn id="59" presetID="10" presetClass="entr" presetSubtype="0" fill="hold" nodeType="withEffect">
                                  <p:stCondLst>
                                    <p:cond delay="750"/>
                                  </p:stCondLst>
                                  <p:childTnLst>
                                    <p:set>
                                      <p:cBhvr>
                                        <p:cTn id="60" dur="1" fill="hold">
                                          <p:stCondLst>
                                            <p:cond delay="0"/>
                                          </p:stCondLst>
                                        </p:cTn>
                                        <p:tgtEl>
                                          <p:spTgt spid="3740"/>
                                        </p:tgtEl>
                                        <p:attrNameLst>
                                          <p:attrName>style.visibility</p:attrName>
                                        </p:attrNameLst>
                                      </p:cBhvr>
                                      <p:to>
                                        <p:strVal val="visible"/>
                                      </p:to>
                                    </p:set>
                                    <p:animEffect transition="in" filter="fade">
                                      <p:cBhvr>
                                        <p:cTn id="61" dur="600"/>
                                        <p:tgtEl>
                                          <p:spTgt spid="3740"/>
                                        </p:tgtEl>
                                      </p:cBhvr>
                                    </p:animEffect>
                                  </p:childTnLst>
                                </p:cTn>
                              </p:par>
                              <p:par>
                                <p:cTn id="62" presetID="10" presetClass="exit" presetSubtype="0" fill="hold" nodeType="withEffect">
                                  <p:stCondLst>
                                    <p:cond delay="1250"/>
                                  </p:stCondLst>
                                  <p:childTnLst>
                                    <p:animEffect transition="out" filter="fade">
                                      <p:cBhvr>
                                        <p:cTn id="63" dur="500"/>
                                        <p:tgtEl>
                                          <p:spTgt spid="3740"/>
                                        </p:tgtEl>
                                      </p:cBhvr>
                                    </p:animEffect>
                                    <p:set>
                                      <p:cBhvr>
                                        <p:cTn id="64" dur="1" fill="hold">
                                          <p:stCondLst>
                                            <p:cond delay="500"/>
                                          </p:stCondLst>
                                        </p:cTn>
                                        <p:tgtEl>
                                          <p:spTgt spid="374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664"/>
        <p:cNvGrpSpPr/>
        <p:nvPr/>
      </p:nvGrpSpPr>
      <p:grpSpPr>
        <a:xfrm>
          <a:off x="0" y="0"/>
          <a:ext cx="0" cy="0"/>
          <a:chOff x="0" y="0"/>
          <a:chExt cx="0" cy="0"/>
        </a:xfrm>
      </p:grpSpPr>
      <p:sp>
        <p:nvSpPr>
          <p:cNvPr id="5665" name="Google Shape;5665;p22"/>
          <p:cNvSpPr/>
          <p:nvPr/>
        </p:nvSpPr>
        <p:spPr>
          <a:xfrm>
            <a:off x="0" y="0"/>
            <a:ext cx="12188825" cy="152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666" name="Google Shape;5666;p22"/>
          <p:cNvSpPr/>
          <p:nvPr/>
        </p:nvSpPr>
        <p:spPr>
          <a:xfrm>
            <a:off x="0"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1"/>
              </a:gs>
              <a:gs pos="49000">
                <a:schemeClr val="accent4"/>
              </a:gs>
              <a:gs pos="100000">
                <a:schemeClr val="accent4"/>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67" name="Google Shape;5667;p22"/>
          <p:cNvSpPr/>
          <p:nvPr/>
        </p:nvSpPr>
        <p:spPr>
          <a:xfrm>
            <a:off x="0"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1"/>
              </a:gs>
              <a:gs pos="30000">
                <a:schemeClr val="accent1"/>
              </a:gs>
              <a:gs pos="100000">
                <a:schemeClr val="accent4"/>
              </a:gs>
            </a:gsLst>
            <a:lin ang="18899963"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68" name="Google Shape;5668;p22"/>
          <p:cNvSpPr/>
          <p:nvPr/>
        </p:nvSpPr>
        <p:spPr>
          <a:xfrm>
            <a:off x="4930706" y="2107512"/>
            <a:ext cx="7067668" cy="3932939"/>
          </a:xfrm>
          <a:custGeom>
            <a:avLst/>
            <a:gdLst/>
            <a:ahLst/>
            <a:cxnLst/>
            <a:rect l="l" t="t" r="r" b="b"/>
            <a:pathLst>
              <a:path w="8698270" h="4840319" extrusionOk="0">
                <a:moveTo>
                  <a:pt x="3467882" y="4840320"/>
                </a:moveTo>
                <a:lnTo>
                  <a:pt x="143181" y="4840320"/>
                </a:lnTo>
                <a:cubicBezTo>
                  <a:pt x="15927" y="4840320"/>
                  <a:pt x="-47891" y="4686396"/>
                  <a:pt x="42121" y="4596384"/>
                </a:cubicBezTo>
                <a:lnTo>
                  <a:pt x="4220071" y="418433"/>
                </a:lnTo>
                <a:cubicBezTo>
                  <a:pt x="4488010" y="150495"/>
                  <a:pt x="4851388" y="0"/>
                  <a:pt x="5230388" y="0"/>
                </a:cubicBezTo>
                <a:lnTo>
                  <a:pt x="8555089" y="0"/>
                </a:lnTo>
                <a:cubicBezTo>
                  <a:pt x="8682344" y="0"/>
                  <a:pt x="8746161" y="153924"/>
                  <a:pt x="8656150" y="243935"/>
                </a:cubicBezTo>
                <a:lnTo>
                  <a:pt x="4478199" y="4421791"/>
                </a:lnTo>
                <a:cubicBezTo>
                  <a:pt x="4210261" y="4689729"/>
                  <a:pt x="3846882" y="4840224"/>
                  <a:pt x="3467882" y="4840224"/>
                </a:cubicBezTo>
                <a:close/>
              </a:path>
            </a:pathLst>
          </a:custGeom>
          <a:gradFill>
            <a:gsLst>
              <a:gs pos="0">
                <a:schemeClr val="accent4"/>
              </a:gs>
              <a:gs pos="100000">
                <a:schemeClr val="accent1"/>
              </a:gs>
            </a:gsLst>
            <a:lin ang="18899963"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5669" name="Google Shape;5669;p22"/>
          <p:cNvPicPr preferRelativeResize="0"/>
          <p:nvPr/>
        </p:nvPicPr>
        <p:blipFill rotWithShape="1">
          <a:blip r:embed="rId3">
            <a:alphaModFix/>
          </a:blip>
          <a:srcRect/>
          <a:stretch/>
        </p:blipFill>
        <p:spPr>
          <a:xfrm>
            <a:off x="8361542" y="2504068"/>
            <a:ext cx="3042429" cy="1193516"/>
          </a:xfrm>
          <a:prstGeom prst="rect">
            <a:avLst/>
          </a:prstGeom>
          <a:noFill/>
          <a:ln>
            <a:noFill/>
          </a:ln>
        </p:spPr>
      </p:pic>
      <p:grpSp>
        <p:nvGrpSpPr>
          <p:cNvPr id="5670" name="Google Shape;5670;p22"/>
          <p:cNvGrpSpPr/>
          <p:nvPr/>
        </p:nvGrpSpPr>
        <p:grpSpPr>
          <a:xfrm>
            <a:off x="6496643" y="3401716"/>
            <a:ext cx="2604938" cy="2844838"/>
            <a:chOff x="5578956" y="7805643"/>
            <a:chExt cx="1956906" cy="2137126"/>
          </a:xfrm>
        </p:grpSpPr>
        <p:sp>
          <p:nvSpPr>
            <p:cNvPr id="5671" name="Google Shape;5671;p22"/>
            <p:cNvSpPr/>
            <p:nvPr/>
          </p:nvSpPr>
          <p:spPr>
            <a:xfrm>
              <a:off x="5578956" y="7805643"/>
              <a:ext cx="1956906" cy="2137126"/>
            </a:xfrm>
            <a:custGeom>
              <a:avLst/>
              <a:gdLst/>
              <a:ahLst/>
              <a:cxnLst/>
              <a:rect l="l" t="t" r="r" b="b"/>
              <a:pathLst>
                <a:path w="1956906" h="2137126" extrusionOk="0">
                  <a:moveTo>
                    <a:pt x="1956906" y="0"/>
                  </a:moveTo>
                  <a:lnTo>
                    <a:pt x="1956906" y="798735"/>
                  </a:lnTo>
                  <a:cubicBezTo>
                    <a:pt x="1956906" y="1425837"/>
                    <a:pt x="1545817" y="1956781"/>
                    <a:pt x="978453" y="2137126"/>
                  </a:cubicBezTo>
                  <a:cubicBezTo>
                    <a:pt x="411089" y="1956843"/>
                    <a:pt x="0" y="1425837"/>
                    <a:pt x="0" y="798735"/>
                  </a:cubicBezTo>
                  <a:lnTo>
                    <a:pt x="0" y="0"/>
                  </a:lnTo>
                  <a:cubicBezTo>
                    <a:pt x="0" y="0"/>
                    <a:pt x="1956906" y="0"/>
                    <a:pt x="1956906" y="0"/>
                  </a:cubicBezTo>
                  <a:close/>
                </a:path>
              </a:pathLst>
            </a:custGeom>
            <a:gradFill>
              <a:gsLst>
                <a:gs pos="0">
                  <a:schemeClr val="accent3"/>
                </a:gs>
                <a:gs pos="20000">
                  <a:schemeClr val="accent3"/>
                </a:gs>
                <a:gs pos="86000">
                  <a:schemeClr val="accent4"/>
                </a:gs>
                <a:gs pos="100000">
                  <a:schemeClr val="accent4"/>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72" name="Google Shape;5672;p22"/>
            <p:cNvSpPr/>
            <p:nvPr/>
          </p:nvSpPr>
          <p:spPr>
            <a:xfrm>
              <a:off x="6557409" y="7805643"/>
              <a:ext cx="978453" cy="2137126"/>
            </a:xfrm>
            <a:custGeom>
              <a:avLst/>
              <a:gdLst/>
              <a:ahLst/>
              <a:cxnLst/>
              <a:rect l="l" t="t" r="r" b="b"/>
              <a:pathLst>
                <a:path w="978453" h="2137126" extrusionOk="0">
                  <a:moveTo>
                    <a:pt x="0" y="0"/>
                  </a:moveTo>
                  <a:lnTo>
                    <a:pt x="978453" y="0"/>
                  </a:lnTo>
                  <a:cubicBezTo>
                    <a:pt x="978453" y="0"/>
                    <a:pt x="978453" y="798735"/>
                    <a:pt x="978453" y="798735"/>
                  </a:cubicBezTo>
                  <a:cubicBezTo>
                    <a:pt x="978453" y="1425837"/>
                    <a:pt x="567364" y="1956781"/>
                    <a:pt x="0" y="2137126"/>
                  </a:cubicBezTo>
                  <a:cubicBezTo>
                    <a:pt x="0" y="2137126"/>
                    <a:pt x="0" y="2137126"/>
                    <a:pt x="0" y="2137126"/>
                  </a:cubicBezTo>
                  <a:lnTo>
                    <a:pt x="0" y="0"/>
                  </a:lnTo>
                  <a:close/>
                </a:path>
              </a:pathLst>
            </a:custGeom>
            <a:solidFill>
              <a:schemeClr val="lt2">
                <a:alpha val="24705"/>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673" name="Google Shape;5673;p22"/>
          <p:cNvSpPr txBox="1">
            <a:spLocks noGrp="1"/>
          </p:cNvSpPr>
          <p:nvPr>
            <p:ph type="title"/>
          </p:nvPr>
        </p:nvSpPr>
        <p:spPr>
          <a:prstGeom prst="rect">
            <a:avLst/>
          </a:prstGeom>
          <a:noFill/>
          <a:ln>
            <a:noFill/>
          </a:ln>
        </p:spPr>
        <p:txBody>
          <a:bodyPr spcFirstLastPara="1" wrap="square" lIns="0" tIns="0" rIns="0" bIns="0" anchor="ctr" anchorCtr="0">
            <a:spAutoFit/>
          </a:bodyPr>
          <a:lstStyle/>
          <a:p>
            <a:pPr marL="0" lvl="0" indent="0" algn="l" rtl="0">
              <a:lnSpc>
                <a:spcPct val="90000"/>
              </a:lnSpc>
              <a:spcBef>
                <a:spcPts val="0"/>
              </a:spcBef>
              <a:spcAft>
                <a:spcPts val="0"/>
              </a:spcAft>
              <a:buClr>
                <a:schemeClr val="accent2"/>
              </a:buClr>
              <a:buSzPts val="2800"/>
              <a:buFont typeface="Arial"/>
              <a:buNone/>
            </a:pPr>
            <a:r>
              <a:rPr lang="en-US"/>
              <a:t>Security and Resilience</a:t>
            </a:r>
            <a:endParaRPr/>
          </a:p>
        </p:txBody>
      </p:sp>
      <p:sp>
        <p:nvSpPr>
          <p:cNvPr id="5674" name="Google Shape;5674;p22"/>
          <p:cNvSpPr txBox="1">
            <a:spLocks noGrp="1"/>
          </p:cNvSpPr>
          <p:nvPr>
            <p:ph type="subTitle" idx="1"/>
          </p:nvPr>
        </p:nvSpPr>
        <p:spPr>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800"/>
              <a:buNone/>
            </a:pPr>
            <a:r>
              <a:rPr lang="en-US"/>
              <a:t>Build, protect, and recover systems and data</a:t>
            </a:r>
            <a:endParaRPr/>
          </a:p>
          <a:p>
            <a:pPr marL="0" lvl="0" indent="0" algn="l" rtl="0">
              <a:lnSpc>
                <a:spcPct val="100000"/>
              </a:lnSpc>
              <a:spcBef>
                <a:spcPts val="600"/>
              </a:spcBef>
              <a:spcAft>
                <a:spcPts val="600"/>
              </a:spcAft>
              <a:buSzPts val="1800"/>
              <a:buNone/>
            </a:pPr>
            <a:endParaRPr/>
          </a:p>
        </p:txBody>
      </p:sp>
      <p:sp>
        <p:nvSpPr>
          <p:cNvPr id="5675" name="Google Shape;5675;p22"/>
          <p:cNvSpPr txBox="1"/>
          <p:nvPr/>
        </p:nvSpPr>
        <p:spPr>
          <a:xfrm>
            <a:off x="1726438" y="1797746"/>
            <a:ext cx="3507509" cy="5539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accent4"/>
                </a:solidFill>
                <a:latin typeface="Arial"/>
                <a:ea typeface="Arial"/>
                <a:cs typeface="Arial"/>
                <a:sym typeface="Arial"/>
              </a:rPr>
              <a:t>Protect</a:t>
            </a:r>
            <a:r>
              <a:rPr lang="en-US" sz="2000">
                <a:solidFill>
                  <a:schemeClr val="dk1"/>
                </a:solidFill>
                <a:latin typeface="Arial"/>
                <a:ea typeface="Arial"/>
                <a:cs typeface="Arial"/>
                <a:sym typeface="Arial"/>
              </a:rPr>
              <a:t> and </a:t>
            </a:r>
            <a:r>
              <a:rPr lang="en-US" sz="2000">
                <a:solidFill>
                  <a:schemeClr val="accent4"/>
                </a:solidFill>
                <a:latin typeface="Arial"/>
                <a:ea typeface="Arial"/>
                <a:cs typeface="Arial"/>
                <a:sym typeface="Arial"/>
              </a:rPr>
              <a:t>recover</a:t>
            </a:r>
            <a:br>
              <a:rPr lang="en-US" sz="2000">
                <a:solidFill>
                  <a:schemeClr val="dk1"/>
                </a:solidFill>
                <a:latin typeface="Arial"/>
                <a:ea typeface="Arial"/>
                <a:cs typeface="Arial"/>
                <a:sym typeface="Arial"/>
              </a:rPr>
            </a:br>
            <a:r>
              <a:rPr lang="en-US" sz="2000">
                <a:solidFill>
                  <a:schemeClr val="dk1"/>
                </a:solidFill>
                <a:latin typeface="Arial"/>
                <a:ea typeface="Arial"/>
                <a:cs typeface="Arial"/>
                <a:sym typeface="Arial"/>
              </a:rPr>
              <a:t>from ransomware</a:t>
            </a:r>
            <a:endParaRPr/>
          </a:p>
        </p:txBody>
      </p:sp>
      <p:sp>
        <p:nvSpPr>
          <p:cNvPr id="5676" name="Google Shape;5676;p22"/>
          <p:cNvSpPr txBox="1"/>
          <p:nvPr/>
        </p:nvSpPr>
        <p:spPr>
          <a:xfrm>
            <a:off x="1726439" y="2999599"/>
            <a:ext cx="4245341" cy="5539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dk1"/>
                </a:solidFill>
                <a:latin typeface="Arial"/>
                <a:ea typeface="Arial"/>
                <a:cs typeface="Arial"/>
                <a:sym typeface="Arial"/>
              </a:rPr>
              <a:t>Design and implement a </a:t>
            </a:r>
            <a:r>
              <a:rPr lang="en-US" sz="2000">
                <a:solidFill>
                  <a:schemeClr val="accent4"/>
                </a:solidFill>
                <a:latin typeface="Arial"/>
                <a:ea typeface="Arial"/>
                <a:cs typeface="Arial"/>
                <a:sym typeface="Arial"/>
              </a:rPr>
              <a:t>disaster recovery-ready</a:t>
            </a:r>
            <a:r>
              <a:rPr lang="en-US" sz="2000">
                <a:solidFill>
                  <a:schemeClr val="dk1"/>
                </a:solidFill>
                <a:latin typeface="Arial"/>
                <a:ea typeface="Arial"/>
                <a:cs typeface="Arial"/>
                <a:sym typeface="Arial"/>
              </a:rPr>
              <a:t> infrastructure</a:t>
            </a:r>
            <a:endParaRPr/>
          </a:p>
        </p:txBody>
      </p:sp>
      <p:sp>
        <p:nvSpPr>
          <p:cNvPr id="5677" name="Google Shape;5677;p22"/>
          <p:cNvSpPr txBox="1"/>
          <p:nvPr/>
        </p:nvSpPr>
        <p:spPr>
          <a:xfrm>
            <a:off x="1726440" y="4062954"/>
            <a:ext cx="2969744" cy="830997"/>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dk1"/>
                </a:solidFill>
                <a:latin typeface="Arial"/>
                <a:ea typeface="Arial"/>
                <a:cs typeface="Arial"/>
                <a:sym typeface="Arial"/>
              </a:rPr>
              <a:t>Build and integrate </a:t>
            </a:r>
            <a:r>
              <a:rPr lang="en-US" sz="2000">
                <a:solidFill>
                  <a:schemeClr val="accent4"/>
                </a:solidFill>
                <a:latin typeface="Arial"/>
                <a:ea typeface="Arial"/>
                <a:cs typeface="Arial"/>
                <a:sym typeface="Arial"/>
              </a:rPr>
              <a:t>security, compliance and resilience </a:t>
            </a:r>
            <a:r>
              <a:rPr lang="en-US" sz="2000">
                <a:solidFill>
                  <a:schemeClr val="dk1"/>
                </a:solidFill>
                <a:latin typeface="Arial"/>
                <a:ea typeface="Arial"/>
                <a:cs typeface="Arial"/>
                <a:sym typeface="Arial"/>
              </a:rPr>
              <a:t>into IT*</a:t>
            </a:r>
            <a:endParaRPr/>
          </a:p>
        </p:txBody>
      </p:sp>
      <p:grpSp>
        <p:nvGrpSpPr>
          <p:cNvPr id="5678" name="Google Shape;5678;p22"/>
          <p:cNvGrpSpPr/>
          <p:nvPr/>
        </p:nvGrpSpPr>
        <p:grpSpPr>
          <a:xfrm>
            <a:off x="5595481" y="4444337"/>
            <a:ext cx="1517163" cy="1491477"/>
            <a:chOff x="6991323" y="3563643"/>
            <a:chExt cx="1469292" cy="1444418"/>
          </a:xfrm>
        </p:grpSpPr>
        <p:sp>
          <p:nvSpPr>
            <p:cNvPr id="5679" name="Google Shape;5679;p22"/>
            <p:cNvSpPr/>
            <p:nvPr/>
          </p:nvSpPr>
          <p:spPr>
            <a:xfrm>
              <a:off x="7481702" y="4503136"/>
              <a:ext cx="133577" cy="273323"/>
            </a:xfrm>
            <a:custGeom>
              <a:avLst/>
              <a:gdLst/>
              <a:ahLst/>
              <a:cxnLst/>
              <a:rect l="l" t="t" r="r" b="b"/>
              <a:pathLst>
                <a:path w="190061" h="388898" extrusionOk="0">
                  <a:moveTo>
                    <a:pt x="189936" y="94968"/>
                  </a:moveTo>
                  <a:cubicBezTo>
                    <a:pt x="189936" y="42751"/>
                    <a:pt x="147185" y="0"/>
                    <a:pt x="94968" y="0"/>
                  </a:cubicBezTo>
                  <a:cubicBezTo>
                    <a:pt x="42751" y="0"/>
                    <a:pt x="0" y="42751"/>
                    <a:pt x="0" y="94968"/>
                  </a:cubicBezTo>
                  <a:cubicBezTo>
                    <a:pt x="0" y="129508"/>
                    <a:pt x="18743" y="159847"/>
                    <a:pt x="46575" y="176459"/>
                  </a:cubicBezTo>
                  <a:lnTo>
                    <a:pt x="46575" y="340443"/>
                  </a:lnTo>
                  <a:cubicBezTo>
                    <a:pt x="46575" y="367084"/>
                    <a:pt x="68389" y="388899"/>
                    <a:pt x="95031" y="388899"/>
                  </a:cubicBezTo>
                  <a:cubicBezTo>
                    <a:pt x="121672" y="388899"/>
                    <a:pt x="143486" y="367084"/>
                    <a:pt x="143486" y="340443"/>
                  </a:cubicBezTo>
                  <a:lnTo>
                    <a:pt x="143486" y="176459"/>
                  </a:lnTo>
                  <a:cubicBezTo>
                    <a:pt x="171256" y="159847"/>
                    <a:pt x="190062" y="129508"/>
                    <a:pt x="190062" y="94968"/>
                  </a:cubicBezTo>
                  <a:close/>
                </a:path>
              </a:pathLst>
            </a:custGeom>
            <a:solidFill>
              <a:schemeClr val="lt1"/>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680" name="Google Shape;5680;p22"/>
            <p:cNvGrpSpPr/>
            <p:nvPr/>
          </p:nvGrpSpPr>
          <p:grpSpPr>
            <a:xfrm>
              <a:off x="6991323" y="3563643"/>
              <a:ext cx="1469292" cy="1444418"/>
              <a:chOff x="4533526" y="8289698"/>
              <a:chExt cx="1469292" cy="1444418"/>
            </a:xfrm>
          </p:grpSpPr>
          <p:sp>
            <p:nvSpPr>
              <p:cNvPr id="5681" name="Google Shape;5681;p22"/>
              <p:cNvSpPr/>
              <p:nvPr/>
            </p:nvSpPr>
            <p:spPr>
              <a:xfrm>
                <a:off x="4533526" y="9599891"/>
                <a:ext cx="64850" cy="64850"/>
              </a:xfrm>
              <a:custGeom>
                <a:avLst/>
                <a:gdLst/>
                <a:ahLst/>
                <a:cxnLst/>
                <a:rect l="l" t="t" r="r" b="b"/>
                <a:pathLst>
                  <a:path w="92272" h="92272" extrusionOk="0">
                    <a:moveTo>
                      <a:pt x="92272" y="46136"/>
                    </a:moveTo>
                    <a:cubicBezTo>
                      <a:pt x="92272" y="71587"/>
                      <a:pt x="71649" y="92273"/>
                      <a:pt x="46136" y="92273"/>
                    </a:cubicBezTo>
                    <a:cubicBezTo>
                      <a:pt x="20686" y="92273"/>
                      <a:pt x="0" y="71649"/>
                      <a:pt x="0" y="46136"/>
                    </a:cubicBezTo>
                    <a:cubicBezTo>
                      <a:pt x="0" y="20686"/>
                      <a:pt x="20623" y="0"/>
                      <a:pt x="46136" y="0"/>
                    </a:cubicBezTo>
                    <a:cubicBezTo>
                      <a:pt x="71586" y="0"/>
                      <a:pt x="92272" y="20623"/>
                      <a:pt x="92272" y="46136"/>
                    </a:cubicBezTo>
                    <a:close/>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2" name="Google Shape;5682;p22"/>
              <p:cNvSpPr/>
              <p:nvPr/>
            </p:nvSpPr>
            <p:spPr>
              <a:xfrm>
                <a:off x="4897949" y="8741624"/>
                <a:ext cx="378925" cy="312224"/>
              </a:xfrm>
              <a:custGeom>
                <a:avLst/>
                <a:gdLst/>
                <a:ahLst/>
                <a:cxnLst/>
                <a:rect l="l" t="t" r="r" b="b"/>
                <a:pathLst>
                  <a:path w="539155" h="444249" extrusionOk="0">
                    <a:moveTo>
                      <a:pt x="0" y="444250"/>
                    </a:moveTo>
                    <a:lnTo>
                      <a:pt x="0" y="244911"/>
                    </a:lnTo>
                    <a:cubicBezTo>
                      <a:pt x="0" y="110201"/>
                      <a:pt x="110201" y="0"/>
                      <a:pt x="244911" y="0"/>
                    </a:cubicBezTo>
                    <a:lnTo>
                      <a:pt x="294244" y="0"/>
                    </a:lnTo>
                    <a:cubicBezTo>
                      <a:pt x="428955" y="0"/>
                      <a:pt x="539155" y="110201"/>
                      <a:pt x="539155" y="244911"/>
                    </a:cubicBezTo>
                    <a:lnTo>
                      <a:pt x="539155" y="444250"/>
                    </a:lnTo>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3" name="Google Shape;5683;p22"/>
              <p:cNvSpPr/>
              <p:nvPr/>
            </p:nvSpPr>
            <p:spPr>
              <a:xfrm>
                <a:off x="4985267" y="8824097"/>
                <a:ext cx="204331" cy="188163"/>
              </a:xfrm>
              <a:custGeom>
                <a:avLst/>
                <a:gdLst/>
                <a:ahLst/>
                <a:cxnLst/>
                <a:rect l="l" t="t" r="r" b="b"/>
                <a:pathLst>
                  <a:path w="290733" h="267728" extrusionOk="0">
                    <a:moveTo>
                      <a:pt x="0" y="267728"/>
                    </a:moveTo>
                    <a:lnTo>
                      <a:pt x="0" y="145367"/>
                    </a:lnTo>
                    <a:cubicBezTo>
                      <a:pt x="0" y="65443"/>
                      <a:pt x="65443" y="0"/>
                      <a:pt x="145367" y="0"/>
                    </a:cubicBezTo>
                    <a:lnTo>
                      <a:pt x="145367" y="0"/>
                    </a:lnTo>
                    <a:cubicBezTo>
                      <a:pt x="225291" y="0"/>
                      <a:pt x="290734" y="65443"/>
                      <a:pt x="290734" y="145367"/>
                    </a:cubicBezTo>
                    <a:lnTo>
                      <a:pt x="290734" y="267728"/>
                    </a:lnTo>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4" name="Google Shape;5684;p22"/>
              <p:cNvSpPr/>
              <p:nvPr/>
            </p:nvSpPr>
            <p:spPr>
              <a:xfrm>
                <a:off x="4722385" y="8997589"/>
                <a:ext cx="736527" cy="736527"/>
              </a:xfrm>
              <a:custGeom>
                <a:avLst/>
                <a:gdLst/>
                <a:ahLst/>
                <a:cxnLst/>
                <a:rect l="l" t="t" r="r" b="b"/>
                <a:pathLst>
                  <a:path w="1047970" h="1047970" extrusionOk="0">
                    <a:moveTo>
                      <a:pt x="1047971" y="523985"/>
                    </a:moveTo>
                    <a:cubicBezTo>
                      <a:pt x="1047971" y="813375"/>
                      <a:pt x="813375" y="1047971"/>
                      <a:pt x="523985" y="1047971"/>
                    </a:cubicBezTo>
                    <a:cubicBezTo>
                      <a:pt x="234596" y="1047971"/>
                      <a:pt x="0" y="813375"/>
                      <a:pt x="0" y="523985"/>
                    </a:cubicBezTo>
                    <a:cubicBezTo>
                      <a:pt x="0" y="234596"/>
                      <a:pt x="234596" y="0"/>
                      <a:pt x="523985" y="0"/>
                    </a:cubicBezTo>
                    <a:cubicBezTo>
                      <a:pt x="813374" y="0"/>
                      <a:pt x="1047971" y="234596"/>
                      <a:pt x="1047971" y="523985"/>
                    </a:cubicBezTo>
                    <a:close/>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5" name="Google Shape;5685;p22"/>
              <p:cNvSpPr/>
              <p:nvPr/>
            </p:nvSpPr>
            <p:spPr>
              <a:xfrm>
                <a:off x="5705925" y="9197073"/>
                <a:ext cx="171510" cy="317026"/>
              </a:xfrm>
              <a:custGeom>
                <a:avLst/>
                <a:gdLst/>
                <a:ahLst/>
                <a:cxnLst/>
                <a:rect l="l" t="t" r="r" b="b"/>
                <a:pathLst>
                  <a:path w="244033" h="451082" extrusionOk="0">
                    <a:moveTo>
                      <a:pt x="207049" y="451083"/>
                    </a:moveTo>
                    <a:lnTo>
                      <a:pt x="0" y="244033"/>
                    </a:lnTo>
                    <a:lnTo>
                      <a:pt x="244033" y="0"/>
                    </a:lnTo>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6" name="Google Shape;5686;p22"/>
              <p:cNvSpPr/>
              <p:nvPr/>
            </p:nvSpPr>
            <p:spPr>
              <a:xfrm>
                <a:off x="5829952" y="8768630"/>
                <a:ext cx="133049" cy="133049"/>
              </a:xfrm>
              <a:custGeom>
                <a:avLst/>
                <a:gdLst/>
                <a:ahLst/>
                <a:cxnLst/>
                <a:rect l="l" t="t" r="r" b="b"/>
                <a:pathLst>
                  <a:path w="189309" h="189309" extrusionOk="0">
                    <a:moveTo>
                      <a:pt x="189309" y="94655"/>
                    </a:moveTo>
                    <a:cubicBezTo>
                      <a:pt x="189309" y="146931"/>
                      <a:pt x="146931" y="189309"/>
                      <a:pt x="94655" y="189309"/>
                    </a:cubicBezTo>
                    <a:cubicBezTo>
                      <a:pt x="42378" y="189309"/>
                      <a:pt x="0" y="146931"/>
                      <a:pt x="0" y="94655"/>
                    </a:cubicBezTo>
                    <a:cubicBezTo>
                      <a:pt x="0" y="42378"/>
                      <a:pt x="42378" y="0"/>
                      <a:pt x="94655" y="0"/>
                    </a:cubicBezTo>
                    <a:cubicBezTo>
                      <a:pt x="146931" y="0"/>
                      <a:pt x="189309" y="42378"/>
                      <a:pt x="189309" y="94655"/>
                    </a:cubicBezTo>
                    <a:close/>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7" name="Google Shape;5687;p22"/>
              <p:cNvSpPr/>
              <p:nvPr/>
            </p:nvSpPr>
            <p:spPr>
              <a:xfrm>
                <a:off x="5737258" y="8289698"/>
                <a:ext cx="133049" cy="133049"/>
              </a:xfrm>
              <a:custGeom>
                <a:avLst/>
                <a:gdLst/>
                <a:ahLst/>
                <a:cxnLst/>
                <a:rect l="l" t="t" r="r" b="b"/>
                <a:pathLst>
                  <a:path w="189309" h="189309" extrusionOk="0">
                    <a:moveTo>
                      <a:pt x="189309" y="94655"/>
                    </a:moveTo>
                    <a:cubicBezTo>
                      <a:pt x="189309" y="146931"/>
                      <a:pt x="146931" y="189309"/>
                      <a:pt x="94655" y="189309"/>
                    </a:cubicBezTo>
                    <a:cubicBezTo>
                      <a:pt x="42379" y="189309"/>
                      <a:pt x="0" y="146931"/>
                      <a:pt x="0" y="94655"/>
                    </a:cubicBezTo>
                    <a:cubicBezTo>
                      <a:pt x="0" y="42378"/>
                      <a:pt x="42379" y="0"/>
                      <a:pt x="94655" y="0"/>
                    </a:cubicBezTo>
                    <a:cubicBezTo>
                      <a:pt x="146931" y="0"/>
                      <a:pt x="189309" y="42378"/>
                      <a:pt x="189309" y="94655"/>
                    </a:cubicBezTo>
                    <a:close/>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8" name="Google Shape;5688;p22"/>
              <p:cNvSpPr/>
              <p:nvPr/>
            </p:nvSpPr>
            <p:spPr>
              <a:xfrm>
                <a:off x="5869769" y="9071690"/>
                <a:ext cx="133049" cy="133049"/>
              </a:xfrm>
              <a:custGeom>
                <a:avLst/>
                <a:gdLst/>
                <a:ahLst/>
                <a:cxnLst/>
                <a:rect l="l" t="t" r="r" b="b"/>
                <a:pathLst>
                  <a:path w="189309" h="189309" extrusionOk="0">
                    <a:moveTo>
                      <a:pt x="189309" y="94655"/>
                    </a:moveTo>
                    <a:cubicBezTo>
                      <a:pt x="189309" y="146931"/>
                      <a:pt x="146931" y="189309"/>
                      <a:pt x="94655" y="189309"/>
                    </a:cubicBezTo>
                    <a:cubicBezTo>
                      <a:pt x="42379" y="189309"/>
                      <a:pt x="0" y="146931"/>
                      <a:pt x="0" y="94655"/>
                    </a:cubicBezTo>
                    <a:cubicBezTo>
                      <a:pt x="0" y="42378"/>
                      <a:pt x="42379" y="0"/>
                      <a:pt x="94655" y="0"/>
                    </a:cubicBezTo>
                    <a:cubicBezTo>
                      <a:pt x="146931" y="0"/>
                      <a:pt x="189309" y="42378"/>
                      <a:pt x="189309" y="94655"/>
                    </a:cubicBezTo>
                    <a:close/>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9" name="Google Shape;5689;p22"/>
              <p:cNvSpPr/>
              <p:nvPr/>
            </p:nvSpPr>
            <p:spPr>
              <a:xfrm>
                <a:off x="5841223" y="9503879"/>
                <a:ext cx="69872" cy="69872"/>
              </a:xfrm>
              <a:custGeom>
                <a:avLst/>
                <a:gdLst/>
                <a:ahLst/>
                <a:cxnLst/>
                <a:rect l="l" t="t" r="r" b="b"/>
                <a:pathLst>
                  <a:path w="99418" h="99418" extrusionOk="0">
                    <a:moveTo>
                      <a:pt x="99419" y="49709"/>
                    </a:moveTo>
                    <a:cubicBezTo>
                      <a:pt x="99419" y="77163"/>
                      <a:pt x="77163" y="99419"/>
                      <a:pt x="49709" y="99419"/>
                    </a:cubicBezTo>
                    <a:cubicBezTo>
                      <a:pt x="22256" y="99419"/>
                      <a:pt x="0" y="77163"/>
                      <a:pt x="0" y="49709"/>
                    </a:cubicBezTo>
                    <a:cubicBezTo>
                      <a:pt x="0" y="22256"/>
                      <a:pt x="22256" y="0"/>
                      <a:pt x="49709" y="0"/>
                    </a:cubicBezTo>
                    <a:cubicBezTo>
                      <a:pt x="77163" y="0"/>
                      <a:pt x="99419" y="22256"/>
                      <a:pt x="99419" y="49709"/>
                    </a:cubicBezTo>
                    <a:close/>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90" name="Google Shape;5690;p22"/>
              <p:cNvSpPr/>
              <p:nvPr/>
            </p:nvSpPr>
            <p:spPr>
              <a:xfrm>
                <a:off x="5447898" y="8885907"/>
                <a:ext cx="409015" cy="404874"/>
              </a:xfrm>
              <a:custGeom>
                <a:avLst/>
                <a:gdLst/>
                <a:ahLst/>
                <a:cxnLst/>
                <a:rect l="l" t="t" r="r" b="b"/>
                <a:pathLst>
                  <a:path w="581969" h="576076" extrusionOk="0">
                    <a:moveTo>
                      <a:pt x="0" y="576077"/>
                    </a:moveTo>
                    <a:lnTo>
                      <a:pt x="581969" y="0"/>
                    </a:lnTo>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91" name="Google Shape;5691;p22"/>
              <p:cNvSpPr/>
              <p:nvPr/>
            </p:nvSpPr>
            <p:spPr>
              <a:xfrm>
                <a:off x="5335688" y="8403142"/>
                <a:ext cx="601584" cy="687845"/>
              </a:xfrm>
              <a:custGeom>
                <a:avLst/>
                <a:gdLst/>
                <a:ahLst/>
                <a:cxnLst/>
                <a:rect l="l" t="t" r="r" b="b"/>
                <a:pathLst>
                  <a:path w="855966" h="978703" extrusionOk="0">
                    <a:moveTo>
                      <a:pt x="0" y="978704"/>
                    </a:moveTo>
                    <a:lnTo>
                      <a:pt x="855966" y="122800"/>
                    </a:lnTo>
                    <a:lnTo>
                      <a:pt x="733103" y="0"/>
                    </a:lnTo>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5692" name="Google Shape;5692;p22"/>
          <p:cNvSpPr/>
          <p:nvPr/>
        </p:nvSpPr>
        <p:spPr>
          <a:xfrm>
            <a:off x="8051549" y="4012438"/>
            <a:ext cx="393698" cy="393698"/>
          </a:xfrm>
          <a:prstGeom prst="ellipse">
            <a:avLst/>
          </a:pr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693" name="Google Shape;5693;p22"/>
          <p:cNvGrpSpPr/>
          <p:nvPr/>
        </p:nvGrpSpPr>
        <p:grpSpPr>
          <a:xfrm>
            <a:off x="8142936" y="4012423"/>
            <a:ext cx="346524" cy="266954"/>
            <a:chOff x="9364411" y="3768417"/>
            <a:chExt cx="298461" cy="229928"/>
          </a:xfrm>
        </p:grpSpPr>
        <p:cxnSp>
          <p:nvCxnSpPr>
            <p:cNvPr id="5694" name="Google Shape;5694;p22"/>
            <p:cNvCxnSpPr/>
            <p:nvPr/>
          </p:nvCxnSpPr>
          <p:spPr>
            <a:xfrm>
              <a:off x="9364411" y="3909775"/>
              <a:ext cx="77305" cy="88570"/>
            </a:xfrm>
            <a:prstGeom prst="straightConnector1">
              <a:avLst/>
            </a:prstGeom>
            <a:noFill/>
            <a:ln w="19050" cap="flat" cmpd="sng">
              <a:solidFill>
                <a:schemeClr val="lt1"/>
              </a:solidFill>
              <a:prstDash val="solid"/>
              <a:miter lim="8000"/>
              <a:headEnd type="none" w="sm" len="sm"/>
              <a:tailEnd type="none" w="sm" len="sm"/>
            </a:ln>
          </p:spPr>
        </p:cxnSp>
        <p:cxnSp>
          <p:nvCxnSpPr>
            <p:cNvPr id="5695" name="Google Shape;5695;p22"/>
            <p:cNvCxnSpPr/>
            <p:nvPr/>
          </p:nvCxnSpPr>
          <p:spPr>
            <a:xfrm rot="10800000" flipH="1">
              <a:off x="9434844" y="3768417"/>
              <a:ext cx="228028" cy="229928"/>
            </a:xfrm>
            <a:prstGeom prst="straightConnector1">
              <a:avLst/>
            </a:prstGeom>
            <a:noFill/>
            <a:ln w="19050" cap="flat" cmpd="sng">
              <a:solidFill>
                <a:schemeClr val="lt1"/>
              </a:solidFill>
              <a:prstDash val="solid"/>
              <a:miter lim="8000"/>
              <a:headEnd type="none" w="sm" len="sm"/>
              <a:tailEnd type="none" w="sm" len="sm"/>
            </a:ln>
          </p:spPr>
        </p:cxnSp>
      </p:grpSp>
      <p:sp>
        <p:nvSpPr>
          <p:cNvPr id="5696" name="Google Shape;5696;p22"/>
          <p:cNvSpPr/>
          <p:nvPr/>
        </p:nvSpPr>
        <p:spPr>
          <a:xfrm>
            <a:off x="8051549" y="4533800"/>
            <a:ext cx="393698" cy="393698"/>
          </a:xfrm>
          <a:prstGeom prst="ellipse">
            <a:avLst/>
          </a:pr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5697" name="Google Shape;5697;p22"/>
          <p:cNvCxnSpPr/>
          <p:nvPr/>
        </p:nvCxnSpPr>
        <p:spPr>
          <a:xfrm>
            <a:off x="8544039" y="4667004"/>
            <a:ext cx="868131" cy="0"/>
          </a:xfrm>
          <a:prstGeom prst="straightConnector1">
            <a:avLst/>
          </a:prstGeom>
          <a:noFill/>
          <a:ln w="19050" cap="flat" cmpd="sng">
            <a:solidFill>
              <a:schemeClr val="lt1"/>
            </a:solidFill>
            <a:prstDash val="solid"/>
            <a:miter lim="8000"/>
            <a:headEnd type="none" w="sm" len="sm"/>
            <a:tailEnd type="none" w="sm" len="sm"/>
          </a:ln>
        </p:spPr>
      </p:cxnSp>
      <p:cxnSp>
        <p:nvCxnSpPr>
          <p:cNvPr id="5698" name="Google Shape;5698;p22"/>
          <p:cNvCxnSpPr/>
          <p:nvPr/>
        </p:nvCxnSpPr>
        <p:spPr>
          <a:xfrm>
            <a:off x="8544039" y="4775485"/>
            <a:ext cx="707915" cy="0"/>
          </a:xfrm>
          <a:prstGeom prst="straightConnector1">
            <a:avLst/>
          </a:prstGeom>
          <a:noFill/>
          <a:ln w="19050" cap="flat" cmpd="sng">
            <a:solidFill>
              <a:schemeClr val="lt1"/>
            </a:solidFill>
            <a:prstDash val="solid"/>
            <a:miter lim="8000"/>
            <a:headEnd type="none" w="sm" len="sm"/>
            <a:tailEnd type="none" w="sm" len="sm"/>
          </a:ln>
        </p:spPr>
      </p:cxnSp>
      <p:sp>
        <p:nvSpPr>
          <p:cNvPr id="5699" name="Google Shape;5699;p22"/>
          <p:cNvSpPr/>
          <p:nvPr/>
        </p:nvSpPr>
        <p:spPr>
          <a:xfrm>
            <a:off x="9060688" y="3893165"/>
            <a:ext cx="81124" cy="81124"/>
          </a:xfrm>
          <a:custGeom>
            <a:avLst/>
            <a:gdLst/>
            <a:ahLst/>
            <a:cxnLst/>
            <a:rect l="l" t="t" r="r" b="b"/>
            <a:pathLst>
              <a:path w="99418" h="99418" extrusionOk="0">
                <a:moveTo>
                  <a:pt x="99419" y="49709"/>
                </a:moveTo>
                <a:cubicBezTo>
                  <a:pt x="99419" y="77163"/>
                  <a:pt x="77163" y="99419"/>
                  <a:pt x="49709" y="99419"/>
                </a:cubicBezTo>
                <a:cubicBezTo>
                  <a:pt x="22256" y="99419"/>
                  <a:pt x="0" y="77163"/>
                  <a:pt x="0" y="49709"/>
                </a:cubicBezTo>
                <a:cubicBezTo>
                  <a:pt x="0" y="22256"/>
                  <a:pt x="22256" y="0"/>
                  <a:pt x="49709" y="0"/>
                </a:cubicBezTo>
                <a:cubicBezTo>
                  <a:pt x="77163" y="0"/>
                  <a:pt x="99419" y="22256"/>
                  <a:pt x="99419" y="49709"/>
                </a:cubicBezTo>
                <a:close/>
              </a:path>
            </a:pathLst>
          </a:custGeom>
          <a:noFill/>
          <a:ln w="15875"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00" name="Google Shape;5700;p22"/>
          <p:cNvSpPr/>
          <p:nvPr/>
        </p:nvSpPr>
        <p:spPr>
          <a:xfrm>
            <a:off x="8439363" y="5351667"/>
            <a:ext cx="81124" cy="81124"/>
          </a:xfrm>
          <a:custGeom>
            <a:avLst/>
            <a:gdLst/>
            <a:ahLst/>
            <a:cxnLst/>
            <a:rect l="l" t="t" r="r" b="b"/>
            <a:pathLst>
              <a:path w="99418" h="99418" extrusionOk="0">
                <a:moveTo>
                  <a:pt x="99419" y="49709"/>
                </a:moveTo>
                <a:cubicBezTo>
                  <a:pt x="99419" y="77163"/>
                  <a:pt x="77163" y="99419"/>
                  <a:pt x="49709" y="99419"/>
                </a:cubicBezTo>
                <a:cubicBezTo>
                  <a:pt x="22256" y="99419"/>
                  <a:pt x="0" y="77163"/>
                  <a:pt x="0" y="49709"/>
                </a:cubicBezTo>
                <a:cubicBezTo>
                  <a:pt x="0" y="22256"/>
                  <a:pt x="22256" y="0"/>
                  <a:pt x="49709" y="0"/>
                </a:cubicBezTo>
                <a:cubicBezTo>
                  <a:pt x="77163" y="0"/>
                  <a:pt x="99419" y="22256"/>
                  <a:pt x="99419" y="49709"/>
                </a:cubicBezTo>
                <a:close/>
              </a:path>
            </a:pathLst>
          </a:custGeom>
          <a:noFill/>
          <a:ln w="15875"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5701" name="Google Shape;5701;p22"/>
          <p:cNvCxnSpPr/>
          <p:nvPr/>
        </p:nvCxnSpPr>
        <p:spPr>
          <a:xfrm rot="10800000" flipH="1">
            <a:off x="8544039" y="4155462"/>
            <a:ext cx="1285124" cy="3889"/>
          </a:xfrm>
          <a:prstGeom prst="straightConnector1">
            <a:avLst/>
          </a:prstGeom>
          <a:noFill/>
          <a:ln w="19050" cap="flat" cmpd="sng">
            <a:solidFill>
              <a:schemeClr val="lt1"/>
            </a:solidFill>
            <a:prstDash val="solid"/>
            <a:miter lim="8000"/>
            <a:headEnd type="none" w="sm" len="sm"/>
            <a:tailEnd type="none" w="sm" len="sm"/>
          </a:ln>
        </p:spPr>
      </p:cxnSp>
      <p:cxnSp>
        <p:nvCxnSpPr>
          <p:cNvPr id="5702" name="Google Shape;5702;p22"/>
          <p:cNvCxnSpPr/>
          <p:nvPr/>
        </p:nvCxnSpPr>
        <p:spPr>
          <a:xfrm rot="10800000" flipH="1">
            <a:off x="8544039" y="4263943"/>
            <a:ext cx="1285124" cy="3889"/>
          </a:xfrm>
          <a:prstGeom prst="straightConnector1">
            <a:avLst/>
          </a:prstGeom>
          <a:noFill/>
          <a:ln w="19050" cap="flat" cmpd="sng">
            <a:solidFill>
              <a:schemeClr val="lt1"/>
            </a:solidFill>
            <a:prstDash val="solid"/>
            <a:miter lim="8000"/>
            <a:headEnd type="none" w="sm" len="sm"/>
            <a:tailEnd type="none" w="sm" len="sm"/>
          </a:ln>
        </p:spPr>
      </p:cxnSp>
      <p:sp>
        <p:nvSpPr>
          <p:cNvPr id="5703" name="Google Shape;5703;p22"/>
          <p:cNvSpPr/>
          <p:nvPr/>
        </p:nvSpPr>
        <p:spPr>
          <a:xfrm>
            <a:off x="8739015" y="2474881"/>
            <a:ext cx="92128" cy="92128"/>
          </a:xfrm>
          <a:custGeom>
            <a:avLst/>
            <a:gdLst/>
            <a:ahLst/>
            <a:cxnLst/>
            <a:rect l="l" t="t" r="r" b="b"/>
            <a:pathLst>
              <a:path w="99418" h="99418" extrusionOk="0">
                <a:moveTo>
                  <a:pt x="99419" y="49709"/>
                </a:moveTo>
                <a:cubicBezTo>
                  <a:pt x="99419" y="77163"/>
                  <a:pt x="77163" y="99419"/>
                  <a:pt x="49709" y="99419"/>
                </a:cubicBezTo>
                <a:cubicBezTo>
                  <a:pt x="22256" y="99419"/>
                  <a:pt x="0" y="77163"/>
                  <a:pt x="0" y="49709"/>
                </a:cubicBezTo>
                <a:cubicBezTo>
                  <a:pt x="0" y="22256"/>
                  <a:pt x="22256" y="0"/>
                  <a:pt x="49709" y="0"/>
                </a:cubicBezTo>
                <a:cubicBezTo>
                  <a:pt x="77163" y="0"/>
                  <a:pt x="99419" y="22256"/>
                  <a:pt x="99419" y="49709"/>
                </a:cubicBezTo>
                <a:close/>
              </a:path>
            </a:pathLst>
          </a:custGeom>
          <a:noFill/>
          <a:ln w="15875"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704" name="Google Shape;5704;p22"/>
          <p:cNvGrpSpPr/>
          <p:nvPr/>
        </p:nvGrpSpPr>
        <p:grpSpPr>
          <a:xfrm>
            <a:off x="9406091" y="1523565"/>
            <a:ext cx="806773" cy="806773"/>
            <a:chOff x="-396256" y="3115798"/>
            <a:chExt cx="601858" cy="601858"/>
          </a:xfrm>
        </p:grpSpPr>
        <p:sp>
          <p:nvSpPr>
            <p:cNvPr id="5705" name="Google Shape;5705;p22"/>
            <p:cNvSpPr/>
            <p:nvPr/>
          </p:nvSpPr>
          <p:spPr>
            <a:xfrm>
              <a:off x="-396256" y="3115798"/>
              <a:ext cx="601858" cy="601858"/>
            </a:xfrm>
            <a:prstGeom prst="roundRect">
              <a:avLst>
                <a:gd name="adj" fmla="val 9912"/>
              </a:avLst>
            </a:prstGeom>
            <a:gradFill>
              <a:gsLst>
                <a:gs pos="0">
                  <a:schemeClr val="accent6"/>
                </a:gs>
                <a:gs pos="100000">
                  <a:srgbClr val="D58B3F"/>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06" name="Google Shape;5706;p22"/>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862"/>
                  </a:srgbClr>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5707" name="Google Shape;5707;p22"/>
          <p:cNvGrpSpPr/>
          <p:nvPr/>
        </p:nvGrpSpPr>
        <p:grpSpPr>
          <a:xfrm>
            <a:off x="9195135" y="2467454"/>
            <a:ext cx="595449" cy="595448"/>
            <a:chOff x="-553631" y="3819946"/>
            <a:chExt cx="444209" cy="444208"/>
          </a:xfrm>
        </p:grpSpPr>
        <p:sp>
          <p:nvSpPr>
            <p:cNvPr id="5708" name="Google Shape;5708;p22"/>
            <p:cNvSpPr/>
            <p:nvPr/>
          </p:nvSpPr>
          <p:spPr>
            <a:xfrm>
              <a:off x="-553630" y="3819946"/>
              <a:ext cx="444208" cy="444208"/>
            </a:xfrm>
            <a:prstGeom prst="roundRect">
              <a:avLst>
                <a:gd name="adj" fmla="val 9912"/>
              </a:avLst>
            </a:prstGeom>
            <a:gradFill>
              <a:gsLst>
                <a:gs pos="0">
                  <a:schemeClr val="accent6"/>
                </a:gs>
                <a:gs pos="100000">
                  <a:srgbClr val="D58B3F"/>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09" name="Google Shape;5709;p22"/>
            <p:cNvSpPr/>
            <p:nvPr/>
          </p:nvSpPr>
          <p:spPr>
            <a:xfrm>
              <a:off x="-553631" y="3819950"/>
              <a:ext cx="345643" cy="345644"/>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862"/>
                  </a:srgbClr>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710" name="Google Shape;5710;p22"/>
          <p:cNvSpPr txBox="1"/>
          <p:nvPr/>
        </p:nvSpPr>
        <p:spPr>
          <a:xfrm>
            <a:off x="581848" y="5432791"/>
            <a:ext cx="3358434"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 Presales use case only, no discrete deliverable.  Outcome leads back to cloud infrastructure capabilities relevant to security, compliance and resilience, also needs external mapping to ANS for any non-VCF Division security considerations (microseg, DFW, etc.)</a:t>
            </a:r>
            <a:endParaRPr/>
          </a:p>
        </p:txBody>
      </p:sp>
      <p:grpSp>
        <p:nvGrpSpPr>
          <p:cNvPr id="5711" name="Google Shape;5711;p22"/>
          <p:cNvGrpSpPr/>
          <p:nvPr/>
        </p:nvGrpSpPr>
        <p:grpSpPr>
          <a:xfrm>
            <a:off x="579815" y="1618697"/>
            <a:ext cx="912101" cy="912097"/>
            <a:chOff x="579815" y="1618697"/>
            <a:chExt cx="912101" cy="912097"/>
          </a:xfrm>
        </p:grpSpPr>
        <p:sp>
          <p:nvSpPr>
            <p:cNvPr id="5712" name="Google Shape;5712;p22"/>
            <p:cNvSpPr/>
            <p:nvPr/>
          </p:nvSpPr>
          <p:spPr>
            <a:xfrm>
              <a:off x="579815" y="1618697"/>
              <a:ext cx="912101" cy="912097"/>
            </a:xfrm>
            <a:prstGeom prst="ellipse">
              <a:avLst/>
            </a:prstGeom>
            <a:gradFill>
              <a:gsLst>
                <a:gs pos="0">
                  <a:schemeClr val="accent1"/>
                </a:gs>
                <a:gs pos="30000">
                  <a:schemeClr val="accent1"/>
                </a:gs>
                <a:gs pos="100000">
                  <a:schemeClr val="accent4"/>
                </a:gs>
              </a:gsLst>
              <a:lin ang="18899963"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713" name="Google Shape;5713;p22"/>
            <p:cNvGrpSpPr/>
            <p:nvPr/>
          </p:nvGrpSpPr>
          <p:grpSpPr>
            <a:xfrm>
              <a:off x="798135" y="1795479"/>
              <a:ext cx="475460" cy="558533"/>
              <a:chOff x="1893239" y="713314"/>
              <a:chExt cx="510395" cy="599572"/>
            </a:xfrm>
          </p:grpSpPr>
          <p:sp>
            <p:nvSpPr>
              <p:cNvPr id="5714" name="Google Shape;5714;p22"/>
              <p:cNvSpPr/>
              <p:nvPr/>
            </p:nvSpPr>
            <p:spPr>
              <a:xfrm>
                <a:off x="1893239" y="713314"/>
                <a:ext cx="510395" cy="599572"/>
              </a:xfrm>
              <a:custGeom>
                <a:avLst/>
                <a:gdLst/>
                <a:ahLst/>
                <a:cxnLst/>
                <a:rect l="l" t="t" r="r" b="b"/>
                <a:pathLst>
                  <a:path w="510395" h="599572" extrusionOk="0">
                    <a:moveTo>
                      <a:pt x="254881" y="18974"/>
                    </a:moveTo>
                    <a:lnTo>
                      <a:pt x="259941" y="22136"/>
                    </a:lnTo>
                    <a:cubicBezTo>
                      <a:pt x="294726" y="43640"/>
                      <a:pt x="330777" y="63246"/>
                      <a:pt x="368092" y="79058"/>
                    </a:cubicBezTo>
                    <a:cubicBezTo>
                      <a:pt x="406039" y="96134"/>
                      <a:pt x="445884" y="110048"/>
                      <a:pt x="486362" y="120800"/>
                    </a:cubicBezTo>
                    <a:lnTo>
                      <a:pt x="493319" y="122697"/>
                    </a:lnTo>
                    <a:lnTo>
                      <a:pt x="493319" y="263736"/>
                    </a:lnTo>
                    <a:cubicBezTo>
                      <a:pt x="493319" y="356707"/>
                      <a:pt x="456636" y="436397"/>
                      <a:pt x="385168" y="501541"/>
                    </a:cubicBezTo>
                    <a:cubicBezTo>
                      <a:pt x="323820" y="557197"/>
                      <a:pt x="259941" y="579966"/>
                      <a:pt x="257411" y="581231"/>
                    </a:cubicBezTo>
                    <a:lnTo>
                      <a:pt x="253616" y="582496"/>
                    </a:lnTo>
                    <a:lnTo>
                      <a:pt x="251087" y="581863"/>
                    </a:lnTo>
                    <a:cubicBezTo>
                      <a:pt x="239702" y="577436"/>
                      <a:pt x="15179" y="488892"/>
                      <a:pt x="15179" y="263736"/>
                    </a:cubicBezTo>
                    <a:lnTo>
                      <a:pt x="15179" y="122697"/>
                    </a:lnTo>
                    <a:lnTo>
                      <a:pt x="22769" y="120800"/>
                    </a:lnTo>
                    <a:cubicBezTo>
                      <a:pt x="63246" y="110048"/>
                      <a:pt x="102459" y="96134"/>
                      <a:pt x="140406" y="79058"/>
                    </a:cubicBezTo>
                    <a:cubicBezTo>
                      <a:pt x="177721" y="62614"/>
                      <a:pt x="214404" y="43640"/>
                      <a:pt x="249189" y="21504"/>
                    </a:cubicBezTo>
                    <a:lnTo>
                      <a:pt x="254881" y="18974"/>
                    </a:lnTo>
                    <a:moveTo>
                      <a:pt x="254881" y="0"/>
                    </a:moveTo>
                    <a:lnTo>
                      <a:pt x="240967" y="8854"/>
                    </a:lnTo>
                    <a:cubicBezTo>
                      <a:pt x="207447" y="30358"/>
                      <a:pt x="171397" y="49332"/>
                      <a:pt x="134714" y="65143"/>
                    </a:cubicBezTo>
                    <a:cubicBezTo>
                      <a:pt x="97399" y="81587"/>
                      <a:pt x="58186" y="95501"/>
                      <a:pt x="18974" y="106253"/>
                    </a:cubicBezTo>
                    <a:lnTo>
                      <a:pt x="0" y="110681"/>
                    </a:lnTo>
                    <a:lnTo>
                      <a:pt x="0" y="263736"/>
                    </a:lnTo>
                    <a:cubicBezTo>
                      <a:pt x="0" y="500908"/>
                      <a:pt x="235908" y="592615"/>
                      <a:pt x="246027" y="596410"/>
                    </a:cubicBezTo>
                    <a:lnTo>
                      <a:pt x="254881" y="599572"/>
                    </a:lnTo>
                    <a:lnTo>
                      <a:pt x="263736" y="596410"/>
                    </a:lnTo>
                    <a:lnTo>
                      <a:pt x="263736" y="595777"/>
                    </a:lnTo>
                    <a:cubicBezTo>
                      <a:pt x="289667" y="586290"/>
                      <a:pt x="510395" y="495216"/>
                      <a:pt x="510395" y="263103"/>
                    </a:cubicBezTo>
                    <a:lnTo>
                      <a:pt x="510395" y="110681"/>
                    </a:lnTo>
                    <a:lnTo>
                      <a:pt x="491421" y="105621"/>
                    </a:lnTo>
                    <a:cubicBezTo>
                      <a:pt x="452209" y="94869"/>
                      <a:pt x="412996" y="81587"/>
                      <a:pt x="375681" y="64511"/>
                    </a:cubicBezTo>
                    <a:cubicBezTo>
                      <a:pt x="338999" y="48699"/>
                      <a:pt x="303581" y="29726"/>
                      <a:pt x="269428" y="8222"/>
                    </a:cubicBezTo>
                    <a:lnTo>
                      <a:pt x="254881" y="0"/>
                    </a:lnTo>
                    <a:lnTo>
                      <a:pt x="254881"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15" name="Google Shape;5715;p22"/>
              <p:cNvSpPr/>
              <p:nvPr/>
            </p:nvSpPr>
            <p:spPr>
              <a:xfrm>
                <a:off x="2030483" y="933410"/>
                <a:ext cx="244129" cy="178986"/>
              </a:xfrm>
              <a:custGeom>
                <a:avLst/>
                <a:gdLst/>
                <a:ahLst/>
                <a:cxnLst/>
                <a:rect l="l" t="t" r="r" b="b"/>
                <a:pathLst>
                  <a:path w="244129" h="178986" extrusionOk="0">
                    <a:moveTo>
                      <a:pt x="75895" y="178986"/>
                    </a:moveTo>
                    <a:lnTo>
                      <a:pt x="0" y="103091"/>
                    </a:lnTo>
                    <a:lnTo>
                      <a:pt x="11384" y="92339"/>
                    </a:lnTo>
                    <a:lnTo>
                      <a:pt x="75895" y="156850"/>
                    </a:lnTo>
                    <a:lnTo>
                      <a:pt x="232745" y="0"/>
                    </a:lnTo>
                    <a:lnTo>
                      <a:pt x="244130" y="1075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5716" name="Google Shape;5716;p22"/>
          <p:cNvGrpSpPr/>
          <p:nvPr/>
        </p:nvGrpSpPr>
        <p:grpSpPr>
          <a:xfrm>
            <a:off x="579815" y="2820551"/>
            <a:ext cx="912101" cy="912097"/>
            <a:chOff x="579815" y="2820551"/>
            <a:chExt cx="912101" cy="912097"/>
          </a:xfrm>
        </p:grpSpPr>
        <p:sp>
          <p:nvSpPr>
            <p:cNvPr id="5717" name="Google Shape;5717;p22"/>
            <p:cNvSpPr/>
            <p:nvPr/>
          </p:nvSpPr>
          <p:spPr>
            <a:xfrm>
              <a:off x="579815" y="2820551"/>
              <a:ext cx="912101" cy="912097"/>
            </a:xfrm>
            <a:prstGeom prst="ellipse">
              <a:avLst/>
            </a:prstGeom>
            <a:gradFill>
              <a:gsLst>
                <a:gs pos="0">
                  <a:schemeClr val="accent1"/>
                </a:gs>
                <a:gs pos="30000">
                  <a:schemeClr val="accent1"/>
                </a:gs>
                <a:gs pos="100000">
                  <a:schemeClr val="accent4"/>
                </a:gs>
              </a:gsLst>
              <a:lin ang="18899963"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718" name="Google Shape;5718;p22"/>
            <p:cNvGrpSpPr/>
            <p:nvPr/>
          </p:nvGrpSpPr>
          <p:grpSpPr>
            <a:xfrm>
              <a:off x="789590" y="3031177"/>
              <a:ext cx="492550" cy="490845"/>
              <a:chOff x="1847259" y="4474380"/>
              <a:chExt cx="603050" cy="600962"/>
            </a:xfrm>
          </p:grpSpPr>
          <p:sp>
            <p:nvSpPr>
              <p:cNvPr id="5719" name="Google Shape;5719;p22"/>
              <p:cNvSpPr/>
              <p:nvPr/>
            </p:nvSpPr>
            <p:spPr>
              <a:xfrm>
                <a:off x="1946176" y="4474380"/>
                <a:ext cx="504133" cy="553149"/>
              </a:xfrm>
              <a:custGeom>
                <a:avLst/>
                <a:gdLst/>
                <a:ahLst/>
                <a:cxnLst/>
                <a:rect l="l" t="t" r="r" b="b"/>
                <a:pathLst>
                  <a:path w="504133" h="553149" extrusionOk="0">
                    <a:moveTo>
                      <a:pt x="482441" y="501920"/>
                    </a:moveTo>
                    <a:lnTo>
                      <a:pt x="482441" y="0"/>
                    </a:lnTo>
                    <a:lnTo>
                      <a:pt x="0" y="0"/>
                    </a:lnTo>
                    <a:lnTo>
                      <a:pt x="0" y="15812"/>
                    </a:lnTo>
                    <a:lnTo>
                      <a:pt x="466629" y="15812"/>
                    </a:lnTo>
                    <a:lnTo>
                      <a:pt x="466629" y="501920"/>
                    </a:lnTo>
                    <a:lnTo>
                      <a:pt x="444999" y="501920"/>
                    </a:lnTo>
                    <a:lnTo>
                      <a:pt x="474535" y="553150"/>
                    </a:lnTo>
                    <a:lnTo>
                      <a:pt x="504134" y="501920"/>
                    </a:lnTo>
                    <a:lnTo>
                      <a:pt x="482441" y="50192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0" name="Google Shape;5720;p22"/>
              <p:cNvSpPr/>
              <p:nvPr/>
            </p:nvSpPr>
            <p:spPr>
              <a:xfrm>
                <a:off x="1847259" y="4489179"/>
                <a:ext cx="522285" cy="586163"/>
              </a:xfrm>
              <a:custGeom>
                <a:avLst/>
                <a:gdLst/>
                <a:ahLst/>
                <a:cxnLst/>
                <a:rect l="l" t="t" r="r" b="b"/>
                <a:pathLst>
                  <a:path w="522285" h="586163" extrusionOk="0">
                    <a:moveTo>
                      <a:pt x="37442" y="570352"/>
                    </a:moveTo>
                    <a:lnTo>
                      <a:pt x="37442" y="51166"/>
                    </a:lnTo>
                    <a:lnTo>
                      <a:pt x="59135" y="51166"/>
                    </a:lnTo>
                    <a:lnTo>
                      <a:pt x="29536" y="0"/>
                    </a:lnTo>
                    <a:lnTo>
                      <a:pt x="0" y="51166"/>
                    </a:lnTo>
                    <a:lnTo>
                      <a:pt x="21630" y="51166"/>
                    </a:lnTo>
                    <a:lnTo>
                      <a:pt x="21630" y="586164"/>
                    </a:lnTo>
                    <a:lnTo>
                      <a:pt x="522285" y="586164"/>
                    </a:lnTo>
                    <a:lnTo>
                      <a:pt x="522285" y="570352"/>
                    </a:lnTo>
                    <a:lnTo>
                      <a:pt x="37442" y="57035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1" name="Google Shape;5721;p22"/>
              <p:cNvSpPr/>
              <p:nvPr/>
            </p:nvSpPr>
            <p:spPr>
              <a:xfrm>
                <a:off x="2063877" y="4601125"/>
                <a:ext cx="182022" cy="357719"/>
              </a:xfrm>
              <a:custGeom>
                <a:avLst/>
                <a:gdLst/>
                <a:ahLst/>
                <a:cxnLst/>
                <a:rect l="l" t="t" r="r" b="b"/>
                <a:pathLst>
                  <a:path w="182022" h="357719" extrusionOk="0">
                    <a:moveTo>
                      <a:pt x="164819" y="0"/>
                    </a:moveTo>
                    <a:lnTo>
                      <a:pt x="2720" y="150336"/>
                    </a:lnTo>
                    <a:lnTo>
                      <a:pt x="101510" y="187714"/>
                    </a:lnTo>
                    <a:lnTo>
                      <a:pt x="0" y="357719"/>
                    </a:lnTo>
                    <a:lnTo>
                      <a:pt x="182022" y="166843"/>
                    </a:lnTo>
                    <a:lnTo>
                      <a:pt x="86900" y="132564"/>
                    </a:lnTo>
                    <a:lnTo>
                      <a:pt x="164819"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5722" name="Google Shape;5722;p22"/>
          <p:cNvGrpSpPr/>
          <p:nvPr/>
        </p:nvGrpSpPr>
        <p:grpSpPr>
          <a:xfrm>
            <a:off x="10628594" y="2312549"/>
            <a:ext cx="613485" cy="416791"/>
            <a:chOff x="533691" y="5814442"/>
            <a:chExt cx="613485" cy="416791"/>
          </a:xfrm>
        </p:grpSpPr>
        <p:sp>
          <p:nvSpPr>
            <p:cNvPr id="5723" name="Google Shape;5723;p22"/>
            <p:cNvSpPr/>
            <p:nvPr/>
          </p:nvSpPr>
          <p:spPr>
            <a:xfrm>
              <a:off x="677259" y="5947259"/>
              <a:ext cx="241599" cy="234010"/>
            </a:xfrm>
            <a:custGeom>
              <a:avLst/>
              <a:gdLst/>
              <a:ahLst/>
              <a:cxnLst/>
              <a:rect l="l" t="t" r="r" b="b"/>
              <a:pathLst>
                <a:path w="241599" h="234010" extrusionOk="0">
                  <a:moveTo>
                    <a:pt x="0" y="117005"/>
                  </a:moveTo>
                  <a:cubicBezTo>
                    <a:pt x="0" y="181516"/>
                    <a:pt x="54392" y="234010"/>
                    <a:pt x="120800" y="234010"/>
                  </a:cubicBezTo>
                  <a:cubicBezTo>
                    <a:pt x="187208" y="234010"/>
                    <a:pt x="241600" y="181516"/>
                    <a:pt x="241600" y="117005"/>
                  </a:cubicBezTo>
                  <a:cubicBezTo>
                    <a:pt x="241600" y="52494"/>
                    <a:pt x="187208" y="0"/>
                    <a:pt x="120800" y="0"/>
                  </a:cubicBezTo>
                  <a:cubicBezTo>
                    <a:pt x="54392" y="0"/>
                    <a:pt x="0" y="52494"/>
                    <a:pt x="0" y="117005"/>
                  </a:cubicBezTo>
                  <a:close/>
                  <a:moveTo>
                    <a:pt x="226421" y="117005"/>
                  </a:moveTo>
                  <a:cubicBezTo>
                    <a:pt x="226421" y="172662"/>
                    <a:pt x="178986" y="218199"/>
                    <a:pt x="121432" y="218199"/>
                  </a:cubicBezTo>
                  <a:cubicBezTo>
                    <a:pt x="63878" y="218199"/>
                    <a:pt x="16444" y="172662"/>
                    <a:pt x="16444" y="117005"/>
                  </a:cubicBezTo>
                  <a:cubicBezTo>
                    <a:pt x="16444" y="61349"/>
                    <a:pt x="63878" y="15812"/>
                    <a:pt x="121432" y="15812"/>
                  </a:cubicBezTo>
                  <a:cubicBezTo>
                    <a:pt x="178986" y="15812"/>
                    <a:pt x="226421" y="61349"/>
                    <a:pt x="226421" y="11700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4" name="Google Shape;5724;p22"/>
            <p:cNvSpPr/>
            <p:nvPr/>
          </p:nvSpPr>
          <p:spPr>
            <a:xfrm>
              <a:off x="736711" y="6003548"/>
              <a:ext cx="122697" cy="118902"/>
            </a:xfrm>
            <a:custGeom>
              <a:avLst/>
              <a:gdLst/>
              <a:ahLst/>
              <a:cxnLst/>
              <a:rect l="l" t="t" r="r" b="b"/>
              <a:pathLst>
                <a:path w="122697" h="118902" extrusionOk="0">
                  <a:moveTo>
                    <a:pt x="0" y="60084"/>
                  </a:moveTo>
                  <a:lnTo>
                    <a:pt x="15812" y="60084"/>
                  </a:lnTo>
                  <a:cubicBezTo>
                    <a:pt x="15812" y="36050"/>
                    <a:pt x="36683" y="16444"/>
                    <a:pt x="61349" y="16444"/>
                  </a:cubicBezTo>
                  <a:cubicBezTo>
                    <a:pt x="86647" y="16444"/>
                    <a:pt x="106886" y="36050"/>
                    <a:pt x="106886" y="60084"/>
                  </a:cubicBezTo>
                  <a:cubicBezTo>
                    <a:pt x="106886" y="84117"/>
                    <a:pt x="86647" y="103723"/>
                    <a:pt x="61349" y="103723"/>
                  </a:cubicBezTo>
                  <a:cubicBezTo>
                    <a:pt x="59451" y="103723"/>
                    <a:pt x="56921" y="103723"/>
                    <a:pt x="55024" y="103091"/>
                  </a:cubicBezTo>
                  <a:lnTo>
                    <a:pt x="55024" y="118902"/>
                  </a:lnTo>
                  <a:cubicBezTo>
                    <a:pt x="56921" y="118902"/>
                    <a:pt x="59451" y="118902"/>
                    <a:pt x="61349" y="118902"/>
                  </a:cubicBezTo>
                  <a:cubicBezTo>
                    <a:pt x="95501" y="118902"/>
                    <a:pt x="122697" y="92339"/>
                    <a:pt x="122697" y="59451"/>
                  </a:cubicBezTo>
                  <a:cubicBezTo>
                    <a:pt x="122697" y="26563"/>
                    <a:pt x="94869" y="0"/>
                    <a:pt x="61349" y="0"/>
                  </a:cubicBezTo>
                  <a:cubicBezTo>
                    <a:pt x="27828" y="1265"/>
                    <a:pt x="0" y="27828"/>
                    <a:pt x="0" y="6008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5" name="Google Shape;5725;p22"/>
            <p:cNvSpPr/>
            <p:nvPr/>
          </p:nvSpPr>
          <p:spPr>
            <a:xfrm>
              <a:off x="533691" y="5897927"/>
              <a:ext cx="533163" cy="333306"/>
            </a:xfrm>
            <a:custGeom>
              <a:avLst/>
              <a:gdLst/>
              <a:ahLst/>
              <a:cxnLst/>
              <a:rect l="l" t="t" r="r" b="b"/>
              <a:pathLst>
                <a:path w="533163" h="333306" extrusionOk="0">
                  <a:moveTo>
                    <a:pt x="524309" y="126492"/>
                  </a:moveTo>
                  <a:cubicBezTo>
                    <a:pt x="521780" y="126492"/>
                    <a:pt x="519250" y="126492"/>
                    <a:pt x="516720" y="125860"/>
                  </a:cubicBezTo>
                  <a:lnTo>
                    <a:pt x="516720" y="317495"/>
                  </a:lnTo>
                  <a:lnTo>
                    <a:pt x="15812" y="317495"/>
                  </a:lnTo>
                  <a:lnTo>
                    <a:pt x="15812" y="15812"/>
                  </a:lnTo>
                  <a:lnTo>
                    <a:pt x="404774" y="15812"/>
                  </a:lnTo>
                  <a:cubicBezTo>
                    <a:pt x="404774" y="12649"/>
                    <a:pt x="404142" y="9487"/>
                    <a:pt x="404142" y="5692"/>
                  </a:cubicBezTo>
                  <a:cubicBezTo>
                    <a:pt x="404142" y="3795"/>
                    <a:pt x="404142" y="1897"/>
                    <a:pt x="404142" y="0"/>
                  </a:cubicBezTo>
                  <a:lnTo>
                    <a:pt x="10119" y="0"/>
                  </a:lnTo>
                  <a:cubicBezTo>
                    <a:pt x="4427" y="0"/>
                    <a:pt x="0" y="4427"/>
                    <a:pt x="0" y="10119"/>
                  </a:cubicBezTo>
                  <a:lnTo>
                    <a:pt x="0" y="323187"/>
                  </a:lnTo>
                  <a:cubicBezTo>
                    <a:pt x="0" y="328879"/>
                    <a:pt x="4427" y="333306"/>
                    <a:pt x="10119" y="333306"/>
                  </a:cubicBezTo>
                  <a:lnTo>
                    <a:pt x="523044" y="333306"/>
                  </a:lnTo>
                  <a:cubicBezTo>
                    <a:pt x="528737" y="333306"/>
                    <a:pt x="533164" y="328879"/>
                    <a:pt x="533164" y="323187"/>
                  </a:cubicBezTo>
                  <a:lnTo>
                    <a:pt x="533164" y="125860"/>
                  </a:lnTo>
                  <a:cubicBezTo>
                    <a:pt x="530002" y="126492"/>
                    <a:pt x="527472" y="126492"/>
                    <a:pt x="524309" y="12649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6" name="Google Shape;5726;p22"/>
            <p:cNvSpPr/>
            <p:nvPr/>
          </p:nvSpPr>
          <p:spPr>
            <a:xfrm>
              <a:off x="968823" y="5814442"/>
              <a:ext cx="178353" cy="178353"/>
            </a:xfrm>
            <a:custGeom>
              <a:avLst/>
              <a:gdLst/>
              <a:ahLst/>
              <a:cxnLst/>
              <a:rect l="l" t="t" r="r" b="b"/>
              <a:pathLst>
                <a:path w="178353" h="178353" extrusionOk="0">
                  <a:moveTo>
                    <a:pt x="89177" y="15812"/>
                  </a:moveTo>
                  <a:cubicBezTo>
                    <a:pt x="129654" y="15812"/>
                    <a:pt x="162542" y="48699"/>
                    <a:pt x="162542" y="89177"/>
                  </a:cubicBezTo>
                  <a:cubicBezTo>
                    <a:pt x="162542" y="129654"/>
                    <a:pt x="129654" y="162542"/>
                    <a:pt x="89177" y="162542"/>
                  </a:cubicBezTo>
                  <a:cubicBezTo>
                    <a:pt x="48699" y="162542"/>
                    <a:pt x="15812" y="129654"/>
                    <a:pt x="15812" y="89177"/>
                  </a:cubicBezTo>
                  <a:cubicBezTo>
                    <a:pt x="15812" y="48699"/>
                    <a:pt x="48699" y="15812"/>
                    <a:pt x="89177" y="15812"/>
                  </a:cubicBezTo>
                  <a:moveTo>
                    <a:pt x="89177" y="0"/>
                  </a:moveTo>
                  <a:cubicBezTo>
                    <a:pt x="39845" y="0"/>
                    <a:pt x="0" y="39845"/>
                    <a:pt x="0" y="89177"/>
                  </a:cubicBezTo>
                  <a:cubicBezTo>
                    <a:pt x="0" y="138509"/>
                    <a:pt x="40477" y="178354"/>
                    <a:pt x="89177" y="178354"/>
                  </a:cubicBezTo>
                  <a:cubicBezTo>
                    <a:pt x="138509" y="178354"/>
                    <a:pt x="178354" y="138509"/>
                    <a:pt x="178354" y="89177"/>
                  </a:cubicBezTo>
                  <a:cubicBezTo>
                    <a:pt x="178354" y="39845"/>
                    <a:pt x="138509" y="0"/>
                    <a:pt x="89177" y="0"/>
                  </a:cubicBezTo>
                  <a:lnTo>
                    <a:pt x="89177"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7" name="Google Shape;5727;p22"/>
            <p:cNvSpPr/>
            <p:nvPr/>
          </p:nvSpPr>
          <p:spPr>
            <a:xfrm>
              <a:off x="1050411" y="5854287"/>
              <a:ext cx="39844" cy="59451"/>
            </a:xfrm>
            <a:custGeom>
              <a:avLst/>
              <a:gdLst/>
              <a:ahLst/>
              <a:cxnLst/>
              <a:rect l="l" t="t" r="r" b="b"/>
              <a:pathLst>
                <a:path w="39844" h="59451" extrusionOk="0">
                  <a:moveTo>
                    <a:pt x="32888" y="59451"/>
                  </a:moveTo>
                  <a:lnTo>
                    <a:pt x="0" y="59451"/>
                  </a:lnTo>
                  <a:lnTo>
                    <a:pt x="0" y="7590"/>
                  </a:lnTo>
                  <a:cubicBezTo>
                    <a:pt x="0" y="3162"/>
                    <a:pt x="3795" y="0"/>
                    <a:pt x="7590" y="0"/>
                  </a:cubicBezTo>
                  <a:cubicBezTo>
                    <a:pt x="11384" y="0"/>
                    <a:pt x="15179" y="3795"/>
                    <a:pt x="15179" y="7590"/>
                  </a:cubicBezTo>
                  <a:lnTo>
                    <a:pt x="15179" y="43640"/>
                  </a:lnTo>
                  <a:lnTo>
                    <a:pt x="32255" y="43640"/>
                  </a:lnTo>
                  <a:cubicBezTo>
                    <a:pt x="36683" y="43640"/>
                    <a:pt x="39845" y="47435"/>
                    <a:pt x="39845" y="51229"/>
                  </a:cubicBezTo>
                  <a:cubicBezTo>
                    <a:pt x="39845" y="55024"/>
                    <a:pt x="37315" y="59451"/>
                    <a:pt x="32888" y="5945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5728" name="Google Shape;5728;p22"/>
          <p:cNvGrpSpPr/>
          <p:nvPr/>
        </p:nvGrpSpPr>
        <p:grpSpPr>
          <a:xfrm>
            <a:off x="579815" y="4022405"/>
            <a:ext cx="912101" cy="912097"/>
            <a:chOff x="579815" y="4022405"/>
            <a:chExt cx="912101" cy="912097"/>
          </a:xfrm>
        </p:grpSpPr>
        <p:sp>
          <p:nvSpPr>
            <p:cNvPr id="5729" name="Google Shape;5729;p22"/>
            <p:cNvSpPr/>
            <p:nvPr/>
          </p:nvSpPr>
          <p:spPr>
            <a:xfrm>
              <a:off x="579815" y="4022405"/>
              <a:ext cx="912101" cy="912097"/>
            </a:xfrm>
            <a:prstGeom prst="ellipse">
              <a:avLst/>
            </a:prstGeom>
            <a:gradFill>
              <a:gsLst>
                <a:gs pos="0">
                  <a:schemeClr val="accent1"/>
                </a:gs>
                <a:gs pos="30000">
                  <a:schemeClr val="accent1"/>
                </a:gs>
                <a:gs pos="100000">
                  <a:schemeClr val="accent4"/>
                </a:gs>
              </a:gsLst>
              <a:lin ang="18899963"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730" name="Google Shape;5730;p22"/>
            <p:cNvGrpSpPr/>
            <p:nvPr/>
          </p:nvGrpSpPr>
          <p:grpSpPr>
            <a:xfrm>
              <a:off x="831990" y="4181422"/>
              <a:ext cx="407752" cy="594064"/>
              <a:chOff x="5912431" y="1949843"/>
              <a:chExt cx="411098" cy="598939"/>
            </a:xfrm>
          </p:grpSpPr>
          <p:sp>
            <p:nvSpPr>
              <p:cNvPr id="5731" name="Google Shape;5731;p22"/>
              <p:cNvSpPr/>
              <p:nvPr/>
            </p:nvSpPr>
            <p:spPr>
              <a:xfrm>
                <a:off x="5958601" y="2179426"/>
                <a:ext cx="166336" cy="166336"/>
              </a:xfrm>
              <a:custGeom>
                <a:avLst/>
                <a:gdLst/>
                <a:ahLst/>
                <a:cxnLst/>
                <a:rect l="l" t="t" r="r" b="b"/>
                <a:pathLst>
                  <a:path w="166336" h="166336" extrusionOk="0">
                    <a:moveTo>
                      <a:pt x="7590" y="166337"/>
                    </a:moveTo>
                    <a:cubicBezTo>
                      <a:pt x="3162" y="166337"/>
                      <a:pt x="0" y="162542"/>
                      <a:pt x="0" y="158747"/>
                    </a:cubicBezTo>
                    <a:cubicBezTo>
                      <a:pt x="0" y="71468"/>
                      <a:pt x="71468" y="0"/>
                      <a:pt x="158747" y="0"/>
                    </a:cubicBezTo>
                    <a:cubicBezTo>
                      <a:pt x="163175" y="0"/>
                      <a:pt x="166337" y="3795"/>
                      <a:pt x="166337" y="7590"/>
                    </a:cubicBezTo>
                    <a:cubicBezTo>
                      <a:pt x="166337" y="11384"/>
                      <a:pt x="162542" y="15179"/>
                      <a:pt x="158747" y="15179"/>
                    </a:cubicBezTo>
                    <a:cubicBezTo>
                      <a:pt x="79690" y="15179"/>
                      <a:pt x="15812" y="79058"/>
                      <a:pt x="15812" y="158115"/>
                    </a:cubicBezTo>
                    <a:cubicBezTo>
                      <a:pt x="15179" y="162542"/>
                      <a:pt x="12017" y="166337"/>
                      <a:pt x="7590" y="166337"/>
                    </a:cubicBezTo>
                    <a:close/>
                  </a:path>
                </a:pathLst>
              </a:custGeom>
              <a:solidFill>
                <a:schemeClr val="lt1"/>
              </a:solidFill>
              <a:ln>
                <a:noFill/>
              </a:ln>
            </p:spPr>
            <p:txBody>
              <a:bodyPr spcFirstLastPara="1" wrap="square" lIns="86850" tIns="43425" rIns="86850" bIns="43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732" name="Google Shape;5732;p22"/>
              <p:cNvGrpSpPr/>
              <p:nvPr/>
            </p:nvGrpSpPr>
            <p:grpSpPr>
              <a:xfrm>
                <a:off x="5912431" y="1949843"/>
                <a:ext cx="411098" cy="598939"/>
                <a:chOff x="5912431" y="1949843"/>
                <a:chExt cx="411098" cy="598939"/>
              </a:xfrm>
            </p:grpSpPr>
            <p:sp>
              <p:nvSpPr>
                <p:cNvPr id="5733" name="Google Shape;5733;p22"/>
                <p:cNvSpPr/>
                <p:nvPr/>
              </p:nvSpPr>
              <p:spPr>
                <a:xfrm>
                  <a:off x="5912431" y="1949843"/>
                  <a:ext cx="411098" cy="598939"/>
                </a:xfrm>
                <a:custGeom>
                  <a:avLst/>
                  <a:gdLst/>
                  <a:ahLst/>
                  <a:cxnLst/>
                  <a:rect l="l" t="t" r="r" b="b"/>
                  <a:pathLst>
                    <a:path w="411098" h="598939" extrusionOk="0">
                      <a:moveTo>
                        <a:pt x="316230" y="220096"/>
                      </a:moveTo>
                      <a:lnTo>
                        <a:pt x="316230" y="104988"/>
                      </a:lnTo>
                      <a:cubicBezTo>
                        <a:pt x="316230" y="47435"/>
                        <a:pt x="270693" y="0"/>
                        <a:pt x="215036" y="0"/>
                      </a:cubicBezTo>
                      <a:lnTo>
                        <a:pt x="196063" y="0"/>
                      </a:lnTo>
                      <a:cubicBezTo>
                        <a:pt x="140406" y="0"/>
                        <a:pt x="94869" y="46802"/>
                        <a:pt x="94869" y="104988"/>
                      </a:cubicBezTo>
                      <a:lnTo>
                        <a:pt x="94869" y="220096"/>
                      </a:lnTo>
                      <a:cubicBezTo>
                        <a:pt x="37948" y="256779"/>
                        <a:pt x="0" y="320657"/>
                        <a:pt x="0" y="393390"/>
                      </a:cubicBezTo>
                      <a:cubicBezTo>
                        <a:pt x="0" y="506600"/>
                        <a:pt x="92339" y="598940"/>
                        <a:pt x="205549" y="598940"/>
                      </a:cubicBezTo>
                      <a:cubicBezTo>
                        <a:pt x="318760" y="598940"/>
                        <a:pt x="411099" y="506600"/>
                        <a:pt x="411099" y="393390"/>
                      </a:cubicBezTo>
                      <a:cubicBezTo>
                        <a:pt x="411099" y="320025"/>
                        <a:pt x="373151" y="256146"/>
                        <a:pt x="316230" y="220096"/>
                      </a:cubicBezTo>
                      <a:close/>
                      <a:moveTo>
                        <a:pt x="110680" y="104988"/>
                      </a:moveTo>
                      <a:cubicBezTo>
                        <a:pt x="110680" y="55656"/>
                        <a:pt x="149261" y="15812"/>
                        <a:pt x="196063" y="15812"/>
                      </a:cubicBezTo>
                      <a:lnTo>
                        <a:pt x="215036" y="15812"/>
                      </a:lnTo>
                      <a:cubicBezTo>
                        <a:pt x="262471" y="15812"/>
                        <a:pt x="300419" y="55656"/>
                        <a:pt x="300419" y="104988"/>
                      </a:cubicBezTo>
                      <a:lnTo>
                        <a:pt x="300419" y="211242"/>
                      </a:lnTo>
                      <a:cubicBezTo>
                        <a:pt x="271958" y="196695"/>
                        <a:pt x="239702" y="187841"/>
                        <a:pt x="205549" y="187841"/>
                      </a:cubicBezTo>
                      <a:cubicBezTo>
                        <a:pt x="171397" y="187841"/>
                        <a:pt x="139141" y="196063"/>
                        <a:pt x="110680" y="211242"/>
                      </a:cubicBezTo>
                      <a:lnTo>
                        <a:pt x="110680" y="104988"/>
                      </a:lnTo>
                      <a:close/>
                      <a:moveTo>
                        <a:pt x="205549" y="583128"/>
                      </a:moveTo>
                      <a:cubicBezTo>
                        <a:pt x="101194" y="583128"/>
                        <a:pt x="15812" y="497746"/>
                        <a:pt x="15812" y="393390"/>
                      </a:cubicBezTo>
                      <a:cubicBezTo>
                        <a:pt x="15812" y="289034"/>
                        <a:pt x="101194" y="203652"/>
                        <a:pt x="205549" y="203652"/>
                      </a:cubicBezTo>
                      <a:cubicBezTo>
                        <a:pt x="309905" y="203652"/>
                        <a:pt x="395288" y="289034"/>
                        <a:pt x="395288" y="393390"/>
                      </a:cubicBezTo>
                      <a:cubicBezTo>
                        <a:pt x="395288" y="497746"/>
                        <a:pt x="309905" y="583128"/>
                        <a:pt x="205549" y="583128"/>
                      </a:cubicBezTo>
                      <a:close/>
                    </a:path>
                  </a:pathLst>
                </a:custGeom>
                <a:solidFill>
                  <a:schemeClr val="lt1"/>
                </a:solidFill>
                <a:ln>
                  <a:noFill/>
                </a:ln>
              </p:spPr>
              <p:txBody>
                <a:bodyPr spcFirstLastPara="1" wrap="square" lIns="86850" tIns="43425" rIns="86850" bIns="43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34" name="Google Shape;5734;p22"/>
                <p:cNvSpPr/>
                <p:nvPr/>
              </p:nvSpPr>
              <p:spPr>
                <a:xfrm>
                  <a:off x="6084460" y="2289474"/>
                  <a:ext cx="67673" cy="106253"/>
                </a:xfrm>
                <a:custGeom>
                  <a:avLst/>
                  <a:gdLst/>
                  <a:ahLst/>
                  <a:cxnLst/>
                  <a:rect l="l" t="t" r="r" b="b"/>
                  <a:pathLst>
                    <a:path w="67673" h="106253" extrusionOk="0">
                      <a:moveTo>
                        <a:pt x="33520" y="0"/>
                      </a:moveTo>
                      <a:cubicBezTo>
                        <a:pt x="15179" y="0"/>
                        <a:pt x="0" y="15179"/>
                        <a:pt x="0" y="33520"/>
                      </a:cubicBezTo>
                      <a:cubicBezTo>
                        <a:pt x="0" y="46170"/>
                        <a:pt x="6957" y="56921"/>
                        <a:pt x="17076" y="62614"/>
                      </a:cubicBezTo>
                      <a:lnTo>
                        <a:pt x="17076" y="97399"/>
                      </a:lnTo>
                      <a:cubicBezTo>
                        <a:pt x="17076" y="102459"/>
                        <a:pt x="20871" y="106253"/>
                        <a:pt x="25931" y="106253"/>
                      </a:cubicBezTo>
                      <a:lnTo>
                        <a:pt x="41742" y="106253"/>
                      </a:lnTo>
                      <a:cubicBezTo>
                        <a:pt x="46802" y="106253"/>
                        <a:pt x="50597" y="102459"/>
                        <a:pt x="50597" y="97399"/>
                      </a:cubicBezTo>
                      <a:lnTo>
                        <a:pt x="50597" y="62614"/>
                      </a:lnTo>
                      <a:cubicBezTo>
                        <a:pt x="60716" y="56921"/>
                        <a:pt x="67673" y="46170"/>
                        <a:pt x="67673" y="33520"/>
                      </a:cubicBezTo>
                      <a:cubicBezTo>
                        <a:pt x="67041" y="15179"/>
                        <a:pt x="51862" y="0"/>
                        <a:pt x="33520" y="0"/>
                      </a:cubicBezTo>
                      <a:close/>
                    </a:path>
                  </a:pathLst>
                </a:custGeom>
                <a:solidFill>
                  <a:schemeClr val="lt1"/>
                </a:solidFill>
                <a:ln>
                  <a:noFill/>
                </a:ln>
              </p:spPr>
              <p:txBody>
                <a:bodyPr spcFirstLastPara="1" wrap="square" lIns="86850" tIns="43425" rIns="86850" bIns="43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sp>
        <p:nvSpPr>
          <p:cNvPr id="5735" name="Google Shape;5735;p22"/>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12</a:t>
            </a:fld>
            <a:endParaRPr sz="800">
              <a:solidFill>
                <a:schemeClr val="dk2"/>
              </a:solidFill>
              <a:latin typeface="Arial"/>
              <a:ea typeface="Arial"/>
              <a:cs typeface="Arial"/>
              <a:sym typeface="Arial"/>
            </a:endParaRPr>
          </a:p>
        </p:txBody>
      </p:sp>
      <p:sp>
        <p:nvSpPr>
          <p:cNvPr id="5736" name="Google Shape;5736;p22"/>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2024 Broadcom.  </a:t>
            </a:r>
            <a:endParaRPr/>
          </a:p>
        </p:txBody>
      </p:sp>
      <p:sp>
        <p:nvSpPr>
          <p:cNvPr id="5737" name="Google Shape;5737;p22"/>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All Rights Reserved. The term “Broadcom” refers to Broadcom Inc. and/or its subsidiaries.</a:t>
            </a:r>
            <a:endParaRPr/>
          </a:p>
        </p:txBody>
      </p:sp>
      <p:grpSp>
        <p:nvGrpSpPr>
          <p:cNvPr id="5738" name="Google Shape;5738;p22"/>
          <p:cNvGrpSpPr/>
          <p:nvPr/>
        </p:nvGrpSpPr>
        <p:grpSpPr>
          <a:xfrm>
            <a:off x="265625" y="6323271"/>
            <a:ext cx="1249222" cy="369649"/>
            <a:chOff x="265625" y="6323271"/>
            <a:chExt cx="1249222" cy="369649"/>
          </a:xfrm>
        </p:grpSpPr>
        <p:grpSp>
          <p:nvGrpSpPr>
            <p:cNvPr id="5739" name="Google Shape;5739;p22"/>
            <p:cNvGrpSpPr/>
            <p:nvPr/>
          </p:nvGrpSpPr>
          <p:grpSpPr>
            <a:xfrm>
              <a:off x="745455" y="6594444"/>
              <a:ext cx="722663" cy="98476"/>
              <a:chOff x="745455" y="6594444"/>
              <a:chExt cx="722663" cy="98476"/>
            </a:xfrm>
          </p:grpSpPr>
          <p:sp>
            <p:nvSpPr>
              <p:cNvPr id="5740" name="Google Shape;5740;p22"/>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1" name="Google Shape;5741;p22"/>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2" name="Google Shape;5742;p22"/>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3" name="Google Shape;5743;p22"/>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4" name="Google Shape;5744;p22"/>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5" name="Google Shape;5745;p22"/>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6" name="Google Shape;5746;p22"/>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7" name="Google Shape;5747;p22"/>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8" name="Google Shape;5748;p22"/>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9" name="Google Shape;5749;p22"/>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5750" name="Google Shape;5750;p22"/>
            <p:cNvGrpSpPr/>
            <p:nvPr/>
          </p:nvGrpSpPr>
          <p:grpSpPr>
            <a:xfrm>
              <a:off x="265625" y="6323271"/>
              <a:ext cx="1249222" cy="190348"/>
              <a:chOff x="265625" y="6323271"/>
              <a:chExt cx="1249222" cy="190348"/>
            </a:xfrm>
          </p:grpSpPr>
          <p:sp>
            <p:nvSpPr>
              <p:cNvPr id="5751" name="Google Shape;5751;p22"/>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2" name="Google Shape;5752;p22"/>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3" name="Google Shape;5753;p22"/>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4" name="Google Shape;5754;p22"/>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5" name="Google Shape;5755;p22"/>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6" name="Google Shape;5756;p22"/>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7" name="Google Shape;5757;p22"/>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668"/>
                                        </p:tgtEl>
                                        <p:attrNameLst>
                                          <p:attrName>style.visibility</p:attrName>
                                        </p:attrNameLst>
                                      </p:cBhvr>
                                      <p:to>
                                        <p:strVal val="visible"/>
                                      </p:to>
                                    </p:set>
                                    <p:animEffect transition="in" filter="fade">
                                      <p:cBhvr>
                                        <p:cTn id="7" dur="250"/>
                                        <p:tgtEl>
                                          <p:spTgt spid="5668"/>
                                        </p:tgtEl>
                                      </p:cBhvr>
                                    </p:animEffect>
                                  </p:childTnLst>
                                </p:cTn>
                              </p:par>
                              <p:par>
                                <p:cTn id="8" presetID="10" presetClass="entr" presetSubtype="0" fill="hold" nodeType="withEffect">
                                  <p:stCondLst>
                                    <p:cond delay="250"/>
                                  </p:stCondLst>
                                  <p:childTnLst>
                                    <p:set>
                                      <p:cBhvr>
                                        <p:cTn id="9" dur="1" fill="hold">
                                          <p:stCondLst>
                                            <p:cond delay="0"/>
                                          </p:stCondLst>
                                        </p:cTn>
                                        <p:tgtEl>
                                          <p:spTgt spid="5670"/>
                                        </p:tgtEl>
                                        <p:attrNameLst>
                                          <p:attrName>style.visibility</p:attrName>
                                        </p:attrNameLst>
                                      </p:cBhvr>
                                      <p:to>
                                        <p:strVal val="visible"/>
                                      </p:to>
                                    </p:set>
                                    <p:animEffect transition="in" filter="fade">
                                      <p:cBhvr>
                                        <p:cTn id="10" dur="250"/>
                                        <p:tgtEl>
                                          <p:spTgt spid="5670"/>
                                        </p:tgtEl>
                                      </p:cBhvr>
                                    </p:animEffect>
                                  </p:childTnLst>
                                </p:cTn>
                              </p:par>
                            </p:childTnLst>
                          </p:cTn>
                        </p:par>
                        <p:par>
                          <p:cTn id="11" fill="hold">
                            <p:stCondLst>
                              <p:cond delay="250"/>
                            </p:stCondLst>
                            <p:childTnLst>
                              <p:par>
                                <p:cTn id="12" presetID="10" presetClass="entr" presetSubtype="0" fill="hold" nodeType="afterEffect">
                                  <p:stCondLst>
                                    <p:cond delay="500"/>
                                  </p:stCondLst>
                                  <p:childTnLst>
                                    <p:set>
                                      <p:cBhvr>
                                        <p:cTn id="13" dur="1" fill="hold">
                                          <p:stCondLst>
                                            <p:cond delay="0"/>
                                          </p:stCondLst>
                                        </p:cTn>
                                        <p:tgtEl>
                                          <p:spTgt spid="5669"/>
                                        </p:tgtEl>
                                        <p:attrNameLst>
                                          <p:attrName>style.visibility</p:attrName>
                                        </p:attrNameLst>
                                      </p:cBhvr>
                                      <p:to>
                                        <p:strVal val="visible"/>
                                      </p:to>
                                    </p:set>
                                    <p:animEffect transition="in" filter="fade">
                                      <p:cBhvr>
                                        <p:cTn id="14" dur="250"/>
                                        <p:tgtEl>
                                          <p:spTgt spid="5669"/>
                                        </p:tgtEl>
                                      </p:cBhvr>
                                    </p:animEffect>
                                  </p:childTnLst>
                                </p:cTn>
                              </p:par>
                            </p:childTnLst>
                          </p:cTn>
                        </p:par>
                        <p:par>
                          <p:cTn id="15" fill="hold">
                            <p:stCondLst>
                              <p:cond delay="500"/>
                            </p:stCondLst>
                            <p:childTnLst>
                              <p:par>
                                <p:cTn id="16" presetID="10" presetClass="entr" presetSubtype="0" fill="hold" nodeType="afterEffect">
                                  <p:stCondLst>
                                    <p:cond delay="500"/>
                                  </p:stCondLst>
                                  <p:childTnLst>
                                    <p:set>
                                      <p:cBhvr>
                                        <p:cTn id="17" dur="1" fill="hold">
                                          <p:stCondLst>
                                            <p:cond delay="0"/>
                                          </p:stCondLst>
                                        </p:cTn>
                                        <p:tgtEl>
                                          <p:spTgt spid="5704"/>
                                        </p:tgtEl>
                                        <p:attrNameLst>
                                          <p:attrName>style.visibility</p:attrName>
                                        </p:attrNameLst>
                                      </p:cBhvr>
                                      <p:to>
                                        <p:strVal val="visible"/>
                                      </p:to>
                                    </p:set>
                                    <p:animEffect transition="in" filter="fade">
                                      <p:cBhvr>
                                        <p:cTn id="18" dur="250"/>
                                        <p:tgtEl>
                                          <p:spTgt spid="5704"/>
                                        </p:tgtEl>
                                      </p:cBhvr>
                                    </p:animEffect>
                                  </p:childTnLst>
                                </p:cTn>
                              </p:par>
                            </p:childTnLst>
                          </p:cTn>
                        </p:par>
                        <p:par>
                          <p:cTn id="19" fill="hold">
                            <p:stCondLst>
                              <p:cond delay="750"/>
                            </p:stCondLst>
                            <p:childTnLst>
                              <p:par>
                                <p:cTn id="20" presetID="10" presetClass="entr" presetSubtype="0" fill="hold" nodeType="afterEffect">
                                  <p:stCondLst>
                                    <p:cond delay="250"/>
                                  </p:stCondLst>
                                  <p:childTnLst>
                                    <p:set>
                                      <p:cBhvr>
                                        <p:cTn id="21" dur="1" fill="hold">
                                          <p:stCondLst>
                                            <p:cond delay="0"/>
                                          </p:stCondLst>
                                        </p:cTn>
                                        <p:tgtEl>
                                          <p:spTgt spid="5707"/>
                                        </p:tgtEl>
                                        <p:attrNameLst>
                                          <p:attrName>style.visibility</p:attrName>
                                        </p:attrNameLst>
                                      </p:cBhvr>
                                      <p:to>
                                        <p:strVal val="visible"/>
                                      </p:to>
                                    </p:set>
                                    <p:animEffect transition="in" filter="fade">
                                      <p:cBhvr>
                                        <p:cTn id="22" dur="250"/>
                                        <p:tgtEl>
                                          <p:spTgt spid="5707"/>
                                        </p:tgtEl>
                                      </p:cBhvr>
                                    </p:animEffect>
                                  </p:childTnLst>
                                </p:cTn>
                              </p:par>
                            </p:childTnLst>
                          </p:cTn>
                        </p:par>
                        <p:par>
                          <p:cTn id="23" fill="hold">
                            <p:stCondLst>
                              <p:cond delay="1000"/>
                            </p:stCondLst>
                            <p:childTnLst>
                              <p:par>
                                <p:cTn id="24" presetID="10" presetClass="entr" presetSubtype="0" fill="hold" nodeType="afterEffect">
                                  <p:stCondLst>
                                    <p:cond delay="250"/>
                                  </p:stCondLst>
                                  <p:childTnLst>
                                    <p:set>
                                      <p:cBhvr>
                                        <p:cTn id="25" dur="1" fill="hold">
                                          <p:stCondLst>
                                            <p:cond delay="0"/>
                                          </p:stCondLst>
                                        </p:cTn>
                                        <p:tgtEl>
                                          <p:spTgt spid="5678"/>
                                        </p:tgtEl>
                                        <p:attrNameLst>
                                          <p:attrName>style.visibility</p:attrName>
                                        </p:attrNameLst>
                                      </p:cBhvr>
                                      <p:to>
                                        <p:strVal val="visible"/>
                                      </p:to>
                                    </p:set>
                                    <p:animEffect transition="in" filter="fade">
                                      <p:cBhvr>
                                        <p:cTn id="26" dur="500"/>
                                        <p:tgtEl>
                                          <p:spTgt spid="5678"/>
                                        </p:tgtEl>
                                      </p:cBhvr>
                                    </p:animEffect>
                                  </p:childTnLst>
                                </p:cTn>
                              </p:par>
                              <p:par>
                                <p:cTn id="27" presetID="10" presetClass="entr" presetSubtype="0" fill="hold" nodeType="withEffect">
                                  <p:stCondLst>
                                    <p:cond delay="250"/>
                                  </p:stCondLst>
                                  <p:childTnLst>
                                    <p:set>
                                      <p:cBhvr>
                                        <p:cTn id="28" dur="1" fill="hold">
                                          <p:stCondLst>
                                            <p:cond delay="0"/>
                                          </p:stCondLst>
                                        </p:cTn>
                                        <p:tgtEl>
                                          <p:spTgt spid="5722"/>
                                        </p:tgtEl>
                                        <p:attrNameLst>
                                          <p:attrName>style.visibility</p:attrName>
                                        </p:attrNameLst>
                                      </p:cBhvr>
                                      <p:to>
                                        <p:strVal val="visible"/>
                                      </p:to>
                                    </p:set>
                                    <p:animEffect transition="in" filter="fade">
                                      <p:cBhvr>
                                        <p:cTn id="29" dur="500"/>
                                        <p:tgtEl>
                                          <p:spTgt spid="5722"/>
                                        </p:tgtEl>
                                      </p:cBhvr>
                                    </p:animEffect>
                                  </p:childTnLst>
                                </p:cTn>
                              </p:par>
                              <p:par>
                                <p:cTn id="30" presetID="10" presetClass="entr" presetSubtype="0" fill="hold" nodeType="withEffect">
                                  <p:stCondLst>
                                    <p:cond delay="500"/>
                                  </p:stCondLst>
                                  <p:childTnLst>
                                    <p:set>
                                      <p:cBhvr>
                                        <p:cTn id="31" dur="1" fill="hold">
                                          <p:stCondLst>
                                            <p:cond delay="0"/>
                                          </p:stCondLst>
                                        </p:cTn>
                                        <p:tgtEl>
                                          <p:spTgt spid="5692"/>
                                        </p:tgtEl>
                                        <p:attrNameLst>
                                          <p:attrName>style.visibility</p:attrName>
                                        </p:attrNameLst>
                                      </p:cBhvr>
                                      <p:to>
                                        <p:strVal val="visible"/>
                                      </p:to>
                                    </p:set>
                                    <p:animEffect transition="in" filter="fade">
                                      <p:cBhvr>
                                        <p:cTn id="32" dur="500"/>
                                        <p:tgtEl>
                                          <p:spTgt spid="5692"/>
                                        </p:tgtEl>
                                      </p:cBhvr>
                                    </p:animEffect>
                                  </p:childTnLst>
                                </p:cTn>
                              </p:par>
                              <p:par>
                                <p:cTn id="33" presetID="10" presetClass="entr" presetSubtype="0" fill="hold" nodeType="withEffect">
                                  <p:stCondLst>
                                    <p:cond delay="500"/>
                                  </p:stCondLst>
                                  <p:childTnLst>
                                    <p:set>
                                      <p:cBhvr>
                                        <p:cTn id="34" dur="1" fill="hold">
                                          <p:stCondLst>
                                            <p:cond delay="0"/>
                                          </p:stCondLst>
                                        </p:cTn>
                                        <p:tgtEl>
                                          <p:spTgt spid="5696"/>
                                        </p:tgtEl>
                                        <p:attrNameLst>
                                          <p:attrName>style.visibility</p:attrName>
                                        </p:attrNameLst>
                                      </p:cBhvr>
                                      <p:to>
                                        <p:strVal val="visible"/>
                                      </p:to>
                                    </p:set>
                                    <p:animEffect transition="in" filter="fade">
                                      <p:cBhvr>
                                        <p:cTn id="35" dur="500"/>
                                        <p:tgtEl>
                                          <p:spTgt spid="5696"/>
                                        </p:tgtEl>
                                      </p:cBhvr>
                                    </p:animEffect>
                                  </p:childTnLst>
                                </p:cTn>
                              </p:par>
                              <p:par>
                                <p:cTn id="36" presetID="10" presetClass="entr" presetSubtype="0" fill="hold" nodeType="withEffect">
                                  <p:stCondLst>
                                    <p:cond delay="750"/>
                                  </p:stCondLst>
                                  <p:childTnLst>
                                    <p:set>
                                      <p:cBhvr>
                                        <p:cTn id="37" dur="1" fill="hold">
                                          <p:stCondLst>
                                            <p:cond delay="0"/>
                                          </p:stCondLst>
                                        </p:cTn>
                                        <p:tgtEl>
                                          <p:spTgt spid="5701"/>
                                        </p:tgtEl>
                                        <p:attrNameLst>
                                          <p:attrName>style.visibility</p:attrName>
                                        </p:attrNameLst>
                                      </p:cBhvr>
                                      <p:to>
                                        <p:strVal val="visible"/>
                                      </p:to>
                                    </p:set>
                                    <p:animEffect transition="in" filter="fade">
                                      <p:cBhvr>
                                        <p:cTn id="38" dur="500"/>
                                        <p:tgtEl>
                                          <p:spTgt spid="5701"/>
                                        </p:tgtEl>
                                      </p:cBhvr>
                                    </p:animEffect>
                                  </p:childTnLst>
                                </p:cTn>
                              </p:par>
                              <p:par>
                                <p:cTn id="39" presetID="10" presetClass="entr" presetSubtype="0" fill="hold" nodeType="withEffect">
                                  <p:stCondLst>
                                    <p:cond delay="1000"/>
                                  </p:stCondLst>
                                  <p:childTnLst>
                                    <p:set>
                                      <p:cBhvr>
                                        <p:cTn id="40" dur="1" fill="hold">
                                          <p:stCondLst>
                                            <p:cond delay="0"/>
                                          </p:stCondLst>
                                        </p:cTn>
                                        <p:tgtEl>
                                          <p:spTgt spid="5702"/>
                                        </p:tgtEl>
                                        <p:attrNameLst>
                                          <p:attrName>style.visibility</p:attrName>
                                        </p:attrNameLst>
                                      </p:cBhvr>
                                      <p:to>
                                        <p:strVal val="visible"/>
                                      </p:to>
                                    </p:set>
                                    <p:animEffect transition="in" filter="fade">
                                      <p:cBhvr>
                                        <p:cTn id="41" dur="500"/>
                                        <p:tgtEl>
                                          <p:spTgt spid="5702"/>
                                        </p:tgtEl>
                                      </p:cBhvr>
                                    </p:animEffect>
                                  </p:childTnLst>
                                </p:cTn>
                              </p:par>
                              <p:par>
                                <p:cTn id="42" presetID="10" presetClass="entr" presetSubtype="0" fill="hold" nodeType="withEffect">
                                  <p:stCondLst>
                                    <p:cond delay="1250"/>
                                  </p:stCondLst>
                                  <p:childTnLst>
                                    <p:set>
                                      <p:cBhvr>
                                        <p:cTn id="43" dur="1" fill="hold">
                                          <p:stCondLst>
                                            <p:cond delay="0"/>
                                          </p:stCondLst>
                                        </p:cTn>
                                        <p:tgtEl>
                                          <p:spTgt spid="5697"/>
                                        </p:tgtEl>
                                        <p:attrNameLst>
                                          <p:attrName>style.visibility</p:attrName>
                                        </p:attrNameLst>
                                      </p:cBhvr>
                                      <p:to>
                                        <p:strVal val="visible"/>
                                      </p:to>
                                    </p:set>
                                    <p:animEffect transition="in" filter="fade">
                                      <p:cBhvr>
                                        <p:cTn id="44" dur="500"/>
                                        <p:tgtEl>
                                          <p:spTgt spid="5697"/>
                                        </p:tgtEl>
                                      </p:cBhvr>
                                    </p:animEffect>
                                  </p:childTnLst>
                                </p:cTn>
                              </p:par>
                              <p:par>
                                <p:cTn id="45" presetID="10" presetClass="entr" presetSubtype="0" fill="hold" nodeType="withEffect">
                                  <p:stCondLst>
                                    <p:cond delay="1500"/>
                                  </p:stCondLst>
                                  <p:childTnLst>
                                    <p:set>
                                      <p:cBhvr>
                                        <p:cTn id="46" dur="1" fill="hold">
                                          <p:stCondLst>
                                            <p:cond delay="0"/>
                                          </p:stCondLst>
                                        </p:cTn>
                                        <p:tgtEl>
                                          <p:spTgt spid="5698"/>
                                        </p:tgtEl>
                                        <p:attrNameLst>
                                          <p:attrName>style.visibility</p:attrName>
                                        </p:attrNameLst>
                                      </p:cBhvr>
                                      <p:to>
                                        <p:strVal val="visible"/>
                                      </p:to>
                                    </p:set>
                                    <p:animEffect transition="in" filter="fade">
                                      <p:cBhvr>
                                        <p:cTn id="47" dur="500"/>
                                        <p:tgtEl>
                                          <p:spTgt spid="5698"/>
                                        </p:tgtEl>
                                      </p:cBhvr>
                                    </p:animEffect>
                                  </p:childTnLst>
                                </p:cTn>
                              </p:par>
                              <p:par>
                                <p:cTn id="48" presetID="10" presetClass="entr" presetSubtype="0" fill="hold" nodeType="withEffect">
                                  <p:stCondLst>
                                    <p:cond delay="1000"/>
                                  </p:stCondLst>
                                  <p:childTnLst>
                                    <p:set>
                                      <p:cBhvr>
                                        <p:cTn id="49" dur="1" fill="hold">
                                          <p:stCondLst>
                                            <p:cond delay="0"/>
                                          </p:stCondLst>
                                        </p:cTn>
                                        <p:tgtEl>
                                          <p:spTgt spid="5693"/>
                                        </p:tgtEl>
                                        <p:attrNameLst>
                                          <p:attrName>style.visibility</p:attrName>
                                        </p:attrNameLst>
                                      </p:cBhvr>
                                      <p:to>
                                        <p:strVal val="visible"/>
                                      </p:to>
                                    </p:set>
                                    <p:animEffect transition="in" filter="fade">
                                      <p:cBhvr>
                                        <p:cTn id="50" dur="750"/>
                                        <p:tgtEl>
                                          <p:spTgt spid="5693"/>
                                        </p:tgtEl>
                                      </p:cBhvr>
                                    </p:animEffect>
                                  </p:childTnLst>
                                </p:cTn>
                              </p:par>
                              <p:par>
                                <p:cTn id="51" presetID="10" presetClass="entr" presetSubtype="0" fill="hold" nodeType="withEffect">
                                  <p:stCondLst>
                                    <p:cond delay="750"/>
                                  </p:stCondLst>
                                  <p:childTnLst>
                                    <p:set>
                                      <p:cBhvr>
                                        <p:cTn id="52" dur="1" fill="hold">
                                          <p:stCondLst>
                                            <p:cond delay="0"/>
                                          </p:stCondLst>
                                        </p:cTn>
                                        <p:tgtEl>
                                          <p:spTgt spid="5699"/>
                                        </p:tgtEl>
                                        <p:attrNameLst>
                                          <p:attrName>style.visibility</p:attrName>
                                        </p:attrNameLst>
                                      </p:cBhvr>
                                      <p:to>
                                        <p:strVal val="visible"/>
                                      </p:to>
                                    </p:set>
                                    <p:animEffect transition="in" filter="fade">
                                      <p:cBhvr>
                                        <p:cTn id="53" dur="500"/>
                                        <p:tgtEl>
                                          <p:spTgt spid="5699"/>
                                        </p:tgtEl>
                                      </p:cBhvr>
                                    </p:animEffect>
                                  </p:childTnLst>
                                </p:cTn>
                              </p:par>
                              <p:par>
                                <p:cTn id="54" presetID="10" presetClass="entr" presetSubtype="0" fill="hold" nodeType="withEffect">
                                  <p:stCondLst>
                                    <p:cond delay="750"/>
                                  </p:stCondLst>
                                  <p:childTnLst>
                                    <p:set>
                                      <p:cBhvr>
                                        <p:cTn id="55" dur="1" fill="hold">
                                          <p:stCondLst>
                                            <p:cond delay="0"/>
                                          </p:stCondLst>
                                        </p:cTn>
                                        <p:tgtEl>
                                          <p:spTgt spid="5703"/>
                                        </p:tgtEl>
                                        <p:attrNameLst>
                                          <p:attrName>style.visibility</p:attrName>
                                        </p:attrNameLst>
                                      </p:cBhvr>
                                      <p:to>
                                        <p:strVal val="visible"/>
                                      </p:to>
                                    </p:set>
                                    <p:animEffect transition="in" filter="fade">
                                      <p:cBhvr>
                                        <p:cTn id="56" dur="500"/>
                                        <p:tgtEl>
                                          <p:spTgt spid="5703"/>
                                        </p:tgtEl>
                                      </p:cBhvr>
                                    </p:animEffect>
                                  </p:childTnLst>
                                </p:cTn>
                              </p:par>
                              <p:par>
                                <p:cTn id="57" presetID="10" presetClass="entr" presetSubtype="0" fill="hold" nodeType="withEffect">
                                  <p:stCondLst>
                                    <p:cond delay="750"/>
                                  </p:stCondLst>
                                  <p:childTnLst>
                                    <p:set>
                                      <p:cBhvr>
                                        <p:cTn id="58" dur="1" fill="hold">
                                          <p:stCondLst>
                                            <p:cond delay="0"/>
                                          </p:stCondLst>
                                        </p:cTn>
                                        <p:tgtEl>
                                          <p:spTgt spid="5700"/>
                                        </p:tgtEl>
                                        <p:attrNameLst>
                                          <p:attrName>style.visibility</p:attrName>
                                        </p:attrNameLst>
                                      </p:cBhvr>
                                      <p:to>
                                        <p:strVal val="visible"/>
                                      </p:to>
                                    </p:set>
                                    <p:animEffect transition="in" filter="fade">
                                      <p:cBhvr>
                                        <p:cTn id="59" dur="500"/>
                                        <p:tgtEl>
                                          <p:spTgt spid="5700"/>
                                        </p:tgtEl>
                                      </p:cBhvr>
                                    </p:animEffect>
                                  </p:childTnLst>
                                </p:cTn>
                              </p:par>
                              <p:par>
                                <p:cTn id="60" presetID="10" presetClass="entr" presetSubtype="0" fill="hold" nodeType="withEffect">
                                  <p:stCondLst>
                                    <p:cond delay="100"/>
                                  </p:stCondLst>
                                  <p:childTnLst>
                                    <p:set>
                                      <p:cBhvr>
                                        <p:cTn id="61" dur="1" fill="hold">
                                          <p:stCondLst>
                                            <p:cond delay="0"/>
                                          </p:stCondLst>
                                        </p:cTn>
                                        <p:tgtEl>
                                          <p:spTgt spid="5711"/>
                                        </p:tgtEl>
                                        <p:attrNameLst>
                                          <p:attrName>style.visibility</p:attrName>
                                        </p:attrNameLst>
                                      </p:cBhvr>
                                      <p:to>
                                        <p:strVal val="visible"/>
                                      </p:to>
                                    </p:set>
                                    <p:animEffect transition="in" filter="fade">
                                      <p:cBhvr>
                                        <p:cTn id="62" dur="750"/>
                                        <p:tgtEl>
                                          <p:spTgt spid="5711"/>
                                        </p:tgtEl>
                                      </p:cBhvr>
                                    </p:animEffect>
                                  </p:childTnLst>
                                </p:cTn>
                              </p:par>
                              <p:par>
                                <p:cTn id="63" presetID="10" presetClass="entr" presetSubtype="0" fill="hold" nodeType="withEffect">
                                  <p:stCondLst>
                                    <p:cond delay="200"/>
                                  </p:stCondLst>
                                  <p:childTnLst>
                                    <p:set>
                                      <p:cBhvr>
                                        <p:cTn id="64" dur="1" fill="hold">
                                          <p:stCondLst>
                                            <p:cond delay="0"/>
                                          </p:stCondLst>
                                        </p:cTn>
                                        <p:tgtEl>
                                          <p:spTgt spid="5716"/>
                                        </p:tgtEl>
                                        <p:attrNameLst>
                                          <p:attrName>style.visibility</p:attrName>
                                        </p:attrNameLst>
                                      </p:cBhvr>
                                      <p:to>
                                        <p:strVal val="visible"/>
                                      </p:to>
                                    </p:set>
                                    <p:animEffect transition="in" filter="fade">
                                      <p:cBhvr>
                                        <p:cTn id="65" dur="750"/>
                                        <p:tgtEl>
                                          <p:spTgt spid="5716"/>
                                        </p:tgtEl>
                                      </p:cBhvr>
                                    </p:animEffect>
                                  </p:childTnLst>
                                </p:cTn>
                              </p:par>
                              <p:par>
                                <p:cTn id="66" presetID="10" presetClass="entr" presetSubtype="0" fill="hold" nodeType="withEffect">
                                  <p:stCondLst>
                                    <p:cond delay="300"/>
                                  </p:stCondLst>
                                  <p:childTnLst>
                                    <p:set>
                                      <p:cBhvr>
                                        <p:cTn id="67" dur="1" fill="hold">
                                          <p:stCondLst>
                                            <p:cond delay="0"/>
                                          </p:stCondLst>
                                        </p:cTn>
                                        <p:tgtEl>
                                          <p:spTgt spid="5728"/>
                                        </p:tgtEl>
                                        <p:attrNameLst>
                                          <p:attrName>style.visibility</p:attrName>
                                        </p:attrNameLst>
                                      </p:cBhvr>
                                      <p:to>
                                        <p:strVal val="visible"/>
                                      </p:to>
                                    </p:set>
                                    <p:animEffect transition="in" filter="fade">
                                      <p:cBhvr>
                                        <p:cTn id="68" dur="750"/>
                                        <p:tgtEl>
                                          <p:spTgt spid="5728"/>
                                        </p:tgtEl>
                                      </p:cBhvr>
                                    </p:animEffect>
                                  </p:childTnLst>
                                </p:cTn>
                              </p:par>
                              <p:par>
                                <p:cTn id="69" presetID="10" presetClass="entr" presetSubtype="0" fill="hold" nodeType="withEffect">
                                  <p:stCondLst>
                                    <p:cond delay="100"/>
                                  </p:stCondLst>
                                  <p:childTnLst>
                                    <p:set>
                                      <p:cBhvr>
                                        <p:cTn id="70" dur="1" fill="hold">
                                          <p:stCondLst>
                                            <p:cond delay="0"/>
                                          </p:stCondLst>
                                        </p:cTn>
                                        <p:tgtEl>
                                          <p:spTgt spid="5675"/>
                                        </p:tgtEl>
                                        <p:attrNameLst>
                                          <p:attrName>style.visibility</p:attrName>
                                        </p:attrNameLst>
                                      </p:cBhvr>
                                      <p:to>
                                        <p:strVal val="visible"/>
                                      </p:to>
                                    </p:set>
                                    <p:animEffect transition="in" filter="fade">
                                      <p:cBhvr>
                                        <p:cTn id="71" dur="250"/>
                                        <p:tgtEl>
                                          <p:spTgt spid="5675"/>
                                        </p:tgtEl>
                                      </p:cBhvr>
                                    </p:animEffect>
                                  </p:childTnLst>
                                </p:cTn>
                              </p:par>
                            </p:childTnLst>
                          </p:cTn>
                        </p:par>
                        <p:par>
                          <p:cTn id="72" fill="hold">
                            <p:stCondLst>
                              <p:cond delay="1750"/>
                            </p:stCondLst>
                            <p:childTnLst>
                              <p:par>
                                <p:cTn id="73" presetID="10" presetClass="entr" presetSubtype="0" fill="hold" nodeType="afterEffect">
                                  <p:stCondLst>
                                    <p:cond delay="200"/>
                                  </p:stCondLst>
                                  <p:childTnLst>
                                    <p:set>
                                      <p:cBhvr>
                                        <p:cTn id="74" dur="1" fill="hold">
                                          <p:stCondLst>
                                            <p:cond delay="0"/>
                                          </p:stCondLst>
                                        </p:cTn>
                                        <p:tgtEl>
                                          <p:spTgt spid="5676"/>
                                        </p:tgtEl>
                                        <p:attrNameLst>
                                          <p:attrName>style.visibility</p:attrName>
                                        </p:attrNameLst>
                                      </p:cBhvr>
                                      <p:to>
                                        <p:strVal val="visible"/>
                                      </p:to>
                                    </p:set>
                                    <p:animEffect transition="in" filter="fade">
                                      <p:cBhvr>
                                        <p:cTn id="75" dur="250"/>
                                        <p:tgtEl>
                                          <p:spTgt spid="5676"/>
                                        </p:tgtEl>
                                      </p:cBhvr>
                                    </p:animEffect>
                                  </p:childTnLst>
                                </p:cTn>
                              </p:par>
                            </p:childTnLst>
                          </p:cTn>
                        </p:par>
                        <p:par>
                          <p:cTn id="76" fill="hold">
                            <p:stCondLst>
                              <p:cond delay="2000"/>
                            </p:stCondLst>
                            <p:childTnLst>
                              <p:par>
                                <p:cTn id="77" presetID="10" presetClass="entr" presetSubtype="0" fill="hold" nodeType="afterEffect">
                                  <p:stCondLst>
                                    <p:cond delay="300"/>
                                  </p:stCondLst>
                                  <p:childTnLst>
                                    <p:set>
                                      <p:cBhvr>
                                        <p:cTn id="78" dur="1" fill="hold">
                                          <p:stCondLst>
                                            <p:cond delay="0"/>
                                          </p:stCondLst>
                                        </p:cTn>
                                        <p:tgtEl>
                                          <p:spTgt spid="5677"/>
                                        </p:tgtEl>
                                        <p:attrNameLst>
                                          <p:attrName>style.visibility</p:attrName>
                                        </p:attrNameLst>
                                      </p:cBhvr>
                                      <p:to>
                                        <p:strVal val="visible"/>
                                      </p:to>
                                    </p:set>
                                    <p:animEffect transition="in" filter="fade">
                                      <p:cBhvr>
                                        <p:cTn id="79" dur="250"/>
                                        <p:tgtEl>
                                          <p:spTgt spid="5677"/>
                                        </p:tgtEl>
                                      </p:cBhvr>
                                    </p:animEffect>
                                  </p:childTnLst>
                                </p:cTn>
                              </p:par>
                            </p:childTnLst>
                          </p:cTn>
                        </p:par>
                        <p:par>
                          <p:cTn id="80" fill="hold">
                            <p:stCondLst>
                              <p:cond delay="2250"/>
                            </p:stCondLst>
                            <p:childTnLst>
                              <p:par>
                                <p:cTn id="81" presetID="10" presetClass="entr" presetSubtype="0" fill="hold" nodeType="afterEffect">
                                  <p:stCondLst>
                                    <p:cond delay="500"/>
                                  </p:stCondLst>
                                  <p:childTnLst>
                                    <p:set>
                                      <p:cBhvr>
                                        <p:cTn id="82" dur="1" fill="hold">
                                          <p:stCondLst>
                                            <p:cond delay="0"/>
                                          </p:stCondLst>
                                        </p:cTn>
                                        <p:tgtEl>
                                          <p:spTgt spid="5710"/>
                                        </p:tgtEl>
                                        <p:attrNameLst>
                                          <p:attrName>style.visibility</p:attrName>
                                        </p:attrNameLst>
                                      </p:cBhvr>
                                      <p:to>
                                        <p:strVal val="visible"/>
                                      </p:to>
                                    </p:set>
                                    <p:animEffect transition="in" filter="fade">
                                      <p:cBhvr>
                                        <p:cTn id="83" dur="500"/>
                                        <p:tgtEl>
                                          <p:spTgt spid="5710"/>
                                        </p:tgtEl>
                                      </p:cBhvr>
                                    </p:animEffect>
                                  </p:childTnLst>
                                </p:cTn>
                              </p:par>
                              <p:par>
                                <p:cTn id="84" presetID="10" presetClass="entr" presetSubtype="0" fill="hold" nodeType="withEffect">
                                  <p:stCondLst>
                                    <p:cond delay="300"/>
                                  </p:stCondLst>
                                  <p:childTnLst>
                                    <p:set>
                                      <p:cBhvr>
                                        <p:cTn id="85" dur="1" fill="hold">
                                          <p:stCondLst>
                                            <p:cond delay="0"/>
                                          </p:stCondLst>
                                        </p:cTn>
                                        <p:tgtEl>
                                          <p:spTgt spid="5667"/>
                                        </p:tgtEl>
                                        <p:attrNameLst>
                                          <p:attrName>style.visibility</p:attrName>
                                        </p:attrNameLst>
                                      </p:cBhvr>
                                      <p:to>
                                        <p:strVal val="visible"/>
                                      </p:to>
                                    </p:set>
                                    <p:animEffect transition="in" filter="fade">
                                      <p:cBhvr>
                                        <p:cTn id="86" dur="500"/>
                                        <p:tgtEl>
                                          <p:spTgt spid="5667"/>
                                        </p:tgtEl>
                                      </p:cBhvr>
                                    </p:animEffect>
                                  </p:childTnLst>
                                </p:cTn>
                              </p:par>
                              <p:par>
                                <p:cTn id="87" presetID="10" presetClass="entr" presetSubtype="0" fill="hold" nodeType="withEffect">
                                  <p:stCondLst>
                                    <p:cond delay="750"/>
                                  </p:stCondLst>
                                  <p:childTnLst>
                                    <p:set>
                                      <p:cBhvr>
                                        <p:cTn id="88" dur="1" fill="hold">
                                          <p:stCondLst>
                                            <p:cond delay="0"/>
                                          </p:stCondLst>
                                        </p:cTn>
                                        <p:tgtEl>
                                          <p:spTgt spid="5666"/>
                                        </p:tgtEl>
                                        <p:attrNameLst>
                                          <p:attrName>style.visibility</p:attrName>
                                        </p:attrNameLst>
                                      </p:cBhvr>
                                      <p:to>
                                        <p:strVal val="visible"/>
                                      </p:to>
                                    </p:set>
                                    <p:animEffect transition="in" filter="fade">
                                      <p:cBhvr>
                                        <p:cTn id="89" dur="600"/>
                                        <p:tgtEl>
                                          <p:spTgt spid="5666"/>
                                        </p:tgtEl>
                                      </p:cBhvr>
                                    </p:animEffect>
                                  </p:childTnLst>
                                </p:cTn>
                              </p:par>
                              <p:par>
                                <p:cTn id="90" presetID="10" presetClass="exit" presetSubtype="0" fill="hold" nodeType="withEffect">
                                  <p:stCondLst>
                                    <p:cond delay="1250"/>
                                  </p:stCondLst>
                                  <p:childTnLst>
                                    <p:animEffect transition="out" filter="fade">
                                      <p:cBhvr>
                                        <p:cTn id="91" dur="500"/>
                                        <p:tgtEl>
                                          <p:spTgt spid="5666"/>
                                        </p:tgtEl>
                                      </p:cBhvr>
                                    </p:animEffect>
                                    <p:set>
                                      <p:cBhvr>
                                        <p:cTn id="92" dur="1" fill="hold">
                                          <p:stCondLst>
                                            <p:cond delay="500"/>
                                          </p:stCondLst>
                                        </p:cTn>
                                        <p:tgtEl>
                                          <p:spTgt spid="566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8765770-940B-47C9-A3BB-DDBB3972FEDA}"/>
              </a:ext>
            </a:extLst>
          </p:cNvPr>
          <p:cNvSpPr>
            <a:spLocks noGrp="1"/>
          </p:cNvSpPr>
          <p:nvPr>
            <p:ph type="title"/>
          </p:nvPr>
        </p:nvSpPr>
        <p:spPr/>
        <p:txBody>
          <a:bodyPr/>
          <a:lstStyle/>
          <a:p>
            <a:r>
              <a:rPr lang="en-US" dirty="0"/>
              <a:t>VMware Solution</a:t>
            </a:r>
          </a:p>
        </p:txBody>
      </p:sp>
      <p:sp>
        <p:nvSpPr>
          <p:cNvPr id="6" name="Subtitle 5">
            <a:extLst>
              <a:ext uri="{FF2B5EF4-FFF2-40B4-BE49-F238E27FC236}">
                <a16:creationId xmlns:a16="http://schemas.microsoft.com/office/drawing/2014/main" id="{3127C3A1-6C8A-4698-9845-B559DB0BB1BD}"/>
              </a:ext>
            </a:extLst>
          </p:cNvPr>
          <p:cNvSpPr>
            <a:spLocks noGrp="1"/>
          </p:cNvSpPr>
          <p:nvPr>
            <p:ph type="subTitle" idx="10"/>
          </p:nvPr>
        </p:nvSpPr>
        <p:spPr/>
        <p:txBody>
          <a:bodyPr/>
          <a:lstStyle/>
          <a:p>
            <a:r>
              <a:rPr lang="en-US" dirty="0"/>
              <a:t>Logical Diagram</a:t>
            </a:r>
          </a:p>
        </p:txBody>
      </p:sp>
      <p:sp>
        <p:nvSpPr>
          <p:cNvPr id="8" name="Rectangle 7">
            <a:extLst>
              <a:ext uri="{FF2B5EF4-FFF2-40B4-BE49-F238E27FC236}">
                <a16:creationId xmlns:a16="http://schemas.microsoft.com/office/drawing/2014/main" id="{A571F356-FF9A-4103-8018-00082547BAF8}"/>
              </a:ext>
            </a:extLst>
          </p:cNvPr>
          <p:cNvSpPr/>
          <p:nvPr/>
        </p:nvSpPr>
        <p:spPr>
          <a:xfrm>
            <a:off x="804462" y="1756084"/>
            <a:ext cx="3364116" cy="1199504"/>
          </a:xfrm>
          <a:prstGeom prst="rect">
            <a:avLst/>
          </a:prstGeom>
          <a:solidFill>
            <a:srgbClr val="FFFF00"/>
          </a:solidFill>
        </p:spPr>
        <p:txBody>
          <a:bodyPr wrap="square">
            <a:spAutoFit/>
          </a:bodyPr>
          <a:lstStyle/>
          <a:p>
            <a:r>
              <a:rPr lang="en-US" sz="1798" dirty="0"/>
              <a:t>PSO Consultant: Insert appropriate logical diagrams based on the current solution.</a:t>
            </a:r>
          </a:p>
        </p:txBody>
      </p:sp>
    </p:spTree>
    <p:extLst>
      <p:ext uri="{BB962C8B-B14F-4D97-AF65-F5344CB8AC3E}">
        <p14:creationId xmlns:p14="http://schemas.microsoft.com/office/powerpoint/2010/main" val="2308434602"/>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Technology Scope</a:t>
            </a:r>
          </a:p>
        </p:txBody>
      </p:sp>
      <p:sp>
        <p:nvSpPr>
          <p:cNvPr id="3" name="Subtitle 2">
            <a:extLst>
              <a:ext uri="{FF2B5EF4-FFF2-40B4-BE49-F238E27FC236}">
                <a16:creationId xmlns:a16="http://schemas.microsoft.com/office/drawing/2014/main" id="{E3865FF6-D432-C4F5-1E4D-9837571EF3A1}"/>
              </a:ext>
            </a:extLst>
          </p:cNvPr>
          <p:cNvSpPr>
            <a:spLocks noGrp="1"/>
          </p:cNvSpPr>
          <p:nvPr>
            <p:ph type="subTitle" idx="10"/>
          </p:nvPr>
        </p:nvSpPr>
        <p:spPr/>
        <p:txBody>
          <a:bodyPr/>
          <a:lstStyle/>
          <a:p>
            <a:r>
              <a:rPr lang="en-US" dirty="0"/>
              <a:t>This specific engagement by VMware Professional Services included the following components of the VMware Solution. This Solution Design content will only refer to these components.</a:t>
            </a:r>
          </a:p>
          <a:p>
            <a:endParaRPr lang="en-US" dirty="0"/>
          </a:p>
        </p:txBody>
      </p:sp>
      <p:sp>
        <p:nvSpPr>
          <p:cNvPr id="4" name="Slide Number Placeholder 3"/>
          <p:cNvSpPr>
            <a:spLocks noGrp="1"/>
          </p:cNvSpPr>
          <p:nvPr>
            <p:ph type="sldNum" sz="quarter" idx="4294967295"/>
          </p:nvPr>
        </p:nvSpPr>
        <p:spPr>
          <a:xfrm>
            <a:off x="9447213" y="7351713"/>
            <a:ext cx="2741612" cy="365125"/>
          </a:xfrm>
          <a:prstGeom prst="rect">
            <a:avLst/>
          </a:prstGeom>
        </p:spPr>
        <p:txBody>
          <a:bodyPr/>
          <a:lstStyle/>
          <a:p>
            <a:fld id="{6EA6D8CF-3CDE-4807-BCD2-C9F2B831AAA5}" type="slidenum">
              <a:rPr lang="en-US" smtClean="0"/>
              <a:t>14</a:t>
            </a:fld>
            <a:endParaRPr lang="en-US" dirty="0"/>
          </a:p>
        </p:txBody>
      </p:sp>
      <p:graphicFrame>
        <p:nvGraphicFramePr>
          <p:cNvPr id="6" name="pstools_autogen_products_versions_table"/>
          <p:cNvGraphicFramePr>
            <a:graphicFrameLocks noGrp="1"/>
          </p:cNvGraphicFramePr>
          <p:nvPr>
            <p:extLst>
              <p:ext uri="{D42A27DB-BD31-4B8C-83A1-F6EECF244321}">
                <p14:modId xmlns:p14="http://schemas.microsoft.com/office/powerpoint/2010/main" val="1855660817"/>
              </p:ext>
            </p:extLst>
          </p:nvPr>
        </p:nvGraphicFramePr>
        <p:xfrm>
          <a:off x="417990" y="2438400"/>
          <a:ext cx="10996244" cy="706120"/>
        </p:xfrm>
        <a:graphic>
          <a:graphicData uri="http://schemas.openxmlformats.org/drawingml/2006/table">
            <a:tbl>
              <a:tblPr firstRow="1" bandRow="1">
                <a:tableStyleId>{EB9631B5-78F2-41C9-869B-9F39066F8104}</a:tableStyleId>
              </a:tblPr>
              <a:tblGrid>
                <a:gridCol w="7780648">
                  <a:extLst>
                    <a:ext uri="{9D8B030D-6E8A-4147-A177-3AD203B41FA5}">
                      <a16:colId xmlns:a16="http://schemas.microsoft.com/office/drawing/2014/main" val="20000"/>
                    </a:ext>
                  </a:extLst>
                </a:gridCol>
                <a:gridCol w="3215596">
                  <a:extLst>
                    <a:ext uri="{9D8B030D-6E8A-4147-A177-3AD203B41FA5}">
                      <a16:colId xmlns:a16="http://schemas.microsoft.com/office/drawing/2014/main" val="20002"/>
                    </a:ext>
                  </a:extLst>
                </a:gridCol>
              </a:tblGrid>
              <a:tr h="370840">
                <a:tc>
                  <a:txBody>
                    <a:bodyPr/>
                    <a:lstStyle/>
                    <a:p>
                      <a:r>
                        <a:rPr lang="en-US" dirty="0">
                          <a:solidFill>
                            <a:schemeClr val="bg1"/>
                          </a:solidFill>
                        </a:rPr>
                        <a:t>Technology/Product</a:t>
                      </a:r>
                      <a:r>
                        <a:rPr lang="en-US" baseline="0" dirty="0">
                          <a:solidFill>
                            <a:schemeClr val="bg1"/>
                          </a:solidFill>
                        </a:rPr>
                        <a:t> Components</a:t>
                      </a:r>
                      <a:endParaRPr lang="en-US" dirty="0">
                        <a:solidFill>
                          <a:schemeClr val="bg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US" dirty="0">
                          <a:solidFill>
                            <a:schemeClr val="bg1"/>
                          </a:solidFill>
                        </a:rPr>
                        <a:t>Version</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0">
                <a:tc>
                  <a:txBody>
                    <a:bodyPr/>
                    <a:lstStyle/>
                    <a:p>
                      <a:pPr algn="l"/>
                      <a:r>
                        <a:rPr lang="en-AU" sz="1600" b="0" dirty="0"/>
                        <a:t>VMware Cloud Foundation Operations for logs</a:t>
                      </a:r>
                      <a:endParaRPr lang="en-AU" dirty="0"/>
                    </a:p>
                  </a:txBody>
                  <a:tcPr/>
                </a:tc>
                <a:tc>
                  <a:txBody>
                    <a:bodyPr/>
                    <a:lstStyle/>
                    <a:p>
                      <a:pPr algn="l"/>
                      <a:r>
                        <a:rPr lang="en-AU" sz="1600" b="0" dirty="0"/>
                        <a:t>9.0</a:t>
                      </a:r>
                      <a:endParaRPr lang="en-AU" dirty="0"/>
                    </a:p>
                  </a:txBody>
                  <a:tcPr/>
                </a:tc>
                <a:extLst>
                  <a:ext uri="{0D108BD9-81ED-4DB2-BD59-A6C34878D82A}">
                    <a16:rowId xmlns:a16="http://schemas.microsoft.com/office/drawing/2014/main" val="10001"/>
                  </a:ext>
                </a:extLst>
              </a:tr>
            </a:tbl>
          </a:graphicData>
        </a:graphic>
      </p:graphicFrame>
      <p:sp>
        <p:nvSpPr>
          <p:cNvPr id="7" name="TextBox 6"/>
          <p:cNvSpPr txBox="1"/>
          <p:nvPr/>
        </p:nvSpPr>
        <p:spPr>
          <a:xfrm>
            <a:off x="579809" y="1077652"/>
            <a:ext cx="10999575" cy="1360748"/>
          </a:xfrm>
          <a:prstGeom prst="rect">
            <a:avLst/>
          </a:prstGeom>
          <a:noFill/>
        </p:spPr>
        <p:txBody>
          <a:bodyPr wrap="square" lIns="0" tIns="0" rIns="0" bIns="0" rtlCol="0">
            <a:noAutofit/>
          </a:bodyPr>
          <a:lstStyle/>
          <a:p>
            <a:pPr>
              <a:lnSpc>
                <a:spcPct val="90000"/>
              </a:lnSpc>
            </a:pPr>
            <a:endParaRPr lang="en-US" dirty="0"/>
          </a:p>
        </p:txBody>
      </p:sp>
    </p:spTree>
    <p:extLst>
      <p:ext uri="{BB962C8B-B14F-4D97-AF65-F5344CB8AC3E}">
        <p14:creationId xmlns:p14="http://schemas.microsoft.com/office/powerpoint/2010/main" val="1338357899"/>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People and Process Scope</a:t>
            </a:r>
            <a:endParaRPr lang="en-US" dirty="0"/>
          </a:p>
        </p:txBody>
      </p:sp>
      <p:sp>
        <p:nvSpPr>
          <p:cNvPr id="3" name="Subtitle 2">
            <a:extLst>
              <a:ext uri="{FF2B5EF4-FFF2-40B4-BE49-F238E27FC236}">
                <a16:creationId xmlns:a16="http://schemas.microsoft.com/office/drawing/2014/main" id="{5F545EA2-7FA7-EF4E-60DD-711E5BF082E7}"/>
              </a:ext>
            </a:extLst>
          </p:cNvPr>
          <p:cNvSpPr>
            <a:spLocks noGrp="1"/>
          </p:cNvSpPr>
          <p:nvPr>
            <p:ph type="subTitle" idx="10"/>
          </p:nvPr>
        </p:nvSpPr>
        <p:spPr/>
        <p:txBody>
          <a:bodyPr/>
          <a:lstStyle/>
          <a:p>
            <a:r>
              <a:rPr lang="en-US" dirty="0"/>
              <a:t>This specific engagement by VMware Professional Services included the following components of the VMware Solution. This Solution Design content will only refer to these components.</a:t>
            </a:r>
          </a:p>
          <a:p>
            <a:endParaRPr lang="en-US" dirty="0"/>
          </a:p>
        </p:txBody>
      </p:sp>
      <p:sp>
        <p:nvSpPr>
          <p:cNvPr id="4" name="Slide Number Placeholder 3"/>
          <p:cNvSpPr>
            <a:spLocks noGrp="1"/>
          </p:cNvSpPr>
          <p:nvPr>
            <p:ph type="sldNum" sz="quarter" idx="4294967295"/>
          </p:nvPr>
        </p:nvSpPr>
        <p:spPr>
          <a:xfrm>
            <a:off x="9447213" y="7351713"/>
            <a:ext cx="2741612" cy="365125"/>
          </a:xfrm>
          <a:prstGeom prst="rect">
            <a:avLst/>
          </a:prstGeom>
        </p:spPr>
        <p:txBody>
          <a:bodyPr/>
          <a:lstStyle/>
          <a:p>
            <a:fld id="{6EA6D8CF-3CDE-4807-BCD2-C9F2B831AAA5}" type="slidenum">
              <a:rPr lang="en-US" smtClean="0"/>
              <a:t>15</a:t>
            </a:fld>
            <a:endParaRPr lang="en-US" dirty="0"/>
          </a:p>
        </p:txBody>
      </p:sp>
      <p:graphicFrame>
        <p:nvGraphicFramePr>
          <p:cNvPr id="6" name="Table 5"/>
          <p:cNvGraphicFramePr>
            <a:graphicFrameLocks noGrp="1"/>
          </p:cNvGraphicFramePr>
          <p:nvPr/>
        </p:nvGraphicFramePr>
        <p:xfrm>
          <a:off x="417989" y="2438400"/>
          <a:ext cx="11161395" cy="2966720"/>
        </p:xfrm>
        <a:graphic>
          <a:graphicData uri="http://schemas.openxmlformats.org/drawingml/2006/table">
            <a:tbl>
              <a:tblPr firstRow="1" bandRow="1">
                <a:tableStyleId>{EB9631B5-78F2-41C9-869B-9F39066F8104}</a:tableStyleId>
              </a:tblPr>
              <a:tblGrid>
                <a:gridCol w="11161395">
                  <a:extLst>
                    <a:ext uri="{9D8B030D-6E8A-4147-A177-3AD203B41FA5}">
                      <a16:colId xmlns:a16="http://schemas.microsoft.com/office/drawing/2014/main" val="20001"/>
                    </a:ext>
                  </a:extLst>
                </a:gridCol>
              </a:tblGrid>
              <a:tr h="370840">
                <a:tc>
                  <a:txBody>
                    <a:bodyPr/>
                    <a:lstStyle/>
                    <a:p>
                      <a:r>
                        <a:rPr lang="en-US" dirty="0"/>
                        <a:t>People and Process Components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TextBox 6"/>
          <p:cNvSpPr txBox="1"/>
          <p:nvPr/>
        </p:nvSpPr>
        <p:spPr>
          <a:xfrm>
            <a:off x="579809" y="1063487"/>
            <a:ext cx="10999575" cy="1374913"/>
          </a:xfrm>
          <a:prstGeom prst="rect">
            <a:avLst/>
          </a:prstGeom>
          <a:noFill/>
        </p:spPr>
        <p:txBody>
          <a:bodyPr wrap="square" lIns="0" tIns="0" rIns="0" bIns="0" rtlCol="0">
            <a:noAutofit/>
          </a:bodyPr>
          <a:lstStyle/>
          <a:p>
            <a:pPr>
              <a:lnSpc>
                <a:spcPct val="90000"/>
              </a:lnSpc>
            </a:pPr>
            <a:endParaRPr lang="en-US" dirty="0"/>
          </a:p>
        </p:txBody>
      </p:sp>
      <p:sp>
        <p:nvSpPr>
          <p:cNvPr id="8" name="Rectangle 7"/>
          <p:cNvSpPr/>
          <p:nvPr/>
        </p:nvSpPr>
        <p:spPr>
          <a:xfrm>
            <a:off x="3256689" y="3150704"/>
            <a:ext cx="4287109" cy="2057400"/>
          </a:xfrm>
          <a:prstGeom prst="rect">
            <a:avLst/>
          </a:prstGeom>
          <a:solidFill>
            <a:srgbClr val="FFFF00"/>
          </a:solidFill>
        </p:spPr>
        <p:txBody>
          <a:bodyPr wrap="square">
            <a:spAutoFit/>
          </a:bodyPr>
          <a:lstStyle/>
          <a:p>
            <a:pPr algn="l"/>
            <a:r>
              <a:rPr lang="en-US" sz="1799" dirty="0"/>
              <a:t>Consultant: </a:t>
            </a:r>
            <a:endParaRPr lang="en-US" sz="1799" dirty="0">
              <a:solidFill>
                <a:schemeClr val="bg2">
                  <a:lumMod val="50000"/>
                </a:schemeClr>
              </a:solidFill>
            </a:endParaRPr>
          </a:p>
          <a:p>
            <a:r>
              <a:rPr lang="en-US" sz="1799" dirty="0">
                <a:solidFill>
                  <a:schemeClr val="bg2">
                    <a:lumMod val="50000"/>
                  </a:schemeClr>
                </a:solidFill>
              </a:rPr>
              <a:t>Before giving this presentation to any customer use the information in Solution Builder to define the products and the process types that are included in scope of this engagement.</a:t>
            </a:r>
          </a:p>
        </p:txBody>
      </p:sp>
    </p:spTree>
    <p:extLst>
      <p:ext uri="{BB962C8B-B14F-4D97-AF65-F5344CB8AC3E}">
        <p14:creationId xmlns:p14="http://schemas.microsoft.com/office/powerpoint/2010/main" val="3303179017"/>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B880CA-5B0B-442C-BCEF-4A5AE9AE62E8}"/>
              </a:ext>
            </a:extLst>
          </p:cNvPr>
          <p:cNvSpPr>
            <a:spLocks noGrp="1"/>
          </p:cNvSpPr>
          <p:nvPr>
            <p:ph type="title"/>
          </p:nvPr>
        </p:nvSpPr>
        <p:spPr/>
        <p:txBody>
          <a:bodyPr/>
          <a:lstStyle/>
          <a:p>
            <a:r>
              <a:rPr lang="en-US" dirty="0"/>
              <a:t>Operations for the VMware Solution</a:t>
            </a:r>
          </a:p>
        </p:txBody>
      </p:sp>
      <p:sp>
        <p:nvSpPr>
          <p:cNvPr id="2" name="Subtitle 1">
            <a:extLst>
              <a:ext uri="{FF2B5EF4-FFF2-40B4-BE49-F238E27FC236}">
                <a16:creationId xmlns:a16="http://schemas.microsoft.com/office/drawing/2014/main" id="{B7B72D97-86EC-957F-1AEF-7372F2DE4872}"/>
              </a:ext>
            </a:extLst>
          </p:cNvPr>
          <p:cNvSpPr>
            <a:spLocks noGrp="1"/>
          </p:cNvSpPr>
          <p:nvPr>
            <p:ph type="subTitle" idx="10"/>
          </p:nvPr>
        </p:nvSpPr>
        <p:spPr/>
        <p:txBody>
          <a:bodyPr/>
          <a:lstStyle/>
          <a:p>
            <a:endParaRPr lang="en-US"/>
          </a:p>
        </p:txBody>
      </p:sp>
      <p:sp>
        <p:nvSpPr>
          <p:cNvPr id="6" name="Rectangle 5">
            <a:extLst>
              <a:ext uri="{FF2B5EF4-FFF2-40B4-BE49-F238E27FC236}">
                <a16:creationId xmlns:a16="http://schemas.microsoft.com/office/drawing/2014/main" id="{50A832BD-08AF-406F-81AC-E4D920AC92E5}"/>
              </a:ext>
            </a:extLst>
          </p:cNvPr>
          <p:cNvSpPr/>
          <p:nvPr/>
        </p:nvSpPr>
        <p:spPr>
          <a:xfrm>
            <a:off x="2107202" y="3602664"/>
            <a:ext cx="4325495" cy="1715726"/>
          </a:xfrm>
          <a:prstGeom prst="rect">
            <a:avLst/>
          </a:prstGeom>
          <a:solidFill>
            <a:srgbClr val="FFFF00"/>
          </a:solid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717074"/>
                </a:solidFill>
                <a:effectLst/>
                <a:uLnTx/>
                <a:uFillTx/>
                <a:latin typeface="Arial"/>
                <a:ea typeface="+mn-ea"/>
                <a:cs typeface="+mn-cs"/>
              </a:rPr>
              <a:t>Consultant: </a:t>
            </a:r>
            <a:endParaRPr kumimoji="0" lang="en-US" sz="1799" b="0" i="0" u="none" strike="noStrike" kern="1200" cap="none" spc="0" normalizeH="0" baseline="0" noProof="0" dirty="0">
              <a:ln>
                <a:noFill/>
              </a:ln>
              <a:solidFill>
                <a:srgbClr val="C6C6C8">
                  <a:lumMod val="50000"/>
                </a:srgbClr>
              </a:solidFill>
              <a:effectLst/>
              <a:uLnTx/>
              <a:uFillTx/>
              <a:latin typeface="Arial"/>
              <a:ea typeface="+mn-ea"/>
              <a:cs typeface="+mn-cs"/>
            </a:endParaRPr>
          </a:p>
          <a:p>
            <a:r>
              <a:rPr lang="en-US" sz="1750" dirty="0">
                <a:solidFill>
                  <a:schemeClr val="bg2">
                    <a:lumMod val="50000"/>
                  </a:schemeClr>
                </a:solidFill>
              </a:rPr>
              <a:t>Before giving this presentation to any customer, use the Delivery Reference Guide to obtain the correct content for this engagement relevant processes based upon what is in the engagement file.</a:t>
            </a:r>
          </a:p>
        </p:txBody>
      </p:sp>
    </p:spTree>
    <p:extLst>
      <p:ext uri="{BB962C8B-B14F-4D97-AF65-F5344CB8AC3E}">
        <p14:creationId xmlns:p14="http://schemas.microsoft.com/office/powerpoint/2010/main" val="381771871"/>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24D70-08F5-9847-92C4-ED146976B07E}"/>
              </a:ext>
            </a:extLst>
          </p:cNvPr>
          <p:cNvSpPr>
            <a:spLocks noGrp="1"/>
          </p:cNvSpPr>
          <p:nvPr>
            <p:ph type="title"/>
          </p:nvPr>
        </p:nvSpPr>
        <p:spPr/>
        <p:txBody>
          <a:bodyPr/>
          <a:lstStyle/>
          <a:p>
            <a:r>
              <a:rPr lang="en-US"/>
              <a:t>&lt;Process Type Name&gt;</a:t>
            </a:r>
            <a:endParaRPr lang="en-US" dirty="0"/>
          </a:p>
        </p:txBody>
      </p:sp>
      <p:sp>
        <p:nvSpPr>
          <p:cNvPr id="4" name="Text Placeholder 3"/>
          <p:cNvSpPr>
            <a:spLocks noGrp="1"/>
          </p:cNvSpPr>
          <p:nvPr>
            <p:ph type="subTitle" idx="10"/>
          </p:nvPr>
        </p:nvSpPr>
        <p:spPr/>
        <p:txBody>
          <a:bodyPr/>
          <a:lstStyle/>
          <a:p>
            <a:r>
              <a:rPr lang="en-US"/>
              <a:t>Operations Sub Section</a:t>
            </a:r>
            <a:endParaRPr lang="en-US" dirty="0"/>
          </a:p>
        </p:txBody>
      </p:sp>
    </p:spTree>
    <p:extLst>
      <p:ext uri="{BB962C8B-B14F-4D97-AF65-F5344CB8AC3E}">
        <p14:creationId xmlns:p14="http://schemas.microsoft.com/office/powerpoint/2010/main" val="959597577"/>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33B02-C1F8-E341-90F8-61EB8EDF15CE}"/>
              </a:ext>
            </a:extLst>
          </p:cNvPr>
          <p:cNvSpPr>
            <a:spLocks noGrp="1"/>
          </p:cNvSpPr>
          <p:nvPr>
            <p:ph type="title"/>
          </p:nvPr>
        </p:nvSpPr>
        <p:spPr/>
        <p:txBody>
          <a:bodyPr/>
          <a:lstStyle/>
          <a:p>
            <a:r>
              <a:rPr lang="en-US"/>
              <a:t>&lt;Process Type Name&gt;</a:t>
            </a:r>
            <a:endParaRPr lang="en-US" dirty="0"/>
          </a:p>
        </p:txBody>
      </p:sp>
      <p:sp>
        <p:nvSpPr>
          <p:cNvPr id="4" name="Text Placeholder 3"/>
          <p:cNvSpPr>
            <a:spLocks noGrp="1"/>
          </p:cNvSpPr>
          <p:nvPr>
            <p:ph type="subTitle" idx="10"/>
          </p:nvPr>
        </p:nvSpPr>
        <p:spPr/>
        <p:txBody>
          <a:bodyPr/>
          <a:lstStyle/>
          <a:p>
            <a:r>
              <a:rPr lang="en-US"/>
              <a:t>Operations Sub Section</a:t>
            </a:r>
            <a:endParaRPr lang="en-US" dirty="0"/>
          </a:p>
        </p:txBody>
      </p:sp>
    </p:spTree>
    <p:extLst>
      <p:ext uri="{BB962C8B-B14F-4D97-AF65-F5344CB8AC3E}">
        <p14:creationId xmlns:p14="http://schemas.microsoft.com/office/powerpoint/2010/main" val="2873804624"/>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1853F-87A5-2842-ACDA-8415769C9FEB}"/>
              </a:ext>
            </a:extLst>
          </p:cNvPr>
          <p:cNvSpPr>
            <a:spLocks noGrp="1"/>
          </p:cNvSpPr>
          <p:nvPr>
            <p:ph type="title"/>
          </p:nvPr>
        </p:nvSpPr>
        <p:spPr/>
        <p:txBody>
          <a:bodyPr/>
          <a:lstStyle/>
          <a:p>
            <a:r>
              <a:rPr lang="en-US"/>
              <a:t>&lt;Process Type Name&gt;</a:t>
            </a:r>
            <a:endParaRPr lang="en-US" dirty="0"/>
          </a:p>
        </p:txBody>
      </p:sp>
      <p:sp>
        <p:nvSpPr>
          <p:cNvPr id="4" name="Text Placeholder 3"/>
          <p:cNvSpPr>
            <a:spLocks noGrp="1"/>
          </p:cNvSpPr>
          <p:nvPr>
            <p:ph type="subTitle" idx="10"/>
          </p:nvPr>
        </p:nvSpPr>
        <p:spPr/>
        <p:txBody>
          <a:bodyPr/>
          <a:lstStyle/>
          <a:p>
            <a:r>
              <a:rPr lang="en-US"/>
              <a:t>Operations Sub Section</a:t>
            </a:r>
            <a:endParaRPr lang="en-US" dirty="0"/>
          </a:p>
        </p:txBody>
      </p:sp>
    </p:spTree>
    <p:extLst>
      <p:ext uri="{BB962C8B-B14F-4D97-AF65-F5344CB8AC3E}">
        <p14:creationId xmlns:p14="http://schemas.microsoft.com/office/powerpoint/2010/main" val="1455985866"/>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44187548"/>
      </p:ext>
    </p:extLst>
  </p:cSld>
  <p:clrMapOvr>
    <a:masterClrMapping/>
  </p:clrMapOvr>
  <p:transition spd="med">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VMware 2025 Light">
  <a:themeElements>
    <a:clrScheme name="VMware-Light">
      <a:dk1>
        <a:srgbClr val="000000"/>
      </a:dk1>
      <a:lt1>
        <a:srgbClr val="FFFFFF"/>
      </a:lt1>
      <a:dk2>
        <a:srgbClr val="1B1D36"/>
      </a:dk2>
      <a:lt2>
        <a:srgbClr val="EEEEEE"/>
      </a:lt2>
      <a:accent1>
        <a:srgbClr val="007B8C"/>
      </a:accent1>
      <a:accent2>
        <a:srgbClr val="005C8A"/>
      </a:accent2>
      <a:accent3>
        <a:srgbClr val="0098C7"/>
      </a:accent3>
      <a:accent4>
        <a:srgbClr val="61A60E"/>
      </a:accent4>
      <a:accent5>
        <a:srgbClr val="6C4B94"/>
      </a:accent5>
      <a:accent6>
        <a:srgbClr val="F3BA16"/>
      </a:accent6>
      <a:hlink>
        <a:srgbClr val="0098C7"/>
      </a:hlink>
      <a:folHlink>
        <a:srgbClr val="6C4B9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2"/>
        </a:solidFill>
        <a:ln w="12700">
          <a:noFill/>
          <a:miter lim="800000"/>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800"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127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00" dirty="0" smtClean="0">
            <a:solidFill>
              <a:schemeClr val="tx2"/>
            </a:solidFill>
          </a:defRPr>
        </a:defPPr>
      </a:lstStyle>
    </a:txDef>
  </a:objectDefaults>
  <a:extraClrSchemeLst/>
  <a:custClrLst>
    <a:custClr name="Orange">
      <a:srgbClr val="E68C28"/>
    </a:custClr>
    <a:custClr name="Red">
      <a:srgbClr val="CC092F"/>
    </a:custClr>
    <a:custClr name="Light Grey">
      <a:srgbClr val="E2E3E4"/>
    </a:custClr>
    <a:custClr name="Cool Grey 7">
      <a:srgbClr val="97999B"/>
    </a:custClr>
    <a:custClr name="Dark Grey">
      <a:srgbClr val="53565A"/>
    </a:custClr>
    <a:custClr name="2nd Green">
      <a:srgbClr val="23800A"/>
    </a:custClr>
    <a:custClr name="2nd Blue">
      <a:srgbClr val="007DA3"/>
    </a:custClr>
    <a:custClr name="187 Red">
      <a:srgbClr val="A6192E"/>
    </a:custClr>
  </a:custClrLst>
  <a:extLst>
    <a:ext uri="{05A4C25C-085E-4340-85A3-A5531E510DB2}">
      <thm15:themeFamily xmlns:thm15="http://schemas.microsoft.com/office/thememl/2012/main" name="bc-vmw-ppt-template-light-arial-2025.potx" id="{270C1632-0D73-4249-9EC5-826DF1073C3F}" vid="{79868998-EA69-428A-BEAC-731B6D11D92C}"/>
    </a:ext>
  </a:extLst>
</a:theme>
</file>

<file path=ppt/theme/theme2.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88D0C854358DC418D143DF91B0F9F69" ma:contentTypeVersion="25" ma:contentTypeDescription="Create a new document." ma:contentTypeScope="" ma:versionID="86d1ae78601d406bc59f7b48175c4925">
  <xsd:schema xmlns:xsd="http://www.w3.org/2001/XMLSchema" xmlns:xs="http://www.w3.org/2001/XMLSchema" xmlns:p="http://schemas.microsoft.com/office/2006/metadata/properties" xmlns:ns1="http://schemas.microsoft.com/sharepoint/v3" xmlns:ns2="ff83b573-1131-4ec9-87e0-8de43cb2141f" xmlns:ns3="b91cd729-8792-47cd-b03b-259374444807" xmlns:ns4="78c16552-cbf3-4f1f-97ed-388b5d2a083d" targetNamespace="http://schemas.microsoft.com/office/2006/metadata/properties" ma:root="true" ma:fieldsID="87232950fb7e83d3727f6e525efdb9c3" ns1:_="" ns2:_="" ns3:_="" ns4:_="">
    <xsd:import namespace="http://schemas.microsoft.com/sharepoint/v3"/>
    <xsd:import namespace="ff83b573-1131-4ec9-87e0-8de43cb2141f"/>
    <xsd:import namespace="b91cd729-8792-47cd-b03b-259374444807"/>
    <xsd:import namespace="78c16552-cbf3-4f1f-97ed-388b5d2a083d"/>
    <xsd:element name="properties">
      <xsd:complexType>
        <xsd:sequence>
          <xsd:element name="documentManagement">
            <xsd:complexType>
              <xsd:all>
                <xsd:element ref="ns2:MigrationWizId" minOccurs="0"/>
                <xsd:element ref="ns2:MigrationWizIdPermissions" minOccurs="0"/>
                <xsd:element ref="ns2:MigrationWizIdPermissionLevels" minOccurs="0"/>
                <xsd:element ref="ns2:MigrationWizIdDocumentLibraryPermissions" minOccurs="0"/>
                <xsd:element ref="ns2:MigrationWizIdSecurityGroup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4:TaxCatchAll" minOccurs="0"/>
                <xsd:element ref="ns2:MediaServiceSearchProperties" minOccurs="0"/>
                <xsd:element ref="ns2:MediaServiceObjectDetectorVersions" minOccurs="0"/>
                <xsd:element ref="ns2:MediaServiceLocatio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1" nillable="true" ma:displayName="Unified Compliance Policy Properties" ma:hidden="true" ma:internalName="_ip_UnifiedCompliancePolicyProperties">
      <xsd:simpleType>
        <xsd:restriction base="dms:Note"/>
      </xsd:simpleType>
    </xsd:element>
    <xsd:element name="_ip_UnifiedCompliancePolicyUIAction" ma:index="3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f83b573-1131-4ec9-87e0-8de43cb2141f"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PermissionLevels" ma:index="10" nillable="true" ma:displayName="MigrationWizIdPermissionLevels" ma:internalName="MigrationWizIdPermissionLevels">
      <xsd:simpleType>
        <xsd:restriction base="dms:Text"/>
      </xsd:simpleType>
    </xsd:element>
    <xsd:element name="MigrationWizIdDocumentLibraryPermissions" ma:index="11" nillable="true" ma:displayName="MigrationWizIdDocumentLibraryPermissions" ma:internalName="MigrationWizIdDocumentLibraryPermissions">
      <xsd:simpleType>
        <xsd:restriction base="dms:Text"/>
      </xsd:simpleType>
    </xsd:element>
    <xsd:element name="MigrationWizIdSecurityGroups" ma:index="12" nillable="true" ma:displayName="MigrationWizIdSecurityGroups" ma:internalName="MigrationWizIdSecurityGroups">
      <xsd:simpleType>
        <xsd:restriction base="dms:Text"/>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9" nillable="true" ma:displayName="Tags" ma:internalName="MediaServiceAutoTags"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DateTaken" ma:index="23" nillable="true" ma:displayName="MediaServiceDateTaken" ma:hidden="true" ma:internalName="MediaServiceDateTake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35e516c6-d7bc-4be5-8458-55365016f2bc" ma:termSetId="09814cd3-568e-fe90-9814-8d621ff8fb84" ma:anchorId="fba54fb3-c3e1-fe81-a776-ca4b69148c4d" ma:open="true" ma:isKeyword="false">
      <xsd:complexType>
        <xsd:sequence>
          <xsd:element ref="pc:Terms" minOccurs="0" maxOccurs="1"/>
        </xsd:sequence>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MediaServiceLocation" ma:index="3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91cd729-8792-47cd-b03b-259374444807"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8c16552-cbf3-4f1f-97ed-388b5d2a083d" elementFormDefault="qualified">
    <xsd:import namespace="http://schemas.microsoft.com/office/2006/documentManagement/types"/>
    <xsd:import namespace="http://schemas.microsoft.com/office/infopath/2007/PartnerControls"/>
    <xsd:element name="TaxCatchAll" ma:index="27" nillable="true" ma:displayName="Taxonomy Catch All Column" ma:hidden="true" ma:list="{62e8767f-5054-4ecc-a981-a992a2f0e90f}" ma:internalName="TaxCatchAll" ma:showField="CatchAllData" ma:web="78c16552-cbf3-4f1f-97ed-388b5d2a083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pc="http://schemas.microsoft.com/office/infopath/2007/PartnerControls" xmlns:xsi="http://www.w3.org/2001/XMLSchema-instance">
  <documentManagement>
    <TaxCatchAll xmlns="78c16552-cbf3-4f1f-97ed-388b5d2a083d" xsi:nil="true"/>
    <MigrationWizIdSecurityGroups xmlns="ff83b573-1131-4ec9-87e0-8de43cb2141f" xsi:nil="true"/>
    <_ip_UnifiedCompliancePolicyUIAction xmlns="http://schemas.microsoft.com/sharepoint/v3" xsi:nil="true"/>
    <MigrationWizIdPermissions xmlns="ff83b573-1131-4ec9-87e0-8de43cb2141f" xsi:nil="true"/>
    <MigrationWizId xmlns="ff83b573-1131-4ec9-87e0-8de43cb2141f" xsi:nil="true"/>
    <MigrationWizIdDocumentLibraryPermissions xmlns="ff83b573-1131-4ec9-87e0-8de43cb2141f" xsi:nil="true"/>
    <_ip_UnifiedCompliancePolicyProperties xmlns="http://schemas.microsoft.com/sharepoint/v3" xsi:nil="true"/>
    <lcf76f155ced4ddcb4097134ff3c332f xmlns="ff83b573-1131-4ec9-87e0-8de43cb2141f">
      <Terms xmlns="http://schemas.microsoft.com/office/infopath/2007/PartnerControls"/>
    </lcf76f155ced4ddcb4097134ff3c332f>
    <MigrationWizIdPermissionLevels xmlns="ff83b573-1131-4ec9-87e0-8de43cb2141f" xsi:nil="true"/>
  </documentManagement>
</p:properties>
</file>

<file path=customXml/itemProps1.xml><?xml version="1.0" encoding="utf-8"?>
<ds:datastoreItem xmlns:ds="http://schemas.openxmlformats.org/officeDocument/2006/customXml" ds:itemID="{DCB80039-BDE9-4D8D-86A9-6166091E27F4}">
  <ds:schemaRefs>
    <ds:schemaRef ds:uri="http://schemas.microsoft.com/sharepoint/v3/contenttype/forms"/>
  </ds:schemaRefs>
</ds:datastoreItem>
</file>

<file path=customXml/itemProps2.xml><?xml version="1.0" encoding="utf-8"?>
<ds:datastoreItem xmlns:ds="http://schemas.openxmlformats.org/officeDocument/2006/customXml" ds:itemID="{CFB25C8C-42A8-4294-89BF-FE5295A7CBD3}"/>
</file>

<file path=customXml/itemProps3.xml><?xml version="1.0" encoding="utf-8"?>
<ds:datastoreItem xmlns:ds="http://schemas.openxmlformats.org/officeDocument/2006/customXml" ds:itemID="{0AB1E906-DDF9-4A3D-94EC-712787EFD874}">
  <ds:schemaRefs>
    <ds:schemaRef ds:uri="http://schemas.microsoft.com/office/2006/metadata/properties"/>
    <ds:schemaRef ds:uri="http://schemas.microsoft.com/office/infopath/2007/PartnerControls"/>
    <ds:schemaRef ds:uri="eb3a237d-4129-4a2a-8fb3-b20be8ca4bd3"/>
    <ds:schemaRef ds:uri="f698bbf4-22fc-464f-b3bf-42aa93b7dda6"/>
    <ds:schemaRef ds:uri="94b33151-80fa-4b06-b3dc-d54c842f0d2a"/>
  </ds:schemaRefs>
</ds:datastoreItem>
</file>

<file path=docProps/app.xml><?xml version="1.0" encoding="utf-8"?>
<Properties xmlns="http://schemas.openxmlformats.org/officeDocument/2006/extended-properties" xmlns:vt="http://schemas.openxmlformats.org/officeDocument/2006/docPropsVTypes">
  <Template>VMware_white_16x9</Template>
  <TotalTime>2</TotalTime>
  <Words>1395</Words>
  <Application>Microsoft Office PowerPoint</Application>
  <PresentationFormat>Custom</PresentationFormat>
  <Paragraphs>182</Paragraphs>
  <Slides>20</Slides>
  <Notes>9</Notes>
  <HiddenSlides>5</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Camphor Std</vt:lpstr>
      <vt:lpstr>Metropolis</vt:lpstr>
      <vt:lpstr>Metropolis-Regular</vt:lpstr>
      <vt:lpstr>Open Sans</vt:lpstr>
      <vt:lpstr>System Font Regular</vt:lpstr>
      <vt:lpstr>VMware 2025 Light</vt:lpstr>
      <vt:lpstr>VMware by Broadcom Solution</vt:lpstr>
      <vt:lpstr>PowerPoint Presentation</vt:lpstr>
      <vt:lpstr>PowerPoint Presentation</vt:lpstr>
      <vt:lpstr>Introductions and Workshop Objectives</vt:lpstr>
      <vt:lpstr>Solution Scope</vt:lpstr>
      <vt:lpstr>Solution Scope</vt:lpstr>
      <vt:lpstr>Solution Scope</vt:lpstr>
      <vt:lpstr>VMware Solution</vt:lpstr>
      <vt:lpstr>PowerPoint Presentation</vt:lpstr>
      <vt:lpstr>Modernize Infrastructure</vt:lpstr>
      <vt:lpstr>Cloud Experience for Developers</vt:lpstr>
      <vt:lpstr>Security and Resilience</vt:lpstr>
      <vt:lpstr>VMware Solution</vt:lpstr>
      <vt:lpstr>Technology Scope</vt:lpstr>
      <vt:lpstr>People and Process Scope</vt:lpstr>
      <vt:lpstr>Operations for the VMware Solution</vt:lpstr>
      <vt:lpstr>&lt;Process Type Name&gt;</vt:lpstr>
      <vt:lpstr>&lt;Process Type Name&gt;</vt:lpstr>
      <vt:lpstr>&lt;Process Type Name&gt;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Brent Douglas</cp:lastModifiedBy>
  <cp:revision>3</cp:revision>
  <dcterms:created xsi:type="dcterms:W3CDTF">2019-03-26T18:26:35Z</dcterms:created>
  <dcterms:modified xsi:type="dcterms:W3CDTF">2026-04-20T16:44:14Z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0x010100D88D0C854358DC418D143DF91B0F9F69</vt:lpwstr>
  </property>
  <property fmtid="{D5CDD505-2E9C-101B-9397-08002B2CF9AE}" pid="3" name="VMW Product">
    <vt:lpwstr/>
  </property>
  <property fmtid="{D5CDD505-2E9C-101B-9397-08002B2CF9AE}" pid="4" name="Association">
    <vt:lpwstr>229;#ALL|9c44ab2d-3a43-467f-830a-d5560c6fd4a6</vt:lpwstr>
  </property>
</Properties>
</file>